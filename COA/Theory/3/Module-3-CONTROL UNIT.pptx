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4" roundtripDataSignature="AMtx7mjfsR4sLTmnGOY/q2LcxcW8bhht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4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Module-3</a:t>
            </a:r>
            <a:br>
              <a:rPr lang="en-US"/>
            </a:br>
            <a:r>
              <a:rPr lang="en-US"/>
              <a:t>CONTROL UNIT OPERATION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Micro operations-CU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execution of an instruction involves the execution of a sequence of substeps, generally called cycles.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For example, an execution may consist of fetch, indirect, execute, and interrupt cycles. Each cycle is in turn made up of a sequence of more fundamental operations, called micro-operations.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Micro operations-CU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single micro-operation generally involves a transfer between registers, a transfer between a register and an external bus, or a simple ALU operation.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CONTROL UNIT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control unit of a processor performs two tasks: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(1) It causes the processor to step through a series of micro-operations in the proper sequence, based on the program being executed.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(2) it generates the control signals that cause each micro-operation to be executed.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MICRO-OPERATIONS</a:t>
            </a:r>
            <a:endParaRPr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395536" y="16288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Execution of a program -sequential execution of instructions.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 Each instruction  executed during an instruction cycle made up of shorter sub cycles (</a:t>
            </a:r>
            <a:r>
              <a:rPr lang="en-US" sz="2400"/>
              <a:t>e.g., fetch, indirect, execute, interrupt</a:t>
            </a:r>
            <a:r>
              <a:rPr lang="en-US"/>
              <a:t>).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Execution of each sub cycle involves one or more shorter operations,- </a:t>
            </a:r>
            <a:r>
              <a:rPr b="1" lang="en-US"/>
              <a:t>micro-operations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MICRO-OPERATIONS</a:t>
            </a:r>
            <a:endParaRPr/>
          </a:p>
        </p:txBody>
      </p:sp>
      <p:sp>
        <p:nvSpPr>
          <p:cNvPr id="115" name="Google Shape;11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Functional-atomic operations of a processor.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2348880"/>
            <a:ext cx="8208912" cy="4024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22" name="Google Shape;122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16632"/>
            <a:ext cx="9036495" cy="674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FETCH CYCLE</a:t>
            </a:r>
            <a:endParaRPr/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Four registers are involved:-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Memory address register (MAR</a:t>
            </a:r>
            <a:r>
              <a:rPr lang="en-US"/>
              <a:t>): Is connected to the address lines of the system bus. It specifies the address in memory for a read or write operation.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</a:t>
            </a:r>
            <a:r>
              <a:rPr b="1" lang="en-US"/>
              <a:t>Memory buffer register (MBR</a:t>
            </a:r>
            <a:r>
              <a:rPr lang="en-US"/>
              <a:t>): Is connected to the data lines of the system bus. Contains the value to be stored in memory or the last value read from memory.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Program counter (PC</a:t>
            </a:r>
            <a:r>
              <a:rPr lang="en-US"/>
              <a:t>): Holds the address of the next instruction to be fetched.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 Instruction register (IR</a:t>
            </a:r>
            <a:r>
              <a:rPr lang="en-US"/>
              <a:t>): Holds the last instruction fetched.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Eg:-FETCH OPERATION</a:t>
            </a:r>
            <a:endParaRPr/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Beginning of the fetch cycle- address of the next instruction to be executed in the program counter (PC); Let, the address is 1100100.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1.Move that address to the memory address register (MAR)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2.Bring in the instruction. The desired address (in the MAR) is placed on the address bus.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Eg:-FETCH OPERATION</a:t>
            </a:r>
            <a:endParaRPr/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3.The control unit issues a READ command on the control bus, and the result appears on the data bus and is copied into the memory buffer register (MBR).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4.Also increment the PC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FETCH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simple fetch cycle consists of three steps and four micro operations.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Each micro-operation involves the movement of data into or out of a register.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 If these movements do not interfere , several of them can take place during one step, saving time.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FETCH</a:t>
            </a:r>
            <a:endParaRPr/>
          </a:p>
        </p:txBody>
      </p:sp>
      <p:sp>
        <p:nvSpPr>
          <p:cNvPr id="152" name="Google Shape;152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t1:MAR (PC)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t2: MBR Memory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t3: PC 🡨 (PC) + I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IR 🡨 (MBR)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INDIRECT CYCLE</a:t>
            </a:r>
            <a:endParaRPr/>
          </a:p>
        </p:txBody>
      </p:sp>
      <p:sp>
        <p:nvSpPr>
          <p:cNvPr id="158" name="Google Shape;158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address field of the instruction is transferred to the MAR.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is then used to fetch the address of the operand.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address field of the IR is updated from the MBR, so that it now contains a direct rather than an indirect address.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IR is now in the same state as if indirect addressing had not been used, and it is ready for the execute CYCLE.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INDIRECT CYCLE</a:t>
            </a:r>
            <a:endParaRPr/>
          </a:p>
        </p:txBody>
      </p:sp>
      <p:sp>
        <p:nvSpPr>
          <p:cNvPr id="164" name="Google Shape;164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t1:MAR 🡨(IR(Address))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t2:MBR 🡨Memory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t3:IR(Address)🡨(MBR(Address))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Interrupt Cycle</a:t>
            </a:r>
            <a:endParaRPr/>
          </a:p>
        </p:txBody>
      </p:sp>
      <p:sp>
        <p:nvSpPr>
          <p:cNvPr id="170" name="Google Shape;17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At the completion of the execute cycle, a test is made to determine whether any enabled interrupts have occurred.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If so, the interrupt cycle occurs. 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t1:MBR🡨(PC)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t2:MAR🡨Save_Address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PC🡨 Routine_Address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t3:Memory🡨(MBR)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INTERUPT CYCLE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the first step, the contents of the PC are transferred to the MBR, so that they can be saved for return from the interrupt.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Then the MAR is loaded with the address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at which the contents of the PC are to be saved, and the PC is loaded with the address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of the start of the interrupt-processing routine.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INTERUPT CYCLE</a:t>
            </a:r>
            <a:endParaRPr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final step is to store the MBR, which contains the old value of the PC, into memory.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processor is now ready to begin the next instruction cycle.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EXECUTE CYCLE</a:t>
            </a:r>
            <a:endParaRPr/>
          </a:p>
        </p:txBody>
      </p:sp>
      <p:sp>
        <p:nvSpPr>
          <p:cNvPr id="188" name="Google Shape;188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fetch, indirect, and interrupt cycles are simple and predictable.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This is not true of the execute cycle. Because of the variety opcodes, there are a number of different sequences of micro-operations that can occur.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EXECUTE CYCLE</a:t>
            </a:r>
            <a:endParaRPr/>
          </a:p>
        </p:txBody>
      </p:sp>
      <p:sp>
        <p:nvSpPr>
          <p:cNvPr id="194" name="Google Shape;194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EG:-ADD R1, X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which adds the contents of the location X to register R1. The following sequence of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micro-operations might occur: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t1:MAR🡨(IR(address))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t2:MBR🡨Memory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t3:R1🡨(R1) + (MBR)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EXECUTE CYCLE</a:t>
            </a:r>
            <a:endParaRPr/>
          </a:p>
        </p:txBody>
      </p:sp>
      <p:sp>
        <p:nvSpPr>
          <p:cNvPr id="200" name="Google Shape;200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 begin with the IR containing the ADD instruction.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the first step, the ad dress portion of the IR is loaded into the MAR.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Then the referenced memory loca 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is read. Finally, the contents of R1 and MBR are added by the ALU.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06" name="Google Shape;20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88640"/>
            <a:ext cx="8928992" cy="6624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2" name="Google Shape;212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88640"/>
            <a:ext cx="8928993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18" name="Google Shape;21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97" y="116632"/>
            <a:ext cx="8784976" cy="655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24" name="Google Shape;224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6512" y="0"/>
            <a:ext cx="918051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0" name="Google Shape;230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25252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36" name="Google Shape;23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8520" y="44624"/>
            <a:ext cx="9252520" cy="6813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2" name="Google Shape;242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1" y="0"/>
            <a:ext cx="8892480" cy="6741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48" name="Google Shape;248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0"/>
            <a:ext cx="8568952" cy="6453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54" name="Google Shape;254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332656"/>
            <a:ext cx="8496944" cy="5793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60" name="Google Shape;260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520" y="332656"/>
            <a:ext cx="8496943" cy="5793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Next Address Decision</a:t>
            </a:r>
            <a:endParaRPr/>
          </a:p>
        </p:txBody>
      </p:sp>
      <p:sp>
        <p:nvSpPr>
          <p:cNvPr id="266" name="Google Shape;266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address of the next microinstruction to be executed is in one of these categories: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• Determined by instruction register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• Next sequential address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• Branch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first category occurs only once per instruction cycle, just after an instruction is fetched.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second category is the most common in most designs.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Branches, both conditional and unconditional, are a necessary part of a microprogram. </a:t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        –So branches also decides the next Instruction.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2" name="Google Shape;272;p3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7" y="476672"/>
            <a:ext cx="8136904" cy="5649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78" name="Google Shape;278;p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188640"/>
            <a:ext cx="8496944" cy="6624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84" name="Google Shape;284;p3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8520" y="188640"/>
            <a:ext cx="8856983" cy="648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0" name="Google Shape;290;p3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16632"/>
            <a:ext cx="8496944" cy="6009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296" name="Google Shape;296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489248"/>
            <a:ext cx="8568900" cy="586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2" name="Google Shape;302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404664"/>
            <a:ext cx="8352927" cy="6192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308" name="Google Shape;308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504" y="116632"/>
            <a:ext cx="8784976" cy="6009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2023-10-22T05:50:32Z</dcterms:created>
  <dc:creator>Admin</dc:creator>
</cp:coreProperties>
</file>