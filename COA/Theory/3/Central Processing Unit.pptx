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</p:sldIdLst>
  <p:sldSz cy="6858000" cx="9144000"/>
  <p:notesSz cx="6858000" cy="9144000"/>
  <p:embeddedFontLst>
    <p:embeddedFont>
      <p:font typeface="Arim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1" roundtripDataSignature="AMtx7mgV8AKcKeb74jSfFofyCY3Gfyyu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customschemas.google.com/relationships/presentationmetadata" Target="metadata"/><Relationship Id="rId70" Type="http://schemas.openxmlformats.org/officeDocument/2006/relationships/font" Target="fonts/Arim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Arimo-bold.fntdata"/><Relationship Id="rId23" Type="http://schemas.openxmlformats.org/officeDocument/2006/relationships/slide" Target="slides/slide18.xml"/><Relationship Id="rId67" Type="http://schemas.openxmlformats.org/officeDocument/2006/relationships/font" Target="fonts/Arimo-regular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Arim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title"/>
          </p:nvPr>
        </p:nvSpPr>
        <p:spPr>
          <a:xfrm>
            <a:off x="623888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" type="body"/>
          </p:nvPr>
        </p:nvSpPr>
        <p:spPr>
          <a:xfrm>
            <a:off x="623888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6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8"/>
          <p:cNvSpPr txBox="1"/>
          <p:nvPr>
            <p:ph type="title"/>
          </p:nvPr>
        </p:nvSpPr>
        <p:spPr>
          <a:xfrm>
            <a:off x="62984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8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8"/>
          <p:cNvSpPr txBox="1"/>
          <p:nvPr>
            <p:ph idx="3" type="body"/>
          </p:nvPr>
        </p:nvSpPr>
        <p:spPr>
          <a:xfrm>
            <a:off x="4629151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8"/>
          <p:cNvSpPr txBox="1"/>
          <p:nvPr>
            <p:ph idx="4" type="body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8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8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8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9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0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1" type="body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7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71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1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2"/>
          <p:cNvSpPr/>
          <p:nvPr>
            <p:ph idx="2" type="pic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72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3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4"/>
          <p:cNvSpPr txBox="1"/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4"/>
          <p:cNvSpPr txBox="1"/>
          <p:nvPr>
            <p:ph idx="1" type="body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4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4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4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4.jp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3"/>
          <p:cNvSpPr txBox="1"/>
          <p:nvPr>
            <p:ph idx="10" type="dt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3"/>
          <p:cNvSpPr txBox="1"/>
          <p:nvPr>
            <p:ph idx="11" type="ftr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3"/>
          <p:cNvSpPr txBox="1"/>
          <p:nvPr>
            <p:ph idx="12" type="sldNum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drawing&#10;&#10;Description automatically generated" id="11" name="Google Shape;11;p6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35246" y="93609"/>
            <a:ext cx="2837329" cy="8636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" name="Google Shape;1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68102" y="93609"/>
            <a:ext cx="985130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204042" y="1938904"/>
            <a:ext cx="702416" cy="917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540362" y="2572804"/>
            <a:ext cx="207493" cy="699978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9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981200" y="1447800"/>
            <a:ext cx="6629400" cy="1894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MODULE-3</a:t>
            </a:r>
            <a:endParaRPr b="1" sz="3600">
              <a:solidFill>
                <a:schemeClr val="dk1"/>
              </a:solidFill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533400" y="4419600"/>
            <a:ext cx="8610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solidFill>
                <a:srgbClr val="C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95" name="Google Shape;95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6200"/>
            <a:ext cx="8915400" cy="64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1" name="Google Shape;101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8600"/>
            <a:ext cx="8534399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07" name="Google Shape;107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8839199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3" name="Google Shape;113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8686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           </a:t>
            </a:r>
            <a:r>
              <a:rPr b="1" lang="en-US" sz="4000"/>
              <a:t>Registers in the processor</a:t>
            </a:r>
            <a:endParaRPr b="1" sz="4000"/>
          </a:p>
        </p:txBody>
      </p:sp>
      <p:sp>
        <p:nvSpPr>
          <p:cNvPr id="119" name="Google Shape;119;p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User –Visible Registers </a:t>
            </a:r>
            <a:r>
              <a:rPr lang="en-US" sz="2400"/>
              <a:t>-Referenced by means of Assembly or machine language. Optimizing these can reduce reference to main memory</a:t>
            </a:r>
            <a:r>
              <a:rPr lang="en-US" sz="3200"/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Control &amp; Statue Registers- </a:t>
            </a:r>
            <a:r>
              <a:rPr lang="en-US" sz="2800"/>
              <a:t>To Control the operation of processor, not visible to user</a:t>
            </a:r>
            <a:r>
              <a:rPr lang="en-US" sz="3200"/>
              <a:t>.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5" name="Google Shape;12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8763000" cy="640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1" name="Google Shape;13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41" y="152400"/>
            <a:ext cx="9144000" cy="67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7" name="Google Shape;137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67800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43" name="Google Shape;14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0"/>
            <a:ext cx="86868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                   Why make them general purpose? </a:t>
            </a:r>
            <a:br>
              <a:rPr b="1" lang="en-US"/>
            </a:br>
            <a:endParaRPr b="1"/>
          </a:p>
        </p:txBody>
      </p:sp>
      <p:sp>
        <p:nvSpPr>
          <p:cNvPr id="149" name="Google Shape;149;p1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–Increase flexibility and programmer options </a:t>
            </a:r>
            <a:endParaRPr sz="3200"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032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–Instruction size &amp; complexity. </a:t>
            </a:r>
            <a:endParaRPr sz="3200"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55" name="Google Shape;155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0"/>
            <a:ext cx="88391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61" name="Google Shape;16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78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67" name="Google Shape;167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00" y="0"/>
            <a:ext cx="92964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3" name="Google Shape;17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457200"/>
            <a:ext cx="9220200" cy="602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79" name="Google Shape;17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8839200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85" name="Google Shape;185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91" name="Google Shape;191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97" name="Google Shape;197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9144000" cy="63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3" name="Google Shape;203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2400"/>
            <a:ext cx="9144000" cy="632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9" name="Google Shape;209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9154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5" name="Google Shape;215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4000" cy="63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21" name="Google Shape;221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8991600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27" name="Google Shape;22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228600"/>
            <a:ext cx="8610600" cy="5892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3" name="Google Shape;23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52400"/>
            <a:ext cx="899160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9" name="Google Shape;239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3999" cy="63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5" name="Google Shape;245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51" name="Google Shape;251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220200" cy="602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57" name="Google Shape;257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2400"/>
            <a:ext cx="91440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63" name="Google Shape;263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76200"/>
            <a:ext cx="90678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69" name="Google Shape;269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75" name="Google Shape;275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915399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1" name="Google Shape;281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04800"/>
            <a:ext cx="8763000" cy="587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7" name="Google Shape;287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0"/>
            <a:ext cx="91440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Notations and Meanings</a:t>
            </a:r>
            <a:endParaRPr/>
          </a:p>
        </p:txBody>
      </p:sp>
      <p:sp>
        <p:nvSpPr>
          <p:cNvPr id="293" name="Google Shape;293;p3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In this section, we use the following notation: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(X) = contents of memory location X or register X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EA = actual (effective) address of the location containing the referenced operand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R = contents of an address field in the instruction that refers to a register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A = contents of an address field in the instruction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                 </a:t>
            </a:r>
            <a:r>
              <a:rPr b="1" lang="en-US" u="sng"/>
              <a:t>Immediate Addressing</a:t>
            </a:r>
            <a:endParaRPr b="1" u="sng"/>
          </a:p>
        </p:txBody>
      </p:sp>
      <p:sp>
        <p:nvSpPr>
          <p:cNvPr id="299" name="Google Shape;299;p3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simplest form of addressing is immediate addressing, in which the operand value is present in the instruction.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This mode can be used to define and use constants or set initial values of variables.</a:t>
            </a:r>
            <a:endParaRPr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                     </a:t>
            </a:r>
            <a:r>
              <a:rPr b="1" lang="en-US" u="sng"/>
              <a:t>Immediate Addressing</a:t>
            </a:r>
            <a:endParaRPr b="1" u="sng"/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</a:t>
            </a:r>
            <a:r>
              <a:rPr b="1" lang="en-US" sz="2800"/>
              <a:t>advantage</a:t>
            </a:r>
            <a:r>
              <a:rPr lang="en-US" sz="2800"/>
              <a:t> of immediate addressing is that no memory reference other than the instruction fetch is required to obtain the operand, thus saving one memory or cache cycle in the instruction cycle.</a:t>
            </a:r>
            <a:endParaRPr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778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</a:t>
            </a:r>
            <a:r>
              <a:rPr b="1" lang="en-US" sz="2800"/>
              <a:t>disadvantage</a:t>
            </a:r>
            <a:r>
              <a:rPr lang="en-US" sz="2800"/>
              <a:t> is that the size of the number is restricted to the size of the address field, which, in most instruction sets, is small compared with the word length.</a:t>
            </a:r>
            <a:endParaRPr sz="2800"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11" name="Google Shape;311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2400"/>
            <a:ext cx="9067800" cy="632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0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17" name="Google Shape;317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0"/>
            <a:ext cx="92202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23" name="Google Shape;323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6200"/>
            <a:ext cx="8991599" cy="610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29" name="Google Shape;329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8915400" cy="610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35" name="Google Shape;335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1" y="76200"/>
            <a:ext cx="8915400" cy="610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41" name="Google Shape;341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6200"/>
            <a:ext cx="8915400" cy="610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5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47" name="Google Shape;347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9144000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6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53" name="Google Shape;353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9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59" name="Google Shape;359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89916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65" name="Google Shape;365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200" y="0"/>
            <a:ext cx="89916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71" name="Google Shape;371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6200"/>
            <a:ext cx="9144000" cy="610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77" name="Google Shape;377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1" y="152400"/>
            <a:ext cx="8915400" cy="602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1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83" name="Google Shape;383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89154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2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89" name="Google Shape;389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6200"/>
            <a:ext cx="8763000" cy="610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95" name="Google Shape;395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0"/>
            <a:ext cx="87630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4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01" name="Google Shape;401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8839200" cy="594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5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07" name="Google Shape;407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"/>
            <a:ext cx="8839200" cy="602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6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13" name="Google Shape;413;p5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0"/>
            <a:ext cx="8686799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7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19" name="Google Shape;419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90678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8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25" name="Google Shape;425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0"/>
            <a:ext cx="9067800" cy="617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9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31" name="Google Shape;431;p5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28600"/>
            <a:ext cx="8458200" cy="594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0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37" name="Google Shape;437;p6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52400"/>
            <a:ext cx="8381999" cy="602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1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43" name="Google Shape;443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76200"/>
            <a:ext cx="8458200" cy="6100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 txBox="1"/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49" name="Google Shape;449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52400"/>
            <a:ext cx="8458200" cy="602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VU_KJSCE THEME TEMPLATE FOR PPT_Standard Screen (3)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2017-07-03T08:50:35Z</dcterms:created>
  <dc:creator>ofc</dc:creator>
</cp:coreProperties>
</file>