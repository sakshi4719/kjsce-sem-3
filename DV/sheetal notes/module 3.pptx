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84.xml"/>
  <Override ContentType="application/vnd.openxmlformats-officedocument.presentationml.notesSlide+xml" PartName="/ppt/notesSlides/notesSlide3.xml"/>
  <Override ContentType="application/vnd.openxmlformats-officedocument.presentationml.notesSlide+xml" PartName="/ppt/notesSlides/notesSlide76.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68.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82.xml"/>
  <Override ContentType="application/vnd.openxmlformats-officedocument.presentationml.notesSlide+xml" PartName="/ppt/notesSlides/notesSlide85.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77.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86.xml"/>
  <Override ContentType="application/vnd.openxmlformats-officedocument.presentationml.notesSlide+xml" PartName="/ppt/notesSlides/notesSlide1.xml"/>
  <Override ContentType="application/vnd.openxmlformats-officedocument.presentationml.notesSlide+xml" PartName="/ppt/notesSlides/notesSlide73.xml"/>
  <Override ContentType="application/vnd.openxmlformats-officedocument.presentationml.notesSlide+xml" PartName="/ppt/notesSlides/notesSlide56.xml"/>
  <Override ContentType="application/vnd.openxmlformats-officedocument.presentationml.notesSlide+xml" PartName="/ppt/notesSlides/notesSlide81.xml"/>
  <Override ContentType="application/vnd.openxmlformats-officedocument.presentationml.notesSlide+xml" PartName="/ppt/notesSlides/notesSlide30.xml"/>
  <Override ContentType="application/vnd.openxmlformats-officedocument.presentationml.notesSlide+xml" PartName="/ppt/notesSlides/notesSlide69.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80.xml"/>
  <Override ContentType="application/vnd.openxmlformats-officedocument.presentationml.notesSlide+xml" PartName="/ppt/notesSlides/notesSlide61.xml"/>
  <Override ContentType="application/vnd.openxmlformats-officedocument.presentationml.notesSlide+xml" PartName="/ppt/notesSlides/notesSlide74.xml"/>
  <Override ContentType="application/vnd.openxmlformats-officedocument.presentationml.notesSlide+xml" PartName="/ppt/notesSlides/notesSlide87.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88.xml"/>
  <Override ContentType="application/vnd.openxmlformats-officedocument.presentationml.notesSlide+xml" PartName="/ppt/notesSlides/notesSlide14.xml"/>
  <Override ContentType="application/vnd.openxmlformats-officedocument.presentationml.notesSlide+xml" PartName="/ppt/notesSlides/notesSlide75.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62.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70.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89.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72.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60.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78.xml"/>
  <Override ContentType="application/vnd.openxmlformats-officedocument.presentationml.notesSlide+xml" PartName="/ppt/notesSlides/notesSlide79.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83.xml"/>
  <Override ContentType="application/vnd.openxmlformats-officedocument.presentationml.notesSlide+xml" PartName="/ppt/notesSlides/notesSlide71.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78.xml"/>
  <Override ContentType="application/vnd.openxmlformats-officedocument.presentationml.slide+xml" PartName="/ppt/slides/slide86.xml"/>
  <Override ContentType="application/vnd.openxmlformats-officedocument.presentationml.slide+xml" PartName="/ppt/slides/slide35.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69.xml"/>
  <Override ContentType="application/vnd.openxmlformats-officedocument.presentationml.slide+xml" PartName="/ppt/slides/slide8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77.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6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84.xml"/>
  <Override ContentType="application/vnd.openxmlformats-officedocument.presentationml.slide+xml" PartName="/ppt/slides/slide37.xml"/>
  <Override ContentType="application/vnd.openxmlformats-officedocument.presentationml.slide+xml" PartName="/ppt/slides/slide71.xml"/>
  <Override ContentType="application/vnd.openxmlformats-officedocument.presentationml.slide+xml" PartName="/ppt/slides/slide41.xml"/>
  <Override ContentType="application/vnd.openxmlformats-officedocument.presentationml.slide+xml" PartName="/ppt/slides/slide67.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66.xml"/>
  <Override ContentType="application/vnd.openxmlformats-officedocument.presentationml.slide+xml" PartName="/ppt/slides/slide79.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83.xml"/>
  <Override ContentType="application/vnd.openxmlformats-officedocument.presentationml.slide+xml" PartName="/ppt/slides/slide7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7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82.xml"/>
  <Override ContentType="application/vnd.openxmlformats-officedocument.presentationml.slide+xml" PartName="/ppt/slides/slide39.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72.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64.xml"/>
  <Override ContentType="application/vnd.openxmlformats-officedocument.presentationml.slide+xml" PartName="/ppt/slides/slide81.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89.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75.xml"/>
  <Override ContentType="application/vnd.openxmlformats-officedocument.presentationml.slide+xml" PartName="/ppt/slides/slide76.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63.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80.xml"/>
  <Override ContentType="application/vnd.openxmlformats-officedocument.presentationml.slide+xml" PartName="/ppt/slides/slide15.xml"/>
  <Override ContentType="application/vnd.openxmlformats-officedocument.presentationml.slide+xml" PartName="/ppt/slides/slide61.xml"/>
  <Override ContentType="application/vnd.openxmlformats-officedocument.presentationml.slide+xml" PartName="/ppt/slides/slide31.xml"/>
  <Override ContentType="application/vnd.openxmlformats-officedocument.presentationml.slide+xml" PartName="/ppt/slides/slide87.xml"/>
  <Override ContentType="application/vnd.openxmlformats-officedocument.presentationml.slide+xml" PartName="/ppt/slides/slide74.xml"/>
  <Override ContentType="application/vnd.openxmlformats-officedocument.presentationml.slide+xml" PartName="/ppt/slides/slide88.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 id="313" r:id="rId63"/>
    <p:sldId id="314" r:id="rId64"/>
    <p:sldId id="315" r:id="rId65"/>
    <p:sldId id="316" r:id="rId66"/>
    <p:sldId id="317" r:id="rId67"/>
    <p:sldId id="318" r:id="rId68"/>
    <p:sldId id="319" r:id="rId69"/>
    <p:sldId id="320" r:id="rId70"/>
    <p:sldId id="321" r:id="rId71"/>
    <p:sldId id="322" r:id="rId72"/>
    <p:sldId id="323" r:id="rId73"/>
    <p:sldId id="324" r:id="rId74"/>
    <p:sldId id="325" r:id="rId75"/>
    <p:sldId id="326" r:id="rId76"/>
    <p:sldId id="327" r:id="rId77"/>
    <p:sldId id="328" r:id="rId78"/>
    <p:sldId id="329" r:id="rId79"/>
    <p:sldId id="330" r:id="rId80"/>
    <p:sldId id="331" r:id="rId81"/>
    <p:sldId id="332" r:id="rId82"/>
    <p:sldId id="333" r:id="rId83"/>
    <p:sldId id="334" r:id="rId84"/>
    <p:sldId id="335" r:id="rId85"/>
    <p:sldId id="336" r:id="rId86"/>
    <p:sldId id="337" r:id="rId87"/>
    <p:sldId id="338" r:id="rId88"/>
    <p:sldId id="339" r:id="rId89"/>
    <p:sldId id="340" r:id="rId90"/>
    <p:sldId id="341" r:id="rId91"/>
    <p:sldId id="342" r:id="rId92"/>
    <p:sldId id="343" r:id="rId93"/>
    <p:sldId id="344" r:id="rId94"/>
  </p:sldIdLst>
  <p:sldSz cy="6858000" cx="9144000"/>
  <p:notesSz cx="6858000" cy="9144000"/>
  <p:embeddedFontLst>
    <p:embeddedFont>
      <p:font typeface="Marcellus"/>
      <p:regular r:id="rId9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GoogleSlidesCustomDataVersion2">
      <go:slidesCustomData xmlns:go="http://customooxmlschemas.google.com/" r:id="rId96" roundtripDataSignature="AMtx7mjhdcJEQuGgWbc7YV0bFyaRXKM3B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84" Type="http://schemas.openxmlformats.org/officeDocument/2006/relationships/slide" Target="slides/slide79.xml"/><Relationship Id="rId83" Type="http://schemas.openxmlformats.org/officeDocument/2006/relationships/slide" Target="slides/slide78.xml"/><Relationship Id="rId42" Type="http://schemas.openxmlformats.org/officeDocument/2006/relationships/slide" Target="slides/slide37.xml"/><Relationship Id="rId86" Type="http://schemas.openxmlformats.org/officeDocument/2006/relationships/slide" Target="slides/slide81.xml"/><Relationship Id="rId41" Type="http://schemas.openxmlformats.org/officeDocument/2006/relationships/slide" Target="slides/slide36.xml"/><Relationship Id="rId85" Type="http://schemas.openxmlformats.org/officeDocument/2006/relationships/slide" Target="slides/slide80.xml"/><Relationship Id="rId44" Type="http://schemas.openxmlformats.org/officeDocument/2006/relationships/slide" Target="slides/slide39.xml"/><Relationship Id="rId88" Type="http://schemas.openxmlformats.org/officeDocument/2006/relationships/slide" Target="slides/slide83.xml"/><Relationship Id="rId43" Type="http://schemas.openxmlformats.org/officeDocument/2006/relationships/slide" Target="slides/slide38.xml"/><Relationship Id="rId87" Type="http://schemas.openxmlformats.org/officeDocument/2006/relationships/slide" Target="slides/slide82.xml"/><Relationship Id="rId46" Type="http://schemas.openxmlformats.org/officeDocument/2006/relationships/slide" Target="slides/slide41.xml"/><Relationship Id="rId45" Type="http://schemas.openxmlformats.org/officeDocument/2006/relationships/slide" Target="slides/slide40.xml"/><Relationship Id="rId89" Type="http://schemas.openxmlformats.org/officeDocument/2006/relationships/slide" Target="slides/slide84.xml"/><Relationship Id="rId80" Type="http://schemas.openxmlformats.org/officeDocument/2006/relationships/slide" Target="slides/slide75.xml"/><Relationship Id="rId82" Type="http://schemas.openxmlformats.org/officeDocument/2006/relationships/slide" Target="slides/slide77.xml"/><Relationship Id="rId81" Type="http://schemas.openxmlformats.org/officeDocument/2006/relationships/slide" Target="slides/slide76.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73" Type="http://schemas.openxmlformats.org/officeDocument/2006/relationships/slide" Target="slides/slide68.xml"/><Relationship Id="rId72" Type="http://schemas.openxmlformats.org/officeDocument/2006/relationships/slide" Target="slides/slide67.xml"/><Relationship Id="rId31" Type="http://schemas.openxmlformats.org/officeDocument/2006/relationships/slide" Target="slides/slide26.xml"/><Relationship Id="rId75" Type="http://schemas.openxmlformats.org/officeDocument/2006/relationships/slide" Target="slides/slide70.xml"/><Relationship Id="rId30" Type="http://schemas.openxmlformats.org/officeDocument/2006/relationships/slide" Target="slides/slide25.xml"/><Relationship Id="rId74" Type="http://schemas.openxmlformats.org/officeDocument/2006/relationships/slide" Target="slides/slide69.xml"/><Relationship Id="rId33" Type="http://schemas.openxmlformats.org/officeDocument/2006/relationships/slide" Target="slides/slide28.xml"/><Relationship Id="rId77" Type="http://schemas.openxmlformats.org/officeDocument/2006/relationships/slide" Target="slides/slide72.xml"/><Relationship Id="rId32" Type="http://schemas.openxmlformats.org/officeDocument/2006/relationships/slide" Target="slides/slide27.xml"/><Relationship Id="rId76" Type="http://schemas.openxmlformats.org/officeDocument/2006/relationships/slide" Target="slides/slide71.xml"/><Relationship Id="rId35" Type="http://schemas.openxmlformats.org/officeDocument/2006/relationships/slide" Target="slides/slide30.xml"/><Relationship Id="rId79" Type="http://schemas.openxmlformats.org/officeDocument/2006/relationships/slide" Target="slides/slide74.xml"/><Relationship Id="rId34" Type="http://schemas.openxmlformats.org/officeDocument/2006/relationships/slide" Target="slides/slide29.xml"/><Relationship Id="rId78" Type="http://schemas.openxmlformats.org/officeDocument/2006/relationships/slide" Target="slides/slide73.xml"/><Relationship Id="rId71" Type="http://schemas.openxmlformats.org/officeDocument/2006/relationships/slide" Target="slides/slide66.xml"/><Relationship Id="rId70" Type="http://schemas.openxmlformats.org/officeDocument/2006/relationships/slide" Target="slides/slide65.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62" Type="http://schemas.openxmlformats.org/officeDocument/2006/relationships/slide" Target="slides/slide57.xml"/><Relationship Id="rId61" Type="http://schemas.openxmlformats.org/officeDocument/2006/relationships/slide" Target="slides/slide56.xml"/><Relationship Id="rId20" Type="http://schemas.openxmlformats.org/officeDocument/2006/relationships/slide" Target="slides/slide15.xml"/><Relationship Id="rId64" Type="http://schemas.openxmlformats.org/officeDocument/2006/relationships/slide" Target="slides/slide59.xml"/><Relationship Id="rId63" Type="http://schemas.openxmlformats.org/officeDocument/2006/relationships/slide" Target="slides/slide58.xml"/><Relationship Id="rId22" Type="http://schemas.openxmlformats.org/officeDocument/2006/relationships/slide" Target="slides/slide17.xml"/><Relationship Id="rId66" Type="http://schemas.openxmlformats.org/officeDocument/2006/relationships/slide" Target="slides/slide61.xml"/><Relationship Id="rId21" Type="http://schemas.openxmlformats.org/officeDocument/2006/relationships/slide" Target="slides/slide16.xml"/><Relationship Id="rId65" Type="http://schemas.openxmlformats.org/officeDocument/2006/relationships/slide" Target="slides/slide60.xml"/><Relationship Id="rId24" Type="http://schemas.openxmlformats.org/officeDocument/2006/relationships/slide" Target="slides/slide19.xml"/><Relationship Id="rId68" Type="http://schemas.openxmlformats.org/officeDocument/2006/relationships/slide" Target="slides/slide63.xml"/><Relationship Id="rId23" Type="http://schemas.openxmlformats.org/officeDocument/2006/relationships/slide" Target="slides/slide18.xml"/><Relationship Id="rId67" Type="http://schemas.openxmlformats.org/officeDocument/2006/relationships/slide" Target="slides/slide62.xml"/><Relationship Id="rId60" Type="http://schemas.openxmlformats.org/officeDocument/2006/relationships/slide" Target="slides/slide55.xml"/><Relationship Id="rId26" Type="http://schemas.openxmlformats.org/officeDocument/2006/relationships/slide" Target="slides/slide21.xml"/><Relationship Id="rId25" Type="http://schemas.openxmlformats.org/officeDocument/2006/relationships/slide" Target="slides/slide20.xml"/><Relationship Id="rId69" Type="http://schemas.openxmlformats.org/officeDocument/2006/relationships/slide" Target="slides/slide64.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slide" Target="slides/slide46.xml"/><Relationship Id="rId95" Type="http://schemas.openxmlformats.org/officeDocument/2006/relationships/font" Target="fonts/Marcellus-regular.fntdata"/><Relationship Id="rId50" Type="http://schemas.openxmlformats.org/officeDocument/2006/relationships/slide" Target="slides/slide45.xml"/><Relationship Id="rId94" Type="http://schemas.openxmlformats.org/officeDocument/2006/relationships/slide" Target="slides/slide89.xml"/><Relationship Id="rId53" Type="http://schemas.openxmlformats.org/officeDocument/2006/relationships/slide" Target="slides/slide48.xml"/><Relationship Id="rId52" Type="http://schemas.openxmlformats.org/officeDocument/2006/relationships/slide" Target="slides/slide47.xml"/><Relationship Id="rId96" Type="http://customschemas.google.com/relationships/presentationmetadata" Target="metadata"/><Relationship Id="rId11" Type="http://schemas.openxmlformats.org/officeDocument/2006/relationships/slide" Target="slides/slide6.xml"/><Relationship Id="rId55" Type="http://schemas.openxmlformats.org/officeDocument/2006/relationships/slide" Target="slides/slide50.xml"/><Relationship Id="rId10" Type="http://schemas.openxmlformats.org/officeDocument/2006/relationships/slide" Target="slides/slide5.xml"/><Relationship Id="rId54" Type="http://schemas.openxmlformats.org/officeDocument/2006/relationships/slide" Target="slides/slide49.xml"/><Relationship Id="rId13" Type="http://schemas.openxmlformats.org/officeDocument/2006/relationships/slide" Target="slides/slide8.xml"/><Relationship Id="rId57" Type="http://schemas.openxmlformats.org/officeDocument/2006/relationships/slide" Target="slides/slide52.xml"/><Relationship Id="rId12" Type="http://schemas.openxmlformats.org/officeDocument/2006/relationships/slide" Target="slides/slide7.xml"/><Relationship Id="rId56" Type="http://schemas.openxmlformats.org/officeDocument/2006/relationships/slide" Target="slides/slide51.xml"/><Relationship Id="rId91" Type="http://schemas.openxmlformats.org/officeDocument/2006/relationships/slide" Target="slides/slide86.xml"/><Relationship Id="rId90" Type="http://schemas.openxmlformats.org/officeDocument/2006/relationships/slide" Target="slides/slide85.xml"/><Relationship Id="rId93" Type="http://schemas.openxmlformats.org/officeDocument/2006/relationships/slide" Target="slides/slide88.xml"/><Relationship Id="rId92" Type="http://schemas.openxmlformats.org/officeDocument/2006/relationships/slide" Target="slides/slide87.xml"/><Relationship Id="rId15" Type="http://schemas.openxmlformats.org/officeDocument/2006/relationships/slide" Target="slides/slide10.xml"/><Relationship Id="rId59" Type="http://schemas.openxmlformats.org/officeDocument/2006/relationships/slide" Target="slides/slide54.xml"/><Relationship Id="rId14" Type="http://schemas.openxmlformats.org/officeDocument/2006/relationships/slide" Target="slides/slide9.xml"/><Relationship Id="rId58" Type="http://schemas.openxmlformats.org/officeDocument/2006/relationships/slide" Target="slides/slide53.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7200"/>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7200"/>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IN"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p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3" name="Google Shape;103;p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IN"/>
              <a:t>https://paldhous.github.io/ucb/2016/dataviz/week2.html</a:t>
            </a:r>
            <a:endParaRPr/>
          </a:p>
        </p:txBody>
      </p:sp>
      <p:sp>
        <p:nvSpPr>
          <p:cNvPr id="104" name="Google Shape;104;p1: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p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5" name="Google Shape;115;p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p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1" name="Google Shape;121;p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p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7" name="Google Shape;127;p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p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3" name="Google Shape;133;p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p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9" name="Google Shape;139;p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p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6" name="Google Shape;146;p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p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2" name="Google Shape;152;p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p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8" name="Google Shape;158;p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p1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5" name="Google Shape;165;p1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p1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1" name="Google Shape;171;p1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p1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7" name="Google Shape;177;p1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p1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3" name="Google Shape;183;p1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p1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9" name="Google Shape;189;p1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p1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5" name="Google Shape;195;p1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6" name="Google Shape;196;p15: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 name="Shape 200"/>
        <p:cNvGrpSpPr/>
        <p:nvPr/>
      </p:nvGrpSpPr>
      <p:grpSpPr>
        <a:xfrm>
          <a:off x="0" y="0"/>
          <a:ext cx="0" cy="0"/>
          <a:chOff x="0" y="0"/>
          <a:chExt cx="0" cy="0"/>
        </a:xfrm>
      </p:grpSpPr>
      <p:sp>
        <p:nvSpPr>
          <p:cNvPr id="201" name="Google Shape;201;p1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2" name="Google Shape;202;p1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p1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8" name="Google Shape;208;p1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 name="Shape 212"/>
        <p:cNvGrpSpPr/>
        <p:nvPr/>
      </p:nvGrpSpPr>
      <p:grpSpPr>
        <a:xfrm>
          <a:off x="0" y="0"/>
          <a:ext cx="0" cy="0"/>
          <a:chOff x="0" y="0"/>
          <a:chExt cx="0" cy="0"/>
        </a:xfrm>
      </p:grpSpPr>
      <p:sp>
        <p:nvSpPr>
          <p:cNvPr id="213" name="Google Shape;213;p1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4" name="Google Shape;214;p1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 name="Shape 218"/>
        <p:cNvGrpSpPr/>
        <p:nvPr/>
      </p:nvGrpSpPr>
      <p:grpSpPr>
        <a:xfrm>
          <a:off x="0" y="0"/>
          <a:ext cx="0" cy="0"/>
          <a:chOff x="0" y="0"/>
          <a:chExt cx="0" cy="0"/>
        </a:xfrm>
      </p:grpSpPr>
      <p:sp>
        <p:nvSpPr>
          <p:cNvPr id="219" name="Google Shape;219;p1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0" name="Google Shape;220;p1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p2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6" name="Google Shape;226;p2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 name="Shape 230"/>
        <p:cNvGrpSpPr/>
        <p:nvPr/>
      </p:nvGrpSpPr>
      <p:grpSpPr>
        <a:xfrm>
          <a:off x="0" y="0"/>
          <a:ext cx="0" cy="0"/>
          <a:chOff x="0" y="0"/>
          <a:chExt cx="0" cy="0"/>
        </a:xfrm>
      </p:grpSpPr>
      <p:sp>
        <p:nvSpPr>
          <p:cNvPr id="231" name="Google Shape;231;p2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2" name="Google Shape;232;p2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 name="Shape 236"/>
        <p:cNvGrpSpPr/>
        <p:nvPr/>
      </p:nvGrpSpPr>
      <p:grpSpPr>
        <a:xfrm>
          <a:off x="0" y="0"/>
          <a:ext cx="0" cy="0"/>
          <a:chOff x="0" y="0"/>
          <a:chExt cx="0" cy="0"/>
        </a:xfrm>
      </p:grpSpPr>
      <p:sp>
        <p:nvSpPr>
          <p:cNvPr id="237" name="Google Shape;237;p2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8" name="Google Shape;238;p2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3" name="Shape 243"/>
        <p:cNvGrpSpPr/>
        <p:nvPr/>
      </p:nvGrpSpPr>
      <p:grpSpPr>
        <a:xfrm>
          <a:off x="0" y="0"/>
          <a:ext cx="0" cy="0"/>
          <a:chOff x="0" y="0"/>
          <a:chExt cx="0" cy="0"/>
        </a:xfrm>
      </p:grpSpPr>
      <p:sp>
        <p:nvSpPr>
          <p:cNvPr id="244" name="Google Shape;244;p2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5" name="Google Shape;245;p2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0" name="Shape 250"/>
        <p:cNvGrpSpPr/>
        <p:nvPr/>
      </p:nvGrpSpPr>
      <p:grpSpPr>
        <a:xfrm>
          <a:off x="0" y="0"/>
          <a:ext cx="0" cy="0"/>
          <a:chOff x="0" y="0"/>
          <a:chExt cx="0" cy="0"/>
        </a:xfrm>
      </p:grpSpPr>
      <p:sp>
        <p:nvSpPr>
          <p:cNvPr id="251" name="Google Shape;251;p2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2" name="Google Shape;252;p2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6" name="Shape 256"/>
        <p:cNvGrpSpPr/>
        <p:nvPr/>
      </p:nvGrpSpPr>
      <p:grpSpPr>
        <a:xfrm>
          <a:off x="0" y="0"/>
          <a:ext cx="0" cy="0"/>
          <a:chOff x="0" y="0"/>
          <a:chExt cx="0" cy="0"/>
        </a:xfrm>
      </p:grpSpPr>
      <p:sp>
        <p:nvSpPr>
          <p:cNvPr id="257" name="Google Shape;257;p2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8" name="Google Shape;258;p2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 name="Shape 262"/>
        <p:cNvGrpSpPr/>
        <p:nvPr/>
      </p:nvGrpSpPr>
      <p:grpSpPr>
        <a:xfrm>
          <a:off x="0" y="0"/>
          <a:ext cx="0" cy="0"/>
          <a:chOff x="0" y="0"/>
          <a:chExt cx="0" cy="0"/>
        </a:xfrm>
      </p:grpSpPr>
      <p:sp>
        <p:nvSpPr>
          <p:cNvPr id="263" name="Google Shape;263;p2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4" name="Google Shape;264;p2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 name="Shape 269"/>
        <p:cNvGrpSpPr/>
        <p:nvPr/>
      </p:nvGrpSpPr>
      <p:grpSpPr>
        <a:xfrm>
          <a:off x="0" y="0"/>
          <a:ext cx="0" cy="0"/>
          <a:chOff x="0" y="0"/>
          <a:chExt cx="0" cy="0"/>
        </a:xfrm>
      </p:grpSpPr>
      <p:sp>
        <p:nvSpPr>
          <p:cNvPr id="270" name="Google Shape;270;p2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1" name="Google Shape;271;p2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6" name="Shape 276"/>
        <p:cNvGrpSpPr/>
        <p:nvPr/>
      </p:nvGrpSpPr>
      <p:grpSpPr>
        <a:xfrm>
          <a:off x="0" y="0"/>
          <a:ext cx="0" cy="0"/>
          <a:chOff x="0" y="0"/>
          <a:chExt cx="0" cy="0"/>
        </a:xfrm>
      </p:grpSpPr>
      <p:sp>
        <p:nvSpPr>
          <p:cNvPr id="277" name="Google Shape;277;p2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8" name="Google Shape;278;p2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3" name="Shape 283"/>
        <p:cNvGrpSpPr/>
        <p:nvPr/>
      </p:nvGrpSpPr>
      <p:grpSpPr>
        <a:xfrm>
          <a:off x="0" y="0"/>
          <a:ext cx="0" cy="0"/>
          <a:chOff x="0" y="0"/>
          <a:chExt cx="0" cy="0"/>
        </a:xfrm>
      </p:grpSpPr>
      <p:sp>
        <p:nvSpPr>
          <p:cNvPr id="284" name="Google Shape;284;p2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5" name="Google Shape;285;p2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9" name="Shape 289"/>
        <p:cNvGrpSpPr/>
        <p:nvPr/>
      </p:nvGrpSpPr>
      <p:grpSpPr>
        <a:xfrm>
          <a:off x="0" y="0"/>
          <a:ext cx="0" cy="0"/>
          <a:chOff x="0" y="0"/>
          <a:chExt cx="0" cy="0"/>
        </a:xfrm>
      </p:grpSpPr>
      <p:sp>
        <p:nvSpPr>
          <p:cNvPr id="290" name="Google Shape;290;p3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1" name="Google Shape;291;p3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5" name="Shape 295"/>
        <p:cNvGrpSpPr/>
        <p:nvPr/>
      </p:nvGrpSpPr>
      <p:grpSpPr>
        <a:xfrm>
          <a:off x="0" y="0"/>
          <a:ext cx="0" cy="0"/>
          <a:chOff x="0" y="0"/>
          <a:chExt cx="0" cy="0"/>
        </a:xfrm>
      </p:grpSpPr>
      <p:sp>
        <p:nvSpPr>
          <p:cNvPr id="296" name="Google Shape;296;p3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7" name="Google Shape;297;p3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2" name="Shape 302"/>
        <p:cNvGrpSpPr/>
        <p:nvPr/>
      </p:nvGrpSpPr>
      <p:grpSpPr>
        <a:xfrm>
          <a:off x="0" y="0"/>
          <a:ext cx="0" cy="0"/>
          <a:chOff x="0" y="0"/>
          <a:chExt cx="0" cy="0"/>
        </a:xfrm>
      </p:grpSpPr>
      <p:sp>
        <p:nvSpPr>
          <p:cNvPr id="303" name="Google Shape;303;p3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4" name="Google Shape;304;p3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8" name="Shape 308"/>
        <p:cNvGrpSpPr/>
        <p:nvPr/>
      </p:nvGrpSpPr>
      <p:grpSpPr>
        <a:xfrm>
          <a:off x="0" y="0"/>
          <a:ext cx="0" cy="0"/>
          <a:chOff x="0" y="0"/>
          <a:chExt cx="0" cy="0"/>
        </a:xfrm>
      </p:grpSpPr>
      <p:sp>
        <p:nvSpPr>
          <p:cNvPr id="309" name="Google Shape;309;p3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0" name="Google Shape;310;p3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5" name="Shape 315"/>
        <p:cNvGrpSpPr/>
        <p:nvPr/>
      </p:nvGrpSpPr>
      <p:grpSpPr>
        <a:xfrm>
          <a:off x="0" y="0"/>
          <a:ext cx="0" cy="0"/>
          <a:chOff x="0" y="0"/>
          <a:chExt cx="0" cy="0"/>
        </a:xfrm>
      </p:grpSpPr>
      <p:sp>
        <p:nvSpPr>
          <p:cNvPr id="316" name="Google Shape;316;p3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7" name="Google Shape;317;p3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1" name="Shape 321"/>
        <p:cNvGrpSpPr/>
        <p:nvPr/>
      </p:nvGrpSpPr>
      <p:grpSpPr>
        <a:xfrm>
          <a:off x="0" y="0"/>
          <a:ext cx="0" cy="0"/>
          <a:chOff x="0" y="0"/>
          <a:chExt cx="0" cy="0"/>
        </a:xfrm>
      </p:grpSpPr>
      <p:sp>
        <p:nvSpPr>
          <p:cNvPr id="322" name="Google Shape;322;p3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3" name="Google Shape;323;p3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7" name="Shape 327"/>
        <p:cNvGrpSpPr/>
        <p:nvPr/>
      </p:nvGrpSpPr>
      <p:grpSpPr>
        <a:xfrm>
          <a:off x="0" y="0"/>
          <a:ext cx="0" cy="0"/>
          <a:chOff x="0" y="0"/>
          <a:chExt cx="0" cy="0"/>
        </a:xfrm>
      </p:grpSpPr>
      <p:sp>
        <p:nvSpPr>
          <p:cNvPr id="328" name="Google Shape;328;p3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9" name="Google Shape;329;p3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3" name="Shape 333"/>
        <p:cNvGrpSpPr/>
        <p:nvPr/>
      </p:nvGrpSpPr>
      <p:grpSpPr>
        <a:xfrm>
          <a:off x="0" y="0"/>
          <a:ext cx="0" cy="0"/>
          <a:chOff x="0" y="0"/>
          <a:chExt cx="0" cy="0"/>
        </a:xfrm>
      </p:grpSpPr>
      <p:sp>
        <p:nvSpPr>
          <p:cNvPr id="334" name="Google Shape;334;p3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5" name="Google Shape;335;p3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9" name="Shape 339"/>
        <p:cNvGrpSpPr/>
        <p:nvPr/>
      </p:nvGrpSpPr>
      <p:grpSpPr>
        <a:xfrm>
          <a:off x="0" y="0"/>
          <a:ext cx="0" cy="0"/>
          <a:chOff x="0" y="0"/>
          <a:chExt cx="0" cy="0"/>
        </a:xfrm>
      </p:grpSpPr>
      <p:sp>
        <p:nvSpPr>
          <p:cNvPr id="340" name="Google Shape;340;p3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1" name="Google Shape;341;p3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5" name="Shape 345"/>
        <p:cNvGrpSpPr/>
        <p:nvPr/>
      </p:nvGrpSpPr>
      <p:grpSpPr>
        <a:xfrm>
          <a:off x="0" y="0"/>
          <a:ext cx="0" cy="0"/>
          <a:chOff x="0" y="0"/>
          <a:chExt cx="0" cy="0"/>
        </a:xfrm>
      </p:grpSpPr>
      <p:sp>
        <p:nvSpPr>
          <p:cNvPr id="346" name="Google Shape;346;p3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7" name="Google Shape;347;p3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1" name="Shape 351"/>
        <p:cNvGrpSpPr/>
        <p:nvPr/>
      </p:nvGrpSpPr>
      <p:grpSpPr>
        <a:xfrm>
          <a:off x="0" y="0"/>
          <a:ext cx="0" cy="0"/>
          <a:chOff x="0" y="0"/>
          <a:chExt cx="0" cy="0"/>
        </a:xfrm>
      </p:grpSpPr>
      <p:sp>
        <p:nvSpPr>
          <p:cNvPr id="352" name="Google Shape;352;p4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3" name="Google Shape;353;p4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7" name="Shape 357"/>
        <p:cNvGrpSpPr/>
        <p:nvPr/>
      </p:nvGrpSpPr>
      <p:grpSpPr>
        <a:xfrm>
          <a:off x="0" y="0"/>
          <a:ext cx="0" cy="0"/>
          <a:chOff x="0" y="0"/>
          <a:chExt cx="0" cy="0"/>
        </a:xfrm>
      </p:grpSpPr>
      <p:sp>
        <p:nvSpPr>
          <p:cNvPr id="358" name="Google Shape;358;p4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9" name="Google Shape;359;p4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3" name="Shape 363"/>
        <p:cNvGrpSpPr/>
        <p:nvPr/>
      </p:nvGrpSpPr>
      <p:grpSpPr>
        <a:xfrm>
          <a:off x="0" y="0"/>
          <a:ext cx="0" cy="0"/>
          <a:chOff x="0" y="0"/>
          <a:chExt cx="0" cy="0"/>
        </a:xfrm>
      </p:grpSpPr>
      <p:sp>
        <p:nvSpPr>
          <p:cNvPr id="364" name="Google Shape;364;p4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5" name="Google Shape;365;p4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0" name="Shape 370"/>
        <p:cNvGrpSpPr/>
        <p:nvPr/>
      </p:nvGrpSpPr>
      <p:grpSpPr>
        <a:xfrm>
          <a:off x="0" y="0"/>
          <a:ext cx="0" cy="0"/>
          <a:chOff x="0" y="0"/>
          <a:chExt cx="0" cy="0"/>
        </a:xfrm>
      </p:grpSpPr>
      <p:sp>
        <p:nvSpPr>
          <p:cNvPr id="371" name="Google Shape;371;p4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72" name="Google Shape;372;p4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7" name="Shape 377"/>
        <p:cNvGrpSpPr/>
        <p:nvPr/>
      </p:nvGrpSpPr>
      <p:grpSpPr>
        <a:xfrm>
          <a:off x="0" y="0"/>
          <a:ext cx="0" cy="0"/>
          <a:chOff x="0" y="0"/>
          <a:chExt cx="0" cy="0"/>
        </a:xfrm>
      </p:grpSpPr>
      <p:sp>
        <p:nvSpPr>
          <p:cNvPr id="378" name="Google Shape;378;p4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79" name="Google Shape;379;p4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3" name="Shape 383"/>
        <p:cNvGrpSpPr/>
        <p:nvPr/>
      </p:nvGrpSpPr>
      <p:grpSpPr>
        <a:xfrm>
          <a:off x="0" y="0"/>
          <a:ext cx="0" cy="0"/>
          <a:chOff x="0" y="0"/>
          <a:chExt cx="0" cy="0"/>
        </a:xfrm>
      </p:grpSpPr>
      <p:sp>
        <p:nvSpPr>
          <p:cNvPr id="384" name="Google Shape;384;p4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85" name="Google Shape;385;p4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9" name="Shape 389"/>
        <p:cNvGrpSpPr/>
        <p:nvPr/>
      </p:nvGrpSpPr>
      <p:grpSpPr>
        <a:xfrm>
          <a:off x="0" y="0"/>
          <a:ext cx="0" cy="0"/>
          <a:chOff x="0" y="0"/>
          <a:chExt cx="0" cy="0"/>
        </a:xfrm>
      </p:grpSpPr>
      <p:sp>
        <p:nvSpPr>
          <p:cNvPr id="390" name="Google Shape;390;p4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91" name="Google Shape;391;p4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5" name="Shape 395"/>
        <p:cNvGrpSpPr/>
        <p:nvPr/>
      </p:nvGrpSpPr>
      <p:grpSpPr>
        <a:xfrm>
          <a:off x="0" y="0"/>
          <a:ext cx="0" cy="0"/>
          <a:chOff x="0" y="0"/>
          <a:chExt cx="0" cy="0"/>
        </a:xfrm>
      </p:grpSpPr>
      <p:sp>
        <p:nvSpPr>
          <p:cNvPr id="396" name="Google Shape;396;p4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97" name="Google Shape;397;p4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2" name="Shape 402"/>
        <p:cNvGrpSpPr/>
        <p:nvPr/>
      </p:nvGrpSpPr>
      <p:grpSpPr>
        <a:xfrm>
          <a:off x="0" y="0"/>
          <a:ext cx="0" cy="0"/>
          <a:chOff x="0" y="0"/>
          <a:chExt cx="0" cy="0"/>
        </a:xfrm>
      </p:grpSpPr>
      <p:sp>
        <p:nvSpPr>
          <p:cNvPr id="403" name="Google Shape;403;p4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04" name="Google Shape;404;p4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8" name="Shape 408"/>
        <p:cNvGrpSpPr/>
        <p:nvPr/>
      </p:nvGrpSpPr>
      <p:grpSpPr>
        <a:xfrm>
          <a:off x="0" y="0"/>
          <a:ext cx="0" cy="0"/>
          <a:chOff x="0" y="0"/>
          <a:chExt cx="0" cy="0"/>
        </a:xfrm>
      </p:grpSpPr>
      <p:sp>
        <p:nvSpPr>
          <p:cNvPr id="409" name="Google Shape;409;p4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10" name="Google Shape;410;p4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4" name="Shape 414"/>
        <p:cNvGrpSpPr/>
        <p:nvPr/>
      </p:nvGrpSpPr>
      <p:grpSpPr>
        <a:xfrm>
          <a:off x="0" y="0"/>
          <a:ext cx="0" cy="0"/>
          <a:chOff x="0" y="0"/>
          <a:chExt cx="0" cy="0"/>
        </a:xfrm>
      </p:grpSpPr>
      <p:sp>
        <p:nvSpPr>
          <p:cNvPr id="415" name="Google Shape;415;p5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16" name="Google Shape;416;p5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0" name="Shape 420"/>
        <p:cNvGrpSpPr/>
        <p:nvPr/>
      </p:nvGrpSpPr>
      <p:grpSpPr>
        <a:xfrm>
          <a:off x="0" y="0"/>
          <a:ext cx="0" cy="0"/>
          <a:chOff x="0" y="0"/>
          <a:chExt cx="0" cy="0"/>
        </a:xfrm>
      </p:grpSpPr>
      <p:sp>
        <p:nvSpPr>
          <p:cNvPr id="421" name="Google Shape;421;p5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22" name="Google Shape;422;p5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6" name="Shape 426"/>
        <p:cNvGrpSpPr/>
        <p:nvPr/>
      </p:nvGrpSpPr>
      <p:grpSpPr>
        <a:xfrm>
          <a:off x="0" y="0"/>
          <a:ext cx="0" cy="0"/>
          <a:chOff x="0" y="0"/>
          <a:chExt cx="0" cy="0"/>
        </a:xfrm>
      </p:grpSpPr>
      <p:sp>
        <p:nvSpPr>
          <p:cNvPr id="427" name="Google Shape;427;p5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28" name="Google Shape;428;p5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2" name="Shape 432"/>
        <p:cNvGrpSpPr/>
        <p:nvPr/>
      </p:nvGrpSpPr>
      <p:grpSpPr>
        <a:xfrm>
          <a:off x="0" y="0"/>
          <a:ext cx="0" cy="0"/>
          <a:chOff x="0" y="0"/>
          <a:chExt cx="0" cy="0"/>
        </a:xfrm>
      </p:grpSpPr>
      <p:sp>
        <p:nvSpPr>
          <p:cNvPr id="433" name="Google Shape;433;p5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34" name="Google Shape;434;p5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8" name="Shape 438"/>
        <p:cNvGrpSpPr/>
        <p:nvPr/>
      </p:nvGrpSpPr>
      <p:grpSpPr>
        <a:xfrm>
          <a:off x="0" y="0"/>
          <a:ext cx="0" cy="0"/>
          <a:chOff x="0" y="0"/>
          <a:chExt cx="0" cy="0"/>
        </a:xfrm>
      </p:grpSpPr>
      <p:sp>
        <p:nvSpPr>
          <p:cNvPr id="439" name="Google Shape;439;p5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40" name="Google Shape;440;p5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4" name="Shape 444"/>
        <p:cNvGrpSpPr/>
        <p:nvPr/>
      </p:nvGrpSpPr>
      <p:grpSpPr>
        <a:xfrm>
          <a:off x="0" y="0"/>
          <a:ext cx="0" cy="0"/>
          <a:chOff x="0" y="0"/>
          <a:chExt cx="0" cy="0"/>
        </a:xfrm>
      </p:grpSpPr>
      <p:sp>
        <p:nvSpPr>
          <p:cNvPr id="445" name="Google Shape;445;p5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46" name="Google Shape;446;p5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0" name="Shape 450"/>
        <p:cNvGrpSpPr/>
        <p:nvPr/>
      </p:nvGrpSpPr>
      <p:grpSpPr>
        <a:xfrm>
          <a:off x="0" y="0"/>
          <a:ext cx="0" cy="0"/>
          <a:chOff x="0" y="0"/>
          <a:chExt cx="0" cy="0"/>
        </a:xfrm>
      </p:grpSpPr>
      <p:sp>
        <p:nvSpPr>
          <p:cNvPr id="451" name="Google Shape;451;p5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52" name="Google Shape;452;p5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6" name="Shape 456"/>
        <p:cNvGrpSpPr/>
        <p:nvPr/>
      </p:nvGrpSpPr>
      <p:grpSpPr>
        <a:xfrm>
          <a:off x="0" y="0"/>
          <a:ext cx="0" cy="0"/>
          <a:chOff x="0" y="0"/>
          <a:chExt cx="0" cy="0"/>
        </a:xfrm>
      </p:grpSpPr>
      <p:sp>
        <p:nvSpPr>
          <p:cNvPr id="457" name="Google Shape;457;p5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58" name="Google Shape;458;p5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2" name="Shape 462"/>
        <p:cNvGrpSpPr/>
        <p:nvPr/>
      </p:nvGrpSpPr>
      <p:grpSpPr>
        <a:xfrm>
          <a:off x="0" y="0"/>
          <a:ext cx="0" cy="0"/>
          <a:chOff x="0" y="0"/>
          <a:chExt cx="0" cy="0"/>
        </a:xfrm>
      </p:grpSpPr>
      <p:sp>
        <p:nvSpPr>
          <p:cNvPr id="463" name="Google Shape;463;p5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64" name="Google Shape;464;p5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8" name="Shape 468"/>
        <p:cNvGrpSpPr/>
        <p:nvPr/>
      </p:nvGrpSpPr>
      <p:grpSpPr>
        <a:xfrm>
          <a:off x="0" y="0"/>
          <a:ext cx="0" cy="0"/>
          <a:chOff x="0" y="0"/>
          <a:chExt cx="0" cy="0"/>
        </a:xfrm>
      </p:grpSpPr>
      <p:sp>
        <p:nvSpPr>
          <p:cNvPr id="469" name="Google Shape;469;p5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70" name="Google Shape;470;p5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4" name="Shape 474"/>
        <p:cNvGrpSpPr/>
        <p:nvPr/>
      </p:nvGrpSpPr>
      <p:grpSpPr>
        <a:xfrm>
          <a:off x="0" y="0"/>
          <a:ext cx="0" cy="0"/>
          <a:chOff x="0" y="0"/>
          <a:chExt cx="0" cy="0"/>
        </a:xfrm>
      </p:grpSpPr>
      <p:sp>
        <p:nvSpPr>
          <p:cNvPr id="475" name="Google Shape;475;p6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76" name="Google Shape;476;p6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0" name="Shape 480"/>
        <p:cNvGrpSpPr/>
        <p:nvPr/>
      </p:nvGrpSpPr>
      <p:grpSpPr>
        <a:xfrm>
          <a:off x="0" y="0"/>
          <a:ext cx="0" cy="0"/>
          <a:chOff x="0" y="0"/>
          <a:chExt cx="0" cy="0"/>
        </a:xfrm>
      </p:grpSpPr>
      <p:sp>
        <p:nvSpPr>
          <p:cNvPr id="481" name="Google Shape;481;p6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82" name="Google Shape;482;p6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6" name="Shape 486"/>
        <p:cNvGrpSpPr/>
        <p:nvPr/>
      </p:nvGrpSpPr>
      <p:grpSpPr>
        <a:xfrm>
          <a:off x="0" y="0"/>
          <a:ext cx="0" cy="0"/>
          <a:chOff x="0" y="0"/>
          <a:chExt cx="0" cy="0"/>
        </a:xfrm>
      </p:grpSpPr>
      <p:sp>
        <p:nvSpPr>
          <p:cNvPr id="487" name="Google Shape;487;p6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88" name="Google Shape;488;p6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2" name="Shape 492"/>
        <p:cNvGrpSpPr/>
        <p:nvPr/>
      </p:nvGrpSpPr>
      <p:grpSpPr>
        <a:xfrm>
          <a:off x="0" y="0"/>
          <a:ext cx="0" cy="0"/>
          <a:chOff x="0" y="0"/>
          <a:chExt cx="0" cy="0"/>
        </a:xfrm>
      </p:grpSpPr>
      <p:sp>
        <p:nvSpPr>
          <p:cNvPr id="493" name="Google Shape;493;p6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94" name="Google Shape;494;p6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8" name="Shape 498"/>
        <p:cNvGrpSpPr/>
        <p:nvPr/>
      </p:nvGrpSpPr>
      <p:grpSpPr>
        <a:xfrm>
          <a:off x="0" y="0"/>
          <a:ext cx="0" cy="0"/>
          <a:chOff x="0" y="0"/>
          <a:chExt cx="0" cy="0"/>
        </a:xfrm>
      </p:grpSpPr>
      <p:sp>
        <p:nvSpPr>
          <p:cNvPr id="499" name="Google Shape;499;p6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00" name="Google Shape;500;p6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4" name="Shape 504"/>
        <p:cNvGrpSpPr/>
        <p:nvPr/>
      </p:nvGrpSpPr>
      <p:grpSpPr>
        <a:xfrm>
          <a:off x="0" y="0"/>
          <a:ext cx="0" cy="0"/>
          <a:chOff x="0" y="0"/>
          <a:chExt cx="0" cy="0"/>
        </a:xfrm>
      </p:grpSpPr>
      <p:sp>
        <p:nvSpPr>
          <p:cNvPr id="505" name="Google Shape;505;p6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06" name="Google Shape;506;p6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0" name="Shape 510"/>
        <p:cNvGrpSpPr/>
        <p:nvPr/>
      </p:nvGrpSpPr>
      <p:grpSpPr>
        <a:xfrm>
          <a:off x="0" y="0"/>
          <a:ext cx="0" cy="0"/>
          <a:chOff x="0" y="0"/>
          <a:chExt cx="0" cy="0"/>
        </a:xfrm>
      </p:grpSpPr>
      <p:sp>
        <p:nvSpPr>
          <p:cNvPr id="511" name="Google Shape;511;p6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12" name="Google Shape;512;p6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6" name="Shape 516"/>
        <p:cNvGrpSpPr/>
        <p:nvPr/>
      </p:nvGrpSpPr>
      <p:grpSpPr>
        <a:xfrm>
          <a:off x="0" y="0"/>
          <a:ext cx="0" cy="0"/>
          <a:chOff x="0" y="0"/>
          <a:chExt cx="0" cy="0"/>
        </a:xfrm>
      </p:grpSpPr>
      <p:sp>
        <p:nvSpPr>
          <p:cNvPr id="517" name="Google Shape;517;p6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18" name="Google Shape;518;p6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2" name="Shape 522"/>
        <p:cNvGrpSpPr/>
        <p:nvPr/>
      </p:nvGrpSpPr>
      <p:grpSpPr>
        <a:xfrm>
          <a:off x="0" y="0"/>
          <a:ext cx="0" cy="0"/>
          <a:chOff x="0" y="0"/>
          <a:chExt cx="0" cy="0"/>
        </a:xfrm>
      </p:grpSpPr>
      <p:sp>
        <p:nvSpPr>
          <p:cNvPr id="523" name="Google Shape;523;p6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24" name="Google Shape;524;p6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8" name="Shape 528"/>
        <p:cNvGrpSpPr/>
        <p:nvPr/>
      </p:nvGrpSpPr>
      <p:grpSpPr>
        <a:xfrm>
          <a:off x="0" y="0"/>
          <a:ext cx="0" cy="0"/>
          <a:chOff x="0" y="0"/>
          <a:chExt cx="0" cy="0"/>
        </a:xfrm>
      </p:grpSpPr>
      <p:sp>
        <p:nvSpPr>
          <p:cNvPr id="529" name="Google Shape;529;p6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30" name="Google Shape;530;p6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4" name="Shape 534"/>
        <p:cNvGrpSpPr/>
        <p:nvPr/>
      </p:nvGrpSpPr>
      <p:grpSpPr>
        <a:xfrm>
          <a:off x="0" y="0"/>
          <a:ext cx="0" cy="0"/>
          <a:chOff x="0" y="0"/>
          <a:chExt cx="0" cy="0"/>
        </a:xfrm>
      </p:grpSpPr>
      <p:sp>
        <p:nvSpPr>
          <p:cNvPr id="535" name="Google Shape;535;p7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36" name="Google Shape;536;p7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0" name="Shape 540"/>
        <p:cNvGrpSpPr/>
        <p:nvPr/>
      </p:nvGrpSpPr>
      <p:grpSpPr>
        <a:xfrm>
          <a:off x="0" y="0"/>
          <a:ext cx="0" cy="0"/>
          <a:chOff x="0" y="0"/>
          <a:chExt cx="0" cy="0"/>
        </a:xfrm>
      </p:grpSpPr>
      <p:sp>
        <p:nvSpPr>
          <p:cNvPr id="541" name="Google Shape;541;p7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42" name="Google Shape;542;p7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6" name="Shape 546"/>
        <p:cNvGrpSpPr/>
        <p:nvPr/>
      </p:nvGrpSpPr>
      <p:grpSpPr>
        <a:xfrm>
          <a:off x="0" y="0"/>
          <a:ext cx="0" cy="0"/>
          <a:chOff x="0" y="0"/>
          <a:chExt cx="0" cy="0"/>
        </a:xfrm>
      </p:grpSpPr>
      <p:sp>
        <p:nvSpPr>
          <p:cNvPr id="547" name="Google Shape;547;p7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48" name="Google Shape;548;p7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2" name="Shape 552"/>
        <p:cNvGrpSpPr/>
        <p:nvPr/>
      </p:nvGrpSpPr>
      <p:grpSpPr>
        <a:xfrm>
          <a:off x="0" y="0"/>
          <a:ext cx="0" cy="0"/>
          <a:chOff x="0" y="0"/>
          <a:chExt cx="0" cy="0"/>
        </a:xfrm>
      </p:grpSpPr>
      <p:sp>
        <p:nvSpPr>
          <p:cNvPr id="553" name="Google Shape;553;p7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54" name="Google Shape;554;p7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8" name="Shape 558"/>
        <p:cNvGrpSpPr/>
        <p:nvPr/>
      </p:nvGrpSpPr>
      <p:grpSpPr>
        <a:xfrm>
          <a:off x="0" y="0"/>
          <a:ext cx="0" cy="0"/>
          <a:chOff x="0" y="0"/>
          <a:chExt cx="0" cy="0"/>
        </a:xfrm>
      </p:grpSpPr>
      <p:sp>
        <p:nvSpPr>
          <p:cNvPr id="559" name="Google Shape;559;p7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60" name="Google Shape;560;p7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4" name="Shape 564"/>
        <p:cNvGrpSpPr/>
        <p:nvPr/>
      </p:nvGrpSpPr>
      <p:grpSpPr>
        <a:xfrm>
          <a:off x="0" y="0"/>
          <a:ext cx="0" cy="0"/>
          <a:chOff x="0" y="0"/>
          <a:chExt cx="0" cy="0"/>
        </a:xfrm>
      </p:grpSpPr>
      <p:sp>
        <p:nvSpPr>
          <p:cNvPr id="565" name="Google Shape;565;p7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66" name="Google Shape;566;p7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0" name="Shape 570"/>
        <p:cNvGrpSpPr/>
        <p:nvPr/>
      </p:nvGrpSpPr>
      <p:grpSpPr>
        <a:xfrm>
          <a:off x="0" y="0"/>
          <a:ext cx="0" cy="0"/>
          <a:chOff x="0" y="0"/>
          <a:chExt cx="0" cy="0"/>
        </a:xfrm>
      </p:grpSpPr>
      <p:sp>
        <p:nvSpPr>
          <p:cNvPr id="571" name="Google Shape;571;p7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72" name="Google Shape;572;p7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6" name="Shape 576"/>
        <p:cNvGrpSpPr/>
        <p:nvPr/>
      </p:nvGrpSpPr>
      <p:grpSpPr>
        <a:xfrm>
          <a:off x="0" y="0"/>
          <a:ext cx="0" cy="0"/>
          <a:chOff x="0" y="0"/>
          <a:chExt cx="0" cy="0"/>
        </a:xfrm>
      </p:grpSpPr>
      <p:sp>
        <p:nvSpPr>
          <p:cNvPr id="577" name="Google Shape;577;p7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78" name="Google Shape;578;p7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2" name="Shape 582"/>
        <p:cNvGrpSpPr/>
        <p:nvPr/>
      </p:nvGrpSpPr>
      <p:grpSpPr>
        <a:xfrm>
          <a:off x="0" y="0"/>
          <a:ext cx="0" cy="0"/>
          <a:chOff x="0" y="0"/>
          <a:chExt cx="0" cy="0"/>
        </a:xfrm>
      </p:grpSpPr>
      <p:sp>
        <p:nvSpPr>
          <p:cNvPr id="583" name="Google Shape;583;p7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84" name="Google Shape;584;p7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8" name="Shape 588"/>
        <p:cNvGrpSpPr/>
        <p:nvPr/>
      </p:nvGrpSpPr>
      <p:grpSpPr>
        <a:xfrm>
          <a:off x="0" y="0"/>
          <a:ext cx="0" cy="0"/>
          <a:chOff x="0" y="0"/>
          <a:chExt cx="0" cy="0"/>
        </a:xfrm>
      </p:grpSpPr>
      <p:sp>
        <p:nvSpPr>
          <p:cNvPr id="589" name="Google Shape;589;p7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90" name="Google Shape;590;p7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4" name="Shape 594"/>
        <p:cNvGrpSpPr/>
        <p:nvPr/>
      </p:nvGrpSpPr>
      <p:grpSpPr>
        <a:xfrm>
          <a:off x="0" y="0"/>
          <a:ext cx="0" cy="0"/>
          <a:chOff x="0" y="0"/>
          <a:chExt cx="0" cy="0"/>
        </a:xfrm>
      </p:grpSpPr>
      <p:sp>
        <p:nvSpPr>
          <p:cNvPr id="595" name="Google Shape;595;p8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96" name="Google Shape;596;p8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0" name="Shape 600"/>
        <p:cNvGrpSpPr/>
        <p:nvPr/>
      </p:nvGrpSpPr>
      <p:grpSpPr>
        <a:xfrm>
          <a:off x="0" y="0"/>
          <a:ext cx="0" cy="0"/>
          <a:chOff x="0" y="0"/>
          <a:chExt cx="0" cy="0"/>
        </a:xfrm>
      </p:grpSpPr>
      <p:sp>
        <p:nvSpPr>
          <p:cNvPr id="601" name="Google Shape;601;p8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02" name="Google Shape;602;p8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6" name="Shape 606"/>
        <p:cNvGrpSpPr/>
        <p:nvPr/>
      </p:nvGrpSpPr>
      <p:grpSpPr>
        <a:xfrm>
          <a:off x="0" y="0"/>
          <a:ext cx="0" cy="0"/>
          <a:chOff x="0" y="0"/>
          <a:chExt cx="0" cy="0"/>
        </a:xfrm>
      </p:grpSpPr>
      <p:sp>
        <p:nvSpPr>
          <p:cNvPr id="607" name="Google Shape;607;p8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08" name="Google Shape;608;p8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2" name="Shape 612"/>
        <p:cNvGrpSpPr/>
        <p:nvPr/>
      </p:nvGrpSpPr>
      <p:grpSpPr>
        <a:xfrm>
          <a:off x="0" y="0"/>
          <a:ext cx="0" cy="0"/>
          <a:chOff x="0" y="0"/>
          <a:chExt cx="0" cy="0"/>
        </a:xfrm>
      </p:grpSpPr>
      <p:sp>
        <p:nvSpPr>
          <p:cNvPr id="613" name="Google Shape;613;p8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14" name="Google Shape;614;p8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8" name="Shape 618"/>
        <p:cNvGrpSpPr/>
        <p:nvPr/>
      </p:nvGrpSpPr>
      <p:grpSpPr>
        <a:xfrm>
          <a:off x="0" y="0"/>
          <a:ext cx="0" cy="0"/>
          <a:chOff x="0" y="0"/>
          <a:chExt cx="0" cy="0"/>
        </a:xfrm>
      </p:grpSpPr>
      <p:sp>
        <p:nvSpPr>
          <p:cNvPr id="619" name="Google Shape;619;p8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20" name="Google Shape;620;p8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4" name="Shape 624"/>
        <p:cNvGrpSpPr/>
        <p:nvPr/>
      </p:nvGrpSpPr>
      <p:grpSpPr>
        <a:xfrm>
          <a:off x="0" y="0"/>
          <a:ext cx="0" cy="0"/>
          <a:chOff x="0" y="0"/>
          <a:chExt cx="0" cy="0"/>
        </a:xfrm>
      </p:grpSpPr>
      <p:sp>
        <p:nvSpPr>
          <p:cNvPr id="625" name="Google Shape;625;p8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26" name="Google Shape;626;p8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0" name="Shape 630"/>
        <p:cNvGrpSpPr/>
        <p:nvPr/>
      </p:nvGrpSpPr>
      <p:grpSpPr>
        <a:xfrm>
          <a:off x="0" y="0"/>
          <a:ext cx="0" cy="0"/>
          <a:chOff x="0" y="0"/>
          <a:chExt cx="0" cy="0"/>
        </a:xfrm>
      </p:grpSpPr>
      <p:sp>
        <p:nvSpPr>
          <p:cNvPr id="631" name="Google Shape;631;p8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32" name="Google Shape;632;p8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6" name="Shape 636"/>
        <p:cNvGrpSpPr/>
        <p:nvPr/>
      </p:nvGrpSpPr>
      <p:grpSpPr>
        <a:xfrm>
          <a:off x="0" y="0"/>
          <a:ext cx="0" cy="0"/>
          <a:chOff x="0" y="0"/>
          <a:chExt cx="0" cy="0"/>
        </a:xfrm>
      </p:grpSpPr>
      <p:sp>
        <p:nvSpPr>
          <p:cNvPr id="637" name="Google Shape;637;p8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38" name="Google Shape;638;p8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2" name="Shape 642"/>
        <p:cNvGrpSpPr/>
        <p:nvPr/>
      </p:nvGrpSpPr>
      <p:grpSpPr>
        <a:xfrm>
          <a:off x="0" y="0"/>
          <a:ext cx="0" cy="0"/>
          <a:chOff x="0" y="0"/>
          <a:chExt cx="0" cy="0"/>
        </a:xfrm>
      </p:grpSpPr>
      <p:sp>
        <p:nvSpPr>
          <p:cNvPr id="643" name="Google Shape;643;p8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44" name="Google Shape;644;p8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8" name="Shape 648"/>
        <p:cNvGrpSpPr/>
        <p:nvPr/>
      </p:nvGrpSpPr>
      <p:grpSpPr>
        <a:xfrm>
          <a:off x="0" y="0"/>
          <a:ext cx="0" cy="0"/>
          <a:chOff x="0" y="0"/>
          <a:chExt cx="0" cy="0"/>
        </a:xfrm>
      </p:grpSpPr>
      <p:sp>
        <p:nvSpPr>
          <p:cNvPr id="649" name="Google Shape;649;p8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50" name="Google Shape;650;p8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Slide" type="title">
  <p:cSld name="TITLE">
    <p:spTree>
      <p:nvGrpSpPr>
        <p:cNvPr id="24" name="Shape 24"/>
        <p:cNvGrpSpPr/>
        <p:nvPr/>
      </p:nvGrpSpPr>
      <p:grpSpPr>
        <a:xfrm>
          <a:off x="0" y="0"/>
          <a:ext cx="0" cy="0"/>
          <a:chOff x="0" y="0"/>
          <a:chExt cx="0" cy="0"/>
        </a:xfrm>
      </p:grpSpPr>
      <p:sp>
        <p:nvSpPr>
          <p:cNvPr id="25" name="Google Shape;25;p91"/>
          <p:cNvSpPr txBox="1"/>
          <p:nvPr>
            <p:ph type="ctrTitle"/>
          </p:nvPr>
        </p:nvSpPr>
        <p:spPr>
          <a:xfrm>
            <a:off x="685800" y="2130425"/>
            <a:ext cx="7772400" cy="1470025"/>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26" name="Google Shape;26;p91"/>
          <p:cNvSpPr txBox="1"/>
          <p:nvPr>
            <p:ph idx="1" type="subTitle"/>
          </p:nvPr>
        </p:nvSpPr>
        <p:spPr>
          <a:xfrm>
            <a:off x="685800" y="3886200"/>
            <a:ext cx="7086600" cy="1752600"/>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1000"/>
              </a:spcBef>
              <a:spcAft>
                <a:spcPts val="0"/>
              </a:spcAft>
              <a:buClr>
                <a:schemeClr val="dk1"/>
              </a:buClr>
              <a:buSzPts val="2800"/>
              <a:buFont typeface="Noto Sans Symbols"/>
              <a:buNone/>
              <a:defRPr b="0" i="0" sz="2800" u="none" cap="none" strike="noStrike">
                <a:solidFill>
                  <a:schemeClr val="dk1"/>
                </a:solidFill>
                <a:latin typeface="Calibri"/>
                <a:ea typeface="Calibri"/>
                <a:cs typeface="Calibri"/>
                <a:sym typeface="Calibri"/>
              </a:defRPr>
            </a:lvl1pPr>
            <a:lvl2pPr lvl="1"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lvl="2"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lvl="3"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lvl="4"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lvl="5"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lvl="6"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lvl="7"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lvl="8"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p:spTree>
      <p:nvGrpSpPr>
        <p:cNvPr id="27" name="Shape 27"/>
        <p:cNvGrpSpPr/>
        <p:nvPr/>
      </p:nvGrpSpPr>
      <p:grpSpPr>
        <a:xfrm>
          <a:off x="0" y="0"/>
          <a:ext cx="0" cy="0"/>
          <a:chOff x="0" y="0"/>
          <a:chExt cx="0" cy="0"/>
        </a:xfrm>
      </p:grpSpPr>
      <p:sp>
        <p:nvSpPr>
          <p:cNvPr id="28" name="Google Shape;28;p92"/>
          <p:cNvSpPr txBox="1"/>
          <p:nvPr>
            <p:ph idx="10" type="dt"/>
          </p:nvPr>
        </p:nvSpPr>
        <p:spPr>
          <a:xfrm>
            <a:off x="628650" y="6356351"/>
            <a:ext cx="20574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29" name="Google Shape;29;p92"/>
          <p:cNvSpPr txBox="1"/>
          <p:nvPr>
            <p:ph idx="11" type="ftr"/>
          </p:nvPr>
        </p:nvSpPr>
        <p:spPr>
          <a:xfrm>
            <a:off x="3028950" y="6356351"/>
            <a:ext cx="30861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30" name="Google Shape;30;p92"/>
          <p:cNvSpPr txBox="1"/>
          <p:nvPr>
            <p:ph idx="12" type="sldNum"/>
          </p:nvPr>
        </p:nvSpPr>
        <p:spPr>
          <a:xfrm>
            <a:off x="6457950" y="6356351"/>
            <a:ext cx="205740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rgbClr val="000000"/>
                </a:solidFill>
                <a:latin typeface="Calibri"/>
                <a:ea typeface="Calibri"/>
                <a:cs typeface="Calibri"/>
                <a:sym typeface="Calibri"/>
              </a:defRPr>
            </a:lvl1pPr>
            <a:lvl2pPr indent="0" lvl="1" marL="0" marR="0" rtl="0" algn="l">
              <a:spcBef>
                <a:spcPts val="0"/>
              </a:spcBef>
              <a:buNone/>
              <a:defRPr sz="1800">
                <a:solidFill>
                  <a:srgbClr val="000000"/>
                </a:solidFill>
                <a:latin typeface="Calibri"/>
                <a:ea typeface="Calibri"/>
                <a:cs typeface="Calibri"/>
                <a:sym typeface="Calibri"/>
              </a:defRPr>
            </a:lvl2pPr>
            <a:lvl3pPr indent="0" lvl="2" marL="0" marR="0" rtl="0" algn="l">
              <a:spcBef>
                <a:spcPts val="0"/>
              </a:spcBef>
              <a:buNone/>
              <a:defRPr sz="1800">
                <a:solidFill>
                  <a:srgbClr val="000000"/>
                </a:solidFill>
                <a:latin typeface="Calibri"/>
                <a:ea typeface="Calibri"/>
                <a:cs typeface="Calibri"/>
                <a:sym typeface="Calibri"/>
              </a:defRPr>
            </a:lvl3pPr>
            <a:lvl4pPr indent="0" lvl="3" marL="0" marR="0" rtl="0" algn="l">
              <a:spcBef>
                <a:spcPts val="0"/>
              </a:spcBef>
              <a:buNone/>
              <a:defRPr sz="1800">
                <a:solidFill>
                  <a:srgbClr val="000000"/>
                </a:solidFill>
                <a:latin typeface="Calibri"/>
                <a:ea typeface="Calibri"/>
                <a:cs typeface="Calibri"/>
                <a:sym typeface="Calibri"/>
              </a:defRPr>
            </a:lvl4pPr>
            <a:lvl5pPr indent="0" lvl="4" marL="0" marR="0" rtl="0" algn="l">
              <a:spcBef>
                <a:spcPts val="0"/>
              </a:spcBef>
              <a:buNone/>
              <a:defRPr sz="1800">
                <a:solidFill>
                  <a:srgbClr val="000000"/>
                </a:solidFill>
                <a:latin typeface="Calibri"/>
                <a:ea typeface="Calibri"/>
                <a:cs typeface="Calibri"/>
                <a:sym typeface="Calibri"/>
              </a:defRPr>
            </a:lvl5pPr>
            <a:lvl6pPr indent="0" lvl="5" marL="0" marR="0" rtl="0" algn="l">
              <a:spcBef>
                <a:spcPts val="0"/>
              </a:spcBef>
              <a:buNone/>
              <a:defRPr sz="1800">
                <a:solidFill>
                  <a:srgbClr val="000000"/>
                </a:solidFill>
                <a:latin typeface="Calibri"/>
                <a:ea typeface="Calibri"/>
                <a:cs typeface="Calibri"/>
                <a:sym typeface="Calibri"/>
              </a:defRPr>
            </a:lvl6pPr>
            <a:lvl7pPr indent="0" lvl="6" marL="0" marR="0" rtl="0" algn="l">
              <a:spcBef>
                <a:spcPts val="0"/>
              </a:spcBef>
              <a:buNone/>
              <a:defRPr sz="1800">
                <a:solidFill>
                  <a:srgbClr val="000000"/>
                </a:solidFill>
                <a:latin typeface="Calibri"/>
                <a:ea typeface="Calibri"/>
                <a:cs typeface="Calibri"/>
                <a:sym typeface="Calibri"/>
              </a:defRPr>
            </a:lvl7pPr>
            <a:lvl8pPr indent="0" lvl="7" marL="0" marR="0" rtl="0" algn="l">
              <a:spcBef>
                <a:spcPts val="0"/>
              </a:spcBef>
              <a:buNone/>
              <a:defRPr sz="1800">
                <a:solidFill>
                  <a:srgbClr val="000000"/>
                </a:solidFill>
                <a:latin typeface="Calibri"/>
                <a:ea typeface="Calibri"/>
                <a:cs typeface="Calibri"/>
                <a:sym typeface="Calibri"/>
              </a:defRPr>
            </a:lvl8pPr>
            <a:lvl9pPr indent="0" lvl="8" marL="0" marR="0" rtl="0" algn="l">
              <a:spcBef>
                <a:spcPts val="0"/>
              </a:spcBef>
              <a:buNone/>
              <a:defRPr sz="1800">
                <a:solidFill>
                  <a:srgbClr val="000000"/>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IN"/>
              <a:t>‹#›</a:t>
            </a:fld>
            <a:endParaRPr/>
          </a:p>
        </p:txBody>
      </p:sp>
      <p:sp>
        <p:nvSpPr>
          <p:cNvPr id="31" name="Google Shape;31;p92"/>
          <p:cNvSpPr txBox="1"/>
          <p:nvPr>
            <p:ph type="title"/>
          </p:nvPr>
        </p:nvSpPr>
        <p:spPr>
          <a:xfrm>
            <a:off x="817323" y="214817"/>
            <a:ext cx="7402883" cy="874951"/>
          </a:xfrm>
          <a:prstGeom prst="rect">
            <a:avLst/>
          </a:prstGeom>
          <a:noFill/>
          <a:ln>
            <a:noFill/>
          </a:ln>
        </p:spPr>
        <p:txBody>
          <a:bodyPr anchorCtr="0" anchor="t" bIns="45700" lIns="91425" spcFirstLastPara="1" rIns="91425" wrap="square" tIns="45700">
            <a:noAutofit/>
          </a:bodyPr>
          <a:lstStyle>
            <a:lvl1pPr lvl="0" marR="0" rtl="0" algn="ctr">
              <a:lnSpc>
                <a:spcPct val="90000"/>
              </a:lnSpc>
              <a:spcBef>
                <a:spcPts val="0"/>
              </a:spcBef>
              <a:spcAft>
                <a:spcPts val="0"/>
              </a:spcAft>
              <a:buClr>
                <a:srgbClr val="930B0B"/>
              </a:buClr>
              <a:buSzPts val="3600"/>
              <a:buFont typeface="Times New Roman"/>
              <a:buNone/>
              <a:defRPr b="0" i="0" sz="3600" u="none" cap="none" strike="noStrike">
                <a:solidFill>
                  <a:srgbClr val="930B0B"/>
                </a:solidFill>
                <a:latin typeface="Times New Roman"/>
                <a:ea typeface="Times New Roman"/>
                <a:cs typeface="Times New Roman"/>
                <a:sym typeface="Times New Roman"/>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32" name="Google Shape;32;p92"/>
          <p:cNvSpPr txBox="1"/>
          <p:nvPr>
            <p:ph idx="1" type="body"/>
          </p:nvPr>
        </p:nvSpPr>
        <p:spPr>
          <a:xfrm>
            <a:off x="700004" y="1324629"/>
            <a:ext cx="8229600" cy="4525963"/>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Times New Roman"/>
                <a:ea typeface="Times New Roman"/>
                <a:cs typeface="Times New Roman"/>
                <a:sym typeface="Times New Roman"/>
              </a:defRPr>
            </a:lvl1pPr>
            <a:lvl2pPr indent="-381000" lvl="1" marL="914400" marR="0" rtl="0" algn="l">
              <a:lnSpc>
                <a:spcPct val="90000"/>
              </a:lnSpc>
              <a:spcBef>
                <a:spcPts val="500"/>
              </a:spcBef>
              <a:spcAft>
                <a:spcPts val="0"/>
              </a:spcAft>
              <a:buClr>
                <a:schemeClr val="dk1"/>
              </a:buClr>
              <a:buSzPts val="2400"/>
              <a:buFont typeface="Courier New"/>
              <a:buChar char="o"/>
              <a:defRPr b="0" i="0" sz="2400" u="none" cap="none" strike="noStrike">
                <a:solidFill>
                  <a:schemeClr val="dk1"/>
                </a:solidFill>
                <a:latin typeface="Times New Roman"/>
                <a:ea typeface="Times New Roman"/>
                <a:cs typeface="Times New Roman"/>
                <a:sym typeface="Times New Roman"/>
              </a:defRPr>
            </a:lvl2pPr>
            <a:lvl3pPr indent="-355600" lvl="2" marL="1371600" marR="0" rtl="0" algn="l">
              <a:lnSpc>
                <a:spcPct val="90000"/>
              </a:lnSpc>
              <a:spcBef>
                <a:spcPts val="500"/>
              </a:spcBef>
              <a:spcAft>
                <a:spcPts val="0"/>
              </a:spcAft>
              <a:buClr>
                <a:schemeClr val="dk1"/>
              </a:buClr>
              <a:buSzPts val="2000"/>
              <a:buFont typeface="Calibri"/>
              <a:buChar char="−"/>
              <a:defRPr b="0" i="0" sz="2000" u="none" cap="none" strike="noStrike">
                <a:solidFill>
                  <a:schemeClr val="dk1"/>
                </a:solidFill>
                <a:latin typeface="Times New Roman"/>
                <a:ea typeface="Times New Roman"/>
                <a:cs typeface="Times New Roman"/>
                <a:sym typeface="Times New Roman"/>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imes New Roman"/>
                <a:ea typeface="Times New Roman"/>
                <a:cs typeface="Times New Roman"/>
                <a:sym typeface="Times New Roman"/>
              </a:defRPr>
            </a:lvl4pPr>
            <a:lvl5pPr indent="-317500" lvl="4" marL="2286000" marR="0" rtl="0" algn="l">
              <a:lnSpc>
                <a:spcPct val="90000"/>
              </a:lnSpc>
              <a:spcBef>
                <a:spcPts val="500"/>
              </a:spcBef>
              <a:spcAft>
                <a:spcPts val="0"/>
              </a:spcAft>
              <a:buClr>
                <a:schemeClr val="dk1"/>
              </a:buClr>
              <a:buSzPts val="1400"/>
              <a:buFont typeface="Arial"/>
              <a:buChar char="•"/>
              <a:defRPr b="0" i="0" sz="1400" u="none" cap="none" strike="noStrike">
                <a:solidFill>
                  <a:schemeClr val="dk1"/>
                </a:solidFill>
                <a:latin typeface="Times New Roman"/>
                <a:ea typeface="Times New Roman"/>
                <a:cs typeface="Times New Roman"/>
                <a:sym typeface="Times New Roman"/>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3" name="Shape 33"/>
        <p:cNvGrpSpPr/>
        <p:nvPr/>
      </p:nvGrpSpPr>
      <p:grpSpPr>
        <a:xfrm>
          <a:off x="0" y="0"/>
          <a:ext cx="0" cy="0"/>
          <a:chOff x="0" y="0"/>
          <a:chExt cx="0" cy="0"/>
        </a:xfrm>
      </p:grpSpPr>
      <p:sp>
        <p:nvSpPr>
          <p:cNvPr id="34" name="Google Shape;34;p93"/>
          <p:cNvSpPr txBox="1"/>
          <p:nvPr>
            <p:ph type="title"/>
          </p:nvPr>
        </p:nvSpPr>
        <p:spPr>
          <a:xfrm>
            <a:off x="623888" y="1709739"/>
            <a:ext cx="7886700" cy="2852737"/>
          </a:xfrm>
          <a:prstGeom prst="rect">
            <a:avLst/>
          </a:prstGeom>
          <a:noFill/>
          <a:ln>
            <a:noFill/>
          </a:ln>
        </p:spPr>
        <p:txBody>
          <a:bodyPr anchorCtr="0" anchor="b" bIns="45700" lIns="91425" spcFirstLastPara="1" rIns="91425" wrap="square" tIns="45700">
            <a:noAutofit/>
          </a:bodyPr>
          <a:lstStyle>
            <a:lvl1pPr lvl="0" marR="0" rtl="0" algn="l">
              <a:lnSpc>
                <a:spcPct val="90000"/>
              </a:lnSpc>
              <a:spcBef>
                <a:spcPts val="0"/>
              </a:spcBef>
              <a:spcAft>
                <a:spcPts val="0"/>
              </a:spcAft>
              <a:buClr>
                <a:schemeClr val="dk1"/>
              </a:buClr>
              <a:buSzPts val="6000"/>
              <a:buFont typeface="Calibri"/>
              <a:buNone/>
              <a:defRPr b="0" i="0" sz="60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35" name="Google Shape;35;p93"/>
          <p:cNvSpPr txBox="1"/>
          <p:nvPr>
            <p:ph idx="1" type="body"/>
          </p:nvPr>
        </p:nvSpPr>
        <p:spPr>
          <a:xfrm>
            <a:off x="623888" y="4589464"/>
            <a:ext cx="7886700" cy="1500187"/>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rgbClr val="888888"/>
              </a:buClr>
              <a:buSzPts val="2400"/>
              <a:buFont typeface="Arial"/>
              <a:buNone/>
              <a:defRPr b="0" i="0" sz="2400" u="none" cap="none" strike="noStrike">
                <a:solidFill>
                  <a:srgbClr val="888888"/>
                </a:solidFill>
                <a:latin typeface="Calibri"/>
                <a:ea typeface="Calibri"/>
                <a:cs typeface="Calibri"/>
                <a:sym typeface="Calibri"/>
              </a:defRPr>
            </a:lvl1pPr>
            <a:lvl2pPr indent="-228600" lvl="1" marL="914400" marR="0" rtl="0" algn="l">
              <a:lnSpc>
                <a:spcPct val="90000"/>
              </a:lnSpc>
              <a:spcBef>
                <a:spcPts val="500"/>
              </a:spcBef>
              <a:spcAft>
                <a:spcPts val="0"/>
              </a:spcAft>
              <a:buClr>
                <a:srgbClr val="888888"/>
              </a:buClr>
              <a:buSzPts val="2000"/>
              <a:buFont typeface="Arial"/>
              <a:buNone/>
              <a:defRPr b="0" i="0" sz="2000" u="none" cap="none" strike="noStrike">
                <a:solidFill>
                  <a:srgbClr val="888888"/>
                </a:solidFill>
                <a:latin typeface="Calibri"/>
                <a:ea typeface="Calibri"/>
                <a:cs typeface="Calibri"/>
                <a:sym typeface="Calibri"/>
              </a:defRPr>
            </a:lvl2pPr>
            <a:lvl3pPr indent="-228600" lvl="2" marL="1371600" marR="0" rtl="0" algn="l">
              <a:lnSpc>
                <a:spcPct val="90000"/>
              </a:lnSpc>
              <a:spcBef>
                <a:spcPts val="500"/>
              </a:spcBef>
              <a:spcAft>
                <a:spcPts val="0"/>
              </a:spcAft>
              <a:buClr>
                <a:srgbClr val="888888"/>
              </a:buClr>
              <a:buSzPts val="1800"/>
              <a:buFont typeface="Arial"/>
              <a:buNone/>
              <a:defRPr b="0" i="0" sz="1800" u="none" cap="none" strike="noStrike">
                <a:solidFill>
                  <a:srgbClr val="888888"/>
                </a:solidFill>
                <a:latin typeface="Calibri"/>
                <a:ea typeface="Calibri"/>
                <a:cs typeface="Calibri"/>
                <a:sym typeface="Calibri"/>
              </a:defRPr>
            </a:lvl3pPr>
            <a:lvl4pPr indent="-228600" lvl="3" marL="18288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4pPr>
            <a:lvl5pPr indent="-228600" lvl="4" marL="22860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5pPr>
            <a:lvl6pPr indent="-228600" lvl="5" marL="27432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6pPr>
            <a:lvl7pPr indent="-228600" lvl="6" marL="32004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7pPr>
            <a:lvl8pPr indent="-228600" lvl="7" marL="36576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8pPr>
            <a:lvl9pPr indent="-228600" lvl="8" marL="41148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9pPr>
          </a:lstStyle>
          <a:p/>
        </p:txBody>
      </p:sp>
      <p:sp>
        <p:nvSpPr>
          <p:cNvPr id="36" name="Google Shape;36;p93"/>
          <p:cNvSpPr txBox="1"/>
          <p:nvPr>
            <p:ph idx="10" type="dt"/>
          </p:nvPr>
        </p:nvSpPr>
        <p:spPr>
          <a:xfrm>
            <a:off x="628650" y="6356351"/>
            <a:ext cx="20574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37" name="Google Shape;37;p93"/>
          <p:cNvSpPr txBox="1"/>
          <p:nvPr>
            <p:ph idx="11" type="ftr"/>
          </p:nvPr>
        </p:nvSpPr>
        <p:spPr>
          <a:xfrm>
            <a:off x="3028950" y="6356351"/>
            <a:ext cx="30861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38" name="Google Shape;38;p93"/>
          <p:cNvSpPr txBox="1"/>
          <p:nvPr>
            <p:ph idx="12" type="sldNum"/>
          </p:nvPr>
        </p:nvSpPr>
        <p:spPr>
          <a:xfrm>
            <a:off x="6457950" y="6356351"/>
            <a:ext cx="205740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rgbClr val="000000"/>
                </a:solidFill>
                <a:latin typeface="Calibri"/>
                <a:ea typeface="Calibri"/>
                <a:cs typeface="Calibri"/>
                <a:sym typeface="Calibri"/>
              </a:defRPr>
            </a:lvl1pPr>
            <a:lvl2pPr indent="0" lvl="1" marL="0" marR="0" rtl="0" algn="l">
              <a:spcBef>
                <a:spcPts val="0"/>
              </a:spcBef>
              <a:buNone/>
              <a:defRPr sz="1800">
                <a:solidFill>
                  <a:srgbClr val="000000"/>
                </a:solidFill>
                <a:latin typeface="Calibri"/>
                <a:ea typeface="Calibri"/>
                <a:cs typeface="Calibri"/>
                <a:sym typeface="Calibri"/>
              </a:defRPr>
            </a:lvl2pPr>
            <a:lvl3pPr indent="0" lvl="2" marL="0" marR="0" rtl="0" algn="l">
              <a:spcBef>
                <a:spcPts val="0"/>
              </a:spcBef>
              <a:buNone/>
              <a:defRPr sz="1800">
                <a:solidFill>
                  <a:srgbClr val="000000"/>
                </a:solidFill>
                <a:latin typeface="Calibri"/>
                <a:ea typeface="Calibri"/>
                <a:cs typeface="Calibri"/>
                <a:sym typeface="Calibri"/>
              </a:defRPr>
            </a:lvl3pPr>
            <a:lvl4pPr indent="0" lvl="3" marL="0" marR="0" rtl="0" algn="l">
              <a:spcBef>
                <a:spcPts val="0"/>
              </a:spcBef>
              <a:buNone/>
              <a:defRPr sz="1800">
                <a:solidFill>
                  <a:srgbClr val="000000"/>
                </a:solidFill>
                <a:latin typeface="Calibri"/>
                <a:ea typeface="Calibri"/>
                <a:cs typeface="Calibri"/>
                <a:sym typeface="Calibri"/>
              </a:defRPr>
            </a:lvl4pPr>
            <a:lvl5pPr indent="0" lvl="4" marL="0" marR="0" rtl="0" algn="l">
              <a:spcBef>
                <a:spcPts val="0"/>
              </a:spcBef>
              <a:buNone/>
              <a:defRPr sz="1800">
                <a:solidFill>
                  <a:srgbClr val="000000"/>
                </a:solidFill>
                <a:latin typeface="Calibri"/>
                <a:ea typeface="Calibri"/>
                <a:cs typeface="Calibri"/>
                <a:sym typeface="Calibri"/>
              </a:defRPr>
            </a:lvl5pPr>
            <a:lvl6pPr indent="0" lvl="5" marL="0" marR="0" rtl="0" algn="l">
              <a:spcBef>
                <a:spcPts val="0"/>
              </a:spcBef>
              <a:buNone/>
              <a:defRPr sz="1800">
                <a:solidFill>
                  <a:srgbClr val="000000"/>
                </a:solidFill>
                <a:latin typeface="Calibri"/>
                <a:ea typeface="Calibri"/>
                <a:cs typeface="Calibri"/>
                <a:sym typeface="Calibri"/>
              </a:defRPr>
            </a:lvl6pPr>
            <a:lvl7pPr indent="0" lvl="6" marL="0" marR="0" rtl="0" algn="l">
              <a:spcBef>
                <a:spcPts val="0"/>
              </a:spcBef>
              <a:buNone/>
              <a:defRPr sz="1800">
                <a:solidFill>
                  <a:srgbClr val="000000"/>
                </a:solidFill>
                <a:latin typeface="Calibri"/>
                <a:ea typeface="Calibri"/>
                <a:cs typeface="Calibri"/>
                <a:sym typeface="Calibri"/>
              </a:defRPr>
            </a:lvl7pPr>
            <a:lvl8pPr indent="0" lvl="7" marL="0" marR="0" rtl="0" algn="l">
              <a:spcBef>
                <a:spcPts val="0"/>
              </a:spcBef>
              <a:buNone/>
              <a:defRPr sz="1800">
                <a:solidFill>
                  <a:srgbClr val="000000"/>
                </a:solidFill>
                <a:latin typeface="Calibri"/>
                <a:ea typeface="Calibri"/>
                <a:cs typeface="Calibri"/>
                <a:sym typeface="Calibri"/>
              </a:defRPr>
            </a:lvl8pPr>
            <a:lvl9pPr indent="0" lvl="8" marL="0" marR="0" rtl="0" algn="l">
              <a:spcBef>
                <a:spcPts val="0"/>
              </a:spcBef>
              <a:buNone/>
              <a:defRPr sz="1800">
                <a:solidFill>
                  <a:srgbClr val="000000"/>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39" name="Shape 39"/>
        <p:cNvGrpSpPr/>
        <p:nvPr/>
      </p:nvGrpSpPr>
      <p:grpSpPr>
        <a:xfrm>
          <a:off x="0" y="0"/>
          <a:ext cx="0" cy="0"/>
          <a:chOff x="0" y="0"/>
          <a:chExt cx="0" cy="0"/>
        </a:xfrm>
      </p:grpSpPr>
      <p:sp>
        <p:nvSpPr>
          <p:cNvPr id="40" name="Google Shape;40;p94"/>
          <p:cNvSpPr txBox="1"/>
          <p:nvPr>
            <p:ph idx="10" type="dt"/>
          </p:nvPr>
        </p:nvSpPr>
        <p:spPr>
          <a:xfrm>
            <a:off x="628650" y="6356351"/>
            <a:ext cx="20574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1" name="Google Shape;41;p94"/>
          <p:cNvSpPr txBox="1"/>
          <p:nvPr>
            <p:ph idx="11" type="ftr"/>
          </p:nvPr>
        </p:nvSpPr>
        <p:spPr>
          <a:xfrm>
            <a:off x="3028950" y="6356351"/>
            <a:ext cx="30861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2" name="Google Shape;42;p94"/>
          <p:cNvSpPr txBox="1"/>
          <p:nvPr>
            <p:ph idx="12" type="sldNum"/>
          </p:nvPr>
        </p:nvSpPr>
        <p:spPr>
          <a:xfrm>
            <a:off x="6457950" y="6356351"/>
            <a:ext cx="205740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rgbClr val="000000"/>
                </a:solidFill>
                <a:latin typeface="Calibri"/>
                <a:ea typeface="Calibri"/>
                <a:cs typeface="Calibri"/>
                <a:sym typeface="Calibri"/>
              </a:defRPr>
            </a:lvl1pPr>
            <a:lvl2pPr indent="0" lvl="1" marL="0" marR="0" rtl="0" algn="l">
              <a:spcBef>
                <a:spcPts val="0"/>
              </a:spcBef>
              <a:buNone/>
              <a:defRPr sz="1800">
                <a:solidFill>
                  <a:srgbClr val="000000"/>
                </a:solidFill>
                <a:latin typeface="Calibri"/>
                <a:ea typeface="Calibri"/>
                <a:cs typeface="Calibri"/>
                <a:sym typeface="Calibri"/>
              </a:defRPr>
            </a:lvl2pPr>
            <a:lvl3pPr indent="0" lvl="2" marL="0" marR="0" rtl="0" algn="l">
              <a:spcBef>
                <a:spcPts val="0"/>
              </a:spcBef>
              <a:buNone/>
              <a:defRPr sz="1800">
                <a:solidFill>
                  <a:srgbClr val="000000"/>
                </a:solidFill>
                <a:latin typeface="Calibri"/>
                <a:ea typeface="Calibri"/>
                <a:cs typeface="Calibri"/>
                <a:sym typeface="Calibri"/>
              </a:defRPr>
            </a:lvl3pPr>
            <a:lvl4pPr indent="0" lvl="3" marL="0" marR="0" rtl="0" algn="l">
              <a:spcBef>
                <a:spcPts val="0"/>
              </a:spcBef>
              <a:buNone/>
              <a:defRPr sz="1800">
                <a:solidFill>
                  <a:srgbClr val="000000"/>
                </a:solidFill>
                <a:latin typeface="Calibri"/>
                <a:ea typeface="Calibri"/>
                <a:cs typeface="Calibri"/>
                <a:sym typeface="Calibri"/>
              </a:defRPr>
            </a:lvl4pPr>
            <a:lvl5pPr indent="0" lvl="4" marL="0" marR="0" rtl="0" algn="l">
              <a:spcBef>
                <a:spcPts val="0"/>
              </a:spcBef>
              <a:buNone/>
              <a:defRPr sz="1800">
                <a:solidFill>
                  <a:srgbClr val="000000"/>
                </a:solidFill>
                <a:latin typeface="Calibri"/>
                <a:ea typeface="Calibri"/>
                <a:cs typeface="Calibri"/>
                <a:sym typeface="Calibri"/>
              </a:defRPr>
            </a:lvl5pPr>
            <a:lvl6pPr indent="0" lvl="5" marL="0" marR="0" rtl="0" algn="l">
              <a:spcBef>
                <a:spcPts val="0"/>
              </a:spcBef>
              <a:buNone/>
              <a:defRPr sz="1800">
                <a:solidFill>
                  <a:srgbClr val="000000"/>
                </a:solidFill>
                <a:latin typeface="Calibri"/>
                <a:ea typeface="Calibri"/>
                <a:cs typeface="Calibri"/>
                <a:sym typeface="Calibri"/>
              </a:defRPr>
            </a:lvl6pPr>
            <a:lvl7pPr indent="0" lvl="6" marL="0" marR="0" rtl="0" algn="l">
              <a:spcBef>
                <a:spcPts val="0"/>
              </a:spcBef>
              <a:buNone/>
              <a:defRPr sz="1800">
                <a:solidFill>
                  <a:srgbClr val="000000"/>
                </a:solidFill>
                <a:latin typeface="Calibri"/>
                <a:ea typeface="Calibri"/>
                <a:cs typeface="Calibri"/>
                <a:sym typeface="Calibri"/>
              </a:defRPr>
            </a:lvl7pPr>
            <a:lvl8pPr indent="0" lvl="7" marL="0" marR="0" rtl="0" algn="l">
              <a:spcBef>
                <a:spcPts val="0"/>
              </a:spcBef>
              <a:buNone/>
              <a:defRPr sz="1800">
                <a:solidFill>
                  <a:srgbClr val="000000"/>
                </a:solidFill>
                <a:latin typeface="Calibri"/>
                <a:ea typeface="Calibri"/>
                <a:cs typeface="Calibri"/>
                <a:sym typeface="Calibri"/>
              </a:defRPr>
            </a:lvl8pPr>
            <a:lvl9pPr indent="0" lvl="8" marL="0" marR="0" rtl="0" algn="l">
              <a:spcBef>
                <a:spcPts val="0"/>
              </a:spcBef>
              <a:buNone/>
              <a:defRPr sz="1800">
                <a:solidFill>
                  <a:srgbClr val="000000"/>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IN"/>
              <a:t>‹#›</a:t>
            </a:fld>
            <a:endParaRPr/>
          </a:p>
        </p:txBody>
      </p:sp>
      <p:sp>
        <p:nvSpPr>
          <p:cNvPr id="43" name="Google Shape;43;p94"/>
          <p:cNvSpPr txBox="1"/>
          <p:nvPr>
            <p:ph idx="1" type="body"/>
          </p:nvPr>
        </p:nvSpPr>
        <p:spPr>
          <a:xfrm>
            <a:off x="728983" y="1324629"/>
            <a:ext cx="8229600" cy="4525963"/>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Times New Roman"/>
                <a:ea typeface="Times New Roman"/>
                <a:cs typeface="Times New Roman"/>
                <a:sym typeface="Times New Roman"/>
              </a:defRPr>
            </a:lvl1pPr>
            <a:lvl2pPr indent="-381000" lvl="1" marL="914400" marR="0" rtl="0" algn="l">
              <a:lnSpc>
                <a:spcPct val="90000"/>
              </a:lnSpc>
              <a:spcBef>
                <a:spcPts val="500"/>
              </a:spcBef>
              <a:spcAft>
                <a:spcPts val="0"/>
              </a:spcAft>
              <a:buClr>
                <a:schemeClr val="dk1"/>
              </a:buClr>
              <a:buSzPts val="2400"/>
              <a:buFont typeface="Courier New"/>
              <a:buChar char="o"/>
              <a:defRPr b="0" i="0" sz="2400" u="none" cap="none" strike="noStrike">
                <a:solidFill>
                  <a:schemeClr val="dk1"/>
                </a:solidFill>
                <a:latin typeface="Times New Roman"/>
                <a:ea typeface="Times New Roman"/>
                <a:cs typeface="Times New Roman"/>
                <a:sym typeface="Times New Roman"/>
              </a:defRPr>
            </a:lvl2pPr>
            <a:lvl3pPr indent="-355600" lvl="2" marL="1371600" marR="0" rtl="0" algn="l">
              <a:lnSpc>
                <a:spcPct val="90000"/>
              </a:lnSpc>
              <a:spcBef>
                <a:spcPts val="500"/>
              </a:spcBef>
              <a:spcAft>
                <a:spcPts val="0"/>
              </a:spcAft>
              <a:buClr>
                <a:schemeClr val="dk1"/>
              </a:buClr>
              <a:buSzPts val="2000"/>
              <a:buFont typeface="Calibri"/>
              <a:buChar char="−"/>
              <a:defRPr b="0" i="0" sz="2000" u="none" cap="none" strike="noStrike">
                <a:solidFill>
                  <a:schemeClr val="dk1"/>
                </a:solidFill>
                <a:latin typeface="Times New Roman"/>
                <a:ea typeface="Times New Roman"/>
                <a:cs typeface="Times New Roman"/>
                <a:sym typeface="Times New Roman"/>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imes New Roman"/>
                <a:ea typeface="Times New Roman"/>
                <a:cs typeface="Times New Roman"/>
                <a:sym typeface="Times New Roman"/>
              </a:defRPr>
            </a:lvl4pPr>
            <a:lvl5pPr indent="-317500" lvl="4" marL="2286000" marR="0" rtl="0" algn="l">
              <a:lnSpc>
                <a:spcPct val="90000"/>
              </a:lnSpc>
              <a:spcBef>
                <a:spcPts val="500"/>
              </a:spcBef>
              <a:spcAft>
                <a:spcPts val="0"/>
              </a:spcAft>
              <a:buClr>
                <a:schemeClr val="dk1"/>
              </a:buClr>
              <a:buSzPts val="1400"/>
              <a:buFont typeface="Arial"/>
              <a:buChar char="•"/>
              <a:defRPr b="0" i="0" sz="1400" u="none" cap="none" strike="noStrike">
                <a:solidFill>
                  <a:schemeClr val="dk1"/>
                </a:solidFill>
                <a:latin typeface="Times New Roman"/>
                <a:ea typeface="Times New Roman"/>
                <a:cs typeface="Times New Roman"/>
                <a:sym typeface="Times New Roman"/>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Custom Layout">
  <p:cSld name="2_Custom Layout">
    <p:spTree>
      <p:nvGrpSpPr>
        <p:cNvPr id="44" name="Shape 44"/>
        <p:cNvGrpSpPr/>
        <p:nvPr/>
      </p:nvGrpSpPr>
      <p:grpSpPr>
        <a:xfrm>
          <a:off x="0" y="0"/>
          <a:ext cx="0" cy="0"/>
          <a:chOff x="0" y="0"/>
          <a:chExt cx="0" cy="0"/>
        </a:xfrm>
      </p:grpSpPr>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p:cSld name="Two Content">
    <p:spTree>
      <p:nvGrpSpPr>
        <p:cNvPr id="45" name="Shape 45"/>
        <p:cNvGrpSpPr/>
        <p:nvPr/>
      </p:nvGrpSpPr>
      <p:grpSpPr>
        <a:xfrm>
          <a:off x="0" y="0"/>
          <a:ext cx="0" cy="0"/>
          <a:chOff x="0" y="0"/>
          <a:chExt cx="0" cy="0"/>
        </a:xfrm>
      </p:grpSpPr>
      <p:sp>
        <p:nvSpPr>
          <p:cNvPr id="46" name="Google Shape;46;p96"/>
          <p:cNvSpPr txBox="1"/>
          <p:nvPr>
            <p:ph type="title"/>
          </p:nvPr>
        </p:nvSpPr>
        <p:spPr>
          <a:xfrm>
            <a:off x="817323" y="214817"/>
            <a:ext cx="7402883" cy="874951"/>
          </a:xfrm>
          <a:prstGeom prst="rect">
            <a:avLst/>
          </a:prstGeom>
          <a:noFill/>
          <a:ln>
            <a:noFill/>
          </a:ln>
        </p:spPr>
        <p:txBody>
          <a:bodyPr anchorCtr="0" anchor="t" bIns="45700" lIns="91425" spcFirstLastPara="1" rIns="91425" wrap="square" tIns="45700">
            <a:noAutofit/>
          </a:bodyPr>
          <a:lstStyle>
            <a:lvl1pPr lvl="0" marR="0" rtl="0" algn="ctr">
              <a:lnSpc>
                <a:spcPct val="90000"/>
              </a:lnSpc>
              <a:spcBef>
                <a:spcPts val="0"/>
              </a:spcBef>
              <a:spcAft>
                <a:spcPts val="0"/>
              </a:spcAft>
              <a:buClr>
                <a:srgbClr val="930B0B"/>
              </a:buClr>
              <a:buSzPts val="3600"/>
              <a:buFont typeface="Times New Roman"/>
              <a:buNone/>
              <a:defRPr b="0" i="0" sz="3600" u="none" cap="none" strike="noStrike">
                <a:solidFill>
                  <a:srgbClr val="930B0B"/>
                </a:solidFill>
                <a:latin typeface="Times New Roman"/>
                <a:ea typeface="Times New Roman"/>
                <a:cs typeface="Times New Roman"/>
                <a:sym typeface="Times New Roman"/>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47" name="Google Shape;47;p96"/>
          <p:cNvSpPr txBox="1"/>
          <p:nvPr>
            <p:ph idx="1" type="body"/>
          </p:nvPr>
        </p:nvSpPr>
        <p:spPr>
          <a:xfrm>
            <a:off x="655370" y="1189973"/>
            <a:ext cx="8248389" cy="489930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Times New Roman"/>
                <a:ea typeface="Times New Roman"/>
                <a:cs typeface="Times New Roman"/>
                <a:sym typeface="Times New Roman"/>
              </a:defRPr>
            </a:lvl1pPr>
            <a:lvl2pPr indent="-335280" lvl="1" marL="914400" marR="0" rtl="0" algn="l">
              <a:lnSpc>
                <a:spcPct val="90000"/>
              </a:lnSpc>
              <a:spcBef>
                <a:spcPts val="500"/>
              </a:spcBef>
              <a:spcAft>
                <a:spcPts val="0"/>
              </a:spcAft>
              <a:buClr>
                <a:srgbClr val="C55A11"/>
              </a:buClr>
              <a:buSzPts val="1680"/>
              <a:buFont typeface="Courier New"/>
              <a:buChar char="o"/>
              <a:defRPr b="0" i="0" sz="2400" u="none" cap="none" strike="noStrike">
                <a:solidFill>
                  <a:schemeClr val="dk1"/>
                </a:solidFill>
                <a:latin typeface="Times New Roman"/>
                <a:ea typeface="Times New Roman"/>
                <a:cs typeface="Times New Roman"/>
                <a:sym typeface="Times New Roman"/>
              </a:defRPr>
            </a:lvl2pPr>
            <a:lvl3pPr indent="-317500" lvl="2" marL="1371600" marR="0" rtl="0" algn="l">
              <a:lnSpc>
                <a:spcPct val="90000"/>
              </a:lnSpc>
              <a:spcBef>
                <a:spcPts val="500"/>
              </a:spcBef>
              <a:spcAft>
                <a:spcPts val="0"/>
              </a:spcAft>
              <a:buClr>
                <a:srgbClr val="8D4427"/>
              </a:buClr>
              <a:buSzPts val="1400"/>
              <a:buFont typeface="Times New Roman"/>
              <a:buChar char="−"/>
              <a:defRPr b="0" i="0" sz="2000" u="none" cap="none" strike="noStrike">
                <a:solidFill>
                  <a:schemeClr val="dk1"/>
                </a:solidFill>
                <a:latin typeface="Times New Roman"/>
                <a:ea typeface="Times New Roman"/>
                <a:cs typeface="Times New Roman"/>
                <a:sym typeface="Times New Roman"/>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imes New Roman"/>
                <a:ea typeface="Times New Roman"/>
                <a:cs typeface="Times New Roman"/>
                <a:sym typeface="Times New Roman"/>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imes New Roman"/>
                <a:ea typeface="Times New Roman"/>
                <a:cs typeface="Times New Roman"/>
                <a:sym typeface="Times New Roman"/>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8" name="Shape 48"/>
        <p:cNvGrpSpPr/>
        <p:nvPr/>
      </p:nvGrpSpPr>
      <p:grpSpPr>
        <a:xfrm>
          <a:off x="0" y="0"/>
          <a:ext cx="0" cy="0"/>
          <a:chOff x="0" y="0"/>
          <a:chExt cx="0" cy="0"/>
        </a:xfrm>
      </p:grpSpPr>
      <p:sp>
        <p:nvSpPr>
          <p:cNvPr id="49" name="Google Shape;49;p97"/>
          <p:cNvSpPr txBox="1"/>
          <p:nvPr>
            <p:ph type="title"/>
          </p:nvPr>
        </p:nvSpPr>
        <p:spPr>
          <a:xfrm>
            <a:off x="629841" y="365126"/>
            <a:ext cx="78867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50" name="Google Shape;50;p97"/>
          <p:cNvSpPr txBox="1"/>
          <p:nvPr>
            <p:ph idx="1" type="body"/>
          </p:nvPr>
        </p:nvSpPr>
        <p:spPr>
          <a:xfrm>
            <a:off x="681575" y="1606006"/>
            <a:ext cx="3868340" cy="823912"/>
          </a:xfrm>
          <a:prstGeom prst="rect">
            <a:avLst/>
          </a:prstGeom>
          <a:noFill/>
          <a:ln>
            <a:noFill/>
          </a:ln>
        </p:spPr>
        <p:txBody>
          <a:bodyPr anchorCtr="0" anchor="b"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2400"/>
              <a:buFont typeface="Arial"/>
              <a:buNone/>
              <a:defRPr b="1" i="0" sz="24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2000"/>
              <a:buFont typeface="Arial"/>
              <a:buNone/>
              <a:defRPr b="1" i="0" sz="20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800"/>
              <a:buFont typeface="Arial"/>
              <a:buNone/>
              <a:defRPr b="1" i="0" sz="18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9pPr>
          </a:lstStyle>
          <a:p/>
        </p:txBody>
      </p:sp>
      <p:sp>
        <p:nvSpPr>
          <p:cNvPr id="51" name="Google Shape;51;p97"/>
          <p:cNvSpPr txBox="1"/>
          <p:nvPr>
            <p:ph idx="2" type="body"/>
          </p:nvPr>
        </p:nvSpPr>
        <p:spPr>
          <a:xfrm>
            <a:off x="803704" y="2505075"/>
            <a:ext cx="3868340" cy="368458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52" name="Google Shape;52;p97"/>
          <p:cNvSpPr txBox="1"/>
          <p:nvPr>
            <p:ph idx="3" type="body"/>
          </p:nvPr>
        </p:nvSpPr>
        <p:spPr>
          <a:xfrm>
            <a:off x="4803013" y="1681163"/>
            <a:ext cx="3887391" cy="823912"/>
          </a:xfrm>
          <a:prstGeom prst="rect">
            <a:avLst/>
          </a:prstGeom>
          <a:noFill/>
          <a:ln>
            <a:noFill/>
          </a:ln>
        </p:spPr>
        <p:txBody>
          <a:bodyPr anchorCtr="0" anchor="b"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2400"/>
              <a:buFont typeface="Arial"/>
              <a:buNone/>
              <a:defRPr b="1" i="0" sz="24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2000"/>
              <a:buFont typeface="Arial"/>
              <a:buNone/>
              <a:defRPr b="1" i="0" sz="20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800"/>
              <a:buFont typeface="Arial"/>
              <a:buNone/>
              <a:defRPr b="1" i="0" sz="18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9pPr>
          </a:lstStyle>
          <a:p/>
        </p:txBody>
      </p:sp>
      <p:sp>
        <p:nvSpPr>
          <p:cNvPr id="53" name="Google Shape;53;p97"/>
          <p:cNvSpPr txBox="1"/>
          <p:nvPr>
            <p:ph idx="4" type="body"/>
          </p:nvPr>
        </p:nvSpPr>
        <p:spPr>
          <a:xfrm>
            <a:off x="4803013" y="2505075"/>
            <a:ext cx="3887391" cy="368458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54" name="Google Shape;54;p97"/>
          <p:cNvSpPr txBox="1"/>
          <p:nvPr>
            <p:ph idx="10" type="dt"/>
          </p:nvPr>
        </p:nvSpPr>
        <p:spPr>
          <a:xfrm>
            <a:off x="628650" y="6356351"/>
            <a:ext cx="20574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5" name="Google Shape;55;p97"/>
          <p:cNvSpPr txBox="1"/>
          <p:nvPr>
            <p:ph idx="11" type="ftr"/>
          </p:nvPr>
        </p:nvSpPr>
        <p:spPr>
          <a:xfrm>
            <a:off x="3028950" y="6356351"/>
            <a:ext cx="30861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6" name="Google Shape;56;p97"/>
          <p:cNvSpPr txBox="1"/>
          <p:nvPr>
            <p:ph idx="12" type="sldNum"/>
          </p:nvPr>
        </p:nvSpPr>
        <p:spPr>
          <a:xfrm>
            <a:off x="6457950" y="6356351"/>
            <a:ext cx="205740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rgbClr val="000000"/>
                </a:solidFill>
                <a:latin typeface="Calibri"/>
                <a:ea typeface="Calibri"/>
                <a:cs typeface="Calibri"/>
                <a:sym typeface="Calibri"/>
              </a:defRPr>
            </a:lvl1pPr>
            <a:lvl2pPr indent="0" lvl="1" marL="0" marR="0" rtl="0" algn="l">
              <a:spcBef>
                <a:spcPts val="0"/>
              </a:spcBef>
              <a:buNone/>
              <a:defRPr sz="1800">
                <a:solidFill>
                  <a:srgbClr val="000000"/>
                </a:solidFill>
                <a:latin typeface="Calibri"/>
                <a:ea typeface="Calibri"/>
                <a:cs typeface="Calibri"/>
                <a:sym typeface="Calibri"/>
              </a:defRPr>
            </a:lvl2pPr>
            <a:lvl3pPr indent="0" lvl="2" marL="0" marR="0" rtl="0" algn="l">
              <a:spcBef>
                <a:spcPts val="0"/>
              </a:spcBef>
              <a:buNone/>
              <a:defRPr sz="1800">
                <a:solidFill>
                  <a:srgbClr val="000000"/>
                </a:solidFill>
                <a:latin typeface="Calibri"/>
                <a:ea typeface="Calibri"/>
                <a:cs typeface="Calibri"/>
                <a:sym typeface="Calibri"/>
              </a:defRPr>
            </a:lvl3pPr>
            <a:lvl4pPr indent="0" lvl="3" marL="0" marR="0" rtl="0" algn="l">
              <a:spcBef>
                <a:spcPts val="0"/>
              </a:spcBef>
              <a:buNone/>
              <a:defRPr sz="1800">
                <a:solidFill>
                  <a:srgbClr val="000000"/>
                </a:solidFill>
                <a:latin typeface="Calibri"/>
                <a:ea typeface="Calibri"/>
                <a:cs typeface="Calibri"/>
                <a:sym typeface="Calibri"/>
              </a:defRPr>
            </a:lvl4pPr>
            <a:lvl5pPr indent="0" lvl="4" marL="0" marR="0" rtl="0" algn="l">
              <a:spcBef>
                <a:spcPts val="0"/>
              </a:spcBef>
              <a:buNone/>
              <a:defRPr sz="1800">
                <a:solidFill>
                  <a:srgbClr val="000000"/>
                </a:solidFill>
                <a:latin typeface="Calibri"/>
                <a:ea typeface="Calibri"/>
                <a:cs typeface="Calibri"/>
                <a:sym typeface="Calibri"/>
              </a:defRPr>
            </a:lvl5pPr>
            <a:lvl6pPr indent="0" lvl="5" marL="0" marR="0" rtl="0" algn="l">
              <a:spcBef>
                <a:spcPts val="0"/>
              </a:spcBef>
              <a:buNone/>
              <a:defRPr sz="1800">
                <a:solidFill>
                  <a:srgbClr val="000000"/>
                </a:solidFill>
                <a:latin typeface="Calibri"/>
                <a:ea typeface="Calibri"/>
                <a:cs typeface="Calibri"/>
                <a:sym typeface="Calibri"/>
              </a:defRPr>
            </a:lvl6pPr>
            <a:lvl7pPr indent="0" lvl="6" marL="0" marR="0" rtl="0" algn="l">
              <a:spcBef>
                <a:spcPts val="0"/>
              </a:spcBef>
              <a:buNone/>
              <a:defRPr sz="1800">
                <a:solidFill>
                  <a:srgbClr val="000000"/>
                </a:solidFill>
                <a:latin typeface="Calibri"/>
                <a:ea typeface="Calibri"/>
                <a:cs typeface="Calibri"/>
                <a:sym typeface="Calibri"/>
              </a:defRPr>
            </a:lvl7pPr>
            <a:lvl8pPr indent="0" lvl="7" marL="0" marR="0" rtl="0" algn="l">
              <a:spcBef>
                <a:spcPts val="0"/>
              </a:spcBef>
              <a:buNone/>
              <a:defRPr sz="1800">
                <a:solidFill>
                  <a:srgbClr val="000000"/>
                </a:solidFill>
                <a:latin typeface="Calibri"/>
                <a:ea typeface="Calibri"/>
                <a:cs typeface="Calibri"/>
                <a:sym typeface="Calibri"/>
              </a:defRPr>
            </a:lvl8pPr>
            <a:lvl9pPr indent="0" lvl="8" marL="0" marR="0" rtl="0" algn="l">
              <a:spcBef>
                <a:spcPts val="0"/>
              </a:spcBef>
              <a:buNone/>
              <a:defRPr sz="1800">
                <a:solidFill>
                  <a:srgbClr val="000000"/>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7" name="Shape 57"/>
        <p:cNvGrpSpPr/>
        <p:nvPr/>
      </p:nvGrpSpPr>
      <p:grpSpPr>
        <a:xfrm>
          <a:off x="0" y="0"/>
          <a:ext cx="0" cy="0"/>
          <a:chOff x="0" y="0"/>
          <a:chExt cx="0" cy="0"/>
        </a:xfrm>
      </p:grpSpPr>
      <p:sp>
        <p:nvSpPr>
          <p:cNvPr id="58" name="Google Shape;58;p98"/>
          <p:cNvSpPr txBox="1"/>
          <p:nvPr>
            <p:ph type="title"/>
          </p:nvPr>
        </p:nvSpPr>
        <p:spPr>
          <a:xfrm>
            <a:off x="628650" y="365126"/>
            <a:ext cx="78867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59" name="Google Shape;59;p98"/>
          <p:cNvSpPr txBox="1"/>
          <p:nvPr>
            <p:ph idx="10" type="dt"/>
          </p:nvPr>
        </p:nvSpPr>
        <p:spPr>
          <a:xfrm>
            <a:off x="628650" y="6356351"/>
            <a:ext cx="20574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60" name="Google Shape;60;p98"/>
          <p:cNvSpPr txBox="1"/>
          <p:nvPr>
            <p:ph idx="11" type="ftr"/>
          </p:nvPr>
        </p:nvSpPr>
        <p:spPr>
          <a:xfrm>
            <a:off x="3028950" y="6356351"/>
            <a:ext cx="30861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61" name="Google Shape;61;p98"/>
          <p:cNvSpPr txBox="1"/>
          <p:nvPr>
            <p:ph idx="12" type="sldNum"/>
          </p:nvPr>
        </p:nvSpPr>
        <p:spPr>
          <a:xfrm>
            <a:off x="6457950" y="6356351"/>
            <a:ext cx="205740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rgbClr val="000000"/>
                </a:solidFill>
                <a:latin typeface="Calibri"/>
                <a:ea typeface="Calibri"/>
                <a:cs typeface="Calibri"/>
                <a:sym typeface="Calibri"/>
              </a:defRPr>
            </a:lvl1pPr>
            <a:lvl2pPr indent="0" lvl="1" marL="0" marR="0" rtl="0" algn="l">
              <a:spcBef>
                <a:spcPts val="0"/>
              </a:spcBef>
              <a:buNone/>
              <a:defRPr sz="1800">
                <a:solidFill>
                  <a:srgbClr val="000000"/>
                </a:solidFill>
                <a:latin typeface="Calibri"/>
                <a:ea typeface="Calibri"/>
                <a:cs typeface="Calibri"/>
                <a:sym typeface="Calibri"/>
              </a:defRPr>
            </a:lvl2pPr>
            <a:lvl3pPr indent="0" lvl="2" marL="0" marR="0" rtl="0" algn="l">
              <a:spcBef>
                <a:spcPts val="0"/>
              </a:spcBef>
              <a:buNone/>
              <a:defRPr sz="1800">
                <a:solidFill>
                  <a:srgbClr val="000000"/>
                </a:solidFill>
                <a:latin typeface="Calibri"/>
                <a:ea typeface="Calibri"/>
                <a:cs typeface="Calibri"/>
                <a:sym typeface="Calibri"/>
              </a:defRPr>
            </a:lvl3pPr>
            <a:lvl4pPr indent="0" lvl="3" marL="0" marR="0" rtl="0" algn="l">
              <a:spcBef>
                <a:spcPts val="0"/>
              </a:spcBef>
              <a:buNone/>
              <a:defRPr sz="1800">
                <a:solidFill>
                  <a:srgbClr val="000000"/>
                </a:solidFill>
                <a:latin typeface="Calibri"/>
                <a:ea typeface="Calibri"/>
                <a:cs typeface="Calibri"/>
                <a:sym typeface="Calibri"/>
              </a:defRPr>
            </a:lvl4pPr>
            <a:lvl5pPr indent="0" lvl="4" marL="0" marR="0" rtl="0" algn="l">
              <a:spcBef>
                <a:spcPts val="0"/>
              </a:spcBef>
              <a:buNone/>
              <a:defRPr sz="1800">
                <a:solidFill>
                  <a:srgbClr val="000000"/>
                </a:solidFill>
                <a:latin typeface="Calibri"/>
                <a:ea typeface="Calibri"/>
                <a:cs typeface="Calibri"/>
                <a:sym typeface="Calibri"/>
              </a:defRPr>
            </a:lvl5pPr>
            <a:lvl6pPr indent="0" lvl="5" marL="0" marR="0" rtl="0" algn="l">
              <a:spcBef>
                <a:spcPts val="0"/>
              </a:spcBef>
              <a:buNone/>
              <a:defRPr sz="1800">
                <a:solidFill>
                  <a:srgbClr val="000000"/>
                </a:solidFill>
                <a:latin typeface="Calibri"/>
                <a:ea typeface="Calibri"/>
                <a:cs typeface="Calibri"/>
                <a:sym typeface="Calibri"/>
              </a:defRPr>
            </a:lvl6pPr>
            <a:lvl7pPr indent="0" lvl="6" marL="0" marR="0" rtl="0" algn="l">
              <a:spcBef>
                <a:spcPts val="0"/>
              </a:spcBef>
              <a:buNone/>
              <a:defRPr sz="1800">
                <a:solidFill>
                  <a:srgbClr val="000000"/>
                </a:solidFill>
                <a:latin typeface="Calibri"/>
                <a:ea typeface="Calibri"/>
                <a:cs typeface="Calibri"/>
                <a:sym typeface="Calibri"/>
              </a:defRPr>
            </a:lvl7pPr>
            <a:lvl8pPr indent="0" lvl="7" marL="0" marR="0" rtl="0" algn="l">
              <a:spcBef>
                <a:spcPts val="0"/>
              </a:spcBef>
              <a:buNone/>
              <a:defRPr sz="1800">
                <a:solidFill>
                  <a:srgbClr val="000000"/>
                </a:solidFill>
                <a:latin typeface="Calibri"/>
                <a:ea typeface="Calibri"/>
                <a:cs typeface="Calibri"/>
                <a:sym typeface="Calibri"/>
              </a:defRPr>
            </a:lvl8pPr>
            <a:lvl9pPr indent="0" lvl="8" marL="0" marR="0" rtl="0" algn="l">
              <a:spcBef>
                <a:spcPts val="0"/>
              </a:spcBef>
              <a:buNone/>
              <a:defRPr sz="1800">
                <a:solidFill>
                  <a:srgbClr val="000000"/>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62" name="Shape 62"/>
        <p:cNvGrpSpPr/>
        <p:nvPr/>
      </p:nvGrpSpPr>
      <p:grpSpPr>
        <a:xfrm>
          <a:off x="0" y="0"/>
          <a:ext cx="0" cy="0"/>
          <a:chOff x="0" y="0"/>
          <a:chExt cx="0" cy="0"/>
        </a:xfrm>
      </p:grpSpPr>
      <p:sp>
        <p:nvSpPr>
          <p:cNvPr id="63" name="Google Shape;63;p99"/>
          <p:cNvSpPr txBox="1"/>
          <p:nvPr>
            <p:ph idx="10" type="dt"/>
          </p:nvPr>
        </p:nvSpPr>
        <p:spPr>
          <a:xfrm>
            <a:off x="628650" y="6356351"/>
            <a:ext cx="20574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64" name="Google Shape;64;p99"/>
          <p:cNvSpPr txBox="1"/>
          <p:nvPr>
            <p:ph idx="11" type="ftr"/>
          </p:nvPr>
        </p:nvSpPr>
        <p:spPr>
          <a:xfrm>
            <a:off x="3028950" y="6356351"/>
            <a:ext cx="30861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65" name="Google Shape;65;p99"/>
          <p:cNvSpPr txBox="1"/>
          <p:nvPr>
            <p:ph idx="12" type="sldNum"/>
          </p:nvPr>
        </p:nvSpPr>
        <p:spPr>
          <a:xfrm>
            <a:off x="6457950" y="6356351"/>
            <a:ext cx="205740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rgbClr val="000000"/>
                </a:solidFill>
                <a:latin typeface="Calibri"/>
                <a:ea typeface="Calibri"/>
                <a:cs typeface="Calibri"/>
                <a:sym typeface="Calibri"/>
              </a:defRPr>
            </a:lvl1pPr>
            <a:lvl2pPr indent="0" lvl="1" marL="0" marR="0" rtl="0" algn="l">
              <a:spcBef>
                <a:spcPts val="0"/>
              </a:spcBef>
              <a:buNone/>
              <a:defRPr sz="1800">
                <a:solidFill>
                  <a:srgbClr val="000000"/>
                </a:solidFill>
                <a:latin typeface="Calibri"/>
                <a:ea typeface="Calibri"/>
                <a:cs typeface="Calibri"/>
                <a:sym typeface="Calibri"/>
              </a:defRPr>
            </a:lvl2pPr>
            <a:lvl3pPr indent="0" lvl="2" marL="0" marR="0" rtl="0" algn="l">
              <a:spcBef>
                <a:spcPts val="0"/>
              </a:spcBef>
              <a:buNone/>
              <a:defRPr sz="1800">
                <a:solidFill>
                  <a:srgbClr val="000000"/>
                </a:solidFill>
                <a:latin typeface="Calibri"/>
                <a:ea typeface="Calibri"/>
                <a:cs typeface="Calibri"/>
                <a:sym typeface="Calibri"/>
              </a:defRPr>
            </a:lvl3pPr>
            <a:lvl4pPr indent="0" lvl="3" marL="0" marR="0" rtl="0" algn="l">
              <a:spcBef>
                <a:spcPts val="0"/>
              </a:spcBef>
              <a:buNone/>
              <a:defRPr sz="1800">
                <a:solidFill>
                  <a:srgbClr val="000000"/>
                </a:solidFill>
                <a:latin typeface="Calibri"/>
                <a:ea typeface="Calibri"/>
                <a:cs typeface="Calibri"/>
                <a:sym typeface="Calibri"/>
              </a:defRPr>
            </a:lvl4pPr>
            <a:lvl5pPr indent="0" lvl="4" marL="0" marR="0" rtl="0" algn="l">
              <a:spcBef>
                <a:spcPts val="0"/>
              </a:spcBef>
              <a:buNone/>
              <a:defRPr sz="1800">
                <a:solidFill>
                  <a:srgbClr val="000000"/>
                </a:solidFill>
                <a:latin typeface="Calibri"/>
                <a:ea typeface="Calibri"/>
                <a:cs typeface="Calibri"/>
                <a:sym typeface="Calibri"/>
              </a:defRPr>
            </a:lvl5pPr>
            <a:lvl6pPr indent="0" lvl="5" marL="0" marR="0" rtl="0" algn="l">
              <a:spcBef>
                <a:spcPts val="0"/>
              </a:spcBef>
              <a:buNone/>
              <a:defRPr sz="1800">
                <a:solidFill>
                  <a:srgbClr val="000000"/>
                </a:solidFill>
                <a:latin typeface="Calibri"/>
                <a:ea typeface="Calibri"/>
                <a:cs typeface="Calibri"/>
                <a:sym typeface="Calibri"/>
              </a:defRPr>
            </a:lvl6pPr>
            <a:lvl7pPr indent="0" lvl="6" marL="0" marR="0" rtl="0" algn="l">
              <a:spcBef>
                <a:spcPts val="0"/>
              </a:spcBef>
              <a:buNone/>
              <a:defRPr sz="1800">
                <a:solidFill>
                  <a:srgbClr val="000000"/>
                </a:solidFill>
                <a:latin typeface="Calibri"/>
                <a:ea typeface="Calibri"/>
                <a:cs typeface="Calibri"/>
                <a:sym typeface="Calibri"/>
              </a:defRPr>
            </a:lvl7pPr>
            <a:lvl8pPr indent="0" lvl="7" marL="0" marR="0" rtl="0" algn="l">
              <a:spcBef>
                <a:spcPts val="0"/>
              </a:spcBef>
              <a:buNone/>
              <a:defRPr sz="1800">
                <a:solidFill>
                  <a:srgbClr val="000000"/>
                </a:solidFill>
                <a:latin typeface="Calibri"/>
                <a:ea typeface="Calibri"/>
                <a:cs typeface="Calibri"/>
                <a:sym typeface="Calibri"/>
              </a:defRPr>
            </a:lvl8pPr>
            <a:lvl9pPr indent="0" lvl="8" marL="0" marR="0" rtl="0" algn="l">
              <a:spcBef>
                <a:spcPts val="0"/>
              </a:spcBef>
              <a:buNone/>
              <a:defRPr sz="1800">
                <a:solidFill>
                  <a:srgbClr val="000000"/>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66" name="Shape 66"/>
        <p:cNvGrpSpPr/>
        <p:nvPr/>
      </p:nvGrpSpPr>
      <p:grpSpPr>
        <a:xfrm>
          <a:off x="0" y="0"/>
          <a:ext cx="0" cy="0"/>
          <a:chOff x="0" y="0"/>
          <a:chExt cx="0" cy="0"/>
        </a:xfrm>
      </p:grpSpPr>
      <p:sp>
        <p:nvSpPr>
          <p:cNvPr id="67" name="Google Shape;67;p100"/>
          <p:cNvSpPr txBox="1"/>
          <p:nvPr>
            <p:ph type="title"/>
          </p:nvPr>
        </p:nvSpPr>
        <p:spPr>
          <a:xfrm>
            <a:off x="629841" y="457200"/>
            <a:ext cx="2949178" cy="1600200"/>
          </a:xfrm>
          <a:prstGeom prst="rect">
            <a:avLst/>
          </a:prstGeom>
          <a:noFill/>
          <a:ln>
            <a:noFill/>
          </a:ln>
        </p:spPr>
        <p:txBody>
          <a:bodyPr anchorCtr="0" anchor="b" bIns="45700" lIns="91425" spcFirstLastPara="1" rIns="91425" wrap="square" tIns="45700">
            <a:noAutofit/>
          </a:bodyPr>
          <a:lstStyle>
            <a:lvl1pPr lvl="0" marR="0" rtl="0" algn="l">
              <a:lnSpc>
                <a:spcPct val="90000"/>
              </a:lnSpc>
              <a:spcBef>
                <a:spcPts val="0"/>
              </a:spcBef>
              <a:spcAft>
                <a:spcPts val="0"/>
              </a:spcAft>
              <a:buClr>
                <a:schemeClr val="dk1"/>
              </a:buClr>
              <a:buSzPts val="3200"/>
              <a:buFont typeface="Calibri"/>
              <a:buNone/>
              <a:defRPr b="0" i="0" sz="32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68" name="Google Shape;68;p100"/>
          <p:cNvSpPr txBox="1"/>
          <p:nvPr>
            <p:ph idx="1" type="body"/>
          </p:nvPr>
        </p:nvSpPr>
        <p:spPr>
          <a:xfrm>
            <a:off x="3887391" y="987426"/>
            <a:ext cx="4629150" cy="4873625"/>
          </a:xfrm>
          <a:prstGeom prst="rect">
            <a:avLst/>
          </a:prstGeom>
          <a:noFill/>
          <a:ln>
            <a:noFill/>
          </a:ln>
        </p:spPr>
        <p:txBody>
          <a:bodyPr anchorCtr="0" anchor="t" bIns="45700" lIns="91425" spcFirstLastPara="1" rIns="91425" wrap="square" tIns="45700">
            <a:noAutofit/>
          </a:bodyPr>
          <a:lstStyle>
            <a:lvl1pPr indent="-431800" lvl="0" marL="457200" marR="0" rtl="0" algn="l">
              <a:lnSpc>
                <a:spcPct val="90000"/>
              </a:lnSpc>
              <a:spcBef>
                <a:spcPts val="100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lnSpc>
                <a:spcPct val="90000"/>
              </a:lnSpc>
              <a:spcBef>
                <a:spcPts val="5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69" name="Google Shape;69;p100"/>
          <p:cNvSpPr txBox="1"/>
          <p:nvPr>
            <p:ph idx="2" type="body"/>
          </p:nvPr>
        </p:nvSpPr>
        <p:spPr>
          <a:xfrm>
            <a:off x="629841" y="2057400"/>
            <a:ext cx="2949178" cy="3811588"/>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1600"/>
              <a:buFont typeface="Arial"/>
              <a:buNone/>
              <a:defRPr b="0" i="0" sz="16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1400"/>
              <a:buFont typeface="Arial"/>
              <a:buNone/>
              <a:defRPr b="0" i="0" sz="14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2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9pPr>
          </a:lstStyle>
          <a:p/>
        </p:txBody>
      </p:sp>
      <p:sp>
        <p:nvSpPr>
          <p:cNvPr id="70" name="Google Shape;70;p100"/>
          <p:cNvSpPr txBox="1"/>
          <p:nvPr>
            <p:ph idx="10" type="dt"/>
          </p:nvPr>
        </p:nvSpPr>
        <p:spPr>
          <a:xfrm>
            <a:off x="628650" y="6356351"/>
            <a:ext cx="20574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71" name="Google Shape;71;p100"/>
          <p:cNvSpPr txBox="1"/>
          <p:nvPr>
            <p:ph idx="11" type="ftr"/>
          </p:nvPr>
        </p:nvSpPr>
        <p:spPr>
          <a:xfrm>
            <a:off x="3028950" y="6356351"/>
            <a:ext cx="30861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72" name="Google Shape;72;p100"/>
          <p:cNvSpPr txBox="1"/>
          <p:nvPr>
            <p:ph idx="12" type="sldNum"/>
          </p:nvPr>
        </p:nvSpPr>
        <p:spPr>
          <a:xfrm>
            <a:off x="6457950" y="6356351"/>
            <a:ext cx="205740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rgbClr val="000000"/>
                </a:solidFill>
                <a:latin typeface="Calibri"/>
                <a:ea typeface="Calibri"/>
                <a:cs typeface="Calibri"/>
                <a:sym typeface="Calibri"/>
              </a:defRPr>
            </a:lvl1pPr>
            <a:lvl2pPr indent="0" lvl="1" marL="0" marR="0" rtl="0" algn="l">
              <a:spcBef>
                <a:spcPts val="0"/>
              </a:spcBef>
              <a:buNone/>
              <a:defRPr sz="1800">
                <a:solidFill>
                  <a:srgbClr val="000000"/>
                </a:solidFill>
                <a:latin typeface="Calibri"/>
                <a:ea typeface="Calibri"/>
                <a:cs typeface="Calibri"/>
                <a:sym typeface="Calibri"/>
              </a:defRPr>
            </a:lvl2pPr>
            <a:lvl3pPr indent="0" lvl="2" marL="0" marR="0" rtl="0" algn="l">
              <a:spcBef>
                <a:spcPts val="0"/>
              </a:spcBef>
              <a:buNone/>
              <a:defRPr sz="1800">
                <a:solidFill>
                  <a:srgbClr val="000000"/>
                </a:solidFill>
                <a:latin typeface="Calibri"/>
                <a:ea typeface="Calibri"/>
                <a:cs typeface="Calibri"/>
                <a:sym typeface="Calibri"/>
              </a:defRPr>
            </a:lvl3pPr>
            <a:lvl4pPr indent="0" lvl="3" marL="0" marR="0" rtl="0" algn="l">
              <a:spcBef>
                <a:spcPts val="0"/>
              </a:spcBef>
              <a:buNone/>
              <a:defRPr sz="1800">
                <a:solidFill>
                  <a:srgbClr val="000000"/>
                </a:solidFill>
                <a:latin typeface="Calibri"/>
                <a:ea typeface="Calibri"/>
                <a:cs typeface="Calibri"/>
                <a:sym typeface="Calibri"/>
              </a:defRPr>
            </a:lvl4pPr>
            <a:lvl5pPr indent="0" lvl="4" marL="0" marR="0" rtl="0" algn="l">
              <a:spcBef>
                <a:spcPts val="0"/>
              </a:spcBef>
              <a:buNone/>
              <a:defRPr sz="1800">
                <a:solidFill>
                  <a:srgbClr val="000000"/>
                </a:solidFill>
                <a:latin typeface="Calibri"/>
                <a:ea typeface="Calibri"/>
                <a:cs typeface="Calibri"/>
                <a:sym typeface="Calibri"/>
              </a:defRPr>
            </a:lvl5pPr>
            <a:lvl6pPr indent="0" lvl="5" marL="0" marR="0" rtl="0" algn="l">
              <a:spcBef>
                <a:spcPts val="0"/>
              </a:spcBef>
              <a:buNone/>
              <a:defRPr sz="1800">
                <a:solidFill>
                  <a:srgbClr val="000000"/>
                </a:solidFill>
                <a:latin typeface="Calibri"/>
                <a:ea typeface="Calibri"/>
                <a:cs typeface="Calibri"/>
                <a:sym typeface="Calibri"/>
              </a:defRPr>
            </a:lvl6pPr>
            <a:lvl7pPr indent="0" lvl="6" marL="0" marR="0" rtl="0" algn="l">
              <a:spcBef>
                <a:spcPts val="0"/>
              </a:spcBef>
              <a:buNone/>
              <a:defRPr sz="1800">
                <a:solidFill>
                  <a:srgbClr val="000000"/>
                </a:solidFill>
                <a:latin typeface="Calibri"/>
                <a:ea typeface="Calibri"/>
                <a:cs typeface="Calibri"/>
                <a:sym typeface="Calibri"/>
              </a:defRPr>
            </a:lvl7pPr>
            <a:lvl8pPr indent="0" lvl="7" marL="0" marR="0" rtl="0" algn="l">
              <a:spcBef>
                <a:spcPts val="0"/>
              </a:spcBef>
              <a:buNone/>
              <a:defRPr sz="1800">
                <a:solidFill>
                  <a:srgbClr val="000000"/>
                </a:solidFill>
                <a:latin typeface="Calibri"/>
                <a:ea typeface="Calibri"/>
                <a:cs typeface="Calibri"/>
                <a:sym typeface="Calibri"/>
              </a:defRPr>
            </a:lvl8pPr>
            <a:lvl9pPr indent="0" lvl="8" marL="0" marR="0" rtl="0" algn="l">
              <a:spcBef>
                <a:spcPts val="0"/>
              </a:spcBef>
              <a:buNone/>
              <a:defRPr sz="1800">
                <a:solidFill>
                  <a:srgbClr val="000000"/>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73" name="Shape 73"/>
        <p:cNvGrpSpPr/>
        <p:nvPr/>
      </p:nvGrpSpPr>
      <p:grpSpPr>
        <a:xfrm>
          <a:off x="0" y="0"/>
          <a:ext cx="0" cy="0"/>
          <a:chOff x="0" y="0"/>
          <a:chExt cx="0" cy="0"/>
        </a:xfrm>
      </p:grpSpPr>
      <p:sp>
        <p:nvSpPr>
          <p:cNvPr id="74" name="Google Shape;74;p101"/>
          <p:cNvSpPr txBox="1"/>
          <p:nvPr>
            <p:ph type="title"/>
          </p:nvPr>
        </p:nvSpPr>
        <p:spPr>
          <a:xfrm>
            <a:off x="629841" y="457200"/>
            <a:ext cx="2949178" cy="1600200"/>
          </a:xfrm>
          <a:prstGeom prst="rect">
            <a:avLst/>
          </a:prstGeom>
          <a:noFill/>
          <a:ln>
            <a:noFill/>
          </a:ln>
        </p:spPr>
        <p:txBody>
          <a:bodyPr anchorCtr="0" anchor="b" bIns="45700" lIns="91425" spcFirstLastPara="1" rIns="91425" wrap="square" tIns="45700">
            <a:noAutofit/>
          </a:bodyPr>
          <a:lstStyle>
            <a:lvl1pPr lvl="0" marR="0" rtl="0" algn="l">
              <a:lnSpc>
                <a:spcPct val="90000"/>
              </a:lnSpc>
              <a:spcBef>
                <a:spcPts val="0"/>
              </a:spcBef>
              <a:spcAft>
                <a:spcPts val="0"/>
              </a:spcAft>
              <a:buClr>
                <a:schemeClr val="dk1"/>
              </a:buClr>
              <a:buSzPts val="3200"/>
              <a:buFont typeface="Calibri"/>
              <a:buNone/>
              <a:defRPr b="0" i="0" sz="32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5" name="Google Shape;75;p101"/>
          <p:cNvSpPr/>
          <p:nvPr>
            <p:ph idx="2" type="pic"/>
          </p:nvPr>
        </p:nvSpPr>
        <p:spPr>
          <a:xfrm>
            <a:off x="3887391" y="987426"/>
            <a:ext cx="4629150" cy="4873625"/>
          </a:xfrm>
          <a:prstGeom prst="rect">
            <a:avLst/>
          </a:prstGeom>
          <a:noFill/>
          <a:ln>
            <a:noFill/>
          </a:ln>
        </p:spPr>
      </p:sp>
      <p:sp>
        <p:nvSpPr>
          <p:cNvPr id="76" name="Google Shape;76;p101"/>
          <p:cNvSpPr txBox="1"/>
          <p:nvPr>
            <p:ph idx="1" type="body"/>
          </p:nvPr>
        </p:nvSpPr>
        <p:spPr>
          <a:xfrm>
            <a:off x="629841" y="2057400"/>
            <a:ext cx="2949178" cy="3811588"/>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1600"/>
              <a:buFont typeface="Arial"/>
              <a:buNone/>
              <a:defRPr b="0" i="0" sz="16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1400"/>
              <a:buFont typeface="Arial"/>
              <a:buNone/>
              <a:defRPr b="0" i="0" sz="14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2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9pPr>
          </a:lstStyle>
          <a:p/>
        </p:txBody>
      </p:sp>
      <p:sp>
        <p:nvSpPr>
          <p:cNvPr id="77" name="Google Shape;77;p101"/>
          <p:cNvSpPr txBox="1"/>
          <p:nvPr>
            <p:ph idx="10" type="dt"/>
          </p:nvPr>
        </p:nvSpPr>
        <p:spPr>
          <a:xfrm>
            <a:off x="628650" y="6356351"/>
            <a:ext cx="20574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78" name="Google Shape;78;p101"/>
          <p:cNvSpPr txBox="1"/>
          <p:nvPr>
            <p:ph idx="11" type="ftr"/>
          </p:nvPr>
        </p:nvSpPr>
        <p:spPr>
          <a:xfrm>
            <a:off x="3028950" y="6356351"/>
            <a:ext cx="30861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79" name="Google Shape;79;p101"/>
          <p:cNvSpPr txBox="1"/>
          <p:nvPr>
            <p:ph idx="12" type="sldNum"/>
          </p:nvPr>
        </p:nvSpPr>
        <p:spPr>
          <a:xfrm>
            <a:off x="6457950" y="6356351"/>
            <a:ext cx="205740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rgbClr val="000000"/>
                </a:solidFill>
                <a:latin typeface="Calibri"/>
                <a:ea typeface="Calibri"/>
                <a:cs typeface="Calibri"/>
                <a:sym typeface="Calibri"/>
              </a:defRPr>
            </a:lvl1pPr>
            <a:lvl2pPr indent="0" lvl="1" marL="0" marR="0" rtl="0" algn="l">
              <a:spcBef>
                <a:spcPts val="0"/>
              </a:spcBef>
              <a:buNone/>
              <a:defRPr sz="1800">
                <a:solidFill>
                  <a:srgbClr val="000000"/>
                </a:solidFill>
                <a:latin typeface="Calibri"/>
                <a:ea typeface="Calibri"/>
                <a:cs typeface="Calibri"/>
                <a:sym typeface="Calibri"/>
              </a:defRPr>
            </a:lvl2pPr>
            <a:lvl3pPr indent="0" lvl="2" marL="0" marR="0" rtl="0" algn="l">
              <a:spcBef>
                <a:spcPts val="0"/>
              </a:spcBef>
              <a:buNone/>
              <a:defRPr sz="1800">
                <a:solidFill>
                  <a:srgbClr val="000000"/>
                </a:solidFill>
                <a:latin typeface="Calibri"/>
                <a:ea typeface="Calibri"/>
                <a:cs typeface="Calibri"/>
                <a:sym typeface="Calibri"/>
              </a:defRPr>
            </a:lvl3pPr>
            <a:lvl4pPr indent="0" lvl="3" marL="0" marR="0" rtl="0" algn="l">
              <a:spcBef>
                <a:spcPts val="0"/>
              </a:spcBef>
              <a:buNone/>
              <a:defRPr sz="1800">
                <a:solidFill>
                  <a:srgbClr val="000000"/>
                </a:solidFill>
                <a:latin typeface="Calibri"/>
                <a:ea typeface="Calibri"/>
                <a:cs typeface="Calibri"/>
                <a:sym typeface="Calibri"/>
              </a:defRPr>
            </a:lvl4pPr>
            <a:lvl5pPr indent="0" lvl="4" marL="0" marR="0" rtl="0" algn="l">
              <a:spcBef>
                <a:spcPts val="0"/>
              </a:spcBef>
              <a:buNone/>
              <a:defRPr sz="1800">
                <a:solidFill>
                  <a:srgbClr val="000000"/>
                </a:solidFill>
                <a:latin typeface="Calibri"/>
                <a:ea typeface="Calibri"/>
                <a:cs typeface="Calibri"/>
                <a:sym typeface="Calibri"/>
              </a:defRPr>
            </a:lvl5pPr>
            <a:lvl6pPr indent="0" lvl="5" marL="0" marR="0" rtl="0" algn="l">
              <a:spcBef>
                <a:spcPts val="0"/>
              </a:spcBef>
              <a:buNone/>
              <a:defRPr sz="1800">
                <a:solidFill>
                  <a:srgbClr val="000000"/>
                </a:solidFill>
                <a:latin typeface="Calibri"/>
                <a:ea typeface="Calibri"/>
                <a:cs typeface="Calibri"/>
                <a:sym typeface="Calibri"/>
              </a:defRPr>
            </a:lvl6pPr>
            <a:lvl7pPr indent="0" lvl="6" marL="0" marR="0" rtl="0" algn="l">
              <a:spcBef>
                <a:spcPts val="0"/>
              </a:spcBef>
              <a:buNone/>
              <a:defRPr sz="1800">
                <a:solidFill>
                  <a:srgbClr val="000000"/>
                </a:solidFill>
                <a:latin typeface="Calibri"/>
                <a:ea typeface="Calibri"/>
                <a:cs typeface="Calibri"/>
                <a:sym typeface="Calibri"/>
              </a:defRPr>
            </a:lvl7pPr>
            <a:lvl8pPr indent="0" lvl="7" marL="0" marR="0" rtl="0" algn="l">
              <a:spcBef>
                <a:spcPts val="0"/>
              </a:spcBef>
              <a:buNone/>
              <a:defRPr sz="1800">
                <a:solidFill>
                  <a:srgbClr val="000000"/>
                </a:solidFill>
                <a:latin typeface="Calibri"/>
                <a:ea typeface="Calibri"/>
                <a:cs typeface="Calibri"/>
                <a:sym typeface="Calibri"/>
              </a:defRPr>
            </a:lvl8pPr>
            <a:lvl9pPr indent="0" lvl="8" marL="0" marR="0" rtl="0" algn="l">
              <a:spcBef>
                <a:spcPts val="0"/>
              </a:spcBef>
              <a:buNone/>
              <a:defRPr sz="1800">
                <a:solidFill>
                  <a:srgbClr val="000000"/>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80" name="Shape 80"/>
        <p:cNvGrpSpPr/>
        <p:nvPr/>
      </p:nvGrpSpPr>
      <p:grpSpPr>
        <a:xfrm>
          <a:off x="0" y="0"/>
          <a:ext cx="0" cy="0"/>
          <a:chOff x="0" y="0"/>
          <a:chExt cx="0" cy="0"/>
        </a:xfrm>
      </p:grpSpPr>
      <p:sp>
        <p:nvSpPr>
          <p:cNvPr id="81" name="Google Shape;81;p102"/>
          <p:cNvSpPr txBox="1"/>
          <p:nvPr>
            <p:ph type="title"/>
          </p:nvPr>
        </p:nvSpPr>
        <p:spPr>
          <a:xfrm>
            <a:off x="628650" y="365126"/>
            <a:ext cx="78867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82" name="Google Shape;82;p102"/>
          <p:cNvSpPr txBox="1"/>
          <p:nvPr>
            <p:ph idx="1" type="body"/>
          </p:nvPr>
        </p:nvSpPr>
        <p:spPr>
          <a:xfrm rot="5400000">
            <a:off x="2396331" y="57944"/>
            <a:ext cx="4351338" cy="7886700"/>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83" name="Google Shape;83;p102"/>
          <p:cNvSpPr txBox="1"/>
          <p:nvPr>
            <p:ph idx="10" type="dt"/>
          </p:nvPr>
        </p:nvSpPr>
        <p:spPr>
          <a:xfrm>
            <a:off x="628650" y="6356351"/>
            <a:ext cx="20574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4" name="Google Shape;84;p102"/>
          <p:cNvSpPr txBox="1"/>
          <p:nvPr>
            <p:ph idx="11" type="ftr"/>
          </p:nvPr>
        </p:nvSpPr>
        <p:spPr>
          <a:xfrm>
            <a:off x="3028950" y="6356351"/>
            <a:ext cx="30861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5" name="Google Shape;85;p102"/>
          <p:cNvSpPr txBox="1"/>
          <p:nvPr>
            <p:ph idx="12" type="sldNum"/>
          </p:nvPr>
        </p:nvSpPr>
        <p:spPr>
          <a:xfrm>
            <a:off x="6457950" y="6356351"/>
            <a:ext cx="205740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rgbClr val="000000"/>
                </a:solidFill>
                <a:latin typeface="Calibri"/>
                <a:ea typeface="Calibri"/>
                <a:cs typeface="Calibri"/>
                <a:sym typeface="Calibri"/>
              </a:defRPr>
            </a:lvl1pPr>
            <a:lvl2pPr indent="0" lvl="1" marL="0" marR="0" rtl="0" algn="l">
              <a:spcBef>
                <a:spcPts val="0"/>
              </a:spcBef>
              <a:buNone/>
              <a:defRPr sz="1800">
                <a:solidFill>
                  <a:srgbClr val="000000"/>
                </a:solidFill>
                <a:latin typeface="Calibri"/>
                <a:ea typeface="Calibri"/>
                <a:cs typeface="Calibri"/>
                <a:sym typeface="Calibri"/>
              </a:defRPr>
            </a:lvl2pPr>
            <a:lvl3pPr indent="0" lvl="2" marL="0" marR="0" rtl="0" algn="l">
              <a:spcBef>
                <a:spcPts val="0"/>
              </a:spcBef>
              <a:buNone/>
              <a:defRPr sz="1800">
                <a:solidFill>
                  <a:srgbClr val="000000"/>
                </a:solidFill>
                <a:latin typeface="Calibri"/>
                <a:ea typeface="Calibri"/>
                <a:cs typeface="Calibri"/>
                <a:sym typeface="Calibri"/>
              </a:defRPr>
            </a:lvl3pPr>
            <a:lvl4pPr indent="0" lvl="3" marL="0" marR="0" rtl="0" algn="l">
              <a:spcBef>
                <a:spcPts val="0"/>
              </a:spcBef>
              <a:buNone/>
              <a:defRPr sz="1800">
                <a:solidFill>
                  <a:srgbClr val="000000"/>
                </a:solidFill>
                <a:latin typeface="Calibri"/>
                <a:ea typeface="Calibri"/>
                <a:cs typeface="Calibri"/>
                <a:sym typeface="Calibri"/>
              </a:defRPr>
            </a:lvl4pPr>
            <a:lvl5pPr indent="0" lvl="4" marL="0" marR="0" rtl="0" algn="l">
              <a:spcBef>
                <a:spcPts val="0"/>
              </a:spcBef>
              <a:buNone/>
              <a:defRPr sz="1800">
                <a:solidFill>
                  <a:srgbClr val="000000"/>
                </a:solidFill>
                <a:latin typeface="Calibri"/>
                <a:ea typeface="Calibri"/>
                <a:cs typeface="Calibri"/>
                <a:sym typeface="Calibri"/>
              </a:defRPr>
            </a:lvl5pPr>
            <a:lvl6pPr indent="0" lvl="5" marL="0" marR="0" rtl="0" algn="l">
              <a:spcBef>
                <a:spcPts val="0"/>
              </a:spcBef>
              <a:buNone/>
              <a:defRPr sz="1800">
                <a:solidFill>
                  <a:srgbClr val="000000"/>
                </a:solidFill>
                <a:latin typeface="Calibri"/>
                <a:ea typeface="Calibri"/>
                <a:cs typeface="Calibri"/>
                <a:sym typeface="Calibri"/>
              </a:defRPr>
            </a:lvl6pPr>
            <a:lvl7pPr indent="0" lvl="6" marL="0" marR="0" rtl="0" algn="l">
              <a:spcBef>
                <a:spcPts val="0"/>
              </a:spcBef>
              <a:buNone/>
              <a:defRPr sz="1800">
                <a:solidFill>
                  <a:srgbClr val="000000"/>
                </a:solidFill>
                <a:latin typeface="Calibri"/>
                <a:ea typeface="Calibri"/>
                <a:cs typeface="Calibri"/>
                <a:sym typeface="Calibri"/>
              </a:defRPr>
            </a:lvl7pPr>
            <a:lvl8pPr indent="0" lvl="7" marL="0" marR="0" rtl="0" algn="l">
              <a:spcBef>
                <a:spcPts val="0"/>
              </a:spcBef>
              <a:buNone/>
              <a:defRPr sz="1800">
                <a:solidFill>
                  <a:srgbClr val="000000"/>
                </a:solidFill>
                <a:latin typeface="Calibri"/>
                <a:ea typeface="Calibri"/>
                <a:cs typeface="Calibri"/>
                <a:sym typeface="Calibri"/>
              </a:defRPr>
            </a:lvl8pPr>
            <a:lvl9pPr indent="0" lvl="8" marL="0" marR="0" rtl="0" algn="l">
              <a:spcBef>
                <a:spcPts val="0"/>
              </a:spcBef>
              <a:buNone/>
              <a:defRPr sz="1800">
                <a:solidFill>
                  <a:srgbClr val="000000"/>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86" name="Shape 86"/>
        <p:cNvGrpSpPr/>
        <p:nvPr/>
      </p:nvGrpSpPr>
      <p:grpSpPr>
        <a:xfrm>
          <a:off x="0" y="0"/>
          <a:ext cx="0" cy="0"/>
          <a:chOff x="0" y="0"/>
          <a:chExt cx="0" cy="0"/>
        </a:xfrm>
      </p:grpSpPr>
      <p:sp>
        <p:nvSpPr>
          <p:cNvPr id="87" name="Google Shape;87;p103"/>
          <p:cNvSpPr txBox="1"/>
          <p:nvPr>
            <p:ph type="title"/>
          </p:nvPr>
        </p:nvSpPr>
        <p:spPr>
          <a:xfrm rot="5400000">
            <a:off x="4623594" y="2285207"/>
            <a:ext cx="5811838" cy="1971675"/>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88" name="Google Shape;88;p103"/>
          <p:cNvSpPr txBox="1"/>
          <p:nvPr>
            <p:ph idx="1" type="body"/>
          </p:nvPr>
        </p:nvSpPr>
        <p:spPr>
          <a:xfrm rot="5400000">
            <a:off x="623094" y="370681"/>
            <a:ext cx="5811838" cy="5800725"/>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89" name="Google Shape;89;p103"/>
          <p:cNvSpPr txBox="1"/>
          <p:nvPr>
            <p:ph idx="10" type="dt"/>
          </p:nvPr>
        </p:nvSpPr>
        <p:spPr>
          <a:xfrm>
            <a:off x="628650" y="6356351"/>
            <a:ext cx="20574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0" name="Google Shape;90;p103"/>
          <p:cNvSpPr txBox="1"/>
          <p:nvPr>
            <p:ph idx="11" type="ftr"/>
          </p:nvPr>
        </p:nvSpPr>
        <p:spPr>
          <a:xfrm>
            <a:off x="3028950" y="6356351"/>
            <a:ext cx="30861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1" name="Google Shape;91;p103"/>
          <p:cNvSpPr txBox="1"/>
          <p:nvPr>
            <p:ph idx="12" type="sldNum"/>
          </p:nvPr>
        </p:nvSpPr>
        <p:spPr>
          <a:xfrm>
            <a:off x="6457950" y="6356351"/>
            <a:ext cx="205740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rgbClr val="000000"/>
                </a:solidFill>
                <a:latin typeface="Calibri"/>
                <a:ea typeface="Calibri"/>
                <a:cs typeface="Calibri"/>
                <a:sym typeface="Calibri"/>
              </a:defRPr>
            </a:lvl1pPr>
            <a:lvl2pPr indent="0" lvl="1" marL="0" marR="0" rtl="0" algn="l">
              <a:spcBef>
                <a:spcPts val="0"/>
              </a:spcBef>
              <a:buNone/>
              <a:defRPr sz="1800">
                <a:solidFill>
                  <a:srgbClr val="000000"/>
                </a:solidFill>
                <a:latin typeface="Calibri"/>
                <a:ea typeface="Calibri"/>
                <a:cs typeface="Calibri"/>
                <a:sym typeface="Calibri"/>
              </a:defRPr>
            </a:lvl2pPr>
            <a:lvl3pPr indent="0" lvl="2" marL="0" marR="0" rtl="0" algn="l">
              <a:spcBef>
                <a:spcPts val="0"/>
              </a:spcBef>
              <a:buNone/>
              <a:defRPr sz="1800">
                <a:solidFill>
                  <a:srgbClr val="000000"/>
                </a:solidFill>
                <a:latin typeface="Calibri"/>
                <a:ea typeface="Calibri"/>
                <a:cs typeface="Calibri"/>
                <a:sym typeface="Calibri"/>
              </a:defRPr>
            </a:lvl3pPr>
            <a:lvl4pPr indent="0" lvl="3" marL="0" marR="0" rtl="0" algn="l">
              <a:spcBef>
                <a:spcPts val="0"/>
              </a:spcBef>
              <a:buNone/>
              <a:defRPr sz="1800">
                <a:solidFill>
                  <a:srgbClr val="000000"/>
                </a:solidFill>
                <a:latin typeface="Calibri"/>
                <a:ea typeface="Calibri"/>
                <a:cs typeface="Calibri"/>
                <a:sym typeface="Calibri"/>
              </a:defRPr>
            </a:lvl4pPr>
            <a:lvl5pPr indent="0" lvl="4" marL="0" marR="0" rtl="0" algn="l">
              <a:spcBef>
                <a:spcPts val="0"/>
              </a:spcBef>
              <a:buNone/>
              <a:defRPr sz="1800">
                <a:solidFill>
                  <a:srgbClr val="000000"/>
                </a:solidFill>
                <a:latin typeface="Calibri"/>
                <a:ea typeface="Calibri"/>
                <a:cs typeface="Calibri"/>
                <a:sym typeface="Calibri"/>
              </a:defRPr>
            </a:lvl5pPr>
            <a:lvl6pPr indent="0" lvl="5" marL="0" marR="0" rtl="0" algn="l">
              <a:spcBef>
                <a:spcPts val="0"/>
              </a:spcBef>
              <a:buNone/>
              <a:defRPr sz="1800">
                <a:solidFill>
                  <a:srgbClr val="000000"/>
                </a:solidFill>
                <a:latin typeface="Calibri"/>
                <a:ea typeface="Calibri"/>
                <a:cs typeface="Calibri"/>
                <a:sym typeface="Calibri"/>
              </a:defRPr>
            </a:lvl6pPr>
            <a:lvl7pPr indent="0" lvl="6" marL="0" marR="0" rtl="0" algn="l">
              <a:spcBef>
                <a:spcPts val="0"/>
              </a:spcBef>
              <a:buNone/>
              <a:defRPr sz="1800">
                <a:solidFill>
                  <a:srgbClr val="000000"/>
                </a:solidFill>
                <a:latin typeface="Calibri"/>
                <a:ea typeface="Calibri"/>
                <a:cs typeface="Calibri"/>
                <a:sym typeface="Calibri"/>
              </a:defRPr>
            </a:lvl7pPr>
            <a:lvl8pPr indent="0" lvl="7" marL="0" marR="0" rtl="0" algn="l">
              <a:spcBef>
                <a:spcPts val="0"/>
              </a:spcBef>
              <a:buNone/>
              <a:defRPr sz="1800">
                <a:solidFill>
                  <a:srgbClr val="000000"/>
                </a:solidFill>
                <a:latin typeface="Calibri"/>
                <a:ea typeface="Calibri"/>
                <a:cs typeface="Calibri"/>
                <a:sym typeface="Calibri"/>
              </a:defRPr>
            </a:lvl8pPr>
            <a:lvl9pPr indent="0" lvl="8" marL="0" marR="0" rtl="0" algn="l">
              <a:spcBef>
                <a:spcPts val="0"/>
              </a:spcBef>
              <a:buNone/>
              <a:defRPr sz="1800">
                <a:solidFill>
                  <a:srgbClr val="000000"/>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p:cSld name="Custom Layout">
    <p:spTree>
      <p:nvGrpSpPr>
        <p:cNvPr id="92" name="Shape 92"/>
        <p:cNvGrpSpPr/>
        <p:nvPr/>
      </p:nvGrpSpPr>
      <p:grpSpPr>
        <a:xfrm>
          <a:off x="0" y="0"/>
          <a:ext cx="0" cy="0"/>
          <a:chOff x="0" y="0"/>
          <a:chExt cx="0" cy="0"/>
        </a:xfrm>
      </p:grpSpPr>
      <p:sp>
        <p:nvSpPr>
          <p:cNvPr id="93" name="Google Shape;93;p104"/>
          <p:cNvSpPr txBox="1"/>
          <p:nvPr>
            <p:ph type="title"/>
          </p:nvPr>
        </p:nvSpPr>
        <p:spPr>
          <a:xfrm>
            <a:off x="457200" y="274638"/>
            <a:ext cx="8229600" cy="1143000"/>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Custom Layout">
  <p:cSld name="1_Custom Layout">
    <p:spTree>
      <p:nvGrpSpPr>
        <p:cNvPr id="94" name="Shape 94"/>
        <p:cNvGrpSpPr/>
        <p:nvPr/>
      </p:nvGrpSpPr>
      <p:grpSpPr>
        <a:xfrm>
          <a:off x="0" y="0"/>
          <a:ext cx="0" cy="0"/>
          <a:chOff x="0" y="0"/>
          <a:chExt cx="0" cy="0"/>
        </a:xfrm>
      </p:grpSpPr>
      <p:sp>
        <p:nvSpPr>
          <p:cNvPr id="95" name="Google Shape;95;p105"/>
          <p:cNvSpPr txBox="1"/>
          <p:nvPr>
            <p:ph type="title"/>
          </p:nvPr>
        </p:nvSpPr>
        <p:spPr>
          <a:xfrm>
            <a:off x="457200" y="274638"/>
            <a:ext cx="8229600" cy="1143000"/>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and Content" type="obj">
  <p:cSld name="OBJECT">
    <p:spTree>
      <p:nvGrpSpPr>
        <p:cNvPr id="96" name="Shape 96"/>
        <p:cNvGrpSpPr/>
        <p:nvPr/>
      </p:nvGrpSpPr>
      <p:grpSpPr>
        <a:xfrm>
          <a:off x="0" y="0"/>
          <a:ext cx="0" cy="0"/>
          <a:chOff x="0" y="0"/>
          <a:chExt cx="0" cy="0"/>
        </a:xfrm>
      </p:grpSpPr>
      <p:sp>
        <p:nvSpPr>
          <p:cNvPr id="97" name="Google Shape;97;p106"/>
          <p:cNvSpPr txBox="1"/>
          <p:nvPr>
            <p:ph type="title"/>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98" name="Google Shape;98;p106"/>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99" name="Google Shape;99;p106"/>
          <p:cNvSpPr txBox="1"/>
          <p:nvPr>
            <p:ph idx="11" type="ftr"/>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0" name="Google Shape;100;p106"/>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rgbClr val="000000"/>
                </a:solidFill>
                <a:latin typeface="Calibri"/>
                <a:ea typeface="Calibri"/>
                <a:cs typeface="Calibri"/>
                <a:sym typeface="Calibri"/>
              </a:defRPr>
            </a:lvl1pPr>
            <a:lvl2pPr indent="0" lvl="1" marL="0" marR="0" rtl="0" algn="l">
              <a:spcBef>
                <a:spcPts val="0"/>
              </a:spcBef>
              <a:buNone/>
              <a:defRPr sz="1800">
                <a:solidFill>
                  <a:srgbClr val="000000"/>
                </a:solidFill>
                <a:latin typeface="Calibri"/>
                <a:ea typeface="Calibri"/>
                <a:cs typeface="Calibri"/>
                <a:sym typeface="Calibri"/>
              </a:defRPr>
            </a:lvl2pPr>
            <a:lvl3pPr indent="0" lvl="2" marL="0" marR="0" rtl="0" algn="l">
              <a:spcBef>
                <a:spcPts val="0"/>
              </a:spcBef>
              <a:buNone/>
              <a:defRPr sz="1800">
                <a:solidFill>
                  <a:srgbClr val="000000"/>
                </a:solidFill>
                <a:latin typeface="Calibri"/>
                <a:ea typeface="Calibri"/>
                <a:cs typeface="Calibri"/>
                <a:sym typeface="Calibri"/>
              </a:defRPr>
            </a:lvl3pPr>
            <a:lvl4pPr indent="0" lvl="3" marL="0" marR="0" rtl="0" algn="l">
              <a:spcBef>
                <a:spcPts val="0"/>
              </a:spcBef>
              <a:buNone/>
              <a:defRPr sz="1800">
                <a:solidFill>
                  <a:srgbClr val="000000"/>
                </a:solidFill>
                <a:latin typeface="Calibri"/>
                <a:ea typeface="Calibri"/>
                <a:cs typeface="Calibri"/>
                <a:sym typeface="Calibri"/>
              </a:defRPr>
            </a:lvl4pPr>
            <a:lvl5pPr indent="0" lvl="4" marL="0" marR="0" rtl="0" algn="l">
              <a:spcBef>
                <a:spcPts val="0"/>
              </a:spcBef>
              <a:buNone/>
              <a:defRPr sz="1800">
                <a:solidFill>
                  <a:srgbClr val="000000"/>
                </a:solidFill>
                <a:latin typeface="Calibri"/>
                <a:ea typeface="Calibri"/>
                <a:cs typeface="Calibri"/>
                <a:sym typeface="Calibri"/>
              </a:defRPr>
            </a:lvl5pPr>
            <a:lvl6pPr indent="0" lvl="5" marL="0" marR="0" rtl="0" algn="l">
              <a:spcBef>
                <a:spcPts val="0"/>
              </a:spcBef>
              <a:buNone/>
              <a:defRPr sz="1800">
                <a:solidFill>
                  <a:srgbClr val="000000"/>
                </a:solidFill>
                <a:latin typeface="Calibri"/>
                <a:ea typeface="Calibri"/>
                <a:cs typeface="Calibri"/>
                <a:sym typeface="Calibri"/>
              </a:defRPr>
            </a:lvl6pPr>
            <a:lvl7pPr indent="0" lvl="6" marL="0" marR="0" rtl="0" algn="l">
              <a:spcBef>
                <a:spcPts val="0"/>
              </a:spcBef>
              <a:buNone/>
              <a:defRPr sz="1800">
                <a:solidFill>
                  <a:srgbClr val="000000"/>
                </a:solidFill>
                <a:latin typeface="Calibri"/>
                <a:ea typeface="Calibri"/>
                <a:cs typeface="Calibri"/>
                <a:sym typeface="Calibri"/>
              </a:defRPr>
            </a:lvl7pPr>
            <a:lvl8pPr indent="0" lvl="7" marL="0" marR="0" rtl="0" algn="l">
              <a:spcBef>
                <a:spcPts val="0"/>
              </a:spcBef>
              <a:buNone/>
              <a:defRPr sz="1800">
                <a:solidFill>
                  <a:srgbClr val="000000"/>
                </a:solidFill>
                <a:latin typeface="Calibri"/>
                <a:ea typeface="Calibri"/>
                <a:cs typeface="Calibri"/>
                <a:sym typeface="Calibri"/>
              </a:defRPr>
            </a:lvl8pPr>
            <a:lvl9pPr indent="0" lvl="8" marL="0" marR="0" rtl="0" algn="l">
              <a:spcBef>
                <a:spcPts val="0"/>
              </a:spcBef>
              <a:buNone/>
              <a:defRPr sz="1800">
                <a:solidFill>
                  <a:srgbClr val="000000"/>
                </a:solidFill>
                <a:latin typeface="Calibri"/>
                <a:ea typeface="Calibri"/>
                <a:cs typeface="Calibri"/>
                <a:sym typeface="Calibri"/>
              </a:defRPr>
            </a:lvl9pPr>
          </a:lstStyle>
          <a:p>
            <a:pPr indent="0" lvl="0" marL="0" rtl="0" algn="l">
              <a:spcBef>
                <a:spcPts val="0"/>
              </a:spcBef>
              <a:spcAft>
                <a:spcPts val="0"/>
              </a:spcAft>
              <a:buNone/>
            </a:pPr>
            <a:r>
              <a:rPr lang="en-IN"/>
              <a:t>1-</a:t>
            </a:r>
            <a:fld id="{00000000-1234-1234-1234-123412341234}" type="slidenum">
              <a:rPr lang="en-I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16.xml"/><Relationship Id="rId11" Type="http://schemas.openxmlformats.org/officeDocument/2006/relationships/slideLayout" Target="../slideLayouts/slideLayout7.xml"/><Relationship Id="rId10" Type="http://schemas.openxmlformats.org/officeDocument/2006/relationships/slideLayout" Target="../slideLayouts/slideLayout6.xml"/><Relationship Id="rId21" Type="http://schemas.openxmlformats.org/officeDocument/2006/relationships/theme" Target="../theme/theme1.xml"/><Relationship Id="rId13" Type="http://schemas.openxmlformats.org/officeDocument/2006/relationships/slideLayout" Target="../slideLayouts/slideLayout9.xml"/><Relationship Id="rId12" Type="http://schemas.openxmlformats.org/officeDocument/2006/relationships/slideLayout" Target="../slideLayouts/slideLayout8.xml"/><Relationship Id="rId1" Type="http://schemas.openxmlformats.org/officeDocument/2006/relationships/image" Target="../media/image6.png"/><Relationship Id="rId2" Type="http://schemas.openxmlformats.org/officeDocument/2006/relationships/image" Target="../media/image1.png"/><Relationship Id="rId3" Type="http://schemas.openxmlformats.org/officeDocument/2006/relationships/image" Target="../media/image3.png"/><Relationship Id="rId4" Type="http://schemas.openxmlformats.org/officeDocument/2006/relationships/image" Target="../media/image4.jpg"/><Relationship Id="rId9" Type="http://schemas.openxmlformats.org/officeDocument/2006/relationships/slideLayout" Target="../slideLayouts/slideLayout5.xml"/><Relationship Id="rId15" Type="http://schemas.openxmlformats.org/officeDocument/2006/relationships/slideLayout" Target="../slideLayouts/slideLayout11.xml"/><Relationship Id="rId14" Type="http://schemas.openxmlformats.org/officeDocument/2006/relationships/slideLayout" Target="../slideLayouts/slideLayout10.xml"/><Relationship Id="rId17" Type="http://schemas.openxmlformats.org/officeDocument/2006/relationships/slideLayout" Target="../slideLayouts/slideLayout13.xml"/><Relationship Id="rId16" Type="http://schemas.openxmlformats.org/officeDocument/2006/relationships/slideLayout" Target="../slideLayouts/slideLayout12.xml"/><Relationship Id="rId5" Type="http://schemas.openxmlformats.org/officeDocument/2006/relationships/slideLayout" Target="../slideLayouts/slideLayout1.xml"/><Relationship Id="rId19" Type="http://schemas.openxmlformats.org/officeDocument/2006/relationships/slideLayout" Target="../slideLayouts/slideLayout15.xml"/><Relationship Id="rId6" Type="http://schemas.openxmlformats.org/officeDocument/2006/relationships/slideLayout" Target="../slideLayouts/slideLayout2.xml"/><Relationship Id="rId18" Type="http://schemas.openxmlformats.org/officeDocument/2006/relationships/slideLayout" Target="../slideLayouts/slideLayout14.xml"/><Relationship Id="rId7" Type="http://schemas.openxmlformats.org/officeDocument/2006/relationships/slideLayout" Target="../slideLayouts/slideLayout3.xml"/><Relationship Id="rId8"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90"/>
          <p:cNvSpPr txBox="1"/>
          <p:nvPr/>
        </p:nvSpPr>
        <p:spPr>
          <a:xfrm>
            <a:off x="1148443" y="294320"/>
            <a:ext cx="6847115" cy="737960"/>
          </a:xfrm>
          <a:prstGeom prst="rect">
            <a:avLst/>
          </a:prstGeom>
          <a:noFill/>
          <a:ln>
            <a:noFill/>
          </a:ln>
        </p:spPr>
        <p:txBody>
          <a:bodyPr anchorCtr="0" anchor="t" bIns="45700" lIns="91425" spcFirstLastPara="1" rIns="91425" wrap="square" tIns="45700">
            <a:noAutofit/>
          </a:bodyPr>
          <a:lstStyle/>
          <a:p>
            <a:pPr indent="0" lvl="0" marL="0" marR="0" rtl="0" algn="ctr">
              <a:lnSpc>
                <a:spcPct val="90000"/>
              </a:lnSpc>
              <a:spcBef>
                <a:spcPts val="0"/>
              </a:spcBef>
              <a:spcAft>
                <a:spcPts val="0"/>
              </a:spcAft>
              <a:buClr>
                <a:schemeClr val="dk1"/>
              </a:buClr>
              <a:buSzPts val="4400"/>
              <a:buFont typeface="Calibri"/>
              <a:buNone/>
            </a:pPr>
            <a:r>
              <a:t/>
            </a:r>
            <a:endParaRPr b="0" i="0" sz="4400" u="none" cap="none" strike="noStrike">
              <a:solidFill>
                <a:srgbClr val="000000"/>
              </a:solidFill>
              <a:latin typeface="Calibri"/>
              <a:ea typeface="Calibri"/>
              <a:cs typeface="Calibri"/>
              <a:sym typeface="Calibri"/>
            </a:endParaRPr>
          </a:p>
        </p:txBody>
      </p:sp>
      <p:sp>
        <p:nvSpPr>
          <p:cNvPr id="11" name="Google Shape;11;p90"/>
          <p:cNvSpPr txBox="1"/>
          <p:nvPr/>
        </p:nvSpPr>
        <p:spPr>
          <a:xfrm>
            <a:off x="324390" y="6373654"/>
            <a:ext cx="1455965" cy="365125"/>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i="0" lang="en-IN" sz="1400" u="none" cap="none" strike="noStrike">
                <a:solidFill>
                  <a:srgbClr val="FFFFFF"/>
                </a:solidFill>
                <a:latin typeface="Times New Roman"/>
                <a:ea typeface="Times New Roman"/>
                <a:cs typeface="Times New Roman"/>
                <a:sym typeface="Times New Roman"/>
              </a:rPr>
              <a:t>8/21/2023</a:t>
            </a:r>
            <a:endParaRPr b="1" i="0" sz="1400" u="none" cap="none" strike="noStrike">
              <a:solidFill>
                <a:srgbClr val="FFFFFF"/>
              </a:solidFill>
              <a:latin typeface="Times New Roman"/>
              <a:ea typeface="Times New Roman"/>
              <a:cs typeface="Times New Roman"/>
              <a:sym typeface="Times New Roman"/>
            </a:endParaRPr>
          </a:p>
        </p:txBody>
      </p:sp>
      <p:sp>
        <p:nvSpPr>
          <p:cNvPr id="12" name="Google Shape;12;p90"/>
          <p:cNvSpPr txBox="1"/>
          <p:nvPr/>
        </p:nvSpPr>
        <p:spPr>
          <a:xfrm>
            <a:off x="8240198" y="6347051"/>
            <a:ext cx="601436" cy="365125"/>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fld id="{00000000-1234-1234-1234-123412341234}" type="slidenum">
              <a:rPr b="1" i="0" lang="en-IN" sz="1400" u="none" cap="none" strike="noStrike">
                <a:solidFill>
                  <a:srgbClr val="FFFFFF"/>
                </a:solidFill>
                <a:latin typeface="Times New Roman"/>
                <a:ea typeface="Times New Roman"/>
                <a:cs typeface="Times New Roman"/>
                <a:sym typeface="Times New Roman"/>
              </a:rPr>
              <a:t>‹#›</a:t>
            </a:fld>
            <a:endParaRPr b="1" i="0" sz="1400" u="none" cap="none" strike="noStrike">
              <a:solidFill>
                <a:srgbClr val="FFFFFF"/>
              </a:solidFill>
              <a:latin typeface="Times New Roman"/>
              <a:ea typeface="Times New Roman"/>
              <a:cs typeface="Times New Roman"/>
              <a:sym typeface="Times New Roman"/>
            </a:endParaRPr>
          </a:p>
        </p:txBody>
      </p:sp>
      <p:cxnSp>
        <p:nvCxnSpPr>
          <p:cNvPr id="13" name="Google Shape;13;p90"/>
          <p:cNvCxnSpPr/>
          <p:nvPr/>
        </p:nvCxnSpPr>
        <p:spPr>
          <a:xfrm>
            <a:off x="173929" y="524443"/>
            <a:ext cx="15020" cy="5873873"/>
          </a:xfrm>
          <a:prstGeom prst="straightConnector1">
            <a:avLst/>
          </a:prstGeom>
          <a:noFill/>
          <a:ln cap="flat" cmpd="sng" w="9525">
            <a:solidFill>
              <a:schemeClr val="accent2"/>
            </a:solidFill>
            <a:prstDash val="solid"/>
            <a:miter lim="800000"/>
            <a:headEnd len="sm" w="sm" type="none"/>
            <a:tailEnd len="sm" w="sm" type="none"/>
          </a:ln>
        </p:spPr>
      </p:cxnSp>
      <p:cxnSp>
        <p:nvCxnSpPr>
          <p:cNvPr id="14" name="Google Shape;14;p90"/>
          <p:cNvCxnSpPr/>
          <p:nvPr/>
        </p:nvCxnSpPr>
        <p:spPr>
          <a:xfrm>
            <a:off x="8958782" y="135448"/>
            <a:ext cx="14374" cy="6100958"/>
          </a:xfrm>
          <a:prstGeom prst="straightConnector1">
            <a:avLst/>
          </a:prstGeom>
          <a:noFill/>
          <a:ln cap="flat" cmpd="sng" w="9525">
            <a:solidFill>
              <a:schemeClr val="accent2"/>
            </a:solidFill>
            <a:prstDash val="solid"/>
            <a:miter lim="800000"/>
            <a:headEnd len="sm" w="sm" type="none"/>
            <a:tailEnd len="sm" w="sm" type="none"/>
          </a:ln>
        </p:spPr>
      </p:cxnSp>
      <p:cxnSp>
        <p:nvCxnSpPr>
          <p:cNvPr id="15" name="Google Shape;15;p90"/>
          <p:cNvCxnSpPr/>
          <p:nvPr/>
        </p:nvCxnSpPr>
        <p:spPr>
          <a:xfrm>
            <a:off x="429274" y="135448"/>
            <a:ext cx="8536694" cy="0"/>
          </a:xfrm>
          <a:prstGeom prst="straightConnector1">
            <a:avLst/>
          </a:prstGeom>
          <a:noFill/>
          <a:ln cap="flat" cmpd="sng" w="9525">
            <a:solidFill>
              <a:schemeClr val="accent2"/>
            </a:solidFill>
            <a:prstDash val="solid"/>
            <a:miter lim="800000"/>
            <a:headEnd len="sm" w="sm" type="none"/>
            <a:tailEnd len="sm" w="sm" type="none"/>
          </a:ln>
        </p:spPr>
      </p:cxnSp>
      <p:cxnSp>
        <p:nvCxnSpPr>
          <p:cNvPr id="16" name="Google Shape;16;p90"/>
          <p:cNvCxnSpPr/>
          <p:nvPr/>
        </p:nvCxnSpPr>
        <p:spPr>
          <a:xfrm flipH="1" rot="-5400000">
            <a:off x="162549" y="6424715"/>
            <a:ext cx="293100" cy="240300"/>
          </a:xfrm>
          <a:prstGeom prst="curvedConnector3">
            <a:avLst>
              <a:gd fmla="val 50000" name="adj1"/>
            </a:avLst>
          </a:prstGeom>
          <a:noFill/>
          <a:ln cap="flat" cmpd="sng" w="9525">
            <a:solidFill>
              <a:schemeClr val="accent2"/>
            </a:solidFill>
            <a:prstDash val="solid"/>
            <a:miter lim="800000"/>
            <a:headEnd len="sm" w="sm" type="none"/>
            <a:tailEnd len="sm" w="sm" type="none"/>
          </a:ln>
        </p:spPr>
      </p:cxnSp>
      <p:cxnSp>
        <p:nvCxnSpPr>
          <p:cNvPr id="17" name="Google Shape;17;p90"/>
          <p:cNvCxnSpPr/>
          <p:nvPr/>
        </p:nvCxnSpPr>
        <p:spPr>
          <a:xfrm rot="5400000">
            <a:off x="8611957" y="6330007"/>
            <a:ext cx="454800" cy="267600"/>
          </a:xfrm>
          <a:prstGeom prst="curvedConnector3">
            <a:avLst>
              <a:gd fmla="val 50000" name="adj1"/>
            </a:avLst>
          </a:prstGeom>
          <a:noFill/>
          <a:ln cap="flat" cmpd="sng" w="9525">
            <a:solidFill>
              <a:schemeClr val="accent2"/>
            </a:solidFill>
            <a:prstDash val="solid"/>
            <a:miter lim="800000"/>
            <a:headEnd len="sm" w="sm" type="none"/>
            <a:tailEnd len="sm" w="sm" type="none"/>
          </a:ln>
        </p:spPr>
      </p:cxnSp>
      <p:pic>
        <p:nvPicPr>
          <p:cNvPr id="18" name="Google Shape;18;p90"/>
          <p:cNvPicPr preferRelativeResize="0"/>
          <p:nvPr/>
        </p:nvPicPr>
        <p:blipFill rotWithShape="1">
          <a:blip r:embed="rId1">
            <a:alphaModFix/>
          </a:blip>
          <a:srcRect b="0" l="0" r="0" t="0"/>
          <a:stretch/>
        </p:blipFill>
        <p:spPr>
          <a:xfrm>
            <a:off x="454" y="135448"/>
            <a:ext cx="425219" cy="6722552"/>
          </a:xfrm>
          <a:prstGeom prst="rect">
            <a:avLst/>
          </a:prstGeom>
          <a:noFill/>
          <a:ln>
            <a:noFill/>
          </a:ln>
        </p:spPr>
      </p:pic>
      <p:pic>
        <p:nvPicPr>
          <p:cNvPr id="19" name="Google Shape;19;p90"/>
          <p:cNvPicPr preferRelativeResize="0"/>
          <p:nvPr/>
        </p:nvPicPr>
        <p:blipFill rotWithShape="1">
          <a:blip r:embed="rId2">
            <a:alphaModFix/>
          </a:blip>
          <a:srcRect b="0" l="0" r="0" t="0"/>
          <a:stretch/>
        </p:blipFill>
        <p:spPr>
          <a:xfrm>
            <a:off x="429588" y="135448"/>
            <a:ext cx="153343" cy="5305232"/>
          </a:xfrm>
          <a:prstGeom prst="rect">
            <a:avLst/>
          </a:prstGeom>
          <a:noFill/>
          <a:ln>
            <a:noFill/>
          </a:ln>
        </p:spPr>
      </p:pic>
      <p:pic>
        <p:nvPicPr>
          <p:cNvPr descr="A close up of a sign&#10;&#10;Description automatically generated" id="20" name="Google Shape;20;p90"/>
          <p:cNvPicPr preferRelativeResize="0"/>
          <p:nvPr/>
        </p:nvPicPr>
        <p:blipFill rotWithShape="1">
          <a:blip r:embed="rId3">
            <a:alphaModFix/>
          </a:blip>
          <a:srcRect b="0" l="0" r="0" t="0"/>
          <a:stretch/>
        </p:blipFill>
        <p:spPr>
          <a:xfrm>
            <a:off x="8321645" y="6043825"/>
            <a:ext cx="651512" cy="647487"/>
          </a:xfrm>
          <a:prstGeom prst="rect">
            <a:avLst/>
          </a:prstGeom>
          <a:noFill/>
          <a:ln>
            <a:noFill/>
          </a:ln>
        </p:spPr>
      </p:pic>
      <p:pic>
        <p:nvPicPr>
          <p:cNvPr descr="A picture containing drawing&#10;&#10;Description automatically generated" id="21" name="Google Shape;21;p90"/>
          <p:cNvPicPr preferRelativeResize="0"/>
          <p:nvPr/>
        </p:nvPicPr>
        <p:blipFill rotWithShape="1">
          <a:blip r:embed="rId4">
            <a:alphaModFix/>
          </a:blip>
          <a:srcRect b="0" l="0" r="0" t="0"/>
          <a:stretch/>
        </p:blipFill>
        <p:spPr>
          <a:xfrm>
            <a:off x="454" y="6214968"/>
            <a:ext cx="1991676" cy="663892"/>
          </a:xfrm>
          <a:prstGeom prst="rect">
            <a:avLst/>
          </a:prstGeom>
          <a:noFill/>
          <a:ln>
            <a:noFill/>
          </a:ln>
        </p:spPr>
      </p:pic>
      <p:pic>
        <p:nvPicPr>
          <p:cNvPr id="22" name="Google Shape;22;p90"/>
          <p:cNvPicPr preferRelativeResize="0"/>
          <p:nvPr/>
        </p:nvPicPr>
        <p:blipFill rotWithShape="1">
          <a:blip r:embed="rId1">
            <a:alphaModFix/>
          </a:blip>
          <a:srcRect b="0" l="0" r="0" t="0"/>
          <a:stretch/>
        </p:blipFill>
        <p:spPr>
          <a:xfrm rot="5400000">
            <a:off x="4987623" y="3550281"/>
            <a:ext cx="385984" cy="6282060"/>
          </a:xfrm>
          <a:prstGeom prst="rect">
            <a:avLst/>
          </a:prstGeom>
          <a:noFill/>
          <a:ln>
            <a:noFill/>
          </a:ln>
        </p:spPr>
      </p:pic>
      <p:pic>
        <p:nvPicPr>
          <p:cNvPr id="23" name="Google Shape;23;p90"/>
          <p:cNvPicPr preferRelativeResize="0"/>
          <p:nvPr/>
        </p:nvPicPr>
        <p:blipFill rotWithShape="1">
          <a:blip r:embed="rId2">
            <a:alphaModFix/>
          </a:blip>
          <a:srcRect b="0" l="0" r="0" t="0"/>
          <a:stretch/>
        </p:blipFill>
        <p:spPr>
          <a:xfrm rot="5400000">
            <a:off x="5093663" y="3283949"/>
            <a:ext cx="173904" cy="6282059"/>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9" r:id="rId5"/>
    <p:sldLayoutId id="2147483650" r:id="rId6"/>
    <p:sldLayoutId id="2147483651" r:id="rId7"/>
    <p:sldLayoutId id="2147483652" r:id="rId8"/>
    <p:sldLayoutId id="2147483653" r:id="rId9"/>
    <p:sldLayoutId id="2147483654" r:id="rId10"/>
    <p:sldLayoutId id="2147483655" r:id="rId11"/>
    <p:sldLayoutId id="2147483656" r:id="rId12"/>
    <p:sldLayoutId id="2147483657" r:id="rId13"/>
    <p:sldLayoutId id="2147483658" r:id="rId14"/>
    <p:sldLayoutId id="2147483659" r:id="rId15"/>
    <p:sldLayoutId id="2147483660" r:id="rId16"/>
    <p:sldLayoutId id="2147483661" r:id="rId17"/>
    <p:sldLayoutId id="2147483662" r:id="rId18"/>
    <p:sldLayoutId id="2147483663" r:id="rId19"/>
    <p:sldLayoutId id="2147483664" r:id="rId20"/>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6.png"/><Relationship Id="rId4" Type="http://schemas.openxmlformats.org/officeDocument/2006/relationships/image" Target="../media/image1.png"/><Relationship Id="rId5" Type="http://schemas.openxmlformats.org/officeDocument/2006/relationships/image" Target="../media/image4.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9.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1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15.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8.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 Id="rId3" Type="http://schemas.openxmlformats.org/officeDocument/2006/relationships/image" Target="../media/image7.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 Id="rId3" Type="http://schemas.openxmlformats.org/officeDocument/2006/relationships/image" Target="../media/image12.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 Id="rId3" Type="http://schemas.openxmlformats.org/officeDocument/2006/relationships/image" Target="../media/image10.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 Id="rId3" Type="http://schemas.openxmlformats.org/officeDocument/2006/relationships/image" Target="../media/image20.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 Id="rId3" Type="http://schemas.openxmlformats.org/officeDocument/2006/relationships/image" Target="../media/image11.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 Id="rId3" Type="http://schemas.openxmlformats.org/officeDocument/2006/relationships/image" Target="../media/image13.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 Id="rId3" Type="http://schemas.openxmlformats.org/officeDocument/2006/relationships/image" Target="../media/image18.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 Id="rId3" Type="http://schemas.openxmlformats.org/officeDocument/2006/relationships/image" Target="../media/image18.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9.xml"/><Relationship Id="rId3" Type="http://schemas.openxmlformats.org/officeDocument/2006/relationships/image" Target="../media/image16.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sp>
        <p:nvSpPr>
          <p:cNvPr id="106" name="Google Shape;106;p1"/>
          <p:cNvSpPr txBox="1"/>
          <p:nvPr>
            <p:ph type="ctrTitle"/>
          </p:nvPr>
        </p:nvSpPr>
        <p:spPr>
          <a:xfrm>
            <a:off x="1002094" y="1628800"/>
            <a:ext cx="7772400" cy="1470025"/>
          </a:xfrm>
          <a:prstGeom prst="rect">
            <a:avLst/>
          </a:prstGeom>
          <a:noFill/>
          <a:ln>
            <a:noFill/>
          </a:ln>
        </p:spPr>
        <p:txBody>
          <a:bodyPr anchorCtr="0" anchor="t" bIns="45700" lIns="91425" spcFirstLastPara="1" rIns="91425" wrap="square" tIns="45700">
            <a:normAutofit fontScale="90000"/>
          </a:bodyPr>
          <a:lstStyle/>
          <a:p>
            <a:pPr indent="0" lvl="0" marL="0" rtl="0" algn="l">
              <a:lnSpc>
                <a:spcPct val="90000"/>
              </a:lnSpc>
              <a:spcBef>
                <a:spcPts val="0"/>
              </a:spcBef>
              <a:spcAft>
                <a:spcPts val="0"/>
              </a:spcAft>
              <a:buClr>
                <a:schemeClr val="dk1"/>
              </a:buClr>
              <a:buSzPct val="100000"/>
              <a:buFont typeface="Calibri"/>
              <a:buNone/>
            </a:pPr>
            <a:r>
              <a:rPr b="1" lang="en-IN" sz="5400"/>
              <a:t>Storytelling and Multivariate displays </a:t>
            </a:r>
            <a:r>
              <a:rPr lang="en-IN" sz="5400"/>
              <a:t>	</a:t>
            </a:r>
            <a:endParaRPr/>
          </a:p>
        </p:txBody>
      </p:sp>
      <p:sp>
        <p:nvSpPr>
          <p:cNvPr id="107" name="Google Shape;107;p1"/>
          <p:cNvSpPr txBox="1"/>
          <p:nvPr>
            <p:ph idx="1" type="subTitle"/>
          </p:nvPr>
        </p:nvSpPr>
        <p:spPr>
          <a:xfrm>
            <a:off x="1043608" y="4465508"/>
            <a:ext cx="7734334" cy="1752600"/>
          </a:xfrm>
          <a:prstGeom prst="rect">
            <a:avLst/>
          </a:prstGeom>
          <a:noFill/>
          <a:ln>
            <a:noFill/>
          </a:ln>
        </p:spPr>
        <p:txBody>
          <a:bodyPr anchorCtr="0" anchor="t" bIns="45700" lIns="91425" spcFirstLastPara="1" rIns="91425" wrap="square" tIns="45700">
            <a:noAutofit/>
          </a:bodyPr>
          <a:lstStyle/>
          <a:p>
            <a:pPr indent="0" lvl="0" marL="0" rtl="0" algn="ctr">
              <a:lnSpc>
                <a:spcPct val="90000"/>
              </a:lnSpc>
              <a:spcBef>
                <a:spcPts val="0"/>
              </a:spcBef>
              <a:spcAft>
                <a:spcPts val="0"/>
              </a:spcAft>
              <a:buClr>
                <a:srgbClr val="262626"/>
              </a:buClr>
              <a:buSzPts val="2000"/>
              <a:buNone/>
            </a:pPr>
            <a:r>
              <a:rPr lang="en-IN" sz="2000">
                <a:solidFill>
                  <a:srgbClr val="262626"/>
                </a:solidFill>
                <a:latin typeface="Marcellus"/>
                <a:ea typeface="Marcellus"/>
                <a:cs typeface="Marcellus"/>
                <a:sym typeface="Marcellus"/>
              </a:rPr>
              <a:t>Assistant Professor</a:t>
            </a:r>
            <a:endParaRPr/>
          </a:p>
          <a:p>
            <a:pPr indent="0" lvl="0" marL="0" rtl="0" algn="ctr">
              <a:lnSpc>
                <a:spcPct val="90000"/>
              </a:lnSpc>
              <a:spcBef>
                <a:spcPts val="1000"/>
              </a:spcBef>
              <a:spcAft>
                <a:spcPts val="0"/>
              </a:spcAft>
              <a:buClr>
                <a:srgbClr val="262626"/>
              </a:buClr>
              <a:buSzPts val="2000"/>
              <a:buNone/>
            </a:pPr>
            <a:r>
              <a:rPr lang="en-IN" sz="2000">
                <a:solidFill>
                  <a:srgbClr val="262626"/>
                </a:solidFill>
                <a:latin typeface="Marcellus"/>
                <a:ea typeface="Marcellus"/>
                <a:cs typeface="Marcellus"/>
                <a:sym typeface="Marcellus"/>
              </a:rPr>
              <a:t>Department of Computer Engineering </a:t>
            </a:r>
            <a:endParaRPr/>
          </a:p>
          <a:p>
            <a:pPr indent="0" lvl="0" marL="0" rtl="0" algn="ctr">
              <a:lnSpc>
                <a:spcPct val="90000"/>
              </a:lnSpc>
              <a:spcBef>
                <a:spcPts val="1000"/>
              </a:spcBef>
              <a:spcAft>
                <a:spcPts val="0"/>
              </a:spcAft>
              <a:buClr>
                <a:srgbClr val="262626"/>
              </a:buClr>
              <a:buSzPts val="2000"/>
              <a:buNone/>
            </a:pPr>
            <a:r>
              <a:rPr lang="en-IN" sz="2000">
                <a:solidFill>
                  <a:srgbClr val="262626"/>
                </a:solidFill>
                <a:latin typeface="Marcellus"/>
                <a:ea typeface="Marcellus"/>
                <a:cs typeface="Marcellus"/>
                <a:sym typeface="Marcellus"/>
              </a:rPr>
              <a:t>K. J. Somaiya College of Engineering</a:t>
            </a:r>
            <a:endParaRPr/>
          </a:p>
          <a:p>
            <a:pPr indent="0" lvl="0" marL="0" rtl="0" algn="ctr">
              <a:lnSpc>
                <a:spcPct val="90000"/>
              </a:lnSpc>
              <a:spcBef>
                <a:spcPts val="1000"/>
              </a:spcBef>
              <a:spcAft>
                <a:spcPts val="0"/>
              </a:spcAft>
              <a:buClr>
                <a:srgbClr val="262626"/>
              </a:buClr>
              <a:buSzPts val="2000"/>
              <a:buNone/>
            </a:pPr>
            <a:r>
              <a:rPr lang="en-IN" sz="2000">
                <a:solidFill>
                  <a:srgbClr val="262626"/>
                </a:solidFill>
                <a:latin typeface="Marcellus"/>
                <a:ea typeface="Marcellus"/>
                <a:cs typeface="Marcellus"/>
                <a:sym typeface="Marcellus"/>
              </a:rPr>
              <a:t>Somaiya Vidyavihar University</a:t>
            </a:r>
            <a:endParaRPr/>
          </a:p>
        </p:txBody>
      </p:sp>
      <p:pic>
        <p:nvPicPr>
          <p:cNvPr id="108" name="Google Shape;108;p1"/>
          <p:cNvPicPr preferRelativeResize="0"/>
          <p:nvPr/>
        </p:nvPicPr>
        <p:blipFill rotWithShape="1">
          <a:blip r:embed="rId3">
            <a:alphaModFix/>
          </a:blip>
          <a:srcRect b="0" l="0" r="0" t="0"/>
          <a:stretch/>
        </p:blipFill>
        <p:spPr>
          <a:xfrm>
            <a:off x="454" y="2220"/>
            <a:ext cx="425219" cy="6855781"/>
          </a:xfrm>
          <a:prstGeom prst="rect">
            <a:avLst/>
          </a:prstGeom>
          <a:noFill/>
          <a:ln>
            <a:noFill/>
          </a:ln>
        </p:spPr>
      </p:pic>
      <p:pic>
        <p:nvPicPr>
          <p:cNvPr id="109" name="Google Shape;109;p1"/>
          <p:cNvPicPr preferRelativeResize="0"/>
          <p:nvPr/>
        </p:nvPicPr>
        <p:blipFill rotWithShape="1">
          <a:blip r:embed="rId4">
            <a:alphaModFix/>
          </a:blip>
          <a:srcRect b="0" l="0" r="0" t="0"/>
          <a:stretch/>
        </p:blipFill>
        <p:spPr>
          <a:xfrm>
            <a:off x="425673" y="0"/>
            <a:ext cx="157258" cy="5440680"/>
          </a:xfrm>
          <a:prstGeom prst="rect">
            <a:avLst/>
          </a:prstGeom>
          <a:noFill/>
          <a:ln>
            <a:noFill/>
          </a:ln>
        </p:spPr>
      </p:pic>
      <p:pic>
        <p:nvPicPr>
          <p:cNvPr descr="A picture containing drawing&#10;&#10;Description automatically generated" id="110" name="Google Shape;110;p1"/>
          <p:cNvPicPr preferRelativeResize="0"/>
          <p:nvPr/>
        </p:nvPicPr>
        <p:blipFill rotWithShape="1">
          <a:blip r:embed="rId5">
            <a:alphaModFix/>
          </a:blip>
          <a:srcRect b="0" l="0" r="0" t="0"/>
          <a:stretch/>
        </p:blipFill>
        <p:spPr>
          <a:xfrm>
            <a:off x="582930" y="2219"/>
            <a:ext cx="1991676" cy="663892"/>
          </a:xfrm>
          <a:prstGeom prst="rect">
            <a:avLst/>
          </a:prstGeom>
          <a:noFill/>
          <a:ln>
            <a:noFill/>
          </a:ln>
        </p:spPr>
      </p:pic>
      <p:sp>
        <p:nvSpPr>
          <p:cNvPr id="111" name="Google Shape;111;p1"/>
          <p:cNvSpPr txBox="1"/>
          <p:nvPr>
            <p:ph idx="11" type="ftr"/>
          </p:nvPr>
        </p:nvSpPr>
        <p:spPr>
          <a:xfrm>
            <a:off x="3028950" y="6356351"/>
            <a:ext cx="3086100" cy="36512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i="0" lang="en-IN" sz="1800" u="none" cap="none" strike="noStrike">
                <a:solidFill>
                  <a:schemeClr val="dk1"/>
                </a:solidFill>
                <a:latin typeface="Calibri"/>
                <a:ea typeface="Calibri"/>
                <a:cs typeface="Calibri"/>
                <a:sym typeface="Calibri"/>
              </a:rPr>
              <a:t>sheetalpereira@somaiya.edu</a:t>
            </a:r>
            <a:endParaRPr sz="1800">
              <a:solidFill>
                <a:schemeClr val="dk1"/>
              </a:solidFill>
              <a:latin typeface="Calibri"/>
              <a:ea typeface="Calibri"/>
              <a:cs typeface="Calibri"/>
              <a:sym typeface="Calibri"/>
            </a:endParaRPr>
          </a:p>
        </p:txBody>
      </p:sp>
      <p:sp>
        <p:nvSpPr>
          <p:cNvPr id="112" name="Google Shape;112;p1"/>
          <p:cNvSpPr/>
          <p:nvPr/>
        </p:nvSpPr>
        <p:spPr>
          <a:xfrm>
            <a:off x="1578768" y="3372901"/>
            <a:ext cx="6812008" cy="46166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IN" sz="2400">
                <a:solidFill>
                  <a:srgbClr val="262626"/>
                </a:solidFill>
                <a:latin typeface="Marcellus"/>
                <a:ea typeface="Marcellus"/>
                <a:cs typeface="Marcellus"/>
                <a:sym typeface="Marcellus"/>
              </a:rPr>
              <a:t>Sheetal Pereira</a:t>
            </a:r>
            <a:endParaRPr sz="2400">
              <a:solidFill>
                <a:srgbClr val="262626"/>
              </a:solidFill>
              <a:latin typeface="Marcellus"/>
              <a:ea typeface="Marcellus"/>
              <a:cs typeface="Marcellus"/>
              <a:sym typeface="Marcellus"/>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sp>
        <p:nvSpPr>
          <p:cNvPr id="117" name="Google Shape;117;p2"/>
          <p:cNvSpPr txBox="1"/>
          <p:nvPr>
            <p:ph type="title"/>
          </p:nvPr>
        </p:nvSpPr>
        <p:spPr>
          <a:xfrm>
            <a:off x="323528" y="214817"/>
            <a:ext cx="8640959" cy="874951"/>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rgbClr val="930B0B"/>
              </a:buClr>
              <a:buSzPts val="3600"/>
              <a:buFont typeface="Times New Roman"/>
              <a:buNone/>
            </a:pPr>
            <a:r>
              <a:rPr b="1" lang="en-IN"/>
              <a:t>THE SCIENCE OF STORYTELLING</a:t>
            </a:r>
            <a:r>
              <a:rPr lang="en-IN"/>
              <a:t>	</a:t>
            </a:r>
            <a:br>
              <a:rPr lang="en-IN"/>
            </a:br>
            <a:r>
              <a:rPr lang="en-IN"/>
              <a:t>	</a:t>
            </a:r>
            <a:br>
              <a:rPr lang="en-IN"/>
            </a:br>
            <a:endParaRPr/>
          </a:p>
        </p:txBody>
      </p:sp>
      <p:sp>
        <p:nvSpPr>
          <p:cNvPr id="118" name="Google Shape;118;p2"/>
          <p:cNvSpPr txBox="1"/>
          <p:nvPr>
            <p:ph idx="1" type="body"/>
          </p:nvPr>
        </p:nvSpPr>
        <p:spPr>
          <a:xfrm>
            <a:off x="700004" y="908720"/>
            <a:ext cx="8229600" cy="5544615"/>
          </a:xfrm>
          <a:prstGeom prst="rect">
            <a:avLst/>
          </a:prstGeom>
          <a:noFill/>
          <a:ln>
            <a:noFill/>
          </a:ln>
        </p:spPr>
        <p:txBody>
          <a:bodyPr anchorCtr="0" anchor="t" bIns="45700" lIns="91425" spcFirstLastPara="1" rIns="91425" wrap="square" tIns="45700">
            <a:normAutofit lnSpcReduction="10000"/>
          </a:bodyPr>
          <a:lstStyle/>
          <a:p>
            <a:pPr indent="-285750" lvl="0" marL="285750" rtl="0" algn="l">
              <a:lnSpc>
                <a:spcPct val="90000"/>
              </a:lnSpc>
              <a:spcBef>
                <a:spcPts val="0"/>
              </a:spcBef>
              <a:spcAft>
                <a:spcPts val="0"/>
              </a:spcAft>
              <a:buClr>
                <a:schemeClr val="dk1"/>
              </a:buClr>
              <a:buSzPts val="2800"/>
              <a:buFont typeface="Arial"/>
              <a:buChar char="•"/>
            </a:pPr>
            <a:r>
              <a:rPr lang="en-IN"/>
              <a:t>Media and journalists are the ones putting emphasis on data storytelling.</a:t>
            </a:r>
            <a:endParaRPr/>
          </a:p>
          <a:p>
            <a:pPr indent="-285750" lvl="0" marL="285750" rtl="0" algn="l">
              <a:lnSpc>
                <a:spcPct val="90000"/>
              </a:lnSpc>
              <a:spcBef>
                <a:spcPts val="1000"/>
              </a:spcBef>
              <a:spcAft>
                <a:spcPts val="0"/>
              </a:spcAft>
              <a:buClr>
                <a:schemeClr val="dk1"/>
              </a:buClr>
              <a:buSzPts val="2800"/>
              <a:buFont typeface="Arial"/>
              <a:buChar char="•"/>
            </a:pPr>
            <a:r>
              <a:rPr lang="en-IN"/>
              <a:t>we’ve seen the power of storytelling used to color in</a:t>
            </a:r>
            <a:endParaRPr/>
          </a:p>
          <a:p>
            <a:pPr indent="0" lvl="0" marL="0" rtl="0" algn="l">
              <a:lnSpc>
                <a:spcPct val="90000"/>
              </a:lnSpc>
              <a:spcBef>
                <a:spcPts val="1000"/>
              </a:spcBef>
              <a:spcAft>
                <a:spcPts val="0"/>
              </a:spcAft>
              <a:buClr>
                <a:schemeClr val="dk1"/>
              </a:buClr>
              <a:buSzPts val="2800"/>
              <a:buNone/>
            </a:pPr>
            <a:r>
              <a:rPr lang="en-IN"/>
              <a:t>   conversations on just about every type of data imaginable—from challenging astronomical principles, to visualizing the tenure pipeline to quantifying the fairytale of Little Red Riding Hood.</a:t>
            </a:r>
            <a:endParaRPr/>
          </a:p>
          <a:p>
            <a:pPr indent="-285750" lvl="0" marL="285750" rtl="0" algn="l">
              <a:lnSpc>
                <a:spcPct val="90000"/>
              </a:lnSpc>
              <a:spcBef>
                <a:spcPts val="1000"/>
              </a:spcBef>
              <a:spcAft>
                <a:spcPts val="0"/>
              </a:spcAft>
              <a:buClr>
                <a:schemeClr val="dk1"/>
              </a:buClr>
              <a:buSzPts val="2800"/>
              <a:buFont typeface="Arial"/>
              <a:buChar char="•"/>
            </a:pPr>
            <a:r>
              <a:rPr lang="en-IN"/>
              <a:t> In every organization and every industry, data stories are becoming the next script for how we share information.</a:t>
            </a:r>
            <a:endParaRPr/>
          </a:p>
          <a:p>
            <a:pPr indent="-285750" lvl="0" marL="285750" rtl="0" algn="l">
              <a:lnSpc>
                <a:spcPct val="90000"/>
              </a:lnSpc>
              <a:spcBef>
                <a:spcPts val="1000"/>
              </a:spcBef>
              <a:spcAft>
                <a:spcPts val="0"/>
              </a:spcAft>
              <a:buClr>
                <a:schemeClr val="dk1"/>
              </a:buClr>
              <a:buSzPts val="2800"/>
              <a:buFont typeface="Arial"/>
              <a:buChar char="•"/>
            </a:pPr>
            <a:r>
              <a:rPr lang="en-IN"/>
              <a:t>For as diverse as data stories can be, they all have one thing in common: They give us something to connect to in a very literal sense.</a:t>
            </a:r>
            <a:br>
              <a:rPr lang="en-IN"/>
            </a:b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3"/>
          <p:cNvSpPr txBox="1"/>
          <p:nvPr>
            <p:ph type="title"/>
          </p:nvPr>
        </p:nvSpPr>
        <p:spPr>
          <a:xfrm>
            <a:off x="323528" y="214817"/>
            <a:ext cx="8640959" cy="874951"/>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rgbClr val="930B0B"/>
              </a:buClr>
              <a:buSzPts val="3600"/>
              <a:buFont typeface="Times New Roman"/>
              <a:buNone/>
            </a:pPr>
            <a:r>
              <a:rPr b="1" lang="en-IN"/>
              <a:t>THE SCIENCE OF STORYTELLING</a:t>
            </a:r>
            <a:r>
              <a:rPr lang="en-IN"/>
              <a:t>	</a:t>
            </a:r>
            <a:br>
              <a:rPr lang="en-IN"/>
            </a:br>
            <a:r>
              <a:rPr lang="en-IN"/>
              <a:t>	</a:t>
            </a:r>
            <a:br>
              <a:rPr lang="en-IN"/>
            </a:br>
            <a:endParaRPr/>
          </a:p>
        </p:txBody>
      </p:sp>
      <p:sp>
        <p:nvSpPr>
          <p:cNvPr id="124" name="Google Shape;124;p3"/>
          <p:cNvSpPr txBox="1"/>
          <p:nvPr>
            <p:ph idx="1" type="body"/>
          </p:nvPr>
        </p:nvSpPr>
        <p:spPr>
          <a:xfrm>
            <a:off x="700004" y="908721"/>
            <a:ext cx="8229600" cy="4941872"/>
          </a:xfrm>
          <a:prstGeom prst="rect">
            <a:avLst/>
          </a:prstGeom>
          <a:noFill/>
          <a:ln>
            <a:noFill/>
          </a:ln>
        </p:spPr>
        <p:txBody>
          <a:bodyPr anchorCtr="0" anchor="t" bIns="45700" lIns="91425" spcFirstLastPara="1" rIns="91425" wrap="square" tIns="45700">
            <a:normAutofit/>
          </a:bodyPr>
          <a:lstStyle/>
          <a:p>
            <a:pPr indent="-285750" lvl="0" marL="285750" rtl="0" algn="l">
              <a:lnSpc>
                <a:spcPct val="90000"/>
              </a:lnSpc>
              <a:spcBef>
                <a:spcPts val="0"/>
              </a:spcBef>
              <a:spcAft>
                <a:spcPts val="0"/>
              </a:spcAft>
              <a:buClr>
                <a:schemeClr val="dk1"/>
              </a:buClr>
              <a:buSzPts val="2800"/>
              <a:buFont typeface="Arial"/>
              <a:buChar char="•"/>
            </a:pPr>
            <a:r>
              <a:rPr b="1" lang="en-IN"/>
              <a:t>The Brain on Stories:</a:t>
            </a:r>
            <a:endParaRPr/>
          </a:p>
          <a:p>
            <a:pPr indent="-285750" lvl="0" marL="285750" rtl="0" algn="l">
              <a:lnSpc>
                <a:spcPct val="90000"/>
              </a:lnSpc>
              <a:spcBef>
                <a:spcPts val="1000"/>
              </a:spcBef>
              <a:spcAft>
                <a:spcPts val="0"/>
              </a:spcAft>
              <a:buClr>
                <a:schemeClr val="dk1"/>
              </a:buClr>
              <a:buSzPts val="2800"/>
              <a:buFont typeface="Arial"/>
              <a:buChar char="•"/>
            </a:pPr>
            <a:r>
              <a:rPr lang="en-IN"/>
              <a:t>The cognitive effects of storytelling embedded within our neurology.</a:t>
            </a:r>
            <a:endParaRPr/>
          </a:p>
          <a:p>
            <a:pPr indent="-285750" lvl="0" marL="285750" rtl="0" algn="l">
              <a:lnSpc>
                <a:spcPct val="90000"/>
              </a:lnSpc>
              <a:spcBef>
                <a:spcPts val="1000"/>
              </a:spcBef>
              <a:spcAft>
                <a:spcPts val="0"/>
              </a:spcAft>
              <a:buClr>
                <a:schemeClr val="dk1"/>
              </a:buClr>
              <a:buSzPts val="2800"/>
              <a:buFont typeface="Arial"/>
              <a:buChar char="•"/>
            </a:pPr>
            <a:r>
              <a:rPr lang="en-IN"/>
              <a:t>When we are presented with data, only two parts of our brain respond. These are Wernicke’s area—responsible for language comprehension—and Broca’s area—responsible, again, for language processing.</a:t>
            </a:r>
            <a:endParaRPr/>
          </a:p>
          <a:p>
            <a:pPr indent="-285750" lvl="0" marL="285750" rtl="0" algn="l">
              <a:lnSpc>
                <a:spcPct val="90000"/>
              </a:lnSpc>
              <a:spcBef>
                <a:spcPts val="1000"/>
              </a:spcBef>
              <a:spcAft>
                <a:spcPts val="0"/>
              </a:spcAft>
              <a:buClr>
                <a:schemeClr val="dk1"/>
              </a:buClr>
              <a:buSzPts val="2800"/>
              <a:buFont typeface="Arial"/>
              <a:buChar char="•"/>
            </a:pPr>
            <a:br>
              <a:rPr lang="en-IN"/>
            </a:b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sp>
        <p:nvSpPr>
          <p:cNvPr id="129" name="Google Shape;129;p4"/>
          <p:cNvSpPr txBox="1"/>
          <p:nvPr>
            <p:ph type="title"/>
          </p:nvPr>
        </p:nvSpPr>
        <p:spPr>
          <a:xfrm>
            <a:off x="323528" y="214817"/>
            <a:ext cx="8640959" cy="874951"/>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rgbClr val="930B0B"/>
              </a:buClr>
              <a:buSzPts val="3600"/>
              <a:buFont typeface="Times New Roman"/>
              <a:buNone/>
            </a:pPr>
            <a:r>
              <a:rPr b="1" lang="en-IN"/>
              <a:t>THE SCIENCE OF STORYTELLING</a:t>
            </a:r>
            <a:r>
              <a:rPr lang="en-IN"/>
              <a:t>	</a:t>
            </a:r>
            <a:br>
              <a:rPr lang="en-IN"/>
            </a:br>
            <a:r>
              <a:rPr lang="en-IN"/>
              <a:t>	</a:t>
            </a:r>
            <a:br>
              <a:rPr lang="en-IN"/>
            </a:br>
            <a:endParaRPr/>
          </a:p>
        </p:txBody>
      </p:sp>
      <p:sp>
        <p:nvSpPr>
          <p:cNvPr id="130" name="Google Shape;130;p4"/>
          <p:cNvSpPr txBox="1"/>
          <p:nvPr>
            <p:ph idx="1" type="body"/>
          </p:nvPr>
        </p:nvSpPr>
        <p:spPr>
          <a:xfrm>
            <a:off x="700004" y="908721"/>
            <a:ext cx="8229600" cy="4941872"/>
          </a:xfrm>
          <a:prstGeom prst="rect">
            <a:avLst/>
          </a:prstGeom>
          <a:noFill/>
          <a:ln>
            <a:noFill/>
          </a:ln>
        </p:spPr>
        <p:txBody>
          <a:bodyPr anchorCtr="0" anchor="t" bIns="45700" lIns="91425" spcFirstLastPara="1" rIns="91425" wrap="square" tIns="45700">
            <a:normAutofit/>
          </a:bodyPr>
          <a:lstStyle/>
          <a:p>
            <a:pPr indent="-285750" lvl="0" marL="285750" rtl="0" algn="l">
              <a:lnSpc>
                <a:spcPct val="90000"/>
              </a:lnSpc>
              <a:spcBef>
                <a:spcPts val="0"/>
              </a:spcBef>
              <a:spcAft>
                <a:spcPts val="0"/>
              </a:spcAft>
              <a:buClr>
                <a:schemeClr val="dk1"/>
              </a:buClr>
              <a:buSzPts val="2800"/>
              <a:buFont typeface="Arial"/>
              <a:buChar char="•"/>
            </a:pPr>
            <a:r>
              <a:rPr b="1" lang="en-IN"/>
              <a:t>The Brain on Stories:</a:t>
            </a:r>
            <a:endParaRPr/>
          </a:p>
          <a:p>
            <a:pPr indent="-285750" lvl="0" marL="285750" rtl="0" algn="l">
              <a:lnSpc>
                <a:spcPct val="90000"/>
              </a:lnSpc>
              <a:spcBef>
                <a:spcPts val="1000"/>
              </a:spcBef>
              <a:spcAft>
                <a:spcPts val="0"/>
              </a:spcAft>
              <a:buClr>
                <a:schemeClr val="dk1"/>
              </a:buClr>
              <a:buSzPts val="2800"/>
              <a:buFont typeface="Arial"/>
              <a:buChar char="•"/>
            </a:pPr>
            <a:r>
              <a:rPr lang="en-IN"/>
              <a:t>For the very powerful human brain, data is easy. The brain’s response to these stimuli is a relatively simple input-and respond transaction that requires the utilization of these two basic areas. </a:t>
            </a:r>
            <a:endParaRPr/>
          </a:p>
          <a:p>
            <a:pPr indent="-285750" lvl="0" marL="285750" rtl="0" algn="l">
              <a:lnSpc>
                <a:spcPct val="90000"/>
              </a:lnSpc>
              <a:spcBef>
                <a:spcPts val="1000"/>
              </a:spcBef>
              <a:spcAft>
                <a:spcPts val="0"/>
              </a:spcAft>
              <a:buClr>
                <a:schemeClr val="dk1"/>
              </a:buClr>
              <a:buSzPts val="2800"/>
              <a:buFont typeface="Arial"/>
              <a:buChar char="•"/>
            </a:pPr>
            <a:r>
              <a:rPr lang="en-IN"/>
              <a:t>Because we’re focused only on seeing and responding to information (agree/disagree), there’s no great</a:t>
            </a:r>
            <a:endParaRPr/>
          </a:p>
          <a:p>
            <a:pPr indent="0" lvl="0" marL="0" rtl="0" algn="l">
              <a:lnSpc>
                <a:spcPct val="90000"/>
              </a:lnSpc>
              <a:spcBef>
                <a:spcPts val="1000"/>
              </a:spcBef>
              <a:spcAft>
                <a:spcPts val="0"/>
              </a:spcAft>
              <a:buClr>
                <a:schemeClr val="dk1"/>
              </a:buClr>
              <a:buSzPts val="2800"/>
              <a:buNone/>
            </a:pPr>
            <a:r>
              <a:rPr lang="en-IN"/>
              <a:t>    need to overexert our neuro-horsepower.</a:t>
            </a:r>
            <a:br>
              <a:rPr lang="en-IN"/>
            </a:b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sp>
        <p:nvSpPr>
          <p:cNvPr id="135" name="Google Shape;135;p5"/>
          <p:cNvSpPr txBox="1"/>
          <p:nvPr>
            <p:ph type="title"/>
          </p:nvPr>
        </p:nvSpPr>
        <p:spPr>
          <a:xfrm>
            <a:off x="323528" y="214817"/>
            <a:ext cx="8640959" cy="874951"/>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rgbClr val="930B0B"/>
              </a:buClr>
              <a:buSzPts val="3600"/>
              <a:buFont typeface="Times New Roman"/>
              <a:buNone/>
            </a:pPr>
            <a:r>
              <a:rPr b="1" lang="en-IN"/>
              <a:t>THE SCIENCE OF STORYTELLING</a:t>
            </a:r>
            <a:r>
              <a:rPr lang="en-IN"/>
              <a:t>	</a:t>
            </a:r>
            <a:br>
              <a:rPr lang="en-IN"/>
            </a:br>
            <a:r>
              <a:rPr lang="en-IN"/>
              <a:t>	</a:t>
            </a:r>
            <a:br>
              <a:rPr lang="en-IN"/>
            </a:br>
            <a:endParaRPr/>
          </a:p>
        </p:txBody>
      </p:sp>
      <p:sp>
        <p:nvSpPr>
          <p:cNvPr id="136" name="Google Shape;136;p5"/>
          <p:cNvSpPr txBox="1"/>
          <p:nvPr>
            <p:ph idx="1" type="body"/>
          </p:nvPr>
        </p:nvSpPr>
        <p:spPr>
          <a:xfrm>
            <a:off x="700004" y="908721"/>
            <a:ext cx="8229600" cy="4941872"/>
          </a:xfrm>
          <a:prstGeom prst="rect">
            <a:avLst/>
          </a:prstGeom>
          <a:noFill/>
          <a:ln>
            <a:noFill/>
          </a:ln>
        </p:spPr>
        <p:txBody>
          <a:bodyPr anchorCtr="0" anchor="t" bIns="45700" lIns="91425" spcFirstLastPara="1" rIns="91425" wrap="square" tIns="45700">
            <a:normAutofit/>
          </a:bodyPr>
          <a:lstStyle/>
          <a:p>
            <a:pPr indent="-285750" lvl="0" marL="285750" rtl="0" algn="l">
              <a:lnSpc>
                <a:spcPct val="90000"/>
              </a:lnSpc>
              <a:spcBef>
                <a:spcPts val="0"/>
              </a:spcBef>
              <a:spcAft>
                <a:spcPts val="0"/>
              </a:spcAft>
              <a:buClr>
                <a:schemeClr val="dk1"/>
              </a:buClr>
              <a:buSzPts val="2800"/>
              <a:buFont typeface="Arial"/>
              <a:buChar char="•"/>
            </a:pPr>
            <a:r>
              <a:rPr b="1" lang="en-IN"/>
              <a:t>The Brain on Stories:</a:t>
            </a:r>
            <a:endParaRPr/>
          </a:p>
          <a:p>
            <a:pPr indent="-285750" lvl="0" marL="285750" rtl="0" algn="l">
              <a:lnSpc>
                <a:spcPct val="90000"/>
              </a:lnSpc>
              <a:spcBef>
                <a:spcPts val="1000"/>
              </a:spcBef>
              <a:spcAft>
                <a:spcPts val="0"/>
              </a:spcAft>
              <a:buClr>
                <a:schemeClr val="dk1"/>
              </a:buClr>
              <a:buSzPts val="2800"/>
              <a:buFont typeface="Arial"/>
              <a:buChar char="•"/>
            </a:pPr>
            <a:r>
              <a:rPr lang="en-IN"/>
              <a:t>For the very powerful human brain, data is easy. The brain’s response to these stimuli is a relatively simple input-and respond transaction that requires the utilization of these two basic areas. </a:t>
            </a:r>
            <a:endParaRPr/>
          </a:p>
          <a:p>
            <a:pPr indent="-285750" lvl="0" marL="285750" rtl="0" algn="l">
              <a:lnSpc>
                <a:spcPct val="90000"/>
              </a:lnSpc>
              <a:spcBef>
                <a:spcPts val="1000"/>
              </a:spcBef>
              <a:spcAft>
                <a:spcPts val="0"/>
              </a:spcAft>
              <a:buClr>
                <a:schemeClr val="dk1"/>
              </a:buClr>
              <a:buSzPts val="2800"/>
              <a:buFont typeface="Arial"/>
              <a:buChar char="•"/>
            </a:pPr>
            <a:r>
              <a:rPr lang="en-IN"/>
              <a:t>Because we’re focused only on seeing and responding to information (agree/disagree), there’s no great</a:t>
            </a:r>
            <a:endParaRPr/>
          </a:p>
          <a:p>
            <a:pPr indent="0" lvl="0" marL="0" rtl="0" algn="l">
              <a:lnSpc>
                <a:spcPct val="90000"/>
              </a:lnSpc>
              <a:spcBef>
                <a:spcPts val="1000"/>
              </a:spcBef>
              <a:spcAft>
                <a:spcPts val="0"/>
              </a:spcAft>
              <a:buClr>
                <a:schemeClr val="dk1"/>
              </a:buClr>
              <a:buSzPts val="2800"/>
              <a:buNone/>
            </a:pPr>
            <a:r>
              <a:rPr lang="en-IN"/>
              <a:t>    need to overexert our neuro-horsepower.</a:t>
            </a:r>
            <a:endParaRPr/>
          </a:p>
          <a:p>
            <a:pPr indent="-285750" lvl="0" marL="285750" rtl="0" algn="l">
              <a:lnSpc>
                <a:spcPct val="90000"/>
              </a:lnSpc>
              <a:spcBef>
                <a:spcPts val="1000"/>
              </a:spcBef>
              <a:spcAft>
                <a:spcPts val="0"/>
              </a:spcAft>
              <a:buClr>
                <a:schemeClr val="dk1"/>
              </a:buClr>
              <a:buSzPts val="2800"/>
              <a:buFont typeface="Arial"/>
              <a:buChar char="•"/>
            </a:pPr>
            <a:r>
              <a:rPr lang="en-IN"/>
              <a:t>stories require a substantial cognitive boost. E.g. pasta for dinner.</a:t>
            </a:r>
            <a:br>
              <a:rPr lang="en-IN"/>
            </a:b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sp>
        <p:nvSpPr>
          <p:cNvPr id="141" name="Google Shape;141;p6"/>
          <p:cNvSpPr txBox="1"/>
          <p:nvPr>
            <p:ph type="title"/>
          </p:nvPr>
        </p:nvSpPr>
        <p:spPr>
          <a:xfrm>
            <a:off x="323528" y="214817"/>
            <a:ext cx="8640959" cy="874951"/>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rgbClr val="930B0B"/>
              </a:buClr>
              <a:buSzPts val="3600"/>
              <a:buFont typeface="Times New Roman"/>
              <a:buNone/>
            </a:pPr>
            <a:r>
              <a:rPr b="1" lang="en-IN"/>
              <a:t>THE SCIENCE OF STORYTELLING</a:t>
            </a:r>
            <a:r>
              <a:rPr lang="en-IN"/>
              <a:t>	</a:t>
            </a:r>
            <a:br>
              <a:rPr lang="en-IN"/>
            </a:br>
            <a:r>
              <a:rPr lang="en-IN"/>
              <a:t>	</a:t>
            </a:r>
            <a:br>
              <a:rPr lang="en-IN"/>
            </a:br>
            <a:endParaRPr/>
          </a:p>
        </p:txBody>
      </p:sp>
      <p:sp>
        <p:nvSpPr>
          <p:cNvPr id="142" name="Google Shape;142;p6"/>
          <p:cNvSpPr txBox="1"/>
          <p:nvPr>
            <p:ph idx="1" type="body"/>
          </p:nvPr>
        </p:nvSpPr>
        <p:spPr>
          <a:xfrm>
            <a:off x="700004" y="908720"/>
            <a:ext cx="8229600" cy="5400599"/>
          </a:xfrm>
          <a:prstGeom prst="rect">
            <a:avLst/>
          </a:prstGeom>
          <a:noFill/>
          <a:ln>
            <a:noFill/>
          </a:ln>
        </p:spPr>
        <p:txBody>
          <a:bodyPr anchorCtr="0" anchor="t" bIns="45700" lIns="91425" spcFirstLastPara="1" rIns="91425" wrap="square" tIns="45700">
            <a:normAutofit/>
          </a:bodyPr>
          <a:lstStyle/>
          <a:p>
            <a:pPr indent="-285750" lvl="0" marL="285750" rtl="0" algn="l">
              <a:lnSpc>
                <a:spcPct val="90000"/>
              </a:lnSpc>
              <a:spcBef>
                <a:spcPts val="0"/>
              </a:spcBef>
              <a:spcAft>
                <a:spcPts val="0"/>
              </a:spcAft>
              <a:buClr>
                <a:schemeClr val="dk1"/>
              </a:buClr>
              <a:buSzPts val="2800"/>
              <a:buFont typeface="Arial"/>
              <a:buChar char="•"/>
            </a:pPr>
            <a:r>
              <a:rPr b="1" lang="en-IN"/>
              <a:t>The Brain on Stories:</a:t>
            </a:r>
            <a:endParaRPr/>
          </a:p>
          <a:p>
            <a:pPr indent="-285750" lvl="0" marL="285750" rtl="0" algn="l">
              <a:lnSpc>
                <a:spcPct val="90000"/>
              </a:lnSpc>
              <a:spcBef>
                <a:spcPts val="1000"/>
              </a:spcBef>
              <a:spcAft>
                <a:spcPts val="0"/>
              </a:spcAft>
              <a:buClr>
                <a:schemeClr val="dk1"/>
              </a:buClr>
              <a:buSzPts val="2800"/>
              <a:buFont typeface="Arial"/>
              <a:buChar char="•"/>
            </a:pPr>
            <a:r>
              <a:rPr lang="en-IN"/>
              <a:t>This is the difference between visualizing data, and presenting a story: rather than itemizing a list of ingredients (data points)</a:t>
            </a:r>
            <a:endParaRPr/>
          </a:p>
          <a:p>
            <a:pPr indent="-285750" lvl="0" marL="285750" rtl="0" algn="l">
              <a:lnSpc>
                <a:spcPct val="90000"/>
              </a:lnSpc>
              <a:spcBef>
                <a:spcPts val="1000"/>
              </a:spcBef>
              <a:spcAft>
                <a:spcPts val="0"/>
              </a:spcAft>
              <a:buClr>
                <a:schemeClr val="dk1"/>
              </a:buClr>
              <a:buSzPts val="2800"/>
              <a:buFont typeface="Arial"/>
              <a:buChar char="•"/>
            </a:pPr>
            <a:r>
              <a:rPr lang="en-IN"/>
              <a:t>we are presenting a full, sensory-engaging dining experience (see Figure 2.1).</a:t>
            </a:r>
            <a:endParaRPr/>
          </a:p>
          <a:p>
            <a:pPr indent="0" lvl="0" marL="0" rtl="0" algn="l">
              <a:lnSpc>
                <a:spcPct val="90000"/>
              </a:lnSpc>
              <a:spcBef>
                <a:spcPts val="1000"/>
              </a:spcBef>
              <a:spcAft>
                <a:spcPts val="0"/>
              </a:spcAft>
              <a:buClr>
                <a:schemeClr val="dk1"/>
              </a:buClr>
              <a:buSzPts val="2800"/>
              <a:buNone/>
            </a:pPr>
            <a:br>
              <a:rPr lang="en-IN"/>
            </a:br>
            <a:endParaRPr/>
          </a:p>
        </p:txBody>
      </p:sp>
      <p:pic>
        <p:nvPicPr>
          <p:cNvPr id="143" name="Google Shape;143;p6"/>
          <p:cNvPicPr preferRelativeResize="0"/>
          <p:nvPr/>
        </p:nvPicPr>
        <p:blipFill rotWithShape="1">
          <a:blip r:embed="rId3">
            <a:alphaModFix/>
          </a:blip>
          <a:srcRect b="0" l="0" r="0" t="0"/>
          <a:stretch/>
        </p:blipFill>
        <p:spPr>
          <a:xfrm>
            <a:off x="891716" y="3429000"/>
            <a:ext cx="7362825" cy="2870473"/>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p7"/>
          <p:cNvSpPr txBox="1"/>
          <p:nvPr>
            <p:ph type="title"/>
          </p:nvPr>
        </p:nvSpPr>
        <p:spPr>
          <a:xfrm>
            <a:off x="323528" y="214817"/>
            <a:ext cx="8640959" cy="874951"/>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rgbClr val="930B0B"/>
              </a:buClr>
              <a:buSzPts val="3600"/>
              <a:buFont typeface="Times New Roman"/>
              <a:buNone/>
            </a:pPr>
            <a:r>
              <a:rPr b="1" lang="en-IN"/>
              <a:t>THE SCIENCE OF STORYTELLING</a:t>
            </a:r>
            <a:r>
              <a:rPr lang="en-IN"/>
              <a:t>	</a:t>
            </a:r>
            <a:br>
              <a:rPr lang="en-IN"/>
            </a:br>
            <a:r>
              <a:rPr lang="en-IN"/>
              <a:t>	</a:t>
            </a:r>
            <a:br>
              <a:rPr lang="en-IN"/>
            </a:br>
            <a:endParaRPr/>
          </a:p>
        </p:txBody>
      </p:sp>
      <p:sp>
        <p:nvSpPr>
          <p:cNvPr id="149" name="Google Shape;149;p7"/>
          <p:cNvSpPr txBox="1"/>
          <p:nvPr>
            <p:ph idx="1" type="body"/>
          </p:nvPr>
        </p:nvSpPr>
        <p:spPr>
          <a:xfrm>
            <a:off x="700004" y="908720"/>
            <a:ext cx="8229600" cy="5400599"/>
          </a:xfrm>
          <a:prstGeom prst="rect">
            <a:avLst/>
          </a:prstGeom>
          <a:noFill/>
          <a:ln>
            <a:noFill/>
          </a:ln>
        </p:spPr>
        <p:txBody>
          <a:bodyPr anchorCtr="0" anchor="t" bIns="45700" lIns="91425" spcFirstLastPara="1" rIns="91425" wrap="square" tIns="45700">
            <a:normAutofit fontScale="92500" lnSpcReduction="20000"/>
          </a:bodyPr>
          <a:lstStyle/>
          <a:p>
            <a:pPr indent="-285750" lvl="0" marL="285750" rtl="0" algn="l">
              <a:lnSpc>
                <a:spcPct val="90000"/>
              </a:lnSpc>
              <a:spcBef>
                <a:spcPts val="0"/>
              </a:spcBef>
              <a:spcAft>
                <a:spcPts val="0"/>
              </a:spcAft>
              <a:buClr>
                <a:schemeClr val="dk1"/>
              </a:buClr>
              <a:buSzPct val="100000"/>
              <a:buFont typeface="Arial"/>
              <a:buChar char="•"/>
            </a:pPr>
            <a:r>
              <a:rPr b="1" lang="en-IN"/>
              <a:t>The Brain on Stories:</a:t>
            </a:r>
            <a:endParaRPr/>
          </a:p>
          <a:p>
            <a:pPr indent="-285750" lvl="0" marL="285750" rtl="0" algn="just">
              <a:lnSpc>
                <a:spcPct val="90000"/>
              </a:lnSpc>
              <a:spcBef>
                <a:spcPts val="1000"/>
              </a:spcBef>
              <a:spcAft>
                <a:spcPts val="0"/>
              </a:spcAft>
              <a:buClr>
                <a:schemeClr val="dk1"/>
              </a:buClr>
              <a:buSzPct val="100000"/>
              <a:buChar char="•"/>
            </a:pPr>
            <a:r>
              <a:rPr lang="en-IN"/>
              <a:t>You can think of this storytelling experience in a more</a:t>
            </a:r>
            <a:endParaRPr/>
          </a:p>
          <a:p>
            <a:pPr indent="0" lvl="0" marL="0" rtl="0" algn="just">
              <a:lnSpc>
                <a:spcPct val="90000"/>
              </a:lnSpc>
              <a:spcBef>
                <a:spcPts val="1000"/>
              </a:spcBef>
              <a:spcAft>
                <a:spcPts val="0"/>
              </a:spcAft>
              <a:buClr>
                <a:schemeClr val="dk1"/>
              </a:buClr>
              <a:buSzPct val="100000"/>
              <a:buNone/>
            </a:pPr>
            <a:r>
              <a:rPr lang="en-IN"/>
              <a:t> traditional way, too, by considering the difference in reading a novel and watching a film. </a:t>
            </a:r>
            <a:endParaRPr/>
          </a:p>
          <a:p>
            <a:pPr indent="-285750" lvl="0" marL="285750" rtl="0" algn="just">
              <a:lnSpc>
                <a:spcPct val="90000"/>
              </a:lnSpc>
              <a:spcBef>
                <a:spcPts val="1000"/>
              </a:spcBef>
              <a:spcAft>
                <a:spcPts val="0"/>
              </a:spcAft>
              <a:buClr>
                <a:schemeClr val="dk1"/>
              </a:buClr>
              <a:buSzPct val="100000"/>
              <a:buChar char="•"/>
            </a:pPr>
            <a:r>
              <a:rPr lang="en-IN"/>
              <a:t>When reading, you are tasked with using your imagination—you’re reading the raw data of words and building the story in your own mind. </a:t>
            </a:r>
            <a:endParaRPr/>
          </a:p>
          <a:p>
            <a:pPr indent="-285750" lvl="0" marL="285750" rtl="0" algn="just">
              <a:lnSpc>
                <a:spcPct val="90000"/>
              </a:lnSpc>
              <a:spcBef>
                <a:spcPts val="1000"/>
              </a:spcBef>
              <a:spcAft>
                <a:spcPts val="0"/>
              </a:spcAft>
              <a:buClr>
                <a:schemeClr val="dk1"/>
              </a:buClr>
              <a:buSzPct val="100000"/>
              <a:buChar char="•"/>
            </a:pPr>
            <a:r>
              <a:rPr lang="en-IN"/>
              <a:t>Conversely, when watching a film, your imagination is off the hook. Images of characters and settings, costumes, spoken dialogue, music, and so on are displayed for you on the screen. When you watch a live presentation, like a play or a 4D movie, you also get a few extra pieces of sensory information, like the smell of a smoke machine or carefully chosen scents to accompany the story pumping through the air.</a:t>
            </a:r>
            <a:br>
              <a:rPr lang="en-IN"/>
            </a:b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sp>
        <p:nvSpPr>
          <p:cNvPr id="154" name="Google Shape;154;p8"/>
          <p:cNvSpPr txBox="1"/>
          <p:nvPr>
            <p:ph type="title"/>
          </p:nvPr>
        </p:nvSpPr>
        <p:spPr>
          <a:xfrm>
            <a:off x="323528" y="214817"/>
            <a:ext cx="8640959" cy="874951"/>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rgbClr val="930B0B"/>
              </a:buClr>
              <a:buSzPts val="3600"/>
              <a:buFont typeface="Times New Roman"/>
              <a:buNone/>
            </a:pPr>
            <a:r>
              <a:rPr b="1" lang="en-IN"/>
              <a:t>THE SCIENCE OF STORYTELLING</a:t>
            </a:r>
            <a:r>
              <a:rPr lang="en-IN"/>
              <a:t>	</a:t>
            </a:r>
            <a:br>
              <a:rPr lang="en-IN"/>
            </a:br>
            <a:r>
              <a:rPr lang="en-IN"/>
              <a:t>	</a:t>
            </a:r>
            <a:br>
              <a:rPr lang="en-IN"/>
            </a:br>
            <a:endParaRPr/>
          </a:p>
        </p:txBody>
      </p:sp>
      <p:sp>
        <p:nvSpPr>
          <p:cNvPr id="155" name="Google Shape;155;p8"/>
          <p:cNvSpPr txBox="1"/>
          <p:nvPr>
            <p:ph idx="1" type="body"/>
          </p:nvPr>
        </p:nvSpPr>
        <p:spPr>
          <a:xfrm>
            <a:off x="700004" y="908720"/>
            <a:ext cx="8229600" cy="5400599"/>
          </a:xfrm>
          <a:prstGeom prst="rect">
            <a:avLst/>
          </a:prstGeom>
          <a:noFill/>
          <a:ln>
            <a:noFill/>
          </a:ln>
        </p:spPr>
        <p:txBody>
          <a:bodyPr anchorCtr="0" anchor="t" bIns="45700" lIns="91425" spcFirstLastPara="1" rIns="91425" wrap="square" tIns="45700">
            <a:normAutofit fontScale="92500" lnSpcReduction="10000"/>
          </a:bodyPr>
          <a:lstStyle/>
          <a:p>
            <a:pPr indent="-285750" lvl="0" marL="285750" rtl="0" algn="l">
              <a:lnSpc>
                <a:spcPct val="90000"/>
              </a:lnSpc>
              <a:spcBef>
                <a:spcPts val="0"/>
              </a:spcBef>
              <a:spcAft>
                <a:spcPts val="0"/>
              </a:spcAft>
              <a:buClr>
                <a:schemeClr val="dk1"/>
              </a:buClr>
              <a:buSzPct val="100000"/>
              <a:buFont typeface="Arial"/>
              <a:buChar char="•"/>
            </a:pPr>
            <a:r>
              <a:rPr b="1" lang="en-IN"/>
              <a:t>The Brain on Stories:</a:t>
            </a:r>
            <a:endParaRPr/>
          </a:p>
          <a:p>
            <a:pPr indent="-285750" lvl="0" marL="285750" rtl="0" algn="l">
              <a:lnSpc>
                <a:spcPct val="90000"/>
              </a:lnSpc>
              <a:spcBef>
                <a:spcPts val="1000"/>
              </a:spcBef>
              <a:spcAft>
                <a:spcPts val="0"/>
              </a:spcAft>
              <a:buClr>
                <a:schemeClr val="dk1"/>
              </a:buClr>
              <a:buSzPct val="100000"/>
              <a:buFont typeface="Arial"/>
              <a:buChar char="•"/>
            </a:pPr>
            <a:r>
              <a:rPr lang="en-IN"/>
              <a:t>These extra storytelling details have a profound effect on the brain (see Figure 2.2). </a:t>
            </a:r>
            <a:endParaRPr/>
          </a:p>
          <a:p>
            <a:pPr indent="-285750" lvl="0" marL="285750" rtl="0" algn="l">
              <a:lnSpc>
                <a:spcPct val="90000"/>
              </a:lnSpc>
              <a:spcBef>
                <a:spcPts val="1000"/>
              </a:spcBef>
              <a:spcAft>
                <a:spcPts val="0"/>
              </a:spcAft>
              <a:buClr>
                <a:schemeClr val="dk1"/>
              </a:buClr>
              <a:buSzPct val="100000"/>
              <a:buFont typeface="Arial"/>
              <a:buChar char="•"/>
            </a:pPr>
            <a:r>
              <a:rPr lang="en-IN"/>
              <a:t>Beyond the two areas of the brain that activate when presented with data, when presented with a story, five additional areas respond. </a:t>
            </a:r>
            <a:endParaRPr/>
          </a:p>
          <a:p>
            <a:pPr indent="-285750" lvl="0" marL="285750" rtl="0" algn="l">
              <a:lnSpc>
                <a:spcPct val="90000"/>
              </a:lnSpc>
              <a:spcBef>
                <a:spcPts val="1000"/>
              </a:spcBef>
              <a:spcAft>
                <a:spcPts val="0"/>
              </a:spcAft>
              <a:buClr>
                <a:schemeClr val="dk1"/>
              </a:buClr>
              <a:buSzPct val="100000"/>
              <a:buFont typeface="Arial"/>
              <a:buChar char="•"/>
            </a:pPr>
            <a:r>
              <a:rPr lang="en-IN"/>
              <a:t>These are</a:t>
            </a:r>
            <a:endParaRPr/>
          </a:p>
          <a:p>
            <a:pPr indent="-285750" lvl="0" marL="285750" rtl="0" algn="l">
              <a:lnSpc>
                <a:spcPct val="90000"/>
              </a:lnSpc>
              <a:spcBef>
                <a:spcPts val="1000"/>
              </a:spcBef>
              <a:spcAft>
                <a:spcPts val="0"/>
              </a:spcAft>
              <a:buClr>
                <a:schemeClr val="dk1"/>
              </a:buClr>
              <a:buSzPct val="100000"/>
              <a:buFont typeface="Noto Sans Symbols"/>
              <a:buChar char="⮚"/>
            </a:pPr>
            <a:r>
              <a:rPr lang="en-IN"/>
              <a:t>The visual cortex (colors and shapes)</a:t>
            </a:r>
            <a:endParaRPr/>
          </a:p>
          <a:p>
            <a:pPr indent="-285750" lvl="0" marL="285750" rtl="0" algn="l">
              <a:lnSpc>
                <a:spcPct val="90000"/>
              </a:lnSpc>
              <a:spcBef>
                <a:spcPts val="1000"/>
              </a:spcBef>
              <a:spcAft>
                <a:spcPts val="0"/>
              </a:spcAft>
              <a:buClr>
                <a:schemeClr val="dk1"/>
              </a:buClr>
              <a:buSzPct val="100000"/>
              <a:buFont typeface="Noto Sans Symbols"/>
              <a:buChar char="⮚"/>
            </a:pPr>
            <a:r>
              <a:rPr lang="en-IN"/>
              <a:t>The olfactory cortex (scents)</a:t>
            </a:r>
            <a:endParaRPr/>
          </a:p>
          <a:p>
            <a:pPr indent="-285750" lvl="0" marL="285750" rtl="0" algn="l">
              <a:lnSpc>
                <a:spcPct val="90000"/>
              </a:lnSpc>
              <a:spcBef>
                <a:spcPts val="1000"/>
              </a:spcBef>
              <a:spcAft>
                <a:spcPts val="0"/>
              </a:spcAft>
              <a:buClr>
                <a:schemeClr val="dk1"/>
              </a:buClr>
              <a:buSzPct val="100000"/>
              <a:buFont typeface="Noto Sans Symbols"/>
              <a:buChar char="⮚"/>
            </a:pPr>
            <a:r>
              <a:rPr lang="en-IN"/>
              <a:t>The auditory cortex (sounds)</a:t>
            </a:r>
            <a:endParaRPr/>
          </a:p>
          <a:p>
            <a:pPr indent="-285750" lvl="0" marL="285750" rtl="0" algn="l">
              <a:lnSpc>
                <a:spcPct val="90000"/>
              </a:lnSpc>
              <a:spcBef>
                <a:spcPts val="1000"/>
              </a:spcBef>
              <a:spcAft>
                <a:spcPts val="0"/>
              </a:spcAft>
              <a:buClr>
                <a:schemeClr val="dk1"/>
              </a:buClr>
              <a:buSzPct val="100000"/>
              <a:buFont typeface="Noto Sans Symbols"/>
              <a:buChar char="⮚"/>
            </a:pPr>
            <a:r>
              <a:rPr lang="en-IN"/>
              <a:t>The motor cortex (movement)</a:t>
            </a:r>
            <a:endParaRPr/>
          </a:p>
          <a:p>
            <a:pPr indent="-285750" lvl="0" marL="285750" rtl="0" algn="l">
              <a:lnSpc>
                <a:spcPct val="90000"/>
              </a:lnSpc>
              <a:spcBef>
                <a:spcPts val="1000"/>
              </a:spcBef>
              <a:spcAft>
                <a:spcPts val="0"/>
              </a:spcAft>
              <a:buClr>
                <a:schemeClr val="dk1"/>
              </a:buClr>
              <a:buSzPct val="100000"/>
              <a:buFont typeface="Noto Sans Symbols"/>
              <a:buChar char="⮚"/>
            </a:pPr>
            <a:r>
              <a:rPr lang="en-IN"/>
              <a:t>The sensory cortex/cerebellum (language comprehension)</a:t>
            </a:r>
            <a:br>
              <a:rPr lang="en-IN"/>
            </a:b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sp>
        <p:nvSpPr>
          <p:cNvPr id="160" name="Google Shape;160;p9"/>
          <p:cNvSpPr txBox="1"/>
          <p:nvPr>
            <p:ph type="title"/>
          </p:nvPr>
        </p:nvSpPr>
        <p:spPr>
          <a:xfrm>
            <a:off x="323528" y="214817"/>
            <a:ext cx="8640959" cy="874951"/>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rgbClr val="930B0B"/>
              </a:buClr>
              <a:buSzPts val="3600"/>
              <a:buFont typeface="Times New Roman"/>
              <a:buNone/>
            </a:pPr>
            <a:r>
              <a:rPr b="1" lang="en-IN"/>
              <a:t>THE SCIENCE OF STORYTELLING</a:t>
            </a:r>
            <a:r>
              <a:rPr lang="en-IN"/>
              <a:t>	</a:t>
            </a:r>
            <a:br>
              <a:rPr lang="en-IN"/>
            </a:br>
            <a:r>
              <a:rPr lang="en-IN"/>
              <a:t>	</a:t>
            </a:r>
            <a:br>
              <a:rPr lang="en-IN"/>
            </a:br>
            <a:endParaRPr/>
          </a:p>
        </p:txBody>
      </p:sp>
      <p:sp>
        <p:nvSpPr>
          <p:cNvPr id="161" name="Google Shape;161;p9"/>
          <p:cNvSpPr txBox="1"/>
          <p:nvPr>
            <p:ph idx="1" type="body"/>
          </p:nvPr>
        </p:nvSpPr>
        <p:spPr>
          <a:xfrm>
            <a:off x="700004" y="908720"/>
            <a:ext cx="8229600" cy="5400599"/>
          </a:xfrm>
          <a:prstGeom prst="rect">
            <a:avLst/>
          </a:prstGeom>
          <a:noFill/>
          <a:ln>
            <a:noFill/>
          </a:ln>
        </p:spPr>
        <p:txBody>
          <a:bodyPr anchorCtr="0" anchor="t" bIns="45700" lIns="91425" spcFirstLastPara="1" rIns="91425" wrap="square" tIns="45700">
            <a:normAutofit/>
          </a:bodyPr>
          <a:lstStyle/>
          <a:p>
            <a:pPr indent="-285750" lvl="0" marL="285750" rtl="0" algn="l">
              <a:lnSpc>
                <a:spcPct val="90000"/>
              </a:lnSpc>
              <a:spcBef>
                <a:spcPts val="0"/>
              </a:spcBef>
              <a:spcAft>
                <a:spcPts val="0"/>
              </a:spcAft>
              <a:buClr>
                <a:schemeClr val="dk1"/>
              </a:buClr>
              <a:buSzPts val="2800"/>
              <a:buFont typeface="Arial"/>
              <a:buChar char="•"/>
            </a:pPr>
            <a:r>
              <a:rPr b="1" lang="en-IN"/>
              <a:t>The Brain on Stories:</a:t>
            </a:r>
            <a:endParaRPr/>
          </a:p>
          <a:p>
            <a:pPr indent="0" lvl="0" marL="0" rtl="0" algn="l">
              <a:lnSpc>
                <a:spcPct val="90000"/>
              </a:lnSpc>
              <a:spcBef>
                <a:spcPts val="1000"/>
              </a:spcBef>
              <a:spcAft>
                <a:spcPts val="0"/>
              </a:spcAft>
              <a:buClr>
                <a:schemeClr val="dk1"/>
              </a:buClr>
              <a:buSzPts val="2800"/>
              <a:buNone/>
            </a:pPr>
            <a:br>
              <a:rPr lang="en-IN"/>
            </a:br>
            <a:endParaRPr/>
          </a:p>
        </p:txBody>
      </p:sp>
      <p:pic>
        <p:nvPicPr>
          <p:cNvPr id="162" name="Google Shape;162;p9"/>
          <p:cNvPicPr preferRelativeResize="0"/>
          <p:nvPr/>
        </p:nvPicPr>
        <p:blipFill rotWithShape="1">
          <a:blip r:embed="rId3">
            <a:alphaModFix/>
          </a:blip>
          <a:srcRect b="0" l="0" r="0" t="0"/>
          <a:stretch/>
        </p:blipFill>
        <p:spPr>
          <a:xfrm>
            <a:off x="899592" y="1412776"/>
            <a:ext cx="7776864" cy="4833739"/>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 name="Shape 166"/>
        <p:cNvGrpSpPr/>
        <p:nvPr/>
      </p:nvGrpSpPr>
      <p:grpSpPr>
        <a:xfrm>
          <a:off x="0" y="0"/>
          <a:ext cx="0" cy="0"/>
          <a:chOff x="0" y="0"/>
          <a:chExt cx="0" cy="0"/>
        </a:xfrm>
      </p:grpSpPr>
      <p:sp>
        <p:nvSpPr>
          <p:cNvPr id="167" name="Google Shape;167;p10"/>
          <p:cNvSpPr txBox="1"/>
          <p:nvPr>
            <p:ph type="title"/>
          </p:nvPr>
        </p:nvSpPr>
        <p:spPr>
          <a:xfrm>
            <a:off x="323528" y="214817"/>
            <a:ext cx="8640959" cy="874951"/>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rgbClr val="930B0B"/>
              </a:buClr>
              <a:buSzPts val="3600"/>
              <a:buFont typeface="Times New Roman"/>
              <a:buNone/>
            </a:pPr>
            <a:r>
              <a:rPr b="1" lang="en-IN"/>
              <a:t>THE SCIENCE OF STORYTELLING</a:t>
            </a:r>
            <a:r>
              <a:rPr lang="en-IN"/>
              <a:t>	</a:t>
            </a:r>
            <a:br>
              <a:rPr lang="en-IN"/>
            </a:br>
            <a:r>
              <a:rPr lang="en-IN"/>
              <a:t>	</a:t>
            </a:r>
            <a:br>
              <a:rPr lang="en-IN"/>
            </a:br>
            <a:endParaRPr/>
          </a:p>
        </p:txBody>
      </p:sp>
      <p:sp>
        <p:nvSpPr>
          <p:cNvPr id="168" name="Google Shape;168;p10"/>
          <p:cNvSpPr txBox="1"/>
          <p:nvPr>
            <p:ph idx="1" type="body"/>
          </p:nvPr>
        </p:nvSpPr>
        <p:spPr>
          <a:xfrm>
            <a:off x="700004" y="908720"/>
            <a:ext cx="8229600" cy="5400599"/>
          </a:xfrm>
          <a:prstGeom prst="rect">
            <a:avLst/>
          </a:prstGeom>
          <a:noFill/>
          <a:ln>
            <a:noFill/>
          </a:ln>
        </p:spPr>
        <p:txBody>
          <a:bodyPr anchorCtr="0" anchor="t" bIns="45700" lIns="91425" spcFirstLastPara="1" rIns="91425" wrap="square" tIns="45700">
            <a:normAutofit/>
          </a:bodyPr>
          <a:lstStyle/>
          <a:p>
            <a:pPr indent="-285750" lvl="0" marL="285750" rtl="0" algn="l">
              <a:lnSpc>
                <a:spcPct val="90000"/>
              </a:lnSpc>
              <a:spcBef>
                <a:spcPts val="0"/>
              </a:spcBef>
              <a:spcAft>
                <a:spcPts val="0"/>
              </a:spcAft>
              <a:buClr>
                <a:schemeClr val="dk1"/>
              </a:buClr>
              <a:buSzPts val="2800"/>
              <a:buFont typeface="Arial"/>
              <a:buChar char="•"/>
            </a:pPr>
            <a:r>
              <a:rPr b="1" lang="en-IN"/>
              <a:t>The Human on Stories:</a:t>
            </a:r>
            <a:endParaRPr/>
          </a:p>
          <a:p>
            <a:pPr indent="-285750" lvl="0" marL="285750" rtl="0" algn="l">
              <a:lnSpc>
                <a:spcPct val="90000"/>
              </a:lnSpc>
              <a:spcBef>
                <a:spcPts val="1000"/>
              </a:spcBef>
              <a:spcAft>
                <a:spcPts val="0"/>
              </a:spcAft>
              <a:buClr>
                <a:schemeClr val="dk1"/>
              </a:buClr>
              <a:buSzPts val="2800"/>
              <a:buFont typeface="Arial"/>
              <a:buChar char="•"/>
            </a:pPr>
            <a:r>
              <a:rPr lang="en-IN"/>
              <a:t>Storytelling has been an integral part of human expression and culture throughout time. </a:t>
            </a:r>
            <a:endParaRPr/>
          </a:p>
          <a:p>
            <a:pPr indent="-285750" lvl="0" marL="285750" rtl="0" algn="l">
              <a:lnSpc>
                <a:spcPct val="90000"/>
              </a:lnSpc>
              <a:spcBef>
                <a:spcPts val="1000"/>
              </a:spcBef>
              <a:spcAft>
                <a:spcPts val="0"/>
              </a:spcAft>
              <a:buClr>
                <a:schemeClr val="dk1"/>
              </a:buClr>
              <a:buSzPts val="2800"/>
              <a:buFont typeface="Arial"/>
              <a:buChar char="•"/>
            </a:pPr>
            <a:r>
              <a:rPr lang="en-IN"/>
              <a:t>All human cultures tell stories, and most people derive a great deal of pleasure from them—even  if they are untrue.</a:t>
            </a:r>
            <a:endParaRPr/>
          </a:p>
          <a:p>
            <a:pPr indent="-285750" lvl="0" marL="285750" rtl="0" algn="l">
              <a:lnSpc>
                <a:spcPct val="90000"/>
              </a:lnSpc>
              <a:spcBef>
                <a:spcPts val="1000"/>
              </a:spcBef>
              <a:spcAft>
                <a:spcPts val="0"/>
              </a:spcAft>
              <a:buClr>
                <a:schemeClr val="dk1"/>
              </a:buClr>
              <a:buSzPts val="2800"/>
              <a:buFont typeface="Arial"/>
              <a:buChar char="•"/>
            </a:pPr>
            <a:r>
              <a:rPr lang="en-IN"/>
              <a:t>Beyond entertainment, stories teach us important lessons; we learn from them. </a:t>
            </a:r>
            <a:endParaRPr/>
          </a:p>
          <a:p>
            <a:pPr indent="-285750" lvl="0" marL="285750" rtl="0" algn="l">
              <a:lnSpc>
                <a:spcPct val="90000"/>
              </a:lnSpc>
              <a:spcBef>
                <a:spcPts val="1000"/>
              </a:spcBef>
              <a:spcAft>
                <a:spcPts val="0"/>
              </a:spcAft>
              <a:buClr>
                <a:schemeClr val="dk1"/>
              </a:buClr>
              <a:buSzPts val="2800"/>
              <a:buFont typeface="Arial"/>
              <a:buChar char="•"/>
            </a:pPr>
            <a:r>
              <a:rPr lang="en-IN"/>
              <a:t>In many cases they are how we transmit information—whether through metaphoric tales, instructions, or legends. </a:t>
            </a:r>
            <a:br>
              <a:rPr lang="en-IN"/>
            </a:b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sp>
        <p:nvSpPr>
          <p:cNvPr id="173" name="Google Shape;173;p11"/>
          <p:cNvSpPr txBox="1"/>
          <p:nvPr>
            <p:ph type="title"/>
          </p:nvPr>
        </p:nvSpPr>
        <p:spPr>
          <a:xfrm>
            <a:off x="323528" y="214817"/>
            <a:ext cx="8640959" cy="874951"/>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rgbClr val="930B0B"/>
              </a:buClr>
              <a:buSzPts val="3600"/>
              <a:buFont typeface="Times New Roman"/>
              <a:buNone/>
            </a:pPr>
            <a:r>
              <a:rPr b="1" lang="en-IN"/>
              <a:t>THE SCIENCE OF STORYTELLING</a:t>
            </a:r>
            <a:r>
              <a:rPr lang="en-IN"/>
              <a:t>	</a:t>
            </a:r>
            <a:br>
              <a:rPr lang="en-IN"/>
            </a:br>
            <a:r>
              <a:rPr lang="en-IN"/>
              <a:t>	</a:t>
            </a:r>
            <a:br>
              <a:rPr lang="en-IN"/>
            </a:br>
            <a:endParaRPr/>
          </a:p>
        </p:txBody>
      </p:sp>
      <p:sp>
        <p:nvSpPr>
          <p:cNvPr id="174" name="Google Shape;174;p11"/>
          <p:cNvSpPr txBox="1"/>
          <p:nvPr>
            <p:ph idx="1" type="body"/>
          </p:nvPr>
        </p:nvSpPr>
        <p:spPr>
          <a:xfrm>
            <a:off x="700004" y="908720"/>
            <a:ext cx="8229600" cy="5400599"/>
          </a:xfrm>
          <a:prstGeom prst="rect">
            <a:avLst/>
          </a:prstGeom>
          <a:noFill/>
          <a:ln>
            <a:noFill/>
          </a:ln>
        </p:spPr>
        <p:txBody>
          <a:bodyPr anchorCtr="0" anchor="t" bIns="45700" lIns="91425" spcFirstLastPara="1" rIns="91425" wrap="square" tIns="45700">
            <a:normAutofit/>
          </a:bodyPr>
          <a:lstStyle/>
          <a:p>
            <a:pPr indent="-285750" lvl="0" marL="285750" rtl="0" algn="l">
              <a:lnSpc>
                <a:spcPct val="90000"/>
              </a:lnSpc>
              <a:spcBef>
                <a:spcPts val="0"/>
              </a:spcBef>
              <a:spcAft>
                <a:spcPts val="0"/>
              </a:spcAft>
              <a:buClr>
                <a:schemeClr val="dk1"/>
              </a:buClr>
              <a:buSzPts val="2800"/>
              <a:buFont typeface="Arial"/>
              <a:buChar char="•"/>
            </a:pPr>
            <a:r>
              <a:rPr b="1" lang="en-IN"/>
              <a:t>The Human on Stories:</a:t>
            </a:r>
            <a:endParaRPr/>
          </a:p>
          <a:p>
            <a:pPr indent="-285750" lvl="0" marL="285750" rtl="0" algn="just">
              <a:lnSpc>
                <a:spcPct val="90000"/>
              </a:lnSpc>
              <a:spcBef>
                <a:spcPts val="1000"/>
              </a:spcBef>
              <a:spcAft>
                <a:spcPts val="0"/>
              </a:spcAft>
              <a:buClr>
                <a:schemeClr val="dk1"/>
              </a:buClr>
              <a:buSzPts val="2800"/>
              <a:buChar char="•"/>
            </a:pPr>
            <a:r>
              <a:rPr lang="en-IN"/>
              <a:t>Stories also have the ability to transport us; we</a:t>
            </a:r>
            <a:endParaRPr/>
          </a:p>
          <a:p>
            <a:pPr indent="0" lvl="0" marL="0" rtl="0" algn="just">
              <a:lnSpc>
                <a:spcPct val="90000"/>
              </a:lnSpc>
              <a:spcBef>
                <a:spcPts val="1000"/>
              </a:spcBef>
              <a:spcAft>
                <a:spcPts val="0"/>
              </a:spcAft>
              <a:buClr>
                <a:schemeClr val="dk1"/>
              </a:buClr>
              <a:buSzPts val="2800"/>
              <a:buNone/>
            </a:pPr>
            <a:r>
              <a:rPr lang="en-IN"/>
              <a:t>give the author license to stretch the truth—although, in data storytelling, this license extends only as far as it can before the data loses its elasticity and begins to break down. </a:t>
            </a:r>
            <a:endParaRPr/>
          </a:p>
          <a:p>
            <a:pPr indent="-285750" lvl="0" marL="285750" rtl="0" algn="just">
              <a:lnSpc>
                <a:spcPct val="90000"/>
              </a:lnSpc>
              <a:spcBef>
                <a:spcPts val="1000"/>
              </a:spcBef>
              <a:spcAft>
                <a:spcPts val="0"/>
              </a:spcAft>
              <a:buClr>
                <a:schemeClr val="dk1"/>
              </a:buClr>
              <a:buSzPts val="2800"/>
              <a:buChar char="•"/>
            </a:pPr>
            <a:r>
              <a:rPr lang="en-IN"/>
              <a:t>Data stories, above all, must be true. They are works of narration, but of the non-fiction variety.</a:t>
            </a:r>
            <a:endParaRPr/>
          </a:p>
          <a:p>
            <a:pPr indent="-285750" lvl="0" marL="285750" rtl="0" algn="just">
              <a:lnSpc>
                <a:spcPct val="90000"/>
              </a:lnSpc>
              <a:spcBef>
                <a:spcPts val="1000"/>
              </a:spcBef>
              <a:spcAft>
                <a:spcPts val="0"/>
              </a:spcAft>
              <a:buClr>
                <a:schemeClr val="dk1"/>
              </a:buClr>
              <a:buSzPts val="2800"/>
              <a:buChar char="•"/>
            </a:pPr>
            <a:r>
              <a:rPr lang="en-IN"/>
              <a:t>Two primary possible contenders for </a:t>
            </a:r>
            <a:r>
              <a:rPr i="1" lang="en-IN"/>
              <a:t>why </a:t>
            </a:r>
            <a:r>
              <a:rPr lang="en-IN"/>
              <a:t>we tell stories: the need to survive (fitness) and the need to know (closure).</a:t>
            </a:r>
            <a:br>
              <a:rPr lang="en-IN"/>
            </a:b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 name="Shape 178"/>
        <p:cNvGrpSpPr/>
        <p:nvPr/>
      </p:nvGrpSpPr>
      <p:grpSpPr>
        <a:xfrm>
          <a:off x="0" y="0"/>
          <a:ext cx="0" cy="0"/>
          <a:chOff x="0" y="0"/>
          <a:chExt cx="0" cy="0"/>
        </a:xfrm>
      </p:grpSpPr>
      <p:sp>
        <p:nvSpPr>
          <p:cNvPr id="179" name="Google Shape;179;p12"/>
          <p:cNvSpPr txBox="1"/>
          <p:nvPr>
            <p:ph type="title"/>
          </p:nvPr>
        </p:nvSpPr>
        <p:spPr>
          <a:xfrm>
            <a:off x="323528" y="214817"/>
            <a:ext cx="8640959" cy="874951"/>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rgbClr val="930B0B"/>
              </a:buClr>
              <a:buSzPts val="3600"/>
              <a:buFont typeface="Times New Roman"/>
              <a:buNone/>
            </a:pPr>
            <a:r>
              <a:rPr b="1" lang="en-IN"/>
              <a:t>THE SCIENCE OF STORYTELLING</a:t>
            </a:r>
            <a:r>
              <a:rPr lang="en-IN"/>
              <a:t>	</a:t>
            </a:r>
            <a:br>
              <a:rPr lang="en-IN"/>
            </a:br>
            <a:r>
              <a:rPr lang="en-IN"/>
              <a:t>	</a:t>
            </a:r>
            <a:br>
              <a:rPr lang="en-IN"/>
            </a:br>
            <a:endParaRPr/>
          </a:p>
        </p:txBody>
      </p:sp>
      <p:sp>
        <p:nvSpPr>
          <p:cNvPr id="180" name="Google Shape;180;p12"/>
          <p:cNvSpPr txBox="1"/>
          <p:nvPr>
            <p:ph idx="1" type="body"/>
          </p:nvPr>
        </p:nvSpPr>
        <p:spPr>
          <a:xfrm>
            <a:off x="700004" y="908720"/>
            <a:ext cx="8229600" cy="5400599"/>
          </a:xfrm>
          <a:prstGeom prst="rect">
            <a:avLst/>
          </a:prstGeom>
          <a:noFill/>
          <a:ln>
            <a:noFill/>
          </a:ln>
        </p:spPr>
        <p:txBody>
          <a:bodyPr anchorCtr="0" anchor="t" bIns="45700" lIns="91425" spcFirstLastPara="1" rIns="91425" wrap="square" tIns="45700">
            <a:normAutofit fontScale="92500"/>
          </a:bodyPr>
          <a:lstStyle/>
          <a:p>
            <a:pPr indent="-285750" lvl="0" marL="285750" rtl="0" algn="l">
              <a:lnSpc>
                <a:spcPct val="90000"/>
              </a:lnSpc>
              <a:spcBef>
                <a:spcPts val="0"/>
              </a:spcBef>
              <a:spcAft>
                <a:spcPts val="0"/>
              </a:spcAft>
              <a:buClr>
                <a:schemeClr val="dk1"/>
              </a:buClr>
              <a:buSzPct val="100000"/>
              <a:buFont typeface="Arial"/>
              <a:buChar char="•"/>
            </a:pPr>
            <a:r>
              <a:rPr b="1" lang="en-IN"/>
              <a:t>The Human on Stories:</a:t>
            </a:r>
            <a:endParaRPr/>
          </a:p>
          <a:p>
            <a:pPr indent="0" lvl="0" marL="0" rtl="0" algn="l">
              <a:lnSpc>
                <a:spcPct val="90000"/>
              </a:lnSpc>
              <a:spcBef>
                <a:spcPts val="1000"/>
              </a:spcBef>
              <a:spcAft>
                <a:spcPts val="0"/>
              </a:spcAft>
              <a:buClr>
                <a:schemeClr val="dk1"/>
              </a:buClr>
              <a:buSzPct val="100000"/>
              <a:buNone/>
            </a:pPr>
            <a:r>
              <a:rPr b="1" lang="en-IN"/>
              <a:t>Fitness:</a:t>
            </a:r>
            <a:endParaRPr b="1"/>
          </a:p>
          <a:p>
            <a:pPr indent="-285750" lvl="0" marL="285750" rtl="0" algn="just">
              <a:lnSpc>
                <a:spcPct val="90000"/>
              </a:lnSpc>
              <a:spcBef>
                <a:spcPts val="1000"/>
              </a:spcBef>
              <a:spcAft>
                <a:spcPts val="0"/>
              </a:spcAft>
              <a:buClr>
                <a:schemeClr val="dk1"/>
              </a:buClr>
              <a:buSzPct val="100000"/>
              <a:buChar char="•"/>
            </a:pPr>
            <a:r>
              <a:rPr lang="en-IN"/>
              <a:t>As much as we might try to argue it, human beings did not</a:t>
            </a:r>
            <a:endParaRPr/>
          </a:p>
          <a:p>
            <a:pPr indent="0" lvl="0" marL="0" rtl="0" algn="just">
              <a:lnSpc>
                <a:spcPct val="90000"/>
              </a:lnSpc>
              <a:spcBef>
                <a:spcPts val="1000"/>
              </a:spcBef>
              <a:spcAft>
                <a:spcPts val="0"/>
              </a:spcAft>
              <a:buClr>
                <a:schemeClr val="dk1"/>
              </a:buClr>
              <a:buSzPct val="100000"/>
              <a:buNone/>
            </a:pPr>
            <a:r>
              <a:rPr lang="en-IN"/>
              <a:t>evolve to find truth. We evolved to defend positions and</a:t>
            </a:r>
            <a:endParaRPr/>
          </a:p>
          <a:p>
            <a:pPr indent="0" lvl="0" marL="0" rtl="0" algn="just">
              <a:lnSpc>
                <a:spcPct val="90000"/>
              </a:lnSpc>
              <a:spcBef>
                <a:spcPts val="1000"/>
              </a:spcBef>
              <a:spcAft>
                <a:spcPts val="0"/>
              </a:spcAft>
              <a:buClr>
                <a:schemeClr val="dk1"/>
              </a:buClr>
              <a:buSzPct val="100000"/>
              <a:buNone/>
            </a:pPr>
            <a:r>
              <a:rPr lang="en-IN"/>
              <a:t>obtain resources—oftentimes regardless of the cost—to</a:t>
            </a:r>
            <a:endParaRPr/>
          </a:p>
          <a:p>
            <a:pPr indent="0" lvl="0" marL="0" rtl="0" algn="just">
              <a:lnSpc>
                <a:spcPct val="90000"/>
              </a:lnSpc>
              <a:spcBef>
                <a:spcPts val="1000"/>
              </a:spcBef>
              <a:spcAft>
                <a:spcPts val="0"/>
              </a:spcAft>
              <a:buClr>
                <a:schemeClr val="dk1"/>
              </a:buClr>
              <a:buSzPct val="100000"/>
              <a:buNone/>
            </a:pPr>
            <a:r>
              <a:rPr lang="en-IN"/>
              <a:t>survive.</a:t>
            </a:r>
            <a:endParaRPr/>
          </a:p>
          <a:p>
            <a:pPr indent="-285750" lvl="0" marL="285750" rtl="0" algn="just">
              <a:lnSpc>
                <a:spcPct val="90000"/>
              </a:lnSpc>
              <a:spcBef>
                <a:spcPts val="1000"/>
              </a:spcBef>
              <a:spcAft>
                <a:spcPts val="0"/>
              </a:spcAft>
              <a:buClr>
                <a:schemeClr val="dk1"/>
              </a:buClr>
              <a:buSzPct val="100000"/>
              <a:buChar char="•"/>
            </a:pPr>
            <a:r>
              <a:rPr lang="en-IN"/>
              <a:t>These concepts are at the heart of Darwinian theory of natural selection: survival of the fittest as the mechanism,</a:t>
            </a:r>
            <a:endParaRPr/>
          </a:p>
          <a:p>
            <a:pPr indent="0" lvl="0" marL="0" rtl="0" algn="just">
              <a:lnSpc>
                <a:spcPct val="90000"/>
              </a:lnSpc>
              <a:spcBef>
                <a:spcPts val="1000"/>
              </a:spcBef>
              <a:spcAft>
                <a:spcPts val="0"/>
              </a:spcAft>
              <a:buClr>
                <a:schemeClr val="dk1"/>
              </a:buClr>
              <a:buSzPct val="100000"/>
              <a:buNone/>
            </a:pPr>
            <a:r>
              <a:rPr lang="en-IN"/>
              <a:t>   and our ability to overcome (or, biologically, to reproduce),fitness.</a:t>
            </a:r>
            <a:br>
              <a:rPr lang="en-IN"/>
            </a:b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 name="Shape 184"/>
        <p:cNvGrpSpPr/>
        <p:nvPr/>
      </p:nvGrpSpPr>
      <p:grpSpPr>
        <a:xfrm>
          <a:off x="0" y="0"/>
          <a:ext cx="0" cy="0"/>
          <a:chOff x="0" y="0"/>
          <a:chExt cx="0" cy="0"/>
        </a:xfrm>
      </p:grpSpPr>
      <p:sp>
        <p:nvSpPr>
          <p:cNvPr id="185" name="Google Shape;185;p13"/>
          <p:cNvSpPr txBox="1"/>
          <p:nvPr>
            <p:ph type="title"/>
          </p:nvPr>
        </p:nvSpPr>
        <p:spPr>
          <a:xfrm>
            <a:off x="323528" y="214817"/>
            <a:ext cx="8640959" cy="874951"/>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rgbClr val="930B0B"/>
              </a:buClr>
              <a:buSzPts val="3600"/>
              <a:buFont typeface="Times New Roman"/>
              <a:buNone/>
            </a:pPr>
            <a:r>
              <a:rPr b="1" lang="en-IN"/>
              <a:t>THE SCIENCE OF STORYTELLING</a:t>
            </a:r>
            <a:r>
              <a:rPr lang="en-IN"/>
              <a:t>	</a:t>
            </a:r>
            <a:br>
              <a:rPr lang="en-IN"/>
            </a:br>
            <a:r>
              <a:rPr lang="en-IN"/>
              <a:t>	</a:t>
            </a:r>
            <a:br>
              <a:rPr lang="en-IN"/>
            </a:br>
            <a:endParaRPr/>
          </a:p>
        </p:txBody>
      </p:sp>
      <p:sp>
        <p:nvSpPr>
          <p:cNvPr id="186" name="Google Shape;186;p13"/>
          <p:cNvSpPr txBox="1"/>
          <p:nvPr>
            <p:ph idx="1" type="body"/>
          </p:nvPr>
        </p:nvSpPr>
        <p:spPr>
          <a:xfrm>
            <a:off x="700004" y="908720"/>
            <a:ext cx="8229600" cy="5400599"/>
          </a:xfrm>
          <a:prstGeom prst="rect">
            <a:avLst/>
          </a:prstGeom>
          <a:noFill/>
          <a:ln>
            <a:noFill/>
          </a:ln>
        </p:spPr>
        <p:txBody>
          <a:bodyPr anchorCtr="0" anchor="t" bIns="45700" lIns="91425" spcFirstLastPara="1" rIns="91425" wrap="square" tIns="45700">
            <a:normAutofit fontScale="85000" lnSpcReduction="10000"/>
          </a:bodyPr>
          <a:lstStyle/>
          <a:p>
            <a:pPr indent="-285750" lvl="0" marL="285750" rtl="0" algn="l">
              <a:lnSpc>
                <a:spcPct val="90000"/>
              </a:lnSpc>
              <a:spcBef>
                <a:spcPts val="0"/>
              </a:spcBef>
              <a:spcAft>
                <a:spcPts val="0"/>
              </a:spcAft>
              <a:buClr>
                <a:schemeClr val="dk1"/>
              </a:buClr>
              <a:buSzPct val="100000"/>
              <a:buFont typeface="Arial"/>
              <a:buChar char="•"/>
            </a:pPr>
            <a:r>
              <a:rPr b="1" lang="en-IN"/>
              <a:t>The Human on Stories:</a:t>
            </a:r>
            <a:endParaRPr/>
          </a:p>
          <a:p>
            <a:pPr indent="0" lvl="0" marL="0" rtl="0" algn="l">
              <a:lnSpc>
                <a:spcPct val="90000"/>
              </a:lnSpc>
              <a:spcBef>
                <a:spcPts val="1000"/>
              </a:spcBef>
              <a:spcAft>
                <a:spcPts val="0"/>
              </a:spcAft>
              <a:buClr>
                <a:schemeClr val="dk1"/>
              </a:buClr>
              <a:buSzPct val="100000"/>
              <a:buNone/>
            </a:pPr>
            <a:r>
              <a:rPr b="1" lang="en-IN"/>
              <a:t>Fitness:</a:t>
            </a:r>
            <a:endParaRPr b="1"/>
          </a:p>
          <a:p>
            <a:pPr indent="-285750" lvl="0" marL="285750" rtl="0" algn="just">
              <a:lnSpc>
                <a:spcPct val="90000"/>
              </a:lnSpc>
              <a:spcBef>
                <a:spcPts val="1000"/>
              </a:spcBef>
              <a:spcAft>
                <a:spcPts val="0"/>
              </a:spcAft>
              <a:buClr>
                <a:schemeClr val="dk1"/>
              </a:buClr>
              <a:buSzPct val="100000"/>
              <a:buChar char="•"/>
            </a:pPr>
            <a:r>
              <a:rPr lang="en-IN"/>
              <a:t>Human biology aside to survive in competitive and often unstable environments—whether wilderness or business—one</a:t>
            </a:r>
            <a:endParaRPr/>
          </a:p>
          <a:p>
            <a:pPr indent="0" lvl="0" marL="0" rtl="0" algn="just">
              <a:lnSpc>
                <a:spcPct val="90000"/>
              </a:lnSpc>
              <a:spcBef>
                <a:spcPts val="1000"/>
              </a:spcBef>
              <a:spcAft>
                <a:spcPts val="0"/>
              </a:spcAft>
              <a:buClr>
                <a:schemeClr val="dk1"/>
              </a:buClr>
              <a:buSzPct val="100000"/>
              <a:buNone/>
            </a:pPr>
            <a:r>
              <a:rPr lang="en-IN"/>
              <a:t>thing we’ve always had to do is understand other people. </a:t>
            </a:r>
            <a:endParaRPr/>
          </a:p>
          <a:p>
            <a:pPr indent="-285750" lvl="0" marL="285750" rtl="0" algn="just">
              <a:lnSpc>
                <a:spcPct val="90000"/>
              </a:lnSpc>
              <a:spcBef>
                <a:spcPts val="1000"/>
              </a:spcBef>
              <a:spcAft>
                <a:spcPts val="0"/>
              </a:spcAft>
              <a:buClr>
                <a:schemeClr val="dk1"/>
              </a:buClr>
              <a:buSzPct val="100000"/>
              <a:buChar char="•"/>
            </a:pPr>
            <a:r>
              <a:rPr lang="en-IN"/>
              <a:t>one of our most expensive cognitive tasks where we exert</a:t>
            </a:r>
            <a:endParaRPr/>
          </a:p>
          <a:p>
            <a:pPr indent="0" lvl="0" marL="0" rtl="0" algn="just">
              <a:lnSpc>
                <a:spcPct val="90000"/>
              </a:lnSpc>
              <a:spcBef>
                <a:spcPts val="1000"/>
              </a:spcBef>
              <a:spcAft>
                <a:spcPts val="0"/>
              </a:spcAft>
              <a:buClr>
                <a:schemeClr val="dk1"/>
              </a:buClr>
              <a:buSzPct val="100000"/>
              <a:buNone/>
            </a:pPr>
            <a:r>
              <a:rPr lang="en-IN"/>
              <a:t>an impressive amount of energy is in trying to figure out other</a:t>
            </a:r>
            <a:endParaRPr/>
          </a:p>
          <a:p>
            <a:pPr indent="0" lvl="0" marL="0" rtl="0" algn="just">
              <a:lnSpc>
                <a:spcPct val="90000"/>
              </a:lnSpc>
              <a:spcBef>
                <a:spcPts val="1000"/>
              </a:spcBef>
              <a:spcAft>
                <a:spcPts val="0"/>
              </a:spcAft>
              <a:buClr>
                <a:schemeClr val="dk1"/>
              </a:buClr>
              <a:buSzPct val="100000"/>
              <a:buNone/>
            </a:pPr>
            <a:r>
              <a:rPr lang="en-IN"/>
              <a:t>people: predict what they’re going to do, understand</a:t>
            </a:r>
            <a:endParaRPr/>
          </a:p>
          <a:p>
            <a:pPr indent="0" lvl="0" marL="0" rtl="0" algn="just">
              <a:lnSpc>
                <a:spcPct val="90000"/>
              </a:lnSpc>
              <a:spcBef>
                <a:spcPts val="1000"/>
              </a:spcBef>
              <a:spcAft>
                <a:spcPts val="0"/>
              </a:spcAft>
              <a:buClr>
                <a:schemeClr val="dk1"/>
              </a:buClr>
              <a:buSzPct val="100000"/>
              <a:buNone/>
            </a:pPr>
            <a:r>
              <a:rPr lang="en-IN"/>
              <a:t>motivations, assess relationships, and so forth. </a:t>
            </a:r>
            <a:endParaRPr/>
          </a:p>
          <a:p>
            <a:pPr indent="-285750" lvl="0" marL="285750" rtl="0" algn="just">
              <a:lnSpc>
                <a:spcPct val="90000"/>
              </a:lnSpc>
              <a:spcBef>
                <a:spcPts val="1000"/>
              </a:spcBef>
              <a:spcAft>
                <a:spcPts val="0"/>
              </a:spcAft>
              <a:buClr>
                <a:schemeClr val="dk1"/>
              </a:buClr>
              <a:buSzPct val="100000"/>
              <a:buChar char="•"/>
            </a:pPr>
            <a:r>
              <a:rPr lang="en-IN"/>
              <a:t>Beyond people, we are also driven to understand how things work. If we know how they work, we can conquer, fix, or control. </a:t>
            </a:r>
            <a:endParaRPr/>
          </a:p>
          <a:p>
            <a:pPr indent="-285750" lvl="0" marL="285750" rtl="0" algn="just">
              <a:lnSpc>
                <a:spcPct val="90000"/>
              </a:lnSpc>
              <a:spcBef>
                <a:spcPts val="1000"/>
              </a:spcBef>
              <a:spcAft>
                <a:spcPts val="0"/>
              </a:spcAft>
              <a:buClr>
                <a:schemeClr val="dk1"/>
              </a:buClr>
              <a:buSzPct val="100000"/>
              <a:buChar char="•"/>
            </a:pPr>
            <a:r>
              <a:rPr lang="en-IN"/>
              <a:t>All of these lead to winning, which equates to survival and continuation.</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 name="Shape 190"/>
        <p:cNvGrpSpPr/>
        <p:nvPr/>
      </p:nvGrpSpPr>
      <p:grpSpPr>
        <a:xfrm>
          <a:off x="0" y="0"/>
          <a:ext cx="0" cy="0"/>
          <a:chOff x="0" y="0"/>
          <a:chExt cx="0" cy="0"/>
        </a:xfrm>
      </p:grpSpPr>
      <p:sp>
        <p:nvSpPr>
          <p:cNvPr id="191" name="Google Shape;191;p14"/>
          <p:cNvSpPr txBox="1"/>
          <p:nvPr>
            <p:ph type="title"/>
          </p:nvPr>
        </p:nvSpPr>
        <p:spPr>
          <a:xfrm>
            <a:off x="323528" y="214817"/>
            <a:ext cx="8640959" cy="874951"/>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rgbClr val="930B0B"/>
              </a:buClr>
              <a:buSzPts val="3600"/>
              <a:buFont typeface="Times New Roman"/>
              <a:buNone/>
            </a:pPr>
            <a:r>
              <a:rPr b="1" lang="en-IN"/>
              <a:t>THE SCIENCE OF STORYTELLING</a:t>
            </a:r>
            <a:r>
              <a:rPr lang="en-IN"/>
              <a:t>	</a:t>
            </a:r>
            <a:br>
              <a:rPr lang="en-IN"/>
            </a:br>
            <a:r>
              <a:rPr lang="en-IN"/>
              <a:t>	</a:t>
            </a:r>
            <a:br>
              <a:rPr lang="en-IN"/>
            </a:br>
            <a:endParaRPr/>
          </a:p>
        </p:txBody>
      </p:sp>
      <p:sp>
        <p:nvSpPr>
          <p:cNvPr id="192" name="Google Shape;192;p14"/>
          <p:cNvSpPr txBox="1"/>
          <p:nvPr>
            <p:ph idx="1" type="body"/>
          </p:nvPr>
        </p:nvSpPr>
        <p:spPr>
          <a:xfrm>
            <a:off x="700004" y="692696"/>
            <a:ext cx="8229600" cy="5616623"/>
          </a:xfrm>
          <a:prstGeom prst="rect">
            <a:avLst/>
          </a:prstGeom>
          <a:noFill/>
          <a:ln>
            <a:noFill/>
          </a:ln>
        </p:spPr>
        <p:txBody>
          <a:bodyPr anchorCtr="0" anchor="t" bIns="45700" lIns="91425" spcFirstLastPara="1" rIns="91425" wrap="square" tIns="45700">
            <a:normAutofit fontScale="85000" lnSpcReduction="20000"/>
          </a:bodyPr>
          <a:lstStyle/>
          <a:p>
            <a:pPr indent="-285750" lvl="0" marL="285750" rtl="0" algn="l">
              <a:lnSpc>
                <a:spcPct val="90000"/>
              </a:lnSpc>
              <a:spcBef>
                <a:spcPts val="0"/>
              </a:spcBef>
              <a:spcAft>
                <a:spcPts val="0"/>
              </a:spcAft>
              <a:buClr>
                <a:schemeClr val="dk1"/>
              </a:buClr>
              <a:buSzPct val="100000"/>
              <a:buFont typeface="Arial"/>
              <a:buChar char="•"/>
            </a:pPr>
            <a:r>
              <a:rPr b="1" lang="en-IN"/>
              <a:t>The Human on Stories:</a:t>
            </a:r>
            <a:endParaRPr/>
          </a:p>
          <a:p>
            <a:pPr indent="0" lvl="0" marL="0" rtl="0" algn="l">
              <a:lnSpc>
                <a:spcPct val="90000"/>
              </a:lnSpc>
              <a:spcBef>
                <a:spcPts val="1000"/>
              </a:spcBef>
              <a:spcAft>
                <a:spcPts val="0"/>
              </a:spcAft>
              <a:buClr>
                <a:schemeClr val="dk1"/>
              </a:buClr>
              <a:buSzPct val="100000"/>
              <a:buNone/>
            </a:pPr>
            <a:r>
              <a:rPr b="1" lang="en-IN"/>
              <a:t>Fitness:</a:t>
            </a:r>
            <a:endParaRPr b="1"/>
          </a:p>
          <a:p>
            <a:pPr indent="-285750" lvl="0" marL="285750" rtl="0" algn="l">
              <a:lnSpc>
                <a:spcPct val="90000"/>
              </a:lnSpc>
              <a:spcBef>
                <a:spcPts val="1000"/>
              </a:spcBef>
              <a:spcAft>
                <a:spcPts val="0"/>
              </a:spcAft>
              <a:buClr>
                <a:schemeClr val="dk1"/>
              </a:buClr>
              <a:buSzPct val="100000"/>
              <a:buFont typeface="Arial"/>
              <a:buChar char="•"/>
            </a:pPr>
            <a:r>
              <a:rPr lang="en-IN"/>
              <a:t>Human biology aside to survive in competitive and often unstable environments—whether wilderness or business—one</a:t>
            </a:r>
            <a:endParaRPr/>
          </a:p>
          <a:p>
            <a:pPr indent="0" lvl="0" marL="0" rtl="0" algn="l">
              <a:lnSpc>
                <a:spcPct val="90000"/>
              </a:lnSpc>
              <a:spcBef>
                <a:spcPts val="1000"/>
              </a:spcBef>
              <a:spcAft>
                <a:spcPts val="0"/>
              </a:spcAft>
              <a:buClr>
                <a:schemeClr val="dk1"/>
              </a:buClr>
              <a:buSzPct val="100000"/>
              <a:buNone/>
            </a:pPr>
            <a:r>
              <a:rPr lang="en-IN"/>
              <a:t>thing we’ve always had to do is understand other people. </a:t>
            </a:r>
            <a:endParaRPr/>
          </a:p>
          <a:p>
            <a:pPr indent="-285750" lvl="0" marL="285750" rtl="0" algn="l">
              <a:lnSpc>
                <a:spcPct val="90000"/>
              </a:lnSpc>
              <a:spcBef>
                <a:spcPts val="1000"/>
              </a:spcBef>
              <a:spcAft>
                <a:spcPts val="0"/>
              </a:spcAft>
              <a:buClr>
                <a:schemeClr val="dk1"/>
              </a:buClr>
              <a:buSzPct val="100000"/>
              <a:buFont typeface="Arial"/>
              <a:buChar char="•"/>
            </a:pPr>
            <a:r>
              <a:rPr lang="en-IN"/>
              <a:t>One of our most expensive cognitive tasks where we exert an impressive amount of energy is in trying to figure out other people: predict what they’re going to do, understand motivations, assess relationships, and so forth. </a:t>
            </a:r>
            <a:endParaRPr/>
          </a:p>
          <a:p>
            <a:pPr indent="-285750" lvl="0" marL="285750" rtl="0" algn="l">
              <a:lnSpc>
                <a:spcPct val="90000"/>
              </a:lnSpc>
              <a:spcBef>
                <a:spcPts val="1000"/>
              </a:spcBef>
              <a:spcAft>
                <a:spcPts val="0"/>
              </a:spcAft>
              <a:buClr>
                <a:schemeClr val="dk1"/>
              </a:buClr>
              <a:buSzPct val="100000"/>
              <a:buFont typeface="Arial"/>
              <a:buChar char="•"/>
            </a:pPr>
            <a:r>
              <a:rPr lang="en-IN"/>
              <a:t>Beyond people, we are also driven to understand how things work. </a:t>
            </a:r>
            <a:endParaRPr/>
          </a:p>
          <a:p>
            <a:pPr indent="-285750" lvl="0" marL="285750" rtl="0" algn="l">
              <a:lnSpc>
                <a:spcPct val="90000"/>
              </a:lnSpc>
              <a:spcBef>
                <a:spcPts val="1000"/>
              </a:spcBef>
              <a:spcAft>
                <a:spcPts val="0"/>
              </a:spcAft>
              <a:buClr>
                <a:schemeClr val="dk1"/>
              </a:buClr>
              <a:buSzPct val="100000"/>
              <a:buFont typeface="Arial"/>
              <a:buChar char="•"/>
            </a:pPr>
            <a:r>
              <a:rPr lang="en-IN"/>
              <a:t>If we know how they work, we can conquer, fix, or control. </a:t>
            </a:r>
            <a:endParaRPr/>
          </a:p>
          <a:p>
            <a:pPr indent="-285750" lvl="0" marL="285750" rtl="0" algn="l">
              <a:lnSpc>
                <a:spcPct val="90000"/>
              </a:lnSpc>
              <a:spcBef>
                <a:spcPts val="1000"/>
              </a:spcBef>
              <a:spcAft>
                <a:spcPts val="0"/>
              </a:spcAft>
              <a:buClr>
                <a:schemeClr val="dk1"/>
              </a:buClr>
              <a:buSzPct val="100000"/>
              <a:buFont typeface="Arial"/>
              <a:buChar char="•"/>
            </a:pPr>
            <a:r>
              <a:rPr lang="en-IN"/>
              <a:t>All of these lead to winning, which equates to survival and continuation.</a:t>
            </a:r>
            <a:endParaRPr/>
          </a:p>
          <a:p>
            <a:pPr indent="-285750" lvl="0" marL="285750" rtl="0" algn="l">
              <a:lnSpc>
                <a:spcPct val="90000"/>
              </a:lnSpc>
              <a:spcBef>
                <a:spcPts val="1000"/>
              </a:spcBef>
              <a:spcAft>
                <a:spcPts val="0"/>
              </a:spcAft>
              <a:buClr>
                <a:schemeClr val="dk1"/>
              </a:buClr>
              <a:buSzPct val="100000"/>
              <a:buFont typeface="Arial"/>
              <a:buChar char="•"/>
            </a:pPr>
            <a:r>
              <a:rPr lang="en-IN"/>
              <a:t>Stories act as guides to give us the information and confidence we need to harness this knowledge. They increase our fitness.</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 name="Shape 197"/>
        <p:cNvGrpSpPr/>
        <p:nvPr/>
      </p:nvGrpSpPr>
      <p:grpSpPr>
        <a:xfrm>
          <a:off x="0" y="0"/>
          <a:ext cx="0" cy="0"/>
          <a:chOff x="0" y="0"/>
          <a:chExt cx="0" cy="0"/>
        </a:xfrm>
      </p:grpSpPr>
      <p:sp>
        <p:nvSpPr>
          <p:cNvPr id="198" name="Google Shape;198;p15"/>
          <p:cNvSpPr txBox="1"/>
          <p:nvPr>
            <p:ph type="title"/>
          </p:nvPr>
        </p:nvSpPr>
        <p:spPr>
          <a:xfrm>
            <a:off x="323528" y="214817"/>
            <a:ext cx="8640959" cy="874951"/>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rgbClr val="930B0B"/>
              </a:buClr>
              <a:buSzPts val="3600"/>
              <a:buFont typeface="Times New Roman"/>
              <a:buNone/>
            </a:pPr>
            <a:r>
              <a:rPr b="1" lang="en-IN"/>
              <a:t>THE SCIENCE OF STORYTELLING</a:t>
            </a:r>
            <a:r>
              <a:rPr lang="en-IN"/>
              <a:t>	</a:t>
            </a:r>
            <a:br>
              <a:rPr lang="en-IN"/>
            </a:br>
            <a:r>
              <a:rPr lang="en-IN"/>
              <a:t>	</a:t>
            </a:r>
            <a:br>
              <a:rPr lang="en-IN"/>
            </a:br>
            <a:endParaRPr/>
          </a:p>
        </p:txBody>
      </p:sp>
      <p:sp>
        <p:nvSpPr>
          <p:cNvPr id="199" name="Google Shape;199;p15"/>
          <p:cNvSpPr txBox="1"/>
          <p:nvPr>
            <p:ph idx="1" type="body"/>
          </p:nvPr>
        </p:nvSpPr>
        <p:spPr>
          <a:xfrm>
            <a:off x="700004" y="692696"/>
            <a:ext cx="8229600" cy="5616623"/>
          </a:xfrm>
          <a:prstGeom prst="rect">
            <a:avLst/>
          </a:prstGeom>
          <a:noFill/>
          <a:ln>
            <a:noFill/>
          </a:ln>
        </p:spPr>
        <p:txBody>
          <a:bodyPr anchorCtr="0" anchor="t" bIns="45700" lIns="91425" spcFirstLastPara="1" rIns="91425" wrap="square" tIns="45700">
            <a:normAutofit/>
          </a:bodyPr>
          <a:lstStyle/>
          <a:p>
            <a:pPr indent="-285750" lvl="0" marL="285750" rtl="0" algn="l">
              <a:lnSpc>
                <a:spcPct val="90000"/>
              </a:lnSpc>
              <a:spcBef>
                <a:spcPts val="0"/>
              </a:spcBef>
              <a:spcAft>
                <a:spcPts val="0"/>
              </a:spcAft>
              <a:buClr>
                <a:schemeClr val="dk1"/>
              </a:buClr>
              <a:buSzPts val="2800"/>
              <a:buFont typeface="Arial"/>
              <a:buChar char="•"/>
            </a:pPr>
            <a:r>
              <a:rPr b="1" lang="en-IN"/>
              <a:t>The Human on Stories:</a:t>
            </a:r>
            <a:endParaRPr/>
          </a:p>
          <a:p>
            <a:pPr indent="0" lvl="0" marL="0" rtl="0" algn="l">
              <a:lnSpc>
                <a:spcPct val="90000"/>
              </a:lnSpc>
              <a:spcBef>
                <a:spcPts val="1000"/>
              </a:spcBef>
              <a:spcAft>
                <a:spcPts val="0"/>
              </a:spcAft>
              <a:buClr>
                <a:schemeClr val="dk1"/>
              </a:buClr>
              <a:buSzPts val="2800"/>
              <a:buNone/>
            </a:pPr>
            <a:r>
              <a:rPr b="1" lang="en-IN"/>
              <a:t>Closure:</a:t>
            </a:r>
            <a:endParaRPr b="1"/>
          </a:p>
          <a:p>
            <a:pPr indent="-285750" lvl="0" marL="285750" rtl="0" algn="l">
              <a:lnSpc>
                <a:spcPct val="90000"/>
              </a:lnSpc>
              <a:spcBef>
                <a:spcPts val="1000"/>
              </a:spcBef>
              <a:spcAft>
                <a:spcPts val="0"/>
              </a:spcAft>
              <a:buClr>
                <a:schemeClr val="dk1"/>
              </a:buClr>
              <a:buSzPts val="2800"/>
              <a:buFont typeface="Arial"/>
              <a:buChar char="•"/>
            </a:pPr>
            <a:r>
              <a:rPr lang="en-IN"/>
              <a:t>Aside from being bent on survival, humans also tend to require closure.</a:t>
            </a:r>
            <a:endParaRPr/>
          </a:p>
          <a:p>
            <a:pPr indent="-285750" lvl="0" marL="285750" rtl="0" algn="l">
              <a:lnSpc>
                <a:spcPct val="90000"/>
              </a:lnSpc>
              <a:spcBef>
                <a:spcPts val="1000"/>
              </a:spcBef>
              <a:spcAft>
                <a:spcPts val="0"/>
              </a:spcAft>
              <a:buClr>
                <a:schemeClr val="dk1"/>
              </a:buClr>
              <a:buSzPts val="2800"/>
              <a:buFont typeface="Arial"/>
              <a:buChar char="•"/>
            </a:pPr>
            <a:r>
              <a:rPr lang="en-IN"/>
              <a:t>The Zeigarnik effect speaks to our human need for endings. No matter the story’s goal—to focus, align, teach, or inspire—we build narratives to foster imagination, excitement, even speculation. </a:t>
            </a:r>
            <a:endParaRPr/>
          </a:p>
          <a:p>
            <a:pPr indent="-285750" lvl="0" marL="285750" rtl="0" algn="l">
              <a:lnSpc>
                <a:spcPct val="90000"/>
              </a:lnSpc>
              <a:spcBef>
                <a:spcPts val="1000"/>
              </a:spcBef>
              <a:spcAft>
                <a:spcPts val="0"/>
              </a:spcAft>
              <a:buClr>
                <a:schemeClr val="dk1"/>
              </a:buClr>
              <a:buSzPts val="2800"/>
              <a:buFont typeface="Arial"/>
              <a:buChar char="•"/>
            </a:pPr>
            <a:r>
              <a:rPr lang="en-IN"/>
              <a:t>Successful narratives are those that are able to grab the audience’s attention, work through a message, and then resolve our anxiety with a satisfactory ending. Thus, stories are therapeutic—they give us closure.</a:t>
            </a:r>
            <a:endParaRPr b="1"/>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3" name="Shape 203"/>
        <p:cNvGrpSpPr/>
        <p:nvPr/>
      </p:nvGrpSpPr>
      <p:grpSpPr>
        <a:xfrm>
          <a:off x="0" y="0"/>
          <a:ext cx="0" cy="0"/>
          <a:chOff x="0" y="0"/>
          <a:chExt cx="0" cy="0"/>
        </a:xfrm>
      </p:grpSpPr>
      <p:sp>
        <p:nvSpPr>
          <p:cNvPr id="204" name="Google Shape;204;p16"/>
          <p:cNvSpPr txBox="1"/>
          <p:nvPr>
            <p:ph type="title"/>
          </p:nvPr>
        </p:nvSpPr>
        <p:spPr>
          <a:xfrm>
            <a:off x="323528" y="214817"/>
            <a:ext cx="8640959" cy="874951"/>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rgbClr val="930B0B"/>
              </a:buClr>
              <a:buSzPts val="3600"/>
              <a:buFont typeface="Times New Roman"/>
              <a:buNone/>
            </a:pPr>
            <a:r>
              <a:rPr b="1" lang="en-IN"/>
              <a:t>THE POWER OF STORIES</a:t>
            </a:r>
            <a:br>
              <a:rPr lang="en-IN"/>
            </a:br>
            <a:r>
              <a:rPr lang="en-IN"/>
              <a:t>	</a:t>
            </a:r>
            <a:br>
              <a:rPr lang="en-IN"/>
            </a:br>
            <a:endParaRPr/>
          </a:p>
        </p:txBody>
      </p:sp>
      <p:sp>
        <p:nvSpPr>
          <p:cNvPr id="205" name="Google Shape;205;p16"/>
          <p:cNvSpPr txBox="1"/>
          <p:nvPr>
            <p:ph idx="1" type="body"/>
          </p:nvPr>
        </p:nvSpPr>
        <p:spPr>
          <a:xfrm>
            <a:off x="700004" y="980728"/>
            <a:ext cx="8229600" cy="5328591"/>
          </a:xfrm>
          <a:prstGeom prst="rect">
            <a:avLst/>
          </a:prstGeom>
          <a:noFill/>
          <a:ln>
            <a:noFill/>
          </a:ln>
        </p:spPr>
        <p:txBody>
          <a:bodyPr anchorCtr="0" anchor="t" bIns="45700" lIns="91425" spcFirstLastPara="1" rIns="91425" wrap="square" tIns="45700">
            <a:normAutofit/>
          </a:bodyPr>
          <a:lstStyle/>
          <a:p>
            <a:pPr indent="-285750" lvl="0" marL="285750" rtl="0" algn="just">
              <a:lnSpc>
                <a:spcPct val="90000"/>
              </a:lnSpc>
              <a:spcBef>
                <a:spcPts val="0"/>
              </a:spcBef>
              <a:spcAft>
                <a:spcPts val="0"/>
              </a:spcAft>
              <a:buClr>
                <a:schemeClr val="dk1"/>
              </a:buClr>
              <a:buSzPts val="2800"/>
              <a:buChar char="•"/>
            </a:pPr>
            <a:r>
              <a:rPr lang="en-IN"/>
              <a:t>Data stories are powerful, and that they are powerful because of their ability to communicate information, generate understanding and knowledge, and stick in our brains. </a:t>
            </a:r>
            <a:endParaRPr/>
          </a:p>
          <a:p>
            <a:pPr indent="-285750" lvl="0" marL="285750" rtl="0" algn="just">
              <a:lnSpc>
                <a:spcPct val="90000"/>
              </a:lnSpc>
              <a:spcBef>
                <a:spcPts val="1000"/>
              </a:spcBef>
              <a:spcAft>
                <a:spcPts val="0"/>
              </a:spcAft>
              <a:buClr>
                <a:schemeClr val="dk1"/>
              </a:buClr>
              <a:buSzPts val="2800"/>
              <a:buChar char="•"/>
            </a:pPr>
            <a:r>
              <a:rPr lang="en-IN"/>
              <a:t>However, as information assets, visual data stories have a few other noteworthy qualities.</a:t>
            </a:r>
            <a:endParaRPr/>
          </a:p>
          <a:p>
            <a:pPr indent="-285750" lvl="0" marL="285750" rtl="0" algn="just">
              <a:lnSpc>
                <a:spcPct val="90000"/>
              </a:lnSpc>
              <a:spcBef>
                <a:spcPts val="1000"/>
              </a:spcBef>
              <a:spcAft>
                <a:spcPts val="0"/>
              </a:spcAft>
              <a:buClr>
                <a:schemeClr val="dk1"/>
              </a:buClr>
              <a:buSzPts val="2800"/>
              <a:buChar char="•"/>
            </a:pPr>
            <a:r>
              <a:rPr lang="en-IN"/>
              <a:t>The traditional charts and graphs we’ve always used to represent data are still helpful because they help us to better visually organize and understand information. They’ve just become a little static.</a:t>
            </a:r>
            <a:endParaRPr/>
          </a:p>
          <a:p>
            <a:pPr indent="0" lvl="0" marL="0" rtl="0" algn="l">
              <a:lnSpc>
                <a:spcPct val="90000"/>
              </a:lnSpc>
              <a:spcBef>
                <a:spcPts val="1000"/>
              </a:spcBef>
              <a:spcAft>
                <a:spcPts val="0"/>
              </a:spcAft>
              <a:buClr>
                <a:schemeClr val="dk1"/>
              </a:buClr>
              <a:buSzPts val="2800"/>
              <a:buNone/>
            </a:pPr>
            <a:r>
              <a:t/>
            </a:r>
            <a:endParaRPr b="1"/>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9" name="Shape 209"/>
        <p:cNvGrpSpPr/>
        <p:nvPr/>
      </p:nvGrpSpPr>
      <p:grpSpPr>
        <a:xfrm>
          <a:off x="0" y="0"/>
          <a:ext cx="0" cy="0"/>
          <a:chOff x="0" y="0"/>
          <a:chExt cx="0" cy="0"/>
        </a:xfrm>
      </p:grpSpPr>
      <p:sp>
        <p:nvSpPr>
          <p:cNvPr id="210" name="Google Shape;210;p17"/>
          <p:cNvSpPr txBox="1"/>
          <p:nvPr>
            <p:ph type="title"/>
          </p:nvPr>
        </p:nvSpPr>
        <p:spPr>
          <a:xfrm>
            <a:off x="323528" y="214817"/>
            <a:ext cx="8640959" cy="874951"/>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rgbClr val="930B0B"/>
              </a:buClr>
              <a:buSzPts val="3600"/>
              <a:buFont typeface="Times New Roman"/>
              <a:buNone/>
            </a:pPr>
            <a:r>
              <a:rPr b="1" lang="en-IN"/>
              <a:t>THE POWER OF STORIES</a:t>
            </a:r>
            <a:br>
              <a:rPr lang="en-IN"/>
            </a:br>
            <a:r>
              <a:rPr lang="en-IN"/>
              <a:t>	</a:t>
            </a:r>
            <a:br>
              <a:rPr lang="en-IN"/>
            </a:br>
            <a:endParaRPr/>
          </a:p>
        </p:txBody>
      </p:sp>
      <p:sp>
        <p:nvSpPr>
          <p:cNvPr id="211" name="Google Shape;211;p17"/>
          <p:cNvSpPr txBox="1"/>
          <p:nvPr>
            <p:ph idx="1" type="body"/>
          </p:nvPr>
        </p:nvSpPr>
        <p:spPr>
          <a:xfrm>
            <a:off x="700004" y="980729"/>
            <a:ext cx="8229600" cy="5256584"/>
          </a:xfrm>
          <a:prstGeom prst="rect">
            <a:avLst/>
          </a:prstGeom>
          <a:noFill/>
          <a:ln>
            <a:noFill/>
          </a:ln>
        </p:spPr>
        <p:txBody>
          <a:bodyPr anchorCtr="0" anchor="t" bIns="45700" lIns="91425" spcFirstLastPara="1" rIns="91425" wrap="square" tIns="45700">
            <a:normAutofit lnSpcReduction="10000"/>
          </a:bodyPr>
          <a:lstStyle/>
          <a:p>
            <a:pPr indent="-285750" lvl="0" marL="285750" rtl="0" algn="just">
              <a:lnSpc>
                <a:spcPct val="90000"/>
              </a:lnSpc>
              <a:spcBef>
                <a:spcPts val="0"/>
              </a:spcBef>
              <a:spcAft>
                <a:spcPts val="0"/>
              </a:spcAft>
              <a:buClr>
                <a:schemeClr val="dk1"/>
              </a:buClr>
              <a:buSzPts val="2800"/>
              <a:buChar char="•"/>
            </a:pPr>
            <a:r>
              <a:rPr lang="en-IN"/>
              <a:t>With today’s technology, fueled by today’s innovation, we’ve moved beyond the mentality of gathering, analyzing, and reporting data to collecting, exploring, and sharing information rather than simply rendering data visually we are focused on using these mechanisms to engage, communicate, inspire, and make data memorable.</a:t>
            </a:r>
            <a:endParaRPr/>
          </a:p>
          <a:p>
            <a:pPr indent="-285750" lvl="0" marL="285750" rtl="0" algn="just">
              <a:lnSpc>
                <a:spcPct val="90000"/>
              </a:lnSpc>
              <a:spcBef>
                <a:spcPts val="1000"/>
              </a:spcBef>
              <a:spcAft>
                <a:spcPts val="0"/>
              </a:spcAft>
              <a:buClr>
                <a:schemeClr val="dk1"/>
              </a:buClr>
              <a:buSzPts val="2800"/>
              <a:buChar char="•"/>
            </a:pPr>
            <a:r>
              <a:rPr lang="en-IN"/>
              <a:t>No longer resigned to the tasks of beautifying reports or dashboards, data visualizations are lifting out of paper, coming out of the screen, and moving into our hearts, minds, and emotions. </a:t>
            </a:r>
            <a:endParaRPr/>
          </a:p>
          <a:p>
            <a:pPr indent="-285750" lvl="0" marL="285750" rtl="0" algn="just">
              <a:lnSpc>
                <a:spcPct val="90000"/>
              </a:lnSpc>
              <a:spcBef>
                <a:spcPts val="1000"/>
              </a:spcBef>
              <a:spcAft>
                <a:spcPts val="0"/>
              </a:spcAft>
              <a:buClr>
                <a:schemeClr val="dk1"/>
              </a:buClr>
              <a:buSzPts val="2800"/>
              <a:buChar char="•"/>
            </a:pPr>
            <a:r>
              <a:rPr lang="en-IN"/>
              <a:t>The ability to stir emotion is the secret ingredient of visual data storytelling, and what sets it apart from the aforementioned static visual data renderings.</a:t>
            </a:r>
            <a:endParaRPr b="1"/>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5" name="Shape 215"/>
        <p:cNvGrpSpPr/>
        <p:nvPr/>
      </p:nvGrpSpPr>
      <p:grpSpPr>
        <a:xfrm>
          <a:off x="0" y="0"/>
          <a:ext cx="0" cy="0"/>
          <a:chOff x="0" y="0"/>
          <a:chExt cx="0" cy="0"/>
        </a:xfrm>
      </p:grpSpPr>
      <p:sp>
        <p:nvSpPr>
          <p:cNvPr id="216" name="Google Shape;216;p18"/>
          <p:cNvSpPr txBox="1"/>
          <p:nvPr>
            <p:ph type="title"/>
          </p:nvPr>
        </p:nvSpPr>
        <p:spPr>
          <a:xfrm>
            <a:off x="323528" y="214817"/>
            <a:ext cx="8640959" cy="874951"/>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rgbClr val="930B0B"/>
              </a:buClr>
              <a:buSzPts val="3600"/>
              <a:buFont typeface="Times New Roman"/>
              <a:buNone/>
            </a:pPr>
            <a:r>
              <a:rPr b="1" lang="en-IN"/>
              <a:t>THE POWER OF STORIES</a:t>
            </a:r>
            <a:br>
              <a:rPr lang="en-IN"/>
            </a:br>
            <a:r>
              <a:rPr lang="en-IN"/>
              <a:t>	</a:t>
            </a:r>
            <a:br>
              <a:rPr lang="en-IN"/>
            </a:br>
            <a:endParaRPr/>
          </a:p>
        </p:txBody>
      </p:sp>
      <p:sp>
        <p:nvSpPr>
          <p:cNvPr id="217" name="Google Shape;217;p18"/>
          <p:cNvSpPr txBox="1"/>
          <p:nvPr>
            <p:ph idx="1" type="body"/>
          </p:nvPr>
        </p:nvSpPr>
        <p:spPr>
          <a:xfrm>
            <a:off x="700004" y="980729"/>
            <a:ext cx="8229600" cy="5256584"/>
          </a:xfrm>
          <a:prstGeom prst="rect">
            <a:avLst/>
          </a:prstGeom>
          <a:noFill/>
          <a:ln>
            <a:noFill/>
          </a:ln>
        </p:spPr>
        <p:txBody>
          <a:bodyPr anchorCtr="0" anchor="t" bIns="45700" lIns="91425" spcFirstLastPara="1" rIns="91425" wrap="square" tIns="45700">
            <a:normAutofit/>
          </a:bodyPr>
          <a:lstStyle/>
          <a:p>
            <a:pPr indent="-285750" lvl="0" marL="285750" rtl="0" algn="just">
              <a:lnSpc>
                <a:spcPct val="90000"/>
              </a:lnSpc>
              <a:spcBef>
                <a:spcPts val="0"/>
              </a:spcBef>
              <a:spcAft>
                <a:spcPts val="0"/>
              </a:spcAft>
              <a:buClr>
                <a:schemeClr val="dk1"/>
              </a:buClr>
              <a:buSzPts val="2800"/>
              <a:buChar char="•"/>
            </a:pPr>
            <a:r>
              <a:rPr lang="en-IN"/>
              <a:t>Emotional appeal isn’t enough to complete a meaningful visual data story. </a:t>
            </a:r>
            <a:endParaRPr/>
          </a:p>
          <a:p>
            <a:pPr indent="-285750" lvl="0" marL="285750" rtl="0" algn="just">
              <a:lnSpc>
                <a:spcPct val="90000"/>
              </a:lnSpc>
              <a:spcBef>
                <a:spcPts val="1000"/>
              </a:spcBef>
              <a:spcAft>
                <a:spcPts val="0"/>
              </a:spcAft>
              <a:buClr>
                <a:schemeClr val="dk1"/>
              </a:buClr>
              <a:buSzPts val="2800"/>
              <a:buChar char="•"/>
            </a:pPr>
            <a:r>
              <a:rPr lang="en-IN"/>
              <a:t>Like any good tale, a data story requires an anchor, or a goal—be it a reveal, a call to action, or an underlying message—to pass to its audience. This idea isn’t unique to data storytelling by any means, but a construct applied to all varieties of stories. </a:t>
            </a:r>
            <a:endParaRPr/>
          </a:p>
          <a:p>
            <a:pPr indent="-285750" lvl="0" marL="285750" rtl="0" algn="just">
              <a:lnSpc>
                <a:spcPct val="90000"/>
              </a:lnSpc>
              <a:spcBef>
                <a:spcPts val="1000"/>
              </a:spcBef>
              <a:spcAft>
                <a:spcPts val="0"/>
              </a:spcAft>
              <a:buClr>
                <a:schemeClr val="dk1"/>
              </a:buClr>
              <a:buSzPts val="2800"/>
              <a:buChar char="•"/>
            </a:pPr>
            <a:r>
              <a:rPr lang="en-IN"/>
              <a:t>When a story imprints on our memory, it requires emotion plus a  willingness to act on that emotion.</a:t>
            </a:r>
            <a:endParaRPr/>
          </a:p>
          <a:p>
            <a:pPr indent="-107950" lvl="0" marL="285750" rtl="0" algn="just">
              <a:lnSpc>
                <a:spcPct val="90000"/>
              </a:lnSpc>
              <a:spcBef>
                <a:spcPts val="1000"/>
              </a:spcBef>
              <a:spcAft>
                <a:spcPts val="0"/>
              </a:spcAft>
              <a:buClr>
                <a:schemeClr val="dk1"/>
              </a:buClr>
              <a:buSzPts val="2800"/>
              <a:buNone/>
            </a:pPr>
            <a:r>
              <a:t/>
            </a:r>
            <a:endParaRPr b="1"/>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1" name="Shape 221"/>
        <p:cNvGrpSpPr/>
        <p:nvPr/>
      </p:nvGrpSpPr>
      <p:grpSpPr>
        <a:xfrm>
          <a:off x="0" y="0"/>
          <a:ext cx="0" cy="0"/>
          <a:chOff x="0" y="0"/>
          <a:chExt cx="0" cy="0"/>
        </a:xfrm>
      </p:grpSpPr>
      <p:sp>
        <p:nvSpPr>
          <p:cNvPr id="222" name="Google Shape;222;p19"/>
          <p:cNvSpPr txBox="1"/>
          <p:nvPr>
            <p:ph type="title"/>
          </p:nvPr>
        </p:nvSpPr>
        <p:spPr>
          <a:xfrm>
            <a:off x="323528" y="214817"/>
            <a:ext cx="8640959" cy="874951"/>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rgbClr val="930B0B"/>
              </a:buClr>
              <a:buSzPts val="3600"/>
              <a:buFont typeface="Times New Roman"/>
              <a:buNone/>
            </a:pPr>
            <a:r>
              <a:rPr b="1" lang="en-IN"/>
              <a:t>THE POWER OF STORIES</a:t>
            </a:r>
            <a:br>
              <a:rPr lang="en-IN"/>
            </a:br>
            <a:r>
              <a:rPr lang="en-IN"/>
              <a:t>	</a:t>
            </a:r>
            <a:br>
              <a:rPr lang="en-IN"/>
            </a:br>
            <a:endParaRPr/>
          </a:p>
        </p:txBody>
      </p:sp>
      <p:sp>
        <p:nvSpPr>
          <p:cNvPr id="223" name="Google Shape;223;p19"/>
          <p:cNvSpPr txBox="1"/>
          <p:nvPr>
            <p:ph idx="1" type="body"/>
          </p:nvPr>
        </p:nvSpPr>
        <p:spPr>
          <a:xfrm>
            <a:off x="700004" y="980729"/>
            <a:ext cx="8229600" cy="5256584"/>
          </a:xfrm>
          <a:prstGeom prst="rect">
            <a:avLst/>
          </a:prstGeom>
          <a:noFill/>
          <a:ln>
            <a:noFill/>
          </a:ln>
        </p:spPr>
        <p:txBody>
          <a:bodyPr anchorCtr="0" anchor="t" bIns="45700" lIns="91425" spcFirstLastPara="1" rIns="91425" wrap="square" tIns="45700">
            <a:normAutofit/>
          </a:bodyPr>
          <a:lstStyle/>
          <a:p>
            <a:pPr indent="-285750" lvl="0" marL="285750" rtl="0" algn="l">
              <a:lnSpc>
                <a:spcPct val="90000"/>
              </a:lnSpc>
              <a:spcBef>
                <a:spcPts val="0"/>
              </a:spcBef>
              <a:spcAft>
                <a:spcPts val="0"/>
              </a:spcAft>
              <a:buClr>
                <a:schemeClr val="dk1"/>
              </a:buClr>
              <a:buSzPts val="2800"/>
              <a:buFont typeface="Arial"/>
              <a:buChar char="•"/>
            </a:pPr>
            <a:r>
              <a:rPr lang="en-IN"/>
              <a:t>Lets look for the following key takeaways:</a:t>
            </a:r>
            <a:endParaRPr/>
          </a:p>
          <a:p>
            <a:pPr indent="-285750" lvl="0" marL="285750" rtl="0" algn="l">
              <a:lnSpc>
                <a:spcPct val="90000"/>
              </a:lnSpc>
              <a:spcBef>
                <a:spcPts val="1000"/>
              </a:spcBef>
              <a:spcAft>
                <a:spcPts val="0"/>
              </a:spcAft>
              <a:buClr>
                <a:schemeClr val="dk1"/>
              </a:buClr>
              <a:buSzPts val="2800"/>
              <a:buFont typeface="Noto Sans Symbols"/>
              <a:buChar char="⮚"/>
            </a:pPr>
            <a:r>
              <a:rPr lang="en-IN"/>
              <a:t>Sometimes the only way to see the story in data is</a:t>
            </a:r>
            <a:endParaRPr/>
          </a:p>
          <a:p>
            <a:pPr indent="0" lvl="0" marL="0" rtl="0" algn="l">
              <a:lnSpc>
                <a:spcPct val="90000"/>
              </a:lnSpc>
              <a:spcBef>
                <a:spcPts val="1000"/>
              </a:spcBef>
              <a:spcAft>
                <a:spcPts val="0"/>
              </a:spcAft>
              <a:buClr>
                <a:schemeClr val="dk1"/>
              </a:buClr>
              <a:buSzPts val="2800"/>
              <a:buNone/>
            </a:pPr>
            <a:r>
              <a:rPr lang="en-IN"/>
              <a:t>    visually.</a:t>
            </a:r>
            <a:endParaRPr/>
          </a:p>
          <a:p>
            <a:pPr indent="-285750" lvl="0" marL="285750" rtl="0" algn="l">
              <a:lnSpc>
                <a:spcPct val="90000"/>
              </a:lnSpc>
              <a:spcBef>
                <a:spcPts val="1000"/>
              </a:spcBef>
              <a:spcAft>
                <a:spcPts val="0"/>
              </a:spcAft>
              <a:buClr>
                <a:schemeClr val="dk1"/>
              </a:buClr>
              <a:buSzPts val="2800"/>
              <a:buFont typeface="Noto Sans Symbols"/>
              <a:buChar char="⮚"/>
            </a:pPr>
            <a:r>
              <a:rPr lang="en-IN"/>
              <a:t>A good story should meet its goals—and it should be</a:t>
            </a:r>
            <a:endParaRPr/>
          </a:p>
          <a:p>
            <a:pPr indent="0" lvl="0" marL="0" rtl="0" algn="l">
              <a:lnSpc>
                <a:spcPct val="90000"/>
              </a:lnSpc>
              <a:spcBef>
                <a:spcPts val="1000"/>
              </a:spcBef>
              <a:spcAft>
                <a:spcPts val="0"/>
              </a:spcAft>
              <a:buClr>
                <a:schemeClr val="dk1"/>
              </a:buClr>
              <a:buSzPts val="2800"/>
              <a:buNone/>
            </a:pPr>
            <a:r>
              <a:rPr lang="en-IN"/>
              <a:t>    actionable.</a:t>
            </a:r>
            <a:endParaRPr/>
          </a:p>
          <a:p>
            <a:pPr indent="-285750" lvl="0" marL="285750" rtl="0" algn="l">
              <a:lnSpc>
                <a:spcPct val="90000"/>
              </a:lnSpc>
              <a:spcBef>
                <a:spcPts val="1000"/>
              </a:spcBef>
              <a:spcAft>
                <a:spcPts val="0"/>
              </a:spcAft>
              <a:buClr>
                <a:schemeClr val="dk1"/>
              </a:buClr>
              <a:buSzPts val="2800"/>
              <a:buFont typeface="Noto Sans Symbols"/>
              <a:buChar char="⮚"/>
            </a:pPr>
            <a:r>
              <a:rPr lang="en-IN"/>
              <a:t>A story should change, challenge, or confirm the way you think.</a:t>
            </a:r>
            <a:endParaRPr/>
          </a:p>
          <a:p>
            <a:pPr indent="-285750" lvl="0" marL="285750" rtl="0" algn="l">
              <a:lnSpc>
                <a:spcPct val="90000"/>
              </a:lnSpc>
              <a:spcBef>
                <a:spcPts val="1000"/>
              </a:spcBef>
              <a:spcAft>
                <a:spcPts val="0"/>
              </a:spcAft>
              <a:buClr>
                <a:schemeClr val="dk1"/>
              </a:buClr>
              <a:buSzPts val="2800"/>
              <a:buFont typeface="Noto Sans Symbols"/>
              <a:buChar char="⮚"/>
            </a:pPr>
            <a:r>
              <a:rPr lang="en-IN"/>
              <a:t>Storytelling evolves—don’t be afraid to try something</a:t>
            </a:r>
            <a:endParaRPr/>
          </a:p>
          <a:p>
            <a:pPr indent="0" lvl="0" marL="0" rtl="0" algn="l">
              <a:lnSpc>
                <a:spcPct val="90000"/>
              </a:lnSpc>
              <a:spcBef>
                <a:spcPts val="1000"/>
              </a:spcBef>
              <a:spcAft>
                <a:spcPts val="0"/>
              </a:spcAft>
              <a:buClr>
                <a:schemeClr val="dk1"/>
              </a:buClr>
              <a:buSzPts val="2800"/>
              <a:buNone/>
            </a:pPr>
            <a:r>
              <a:rPr lang="en-IN"/>
              <a:t>    new.</a:t>
            </a:r>
            <a:endParaRPr b="1"/>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 name="Shape 227"/>
        <p:cNvGrpSpPr/>
        <p:nvPr/>
      </p:nvGrpSpPr>
      <p:grpSpPr>
        <a:xfrm>
          <a:off x="0" y="0"/>
          <a:ext cx="0" cy="0"/>
          <a:chOff x="0" y="0"/>
          <a:chExt cx="0" cy="0"/>
        </a:xfrm>
      </p:grpSpPr>
      <p:sp>
        <p:nvSpPr>
          <p:cNvPr id="228" name="Google Shape;228;p20"/>
          <p:cNvSpPr txBox="1"/>
          <p:nvPr>
            <p:ph type="title"/>
          </p:nvPr>
        </p:nvSpPr>
        <p:spPr>
          <a:xfrm>
            <a:off x="323528" y="214817"/>
            <a:ext cx="8640959" cy="874951"/>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rgbClr val="930B0B"/>
              </a:buClr>
              <a:buSzPts val="3600"/>
              <a:buFont typeface="Times New Roman"/>
              <a:buNone/>
            </a:pPr>
            <a:r>
              <a:rPr b="1" lang="en-IN"/>
              <a:t>THE POWER OF STORIES</a:t>
            </a:r>
            <a:br>
              <a:rPr lang="en-IN"/>
            </a:br>
            <a:r>
              <a:rPr lang="en-IN"/>
              <a:t>	</a:t>
            </a:r>
            <a:br>
              <a:rPr lang="en-IN"/>
            </a:br>
            <a:endParaRPr/>
          </a:p>
        </p:txBody>
      </p:sp>
      <p:sp>
        <p:nvSpPr>
          <p:cNvPr id="229" name="Google Shape;229;p20"/>
          <p:cNvSpPr txBox="1"/>
          <p:nvPr>
            <p:ph idx="1" type="body"/>
          </p:nvPr>
        </p:nvSpPr>
        <p:spPr>
          <a:xfrm>
            <a:off x="700004" y="980729"/>
            <a:ext cx="8229600" cy="5256584"/>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2800"/>
              <a:buNone/>
            </a:pPr>
            <a:r>
              <a:rPr b="1" lang="en-IN"/>
              <a:t>The Classic Visualization Example:</a:t>
            </a:r>
            <a:endParaRPr/>
          </a:p>
          <a:p>
            <a:pPr indent="-285750" lvl="0" marL="285750" rtl="0" algn="just">
              <a:lnSpc>
                <a:spcPct val="90000"/>
              </a:lnSpc>
              <a:spcBef>
                <a:spcPts val="1000"/>
              </a:spcBef>
              <a:spcAft>
                <a:spcPts val="0"/>
              </a:spcAft>
              <a:buClr>
                <a:schemeClr val="dk1"/>
              </a:buClr>
              <a:buSzPts val="2800"/>
              <a:buChar char="•"/>
            </a:pPr>
            <a:r>
              <a:rPr lang="en-IN"/>
              <a:t>One of the core tenants of a visual data story is that it uses different forms of data visualization—charts, graphs,      infographics, and so on—to bring data to life. </a:t>
            </a:r>
            <a:endParaRPr/>
          </a:p>
          <a:p>
            <a:pPr indent="-285750" lvl="0" marL="285750" rtl="0" algn="just">
              <a:lnSpc>
                <a:spcPct val="90000"/>
              </a:lnSpc>
              <a:spcBef>
                <a:spcPts val="1000"/>
              </a:spcBef>
              <a:spcAft>
                <a:spcPts val="0"/>
              </a:spcAft>
              <a:buClr>
                <a:schemeClr val="dk1"/>
              </a:buClr>
              <a:buSzPts val="2800"/>
              <a:buChar char="•"/>
            </a:pPr>
            <a:r>
              <a:rPr lang="en-IN"/>
              <a:t>One of the most archetypal examples of the power of data visualization to help people see and understand data in ways they never would by looking at rows and columns of raw black and white data comes from Anscombe’s Quartet (see Figure 2.3). </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3" name="Shape 233"/>
        <p:cNvGrpSpPr/>
        <p:nvPr/>
      </p:nvGrpSpPr>
      <p:grpSpPr>
        <a:xfrm>
          <a:off x="0" y="0"/>
          <a:ext cx="0" cy="0"/>
          <a:chOff x="0" y="0"/>
          <a:chExt cx="0" cy="0"/>
        </a:xfrm>
      </p:grpSpPr>
      <p:sp>
        <p:nvSpPr>
          <p:cNvPr id="234" name="Google Shape;234;p21"/>
          <p:cNvSpPr txBox="1"/>
          <p:nvPr>
            <p:ph type="title"/>
          </p:nvPr>
        </p:nvSpPr>
        <p:spPr>
          <a:xfrm>
            <a:off x="323528" y="214817"/>
            <a:ext cx="8640959" cy="874951"/>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rgbClr val="930B0B"/>
              </a:buClr>
              <a:buSzPts val="3600"/>
              <a:buFont typeface="Times New Roman"/>
              <a:buNone/>
            </a:pPr>
            <a:r>
              <a:rPr b="1" lang="en-IN"/>
              <a:t>THE POWER OF STORIES</a:t>
            </a:r>
            <a:br>
              <a:rPr lang="en-IN"/>
            </a:br>
            <a:r>
              <a:rPr lang="en-IN"/>
              <a:t>	</a:t>
            </a:r>
            <a:br>
              <a:rPr lang="en-IN"/>
            </a:br>
            <a:endParaRPr/>
          </a:p>
        </p:txBody>
      </p:sp>
      <p:sp>
        <p:nvSpPr>
          <p:cNvPr id="235" name="Google Shape;235;p21"/>
          <p:cNvSpPr txBox="1"/>
          <p:nvPr>
            <p:ph idx="1" type="body"/>
          </p:nvPr>
        </p:nvSpPr>
        <p:spPr>
          <a:xfrm>
            <a:off x="700004" y="980729"/>
            <a:ext cx="8229600" cy="5256584"/>
          </a:xfrm>
          <a:prstGeom prst="rect">
            <a:avLst/>
          </a:prstGeom>
          <a:noFill/>
          <a:ln>
            <a:noFill/>
          </a:ln>
        </p:spPr>
        <p:txBody>
          <a:bodyPr anchorCtr="0" anchor="t" bIns="45700" lIns="91425" spcFirstLastPara="1" rIns="91425" wrap="square" tIns="45700">
            <a:normAutofit/>
          </a:bodyPr>
          <a:lstStyle/>
          <a:p>
            <a:pPr indent="-285750" lvl="0" marL="285750" rtl="0" algn="l">
              <a:lnSpc>
                <a:spcPct val="90000"/>
              </a:lnSpc>
              <a:spcBef>
                <a:spcPts val="0"/>
              </a:spcBef>
              <a:spcAft>
                <a:spcPts val="0"/>
              </a:spcAft>
              <a:buClr>
                <a:schemeClr val="dk1"/>
              </a:buClr>
              <a:buSzPts val="2800"/>
              <a:buFont typeface="Arial"/>
              <a:buChar char="•"/>
            </a:pPr>
            <a:r>
              <a:rPr b="1" lang="en-IN"/>
              <a:t>The Classic Visualization Example:</a:t>
            </a:r>
            <a:endParaRPr/>
          </a:p>
          <a:p>
            <a:pPr indent="-285750" lvl="0" marL="285750" rtl="0" algn="just">
              <a:lnSpc>
                <a:spcPct val="90000"/>
              </a:lnSpc>
              <a:spcBef>
                <a:spcPts val="1000"/>
              </a:spcBef>
              <a:spcAft>
                <a:spcPts val="0"/>
              </a:spcAft>
              <a:buClr>
                <a:schemeClr val="dk1"/>
              </a:buClr>
              <a:buSzPts val="2800"/>
              <a:buChar char="•"/>
            </a:pPr>
            <a:r>
              <a:rPr lang="en-IN"/>
              <a:t>Constructed in 1973 by statistician Francis Anscombe, these four datasets appear identical when compared by their summary statistics. </a:t>
            </a:r>
            <a:endParaRPr/>
          </a:p>
          <a:p>
            <a:pPr indent="-285750" lvl="0" marL="285750" rtl="0" algn="just">
              <a:lnSpc>
                <a:spcPct val="90000"/>
              </a:lnSpc>
              <a:spcBef>
                <a:spcPts val="1000"/>
              </a:spcBef>
              <a:spcAft>
                <a:spcPts val="0"/>
              </a:spcAft>
              <a:buClr>
                <a:schemeClr val="dk1"/>
              </a:buClr>
              <a:buSzPts val="2800"/>
              <a:buChar char="•"/>
            </a:pPr>
            <a:r>
              <a:rPr lang="en-IN"/>
              <a:t>If you review the table, you will notice that each dataset has the same mean of both X and Y, the same standard deviation, the same correlation, and the same linear regression equation.</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9" name="Shape 239"/>
        <p:cNvGrpSpPr/>
        <p:nvPr/>
      </p:nvGrpSpPr>
      <p:grpSpPr>
        <a:xfrm>
          <a:off x="0" y="0"/>
          <a:ext cx="0" cy="0"/>
          <a:chOff x="0" y="0"/>
          <a:chExt cx="0" cy="0"/>
        </a:xfrm>
      </p:grpSpPr>
      <p:sp>
        <p:nvSpPr>
          <p:cNvPr id="240" name="Google Shape;240;p22"/>
          <p:cNvSpPr txBox="1"/>
          <p:nvPr>
            <p:ph type="title"/>
          </p:nvPr>
        </p:nvSpPr>
        <p:spPr>
          <a:xfrm>
            <a:off x="323528" y="214817"/>
            <a:ext cx="8640959" cy="874951"/>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rgbClr val="930B0B"/>
              </a:buClr>
              <a:buSzPts val="3600"/>
              <a:buFont typeface="Times New Roman"/>
              <a:buNone/>
            </a:pPr>
            <a:r>
              <a:rPr b="1" lang="en-IN"/>
              <a:t>THE POWER OF STORIES</a:t>
            </a:r>
            <a:br>
              <a:rPr lang="en-IN"/>
            </a:br>
            <a:r>
              <a:rPr lang="en-IN"/>
              <a:t>	</a:t>
            </a:r>
            <a:br>
              <a:rPr lang="en-IN"/>
            </a:br>
            <a:endParaRPr/>
          </a:p>
        </p:txBody>
      </p:sp>
      <p:sp>
        <p:nvSpPr>
          <p:cNvPr id="241" name="Google Shape;241;p22"/>
          <p:cNvSpPr txBox="1"/>
          <p:nvPr>
            <p:ph idx="1" type="body"/>
          </p:nvPr>
        </p:nvSpPr>
        <p:spPr>
          <a:xfrm>
            <a:off x="700004" y="980729"/>
            <a:ext cx="8229600" cy="5256584"/>
          </a:xfrm>
          <a:prstGeom prst="rect">
            <a:avLst/>
          </a:prstGeom>
          <a:noFill/>
          <a:ln>
            <a:noFill/>
          </a:ln>
        </p:spPr>
        <p:txBody>
          <a:bodyPr anchorCtr="0" anchor="t" bIns="45700" lIns="91425" spcFirstLastPara="1" rIns="91425" wrap="square" tIns="45700">
            <a:normAutofit/>
          </a:bodyPr>
          <a:lstStyle/>
          <a:p>
            <a:pPr indent="-285750" lvl="0" marL="285750" rtl="0" algn="l">
              <a:lnSpc>
                <a:spcPct val="90000"/>
              </a:lnSpc>
              <a:spcBef>
                <a:spcPts val="0"/>
              </a:spcBef>
              <a:spcAft>
                <a:spcPts val="0"/>
              </a:spcAft>
              <a:buClr>
                <a:schemeClr val="dk1"/>
              </a:buClr>
              <a:buSzPts val="2800"/>
              <a:buFont typeface="Arial"/>
              <a:buChar char="•"/>
            </a:pPr>
            <a:r>
              <a:rPr b="1" lang="en-IN"/>
              <a:t>The Classic Visualization Example:</a:t>
            </a:r>
            <a:endParaRPr/>
          </a:p>
          <a:p>
            <a:pPr indent="0" lvl="0" marL="0" rtl="0" algn="l">
              <a:lnSpc>
                <a:spcPct val="90000"/>
              </a:lnSpc>
              <a:spcBef>
                <a:spcPts val="1000"/>
              </a:spcBef>
              <a:spcAft>
                <a:spcPts val="0"/>
              </a:spcAft>
              <a:buClr>
                <a:schemeClr val="dk1"/>
              </a:buClr>
              <a:buSzPts val="2800"/>
              <a:buNone/>
            </a:pPr>
            <a:r>
              <a:t/>
            </a:r>
            <a:endParaRPr b="1"/>
          </a:p>
        </p:txBody>
      </p:sp>
      <p:pic>
        <p:nvPicPr>
          <p:cNvPr id="242" name="Google Shape;242;p22"/>
          <p:cNvPicPr preferRelativeResize="0"/>
          <p:nvPr/>
        </p:nvPicPr>
        <p:blipFill rotWithShape="1">
          <a:blip r:embed="rId3">
            <a:alphaModFix/>
          </a:blip>
          <a:srcRect b="0" l="0" r="0" t="0"/>
          <a:stretch/>
        </p:blipFill>
        <p:spPr>
          <a:xfrm>
            <a:off x="899592" y="1484784"/>
            <a:ext cx="7776864" cy="4824536"/>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6" name="Shape 246"/>
        <p:cNvGrpSpPr/>
        <p:nvPr/>
      </p:nvGrpSpPr>
      <p:grpSpPr>
        <a:xfrm>
          <a:off x="0" y="0"/>
          <a:ext cx="0" cy="0"/>
          <a:chOff x="0" y="0"/>
          <a:chExt cx="0" cy="0"/>
        </a:xfrm>
      </p:grpSpPr>
      <p:sp>
        <p:nvSpPr>
          <p:cNvPr id="247" name="Google Shape;247;p23"/>
          <p:cNvSpPr txBox="1"/>
          <p:nvPr>
            <p:ph type="title"/>
          </p:nvPr>
        </p:nvSpPr>
        <p:spPr>
          <a:xfrm>
            <a:off x="323528" y="214817"/>
            <a:ext cx="8640959" cy="874951"/>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rgbClr val="930B0B"/>
              </a:buClr>
              <a:buSzPts val="3600"/>
              <a:buFont typeface="Times New Roman"/>
              <a:buNone/>
            </a:pPr>
            <a:r>
              <a:rPr b="1" lang="en-IN"/>
              <a:t>THE POWER OF STORIES</a:t>
            </a:r>
            <a:br>
              <a:rPr lang="en-IN"/>
            </a:br>
            <a:r>
              <a:rPr lang="en-IN"/>
              <a:t>	</a:t>
            </a:r>
            <a:br>
              <a:rPr lang="en-IN"/>
            </a:br>
            <a:endParaRPr/>
          </a:p>
        </p:txBody>
      </p:sp>
      <p:sp>
        <p:nvSpPr>
          <p:cNvPr id="248" name="Google Shape;248;p23"/>
          <p:cNvSpPr txBox="1"/>
          <p:nvPr>
            <p:ph idx="1" type="body"/>
          </p:nvPr>
        </p:nvSpPr>
        <p:spPr>
          <a:xfrm>
            <a:off x="700004" y="980729"/>
            <a:ext cx="8229600" cy="5256584"/>
          </a:xfrm>
          <a:prstGeom prst="rect">
            <a:avLst/>
          </a:prstGeom>
          <a:noFill/>
          <a:ln>
            <a:noFill/>
          </a:ln>
        </p:spPr>
        <p:txBody>
          <a:bodyPr anchorCtr="0" anchor="t" bIns="45700" lIns="91425" spcFirstLastPara="1" rIns="91425" wrap="square" tIns="45700">
            <a:normAutofit/>
          </a:bodyPr>
          <a:lstStyle/>
          <a:p>
            <a:pPr indent="-285750" lvl="0" marL="285750" rtl="0" algn="l">
              <a:lnSpc>
                <a:spcPct val="90000"/>
              </a:lnSpc>
              <a:spcBef>
                <a:spcPts val="0"/>
              </a:spcBef>
              <a:spcAft>
                <a:spcPts val="0"/>
              </a:spcAft>
              <a:buClr>
                <a:schemeClr val="dk1"/>
              </a:buClr>
              <a:buSzPts val="2800"/>
              <a:buFont typeface="Arial"/>
              <a:buChar char="•"/>
            </a:pPr>
            <a:r>
              <a:rPr b="1" lang="en-IN"/>
              <a:t>The Classic Visualization Example:</a:t>
            </a:r>
            <a:endParaRPr/>
          </a:p>
          <a:p>
            <a:pPr indent="0" lvl="0" marL="0" rtl="0" algn="l">
              <a:lnSpc>
                <a:spcPct val="90000"/>
              </a:lnSpc>
              <a:spcBef>
                <a:spcPts val="1000"/>
              </a:spcBef>
              <a:spcAft>
                <a:spcPts val="0"/>
              </a:spcAft>
              <a:buClr>
                <a:schemeClr val="dk1"/>
              </a:buClr>
              <a:buSzPts val="2800"/>
              <a:buNone/>
            </a:pPr>
            <a:r>
              <a:t/>
            </a:r>
            <a:endParaRPr b="1"/>
          </a:p>
        </p:txBody>
      </p:sp>
      <p:pic>
        <p:nvPicPr>
          <p:cNvPr id="249" name="Google Shape;249;p23"/>
          <p:cNvPicPr preferRelativeResize="0"/>
          <p:nvPr/>
        </p:nvPicPr>
        <p:blipFill rotWithShape="1">
          <a:blip r:embed="rId3">
            <a:alphaModFix/>
          </a:blip>
          <a:srcRect b="0" l="0" r="0" t="0"/>
          <a:stretch/>
        </p:blipFill>
        <p:spPr>
          <a:xfrm>
            <a:off x="1187624" y="1484784"/>
            <a:ext cx="6408712" cy="4797549"/>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3" name="Shape 253"/>
        <p:cNvGrpSpPr/>
        <p:nvPr/>
      </p:nvGrpSpPr>
      <p:grpSpPr>
        <a:xfrm>
          <a:off x="0" y="0"/>
          <a:ext cx="0" cy="0"/>
          <a:chOff x="0" y="0"/>
          <a:chExt cx="0" cy="0"/>
        </a:xfrm>
      </p:grpSpPr>
      <p:sp>
        <p:nvSpPr>
          <p:cNvPr id="254" name="Google Shape;254;p24"/>
          <p:cNvSpPr txBox="1"/>
          <p:nvPr>
            <p:ph type="title"/>
          </p:nvPr>
        </p:nvSpPr>
        <p:spPr>
          <a:xfrm>
            <a:off x="323528" y="214817"/>
            <a:ext cx="8640959" cy="874951"/>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rgbClr val="930B0B"/>
              </a:buClr>
              <a:buSzPts val="3600"/>
              <a:buFont typeface="Times New Roman"/>
              <a:buNone/>
            </a:pPr>
            <a:r>
              <a:rPr b="1" lang="en-IN"/>
              <a:t>THE POWER OF STORIES</a:t>
            </a:r>
            <a:br>
              <a:rPr lang="en-IN"/>
            </a:br>
            <a:r>
              <a:rPr lang="en-IN"/>
              <a:t>	</a:t>
            </a:r>
            <a:br>
              <a:rPr lang="en-IN"/>
            </a:br>
            <a:endParaRPr/>
          </a:p>
        </p:txBody>
      </p:sp>
      <p:sp>
        <p:nvSpPr>
          <p:cNvPr id="255" name="Google Shape;255;p24"/>
          <p:cNvSpPr txBox="1"/>
          <p:nvPr>
            <p:ph idx="1" type="body"/>
          </p:nvPr>
        </p:nvSpPr>
        <p:spPr>
          <a:xfrm>
            <a:off x="700004" y="980729"/>
            <a:ext cx="8229600" cy="5256584"/>
          </a:xfrm>
          <a:prstGeom prst="rect">
            <a:avLst/>
          </a:prstGeom>
          <a:noFill/>
          <a:ln>
            <a:noFill/>
          </a:ln>
        </p:spPr>
        <p:txBody>
          <a:bodyPr anchorCtr="0" anchor="t" bIns="45700" lIns="91425" spcFirstLastPara="1" rIns="91425" wrap="square" tIns="45700">
            <a:normAutofit/>
          </a:bodyPr>
          <a:lstStyle/>
          <a:p>
            <a:pPr indent="-285750" lvl="0" marL="285750" rtl="0" algn="l">
              <a:lnSpc>
                <a:spcPct val="90000"/>
              </a:lnSpc>
              <a:spcBef>
                <a:spcPts val="0"/>
              </a:spcBef>
              <a:spcAft>
                <a:spcPts val="0"/>
              </a:spcAft>
              <a:buClr>
                <a:schemeClr val="dk1"/>
              </a:buClr>
              <a:buSzPts val="2800"/>
              <a:buFont typeface="Arial"/>
              <a:buChar char="•"/>
            </a:pPr>
            <a:r>
              <a:rPr b="1" lang="en-IN"/>
              <a:t>The Classic Visualization Example:</a:t>
            </a:r>
            <a:endParaRPr/>
          </a:p>
          <a:p>
            <a:pPr indent="-285750" lvl="0" marL="285750" rtl="0" algn="l">
              <a:lnSpc>
                <a:spcPct val="90000"/>
              </a:lnSpc>
              <a:spcBef>
                <a:spcPts val="1000"/>
              </a:spcBef>
              <a:spcAft>
                <a:spcPts val="0"/>
              </a:spcAft>
              <a:buClr>
                <a:schemeClr val="dk1"/>
              </a:buClr>
              <a:buSzPts val="2800"/>
              <a:buFont typeface="Arial"/>
              <a:buChar char="•"/>
            </a:pPr>
            <a:r>
              <a:rPr lang="en-IN"/>
              <a:t>Even though the individual variables are different, if the statistical outputs are the same, we would expect these, when graphed, to </a:t>
            </a:r>
            <a:r>
              <a:rPr i="1" lang="en-IN"/>
              <a:t>look </a:t>
            </a:r>
            <a:r>
              <a:rPr lang="en-IN"/>
              <a:t>the same. </a:t>
            </a:r>
            <a:endParaRPr/>
          </a:p>
          <a:p>
            <a:pPr indent="-285750" lvl="0" marL="285750" rtl="0" algn="l">
              <a:lnSpc>
                <a:spcPct val="90000"/>
              </a:lnSpc>
              <a:spcBef>
                <a:spcPts val="1000"/>
              </a:spcBef>
              <a:spcAft>
                <a:spcPts val="0"/>
              </a:spcAft>
              <a:buClr>
                <a:schemeClr val="dk1"/>
              </a:buClr>
              <a:buSzPts val="2800"/>
              <a:buFont typeface="Arial"/>
              <a:buChar char="•"/>
            </a:pPr>
            <a:r>
              <a:rPr lang="en-IN"/>
              <a:t>The “story” for each of these datasets is different.</a:t>
            </a:r>
            <a:endParaRPr/>
          </a:p>
          <a:p>
            <a:pPr indent="-285750" lvl="0" marL="285750" rtl="0" algn="l">
              <a:lnSpc>
                <a:spcPct val="90000"/>
              </a:lnSpc>
              <a:spcBef>
                <a:spcPts val="1000"/>
              </a:spcBef>
              <a:spcAft>
                <a:spcPts val="0"/>
              </a:spcAft>
              <a:buClr>
                <a:schemeClr val="dk1"/>
              </a:buClr>
              <a:buSzPts val="2800"/>
              <a:buFont typeface="Arial"/>
              <a:buChar char="•"/>
            </a:pPr>
            <a:r>
              <a:rPr lang="en-IN"/>
              <a:t>When graphed (see Figure 2.4), we can see beyond the limitations of basic statistical properties for describing data, and can tell a bigger picture of the datasets and the relationships therein.</a:t>
            </a:r>
            <a:endParaRPr b="1"/>
          </a:p>
          <a:p>
            <a:pPr indent="0" lvl="0" marL="0" rtl="0" algn="l">
              <a:lnSpc>
                <a:spcPct val="90000"/>
              </a:lnSpc>
              <a:spcBef>
                <a:spcPts val="1000"/>
              </a:spcBef>
              <a:spcAft>
                <a:spcPts val="0"/>
              </a:spcAft>
              <a:buClr>
                <a:schemeClr val="dk1"/>
              </a:buClr>
              <a:buSzPts val="2800"/>
              <a:buNone/>
            </a:pPr>
            <a:r>
              <a:t/>
            </a:r>
            <a:endParaRPr b="1"/>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9" name="Shape 259"/>
        <p:cNvGrpSpPr/>
        <p:nvPr/>
      </p:nvGrpSpPr>
      <p:grpSpPr>
        <a:xfrm>
          <a:off x="0" y="0"/>
          <a:ext cx="0" cy="0"/>
          <a:chOff x="0" y="0"/>
          <a:chExt cx="0" cy="0"/>
        </a:xfrm>
      </p:grpSpPr>
      <p:sp>
        <p:nvSpPr>
          <p:cNvPr id="260" name="Google Shape;260;p25"/>
          <p:cNvSpPr txBox="1"/>
          <p:nvPr>
            <p:ph type="title"/>
          </p:nvPr>
        </p:nvSpPr>
        <p:spPr>
          <a:xfrm>
            <a:off x="323528" y="214817"/>
            <a:ext cx="8640959" cy="874951"/>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rgbClr val="930B0B"/>
              </a:buClr>
              <a:buSzPts val="3600"/>
              <a:buFont typeface="Times New Roman"/>
              <a:buNone/>
            </a:pPr>
            <a:r>
              <a:rPr b="1" lang="en-IN"/>
              <a:t>THE POWER OF STORIES</a:t>
            </a:r>
            <a:br>
              <a:rPr lang="en-IN"/>
            </a:br>
            <a:r>
              <a:rPr lang="en-IN"/>
              <a:t>	</a:t>
            </a:r>
            <a:br>
              <a:rPr lang="en-IN"/>
            </a:br>
            <a:endParaRPr/>
          </a:p>
        </p:txBody>
      </p:sp>
      <p:sp>
        <p:nvSpPr>
          <p:cNvPr id="261" name="Google Shape;261;p25"/>
          <p:cNvSpPr txBox="1"/>
          <p:nvPr>
            <p:ph idx="1" type="body"/>
          </p:nvPr>
        </p:nvSpPr>
        <p:spPr>
          <a:xfrm>
            <a:off x="700004" y="980729"/>
            <a:ext cx="8229600" cy="5256584"/>
          </a:xfrm>
          <a:prstGeom prst="rect">
            <a:avLst/>
          </a:prstGeom>
          <a:noFill/>
          <a:ln>
            <a:noFill/>
          </a:ln>
        </p:spPr>
        <p:txBody>
          <a:bodyPr anchorCtr="0" anchor="t" bIns="45700" lIns="91425" spcFirstLastPara="1" rIns="91425" wrap="square" tIns="45700">
            <a:normAutofit/>
          </a:bodyPr>
          <a:lstStyle/>
          <a:p>
            <a:pPr indent="-285750" lvl="0" marL="285750" rtl="0" algn="l">
              <a:lnSpc>
                <a:spcPct val="90000"/>
              </a:lnSpc>
              <a:spcBef>
                <a:spcPts val="0"/>
              </a:spcBef>
              <a:spcAft>
                <a:spcPts val="0"/>
              </a:spcAft>
              <a:buClr>
                <a:schemeClr val="dk1"/>
              </a:buClr>
              <a:buSzPts val="2800"/>
              <a:buFont typeface="Arial"/>
              <a:buChar char="•"/>
            </a:pPr>
            <a:r>
              <a:rPr b="1" lang="en-IN"/>
              <a:t>Using small personal data for big stories</a:t>
            </a:r>
            <a:endParaRPr/>
          </a:p>
          <a:p>
            <a:pPr indent="-107950" lvl="0" marL="285750" rtl="0" algn="l">
              <a:lnSpc>
                <a:spcPct val="90000"/>
              </a:lnSpc>
              <a:spcBef>
                <a:spcPts val="1000"/>
              </a:spcBef>
              <a:spcAft>
                <a:spcPts val="0"/>
              </a:spcAft>
              <a:buClr>
                <a:schemeClr val="dk1"/>
              </a:buClr>
              <a:buSzPts val="2800"/>
              <a:buFont typeface="Arial"/>
              <a:buNone/>
            </a:pPr>
            <a:r>
              <a:t/>
            </a:r>
            <a:endParaRPr b="1"/>
          </a:p>
          <a:p>
            <a:pPr indent="-107950" lvl="0" marL="285750" rtl="0" algn="l">
              <a:lnSpc>
                <a:spcPct val="90000"/>
              </a:lnSpc>
              <a:spcBef>
                <a:spcPts val="1000"/>
              </a:spcBef>
              <a:spcAft>
                <a:spcPts val="0"/>
              </a:spcAft>
              <a:buClr>
                <a:schemeClr val="dk1"/>
              </a:buClr>
              <a:buSzPts val="2800"/>
              <a:buFont typeface="Arial"/>
              <a:buNone/>
            </a:pPr>
            <a:r>
              <a:t/>
            </a:r>
            <a:endParaRPr b="1"/>
          </a:p>
          <a:p>
            <a:pPr indent="-107950" lvl="0" marL="285750" rtl="0" algn="l">
              <a:lnSpc>
                <a:spcPct val="90000"/>
              </a:lnSpc>
              <a:spcBef>
                <a:spcPts val="1000"/>
              </a:spcBef>
              <a:spcAft>
                <a:spcPts val="0"/>
              </a:spcAft>
              <a:buClr>
                <a:schemeClr val="dk1"/>
              </a:buClr>
              <a:buSzPts val="2800"/>
              <a:buFont typeface="Arial"/>
              <a:buNone/>
            </a:pPr>
            <a:r>
              <a:t/>
            </a:r>
            <a:endParaRPr b="1"/>
          </a:p>
          <a:p>
            <a:pPr indent="0" lvl="0" marL="0" rtl="0" algn="l">
              <a:lnSpc>
                <a:spcPct val="90000"/>
              </a:lnSpc>
              <a:spcBef>
                <a:spcPts val="1000"/>
              </a:spcBef>
              <a:spcAft>
                <a:spcPts val="0"/>
              </a:spcAft>
              <a:buClr>
                <a:schemeClr val="dk1"/>
              </a:buClr>
              <a:buSzPts val="2800"/>
              <a:buNone/>
            </a:pPr>
            <a:r>
              <a:rPr lang="en-IN"/>
              <a:t>A good story should meet its goals-and it should be actionable.</a:t>
            </a:r>
            <a:endParaRPr/>
          </a:p>
          <a:p>
            <a:pPr indent="0" lvl="0" marL="0" rtl="0" algn="l">
              <a:lnSpc>
                <a:spcPct val="90000"/>
              </a:lnSpc>
              <a:spcBef>
                <a:spcPts val="1000"/>
              </a:spcBef>
              <a:spcAft>
                <a:spcPts val="0"/>
              </a:spcAft>
              <a:buClr>
                <a:schemeClr val="dk1"/>
              </a:buClr>
              <a:buSzPts val="2800"/>
              <a:buNone/>
            </a:pPr>
            <a:r>
              <a:t/>
            </a:r>
            <a:endParaRPr b="1"/>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5" name="Shape 265"/>
        <p:cNvGrpSpPr/>
        <p:nvPr/>
      </p:nvGrpSpPr>
      <p:grpSpPr>
        <a:xfrm>
          <a:off x="0" y="0"/>
          <a:ext cx="0" cy="0"/>
          <a:chOff x="0" y="0"/>
          <a:chExt cx="0" cy="0"/>
        </a:xfrm>
      </p:grpSpPr>
      <p:sp>
        <p:nvSpPr>
          <p:cNvPr id="266" name="Google Shape;266;p26"/>
          <p:cNvSpPr txBox="1"/>
          <p:nvPr>
            <p:ph type="title"/>
          </p:nvPr>
        </p:nvSpPr>
        <p:spPr>
          <a:xfrm>
            <a:off x="323528" y="214817"/>
            <a:ext cx="8640959" cy="874951"/>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rgbClr val="930B0B"/>
              </a:buClr>
              <a:buSzPts val="3600"/>
              <a:buFont typeface="Times New Roman"/>
              <a:buNone/>
            </a:pPr>
            <a:r>
              <a:rPr b="1" lang="en-IN"/>
              <a:t>THE POWER OF STORIES</a:t>
            </a:r>
            <a:br>
              <a:rPr lang="en-IN"/>
            </a:br>
            <a:r>
              <a:rPr lang="en-IN"/>
              <a:t>	</a:t>
            </a:r>
            <a:br>
              <a:rPr lang="en-IN"/>
            </a:br>
            <a:endParaRPr/>
          </a:p>
        </p:txBody>
      </p:sp>
      <p:sp>
        <p:nvSpPr>
          <p:cNvPr id="267" name="Google Shape;267;p26"/>
          <p:cNvSpPr txBox="1"/>
          <p:nvPr>
            <p:ph idx="1" type="body"/>
          </p:nvPr>
        </p:nvSpPr>
        <p:spPr>
          <a:xfrm>
            <a:off x="700004" y="980729"/>
            <a:ext cx="8229600" cy="5256584"/>
          </a:xfrm>
          <a:prstGeom prst="rect">
            <a:avLst/>
          </a:prstGeom>
          <a:noFill/>
          <a:ln>
            <a:noFill/>
          </a:ln>
        </p:spPr>
        <p:txBody>
          <a:bodyPr anchorCtr="0" anchor="t" bIns="45700" lIns="91425" spcFirstLastPara="1" rIns="91425" wrap="square" tIns="45700">
            <a:normAutofit/>
          </a:bodyPr>
          <a:lstStyle/>
          <a:p>
            <a:pPr indent="-285750" lvl="0" marL="285750" rtl="0" algn="l">
              <a:lnSpc>
                <a:spcPct val="90000"/>
              </a:lnSpc>
              <a:spcBef>
                <a:spcPts val="0"/>
              </a:spcBef>
              <a:spcAft>
                <a:spcPts val="0"/>
              </a:spcAft>
              <a:buClr>
                <a:schemeClr val="dk1"/>
              </a:buClr>
              <a:buSzPts val="2800"/>
              <a:buFont typeface="Arial"/>
              <a:buChar char="•"/>
            </a:pPr>
            <a:r>
              <a:rPr b="1" lang="en-IN"/>
              <a:t>The Two-or-Four season debate</a:t>
            </a:r>
            <a:endParaRPr/>
          </a:p>
          <a:p>
            <a:pPr indent="0" lvl="0" marL="0" rtl="0" algn="l">
              <a:lnSpc>
                <a:spcPct val="90000"/>
              </a:lnSpc>
              <a:spcBef>
                <a:spcPts val="1000"/>
              </a:spcBef>
              <a:spcAft>
                <a:spcPts val="0"/>
              </a:spcAft>
              <a:buClr>
                <a:schemeClr val="dk1"/>
              </a:buClr>
              <a:buSzPts val="2800"/>
              <a:buNone/>
            </a:pPr>
            <a:r>
              <a:rPr lang="en-IN"/>
              <a:t>A story should change , challenge or confirm the way you think.</a:t>
            </a:r>
            <a:endParaRPr/>
          </a:p>
          <a:p>
            <a:pPr indent="0" lvl="0" marL="0" rtl="0" algn="l">
              <a:lnSpc>
                <a:spcPct val="90000"/>
              </a:lnSpc>
              <a:spcBef>
                <a:spcPts val="1000"/>
              </a:spcBef>
              <a:spcAft>
                <a:spcPts val="0"/>
              </a:spcAft>
              <a:buClr>
                <a:schemeClr val="dk1"/>
              </a:buClr>
              <a:buSzPts val="2800"/>
              <a:buNone/>
            </a:pPr>
            <a:r>
              <a:t/>
            </a:r>
            <a:endParaRPr/>
          </a:p>
          <a:p>
            <a:pPr indent="0" lvl="0" marL="0" rtl="0" algn="l">
              <a:lnSpc>
                <a:spcPct val="90000"/>
              </a:lnSpc>
              <a:spcBef>
                <a:spcPts val="1000"/>
              </a:spcBef>
              <a:spcAft>
                <a:spcPts val="0"/>
              </a:spcAft>
              <a:buClr>
                <a:schemeClr val="dk1"/>
              </a:buClr>
              <a:buSzPts val="2800"/>
              <a:buNone/>
            </a:pPr>
            <a:r>
              <a:t/>
            </a:r>
            <a:endParaRPr b="1"/>
          </a:p>
        </p:txBody>
      </p:sp>
      <p:pic>
        <p:nvPicPr>
          <p:cNvPr id="268" name="Google Shape;268;p26"/>
          <p:cNvPicPr preferRelativeResize="0"/>
          <p:nvPr/>
        </p:nvPicPr>
        <p:blipFill rotWithShape="1">
          <a:blip r:embed="rId3">
            <a:alphaModFix/>
          </a:blip>
          <a:srcRect b="0" l="0" r="0" t="0"/>
          <a:stretch/>
        </p:blipFill>
        <p:spPr>
          <a:xfrm>
            <a:off x="561538" y="2276872"/>
            <a:ext cx="7966075" cy="3635375"/>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2" name="Shape 272"/>
        <p:cNvGrpSpPr/>
        <p:nvPr/>
      </p:nvGrpSpPr>
      <p:grpSpPr>
        <a:xfrm>
          <a:off x="0" y="0"/>
          <a:ext cx="0" cy="0"/>
          <a:chOff x="0" y="0"/>
          <a:chExt cx="0" cy="0"/>
        </a:xfrm>
      </p:grpSpPr>
      <p:sp>
        <p:nvSpPr>
          <p:cNvPr id="273" name="Google Shape;273;p27"/>
          <p:cNvSpPr txBox="1"/>
          <p:nvPr>
            <p:ph type="title"/>
          </p:nvPr>
        </p:nvSpPr>
        <p:spPr>
          <a:xfrm>
            <a:off x="323528" y="214817"/>
            <a:ext cx="8640959" cy="874951"/>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rgbClr val="930B0B"/>
              </a:buClr>
              <a:buSzPts val="3600"/>
              <a:buFont typeface="Times New Roman"/>
              <a:buNone/>
            </a:pPr>
            <a:r>
              <a:rPr b="1" lang="en-IN"/>
              <a:t>THE POWER OF STORIES</a:t>
            </a:r>
            <a:br>
              <a:rPr lang="en-IN"/>
            </a:br>
            <a:r>
              <a:rPr lang="en-IN"/>
              <a:t>	</a:t>
            </a:r>
            <a:br>
              <a:rPr lang="en-IN"/>
            </a:br>
            <a:endParaRPr/>
          </a:p>
        </p:txBody>
      </p:sp>
      <p:sp>
        <p:nvSpPr>
          <p:cNvPr id="274" name="Google Shape;274;p27"/>
          <p:cNvSpPr txBox="1"/>
          <p:nvPr>
            <p:ph idx="1" type="body"/>
          </p:nvPr>
        </p:nvSpPr>
        <p:spPr>
          <a:xfrm>
            <a:off x="700004" y="980729"/>
            <a:ext cx="8229600" cy="5256584"/>
          </a:xfrm>
          <a:prstGeom prst="rect">
            <a:avLst/>
          </a:prstGeom>
          <a:noFill/>
          <a:ln>
            <a:noFill/>
          </a:ln>
        </p:spPr>
        <p:txBody>
          <a:bodyPr anchorCtr="0" anchor="t" bIns="45700" lIns="91425" spcFirstLastPara="1" rIns="91425" wrap="square" tIns="45700">
            <a:normAutofit/>
          </a:bodyPr>
          <a:lstStyle/>
          <a:p>
            <a:pPr indent="-285750" lvl="0" marL="285750" rtl="0" algn="l">
              <a:lnSpc>
                <a:spcPct val="90000"/>
              </a:lnSpc>
              <a:spcBef>
                <a:spcPts val="0"/>
              </a:spcBef>
              <a:spcAft>
                <a:spcPts val="0"/>
              </a:spcAft>
              <a:buClr>
                <a:schemeClr val="dk1"/>
              </a:buClr>
              <a:buSzPts val="2800"/>
              <a:buFont typeface="Arial"/>
              <a:buChar char="•"/>
            </a:pPr>
            <a:r>
              <a:rPr b="1" lang="en-IN"/>
              <a:t>The Two-or-Four season debate</a:t>
            </a:r>
            <a:endParaRPr/>
          </a:p>
          <a:p>
            <a:pPr indent="0" lvl="0" marL="0" rtl="0" algn="l">
              <a:lnSpc>
                <a:spcPct val="90000"/>
              </a:lnSpc>
              <a:spcBef>
                <a:spcPts val="1000"/>
              </a:spcBef>
              <a:spcAft>
                <a:spcPts val="0"/>
              </a:spcAft>
              <a:buClr>
                <a:schemeClr val="dk1"/>
              </a:buClr>
              <a:buSzPts val="2800"/>
              <a:buNone/>
            </a:pPr>
            <a:r>
              <a:rPr lang="en-IN"/>
              <a:t>A story should change , challenge or confirm the way you think.</a:t>
            </a:r>
            <a:endParaRPr/>
          </a:p>
          <a:p>
            <a:pPr indent="0" lvl="0" marL="0" rtl="0" algn="l">
              <a:lnSpc>
                <a:spcPct val="90000"/>
              </a:lnSpc>
              <a:spcBef>
                <a:spcPts val="1000"/>
              </a:spcBef>
              <a:spcAft>
                <a:spcPts val="0"/>
              </a:spcAft>
              <a:buClr>
                <a:schemeClr val="dk1"/>
              </a:buClr>
              <a:buSzPts val="2800"/>
              <a:buNone/>
            </a:pPr>
            <a:r>
              <a:t/>
            </a:r>
            <a:endParaRPr/>
          </a:p>
          <a:p>
            <a:pPr indent="0" lvl="0" marL="0" rtl="0" algn="l">
              <a:lnSpc>
                <a:spcPct val="90000"/>
              </a:lnSpc>
              <a:spcBef>
                <a:spcPts val="1000"/>
              </a:spcBef>
              <a:spcAft>
                <a:spcPts val="0"/>
              </a:spcAft>
              <a:buClr>
                <a:schemeClr val="dk1"/>
              </a:buClr>
              <a:buSzPts val="2800"/>
              <a:buNone/>
            </a:pPr>
            <a:r>
              <a:t/>
            </a:r>
            <a:endParaRPr b="1"/>
          </a:p>
        </p:txBody>
      </p:sp>
      <p:pic>
        <p:nvPicPr>
          <p:cNvPr id="275" name="Google Shape;275;p27"/>
          <p:cNvPicPr preferRelativeResize="0"/>
          <p:nvPr/>
        </p:nvPicPr>
        <p:blipFill rotWithShape="1">
          <a:blip r:embed="rId3">
            <a:alphaModFix/>
          </a:blip>
          <a:srcRect b="0" l="0" r="0" t="0"/>
          <a:stretch/>
        </p:blipFill>
        <p:spPr>
          <a:xfrm>
            <a:off x="827584" y="2492896"/>
            <a:ext cx="7776864" cy="3419475"/>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9" name="Shape 279"/>
        <p:cNvGrpSpPr/>
        <p:nvPr/>
      </p:nvGrpSpPr>
      <p:grpSpPr>
        <a:xfrm>
          <a:off x="0" y="0"/>
          <a:ext cx="0" cy="0"/>
          <a:chOff x="0" y="0"/>
          <a:chExt cx="0" cy="0"/>
        </a:xfrm>
      </p:grpSpPr>
      <p:sp>
        <p:nvSpPr>
          <p:cNvPr id="280" name="Google Shape;280;p28"/>
          <p:cNvSpPr txBox="1"/>
          <p:nvPr>
            <p:ph type="title"/>
          </p:nvPr>
        </p:nvSpPr>
        <p:spPr>
          <a:xfrm>
            <a:off x="323528" y="214817"/>
            <a:ext cx="8640959" cy="549887"/>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rgbClr val="930B0B"/>
              </a:buClr>
              <a:buSzPts val="3600"/>
              <a:buFont typeface="Times New Roman"/>
              <a:buNone/>
            </a:pPr>
            <a:r>
              <a:rPr b="1" lang="en-IN"/>
              <a:t>THE POWER OF STORIES</a:t>
            </a:r>
            <a:br>
              <a:rPr lang="en-IN"/>
            </a:br>
            <a:r>
              <a:rPr lang="en-IN"/>
              <a:t>	</a:t>
            </a:r>
            <a:br>
              <a:rPr lang="en-IN"/>
            </a:br>
            <a:endParaRPr/>
          </a:p>
        </p:txBody>
      </p:sp>
      <p:sp>
        <p:nvSpPr>
          <p:cNvPr id="281" name="Google Shape;281;p28"/>
          <p:cNvSpPr txBox="1"/>
          <p:nvPr>
            <p:ph idx="1" type="body"/>
          </p:nvPr>
        </p:nvSpPr>
        <p:spPr>
          <a:xfrm>
            <a:off x="700004" y="620688"/>
            <a:ext cx="8229600" cy="5616625"/>
          </a:xfrm>
          <a:prstGeom prst="rect">
            <a:avLst/>
          </a:prstGeom>
          <a:noFill/>
          <a:ln>
            <a:noFill/>
          </a:ln>
        </p:spPr>
        <p:txBody>
          <a:bodyPr anchorCtr="0" anchor="t" bIns="45700" lIns="91425" spcFirstLastPara="1" rIns="91425" wrap="square" tIns="45700">
            <a:normAutofit/>
          </a:bodyPr>
          <a:lstStyle/>
          <a:p>
            <a:pPr indent="-285750" lvl="0" marL="285750" rtl="0" algn="l">
              <a:lnSpc>
                <a:spcPct val="90000"/>
              </a:lnSpc>
              <a:spcBef>
                <a:spcPts val="0"/>
              </a:spcBef>
              <a:spcAft>
                <a:spcPts val="0"/>
              </a:spcAft>
              <a:buClr>
                <a:schemeClr val="dk1"/>
              </a:buClr>
              <a:buSzPts val="2800"/>
              <a:buFont typeface="Arial"/>
              <a:buChar char="•"/>
            </a:pPr>
            <a:r>
              <a:rPr b="1" lang="en-IN"/>
              <a:t>Napoleon’s March:</a:t>
            </a:r>
            <a:endParaRPr/>
          </a:p>
          <a:p>
            <a:pPr indent="-107950" lvl="0" marL="285750" rtl="0" algn="l">
              <a:lnSpc>
                <a:spcPct val="90000"/>
              </a:lnSpc>
              <a:spcBef>
                <a:spcPts val="1000"/>
              </a:spcBef>
              <a:spcAft>
                <a:spcPts val="0"/>
              </a:spcAft>
              <a:buClr>
                <a:schemeClr val="dk1"/>
              </a:buClr>
              <a:buSzPts val="2800"/>
              <a:buFont typeface="Arial"/>
              <a:buNone/>
            </a:pPr>
            <a:r>
              <a:t/>
            </a:r>
            <a:endParaRPr b="1"/>
          </a:p>
          <a:p>
            <a:pPr indent="0" lvl="0" marL="0" rtl="0" algn="l">
              <a:lnSpc>
                <a:spcPct val="90000"/>
              </a:lnSpc>
              <a:spcBef>
                <a:spcPts val="1000"/>
              </a:spcBef>
              <a:spcAft>
                <a:spcPts val="0"/>
              </a:spcAft>
              <a:buClr>
                <a:schemeClr val="dk1"/>
              </a:buClr>
              <a:buSzPts val="2800"/>
              <a:buNone/>
            </a:pPr>
            <a:r>
              <a:t/>
            </a:r>
            <a:endParaRPr b="1"/>
          </a:p>
          <a:p>
            <a:pPr indent="-107950" lvl="0" marL="285750" rtl="0" algn="l">
              <a:lnSpc>
                <a:spcPct val="90000"/>
              </a:lnSpc>
              <a:spcBef>
                <a:spcPts val="1000"/>
              </a:spcBef>
              <a:spcAft>
                <a:spcPts val="0"/>
              </a:spcAft>
              <a:buClr>
                <a:schemeClr val="dk1"/>
              </a:buClr>
              <a:buSzPts val="2800"/>
              <a:buFont typeface="Arial"/>
              <a:buNone/>
            </a:pPr>
            <a:r>
              <a:t/>
            </a:r>
            <a:endParaRPr b="1"/>
          </a:p>
          <a:p>
            <a:pPr indent="-107950" lvl="0" marL="285750" rtl="0" algn="l">
              <a:lnSpc>
                <a:spcPct val="90000"/>
              </a:lnSpc>
              <a:spcBef>
                <a:spcPts val="1000"/>
              </a:spcBef>
              <a:spcAft>
                <a:spcPts val="0"/>
              </a:spcAft>
              <a:buClr>
                <a:schemeClr val="dk1"/>
              </a:buClr>
              <a:buSzPts val="2800"/>
              <a:buFont typeface="Arial"/>
              <a:buNone/>
            </a:pPr>
            <a:r>
              <a:t/>
            </a:r>
            <a:endParaRPr b="1"/>
          </a:p>
          <a:p>
            <a:pPr indent="-107950" lvl="0" marL="285750" rtl="0" algn="l">
              <a:lnSpc>
                <a:spcPct val="90000"/>
              </a:lnSpc>
              <a:spcBef>
                <a:spcPts val="1000"/>
              </a:spcBef>
              <a:spcAft>
                <a:spcPts val="0"/>
              </a:spcAft>
              <a:buClr>
                <a:schemeClr val="dk1"/>
              </a:buClr>
              <a:buSzPts val="2800"/>
              <a:buFont typeface="Arial"/>
              <a:buNone/>
            </a:pPr>
            <a:r>
              <a:t/>
            </a:r>
            <a:endParaRPr b="1"/>
          </a:p>
          <a:p>
            <a:pPr indent="0" lvl="0" marL="0" rtl="0" algn="l">
              <a:lnSpc>
                <a:spcPct val="90000"/>
              </a:lnSpc>
              <a:spcBef>
                <a:spcPts val="1000"/>
              </a:spcBef>
              <a:spcAft>
                <a:spcPts val="0"/>
              </a:spcAft>
              <a:buClr>
                <a:schemeClr val="dk1"/>
              </a:buClr>
              <a:buSzPts val="2800"/>
              <a:buNone/>
            </a:pPr>
            <a:r>
              <a:t/>
            </a:r>
            <a:endParaRPr b="1"/>
          </a:p>
        </p:txBody>
      </p:sp>
      <p:pic>
        <p:nvPicPr>
          <p:cNvPr id="282" name="Google Shape;282;p28"/>
          <p:cNvPicPr preferRelativeResize="0"/>
          <p:nvPr/>
        </p:nvPicPr>
        <p:blipFill rotWithShape="1">
          <a:blip r:embed="rId3">
            <a:alphaModFix/>
          </a:blip>
          <a:srcRect b="0" l="0" r="0" t="0"/>
          <a:stretch/>
        </p:blipFill>
        <p:spPr>
          <a:xfrm>
            <a:off x="395536" y="1052736"/>
            <a:ext cx="8352928" cy="5616624"/>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6" name="Shape 286"/>
        <p:cNvGrpSpPr/>
        <p:nvPr/>
      </p:nvGrpSpPr>
      <p:grpSpPr>
        <a:xfrm>
          <a:off x="0" y="0"/>
          <a:ext cx="0" cy="0"/>
          <a:chOff x="0" y="0"/>
          <a:chExt cx="0" cy="0"/>
        </a:xfrm>
      </p:grpSpPr>
      <p:sp>
        <p:nvSpPr>
          <p:cNvPr id="287" name="Google Shape;287;p29"/>
          <p:cNvSpPr txBox="1"/>
          <p:nvPr>
            <p:ph type="title"/>
          </p:nvPr>
        </p:nvSpPr>
        <p:spPr>
          <a:xfrm>
            <a:off x="683568" y="214817"/>
            <a:ext cx="8280919" cy="765911"/>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rgbClr val="C00000"/>
              </a:buClr>
              <a:buSzPts val="4000"/>
              <a:buFont typeface="Times New Roman"/>
              <a:buNone/>
            </a:pPr>
            <a:r>
              <a:rPr lang="en-IN" sz="4000">
                <a:solidFill>
                  <a:srgbClr val="C00000"/>
                </a:solidFill>
              </a:rPr>
              <a:t>Context in Action </a:t>
            </a:r>
            <a:r>
              <a:rPr lang="en-IN"/>
              <a:t>	</a:t>
            </a:r>
            <a:br>
              <a:rPr lang="en-IN"/>
            </a:br>
            <a:br>
              <a:rPr lang="en-IN"/>
            </a:br>
            <a:r>
              <a:rPr lang="en-IN"/>
              <a:t>	</a:t>
            </a:r>
            <a:br>
              <a:rPr lang="en-IN"/>
            </a:br>
            <a:endParaRPr/>
          </a:p>
        </p:txBody>
      </p:sp>
      <p:sp>
        <p:nvSpPr>
          <p:cNvPr id="288" name="Google Shape;288;p29"/>
          <p:cNvSpPr txBox="1"/>
          <p:nvPr>
            <p:ph idx="1" type="body"/>
          </p:nvPr>
        </p:nvSpPr>
        <p:spPr>
          <a:xfrm>
            <a:off x="700004" y="980729"/>
            <a:ext cx="8229600" cy="5256584"/>
          </a:xfrm>
          <a:prstGeom prst="rect">
            <a:avLst/>
          </a:prstGeom>
          <a:noFill/>
          <a:ln>
            <a:noFill/>
          </a:ln>
        </p:spPr>
        <p:txBody>
          <a:bodyPr anchorCtr="0" anchor="t" bIns="45700" lIns="91425" spcFirstLastPara="1" rIns="91425" wrap="square" tIns="45700">
            <a:normAutofit/>
          </a:bodyPr>
          <a:lstStyle/>
          <a:p>
            <a:pPr indent="-285750" lvl="0" marL="285750" rtl="0" algn="l">
              <a:lnSpc>
                <a:spcPct val="90000"/>
              </a:lnSpc>
              <a:spcBef>
                <a:spcPts val="0"/>
              </a:spcBef>
              <a:spcAft>
                <a:spcPts val="0"/>
              </a:spcAft>
              <a:buClr>
                <a:schemeClr val="dk1"/>
              </a:buClr>
              <a:buSzPts val="2800"/>
              <a:buFont typeface="Arial"/>
              <a:buChar char="•"/>
            </a:pPr>
            <a:r>
              <a:rPr lang="en-IN"/>
              <a:t>Without context data is “meaningless, irrelevant, and even dangerous”.</a:t>
            </a:r>
            <a:endParaRPr/>
          </a:p>
          <a:p>
            <a:pPr indent="-285750" lvl="0" marL="285750" rtl="0" algn="just">
              <a:lnSpc>
                <a:spcPct val="90000"/>
              </a:lnSpc>
              <a:spcBef>
                <a:spcPts val="1000"/>
              </a:spcBef>
              <a:spcAft>
                <a:spcPts val="0"/>
              </a:spcAft>
              <a:buClr>
                <a:schemeClr val="dk1"/>
              </a:buClr>
              <a:buSzPts val="2800"/>
              <a:buChar char="•"/>
            </a:pPr>
            <a:r>
              <a:rPr lang="en-IN"/>
              <a:t>Without context we can’t answer any of the pivotal journalistic questions—who , what, where, when, why, and how—that provide pertinent details to help us get to the bottom of any big question.</a:t>
            </a:r>
            <a:endParaRPr/>
          </a:p>
          <a:p>
            <a:pPr indent="-107950" lvl="0" marL="285750" rtl="0" algn="just">
              <a:lnSpc>
                <a:spcPct val="90000"/>
              </a:lnSpc>
              <a:spcBef>
                <a:spcPts val="1000"/>
              </a:spcBef>
              <a:spcAft>
                <a:spcPts val="0"/>
              </a:spcAft>
              <a:buClr>
                <a:schemeClr val="dk1"/>
              </a:buClr>
              <a:buSzPts val="2800"/>
              <a:buNone/>
            </a:pPr>
            <a:r>
              <a:t/>
            </a:r>
            <a:endParaRPr b="1"/>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2" name="Shape 292"/>
        <p:cNvGrpSpPr/>
        <p:nvPr/>
      </p:nvGrpSpPr>
      <p:grpSpPr>
        <a:xfrm>
          <a:off x="0" y="0"/>
          <a:ext cx="0" cy="0"/>
          <a:chOff x="0" y="0"/>
          <a:chExt cx="0" cy="0"/>
        </a:xfrm>
      </p:grpSpPr>
      <p:sp>
        <p:nvSpPr>
          <p:cNvPr id="293" name="Google Shape;293;p30"/>
          <p:cNvSpPr txBox="1"/>
          <p:nvPr>
            <p:ph type="title"/>
          </p:nvPr>
        </p:nvSpPr>
        <p:spPr>
          <a:xfrm>
            <a:off x="683568" y="214817"/>
            <a:ext cx="8280919" cy="765911"/>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rgbClr val="C00000"/>
              </a:buClr>
              <a:buSzPts val="4000"/>
              <a:buFont typeface="Times New Roman"/>
              <a:buNone/>
            </a:pPr>
            <a:r>
              <a:rPr lang="en-IN" sz="4000">
                <a:solidFill>
                  <a:srgbClr val="C00000"/>
                </a:solidFill>
              </a:rPr>
              <a:t>Context in Action </a:t>
            </a:r>
            <a:r>
              <a:rPr lang="en-IN"/>
              <a:t>	</a:t>
            </a:r>
            <a:br>
              <a:rPr lang="en-IN"/>
            </a:br>
            <a:br>
              <a:rPr lang="en-IN"/>
            </a:br>
            <a:r>
              <a:rPr lang="en-IN"/>
              <a:t>	</a:t>
            </a:r>
            <a:br>
              <a:rPr lang="en-IN"/>
            </a:br>
            <a:endParaRPr/>
          </a:p>
        </p:txBody>
      </p:sp>
      <p:sp>
        <p:nvSpPr>
          <p:cNvPr id="294" name="Google Shape;294;p30"/>
          <p:cNvSpPr txBox="1"/>
          <p:nvPr>
            <p:ph idx="1" type="body"/>
          </p:nvPr>
        </p:nvSpPr>
        <p:spPr>
          <a:xfrm>
            <a:off x="700004" y="980729"/>
            <a:ext cx="8229600" cy="5256584"/>
          </a:xfrm>
          <a:prstGeom prst="rect">
            <a:avLst/>
          </a:prstGeom>
          <a:noFill/>
          <a:ln>
            <a:noFill/>
          </a:ln>
        </p:spPr>
        <p:txBody>
          <a:bodyPr anchorCtr="0" anchor="t" bIns="45700" lIns="91425" spcFirstLastPara="1" rIns="91425" wrap="square" tIns="45700">
            <a:normAutofit/>
          </a:bodyPr>
          <a:lstStyle/>
          <a:p>
            <a:pPr indent="-285750" lvl="0" marL="285750" rtl="0" algn="l">
              <a:lnSpc>
                <a:spcPct val="90000"/>
              </a:lnSpc>
              <a:spcBef>
                <a:spcPts val="0"/>
              </a:spcBef>
              <a:spcAft>
                <a:spcPts val="0"/>
              </a:spcAft>
              <a:buClr>
                <a:schemeClr val="dk1"/>
              </a:buClr>
              <a:buSzPts val="2800"/>
              <a:buFont typeface="Arial"/>
              <a:buChar char="•"/>
            </a:pPr>
            <a:r>
              <a:rPr b="1" lang="en-IN"/>
              <a:t>Harry Potter: Hero or Menace?</a:t>
            </a:r>
            <a:endParaRPr/>
          </a:p>
          <a:p>
            <a:pPr indent="-285750" lvl="0" marL="285750" rtl="0" algn="l">
              <a:lnSpc>
                <a:spcPct val="90000"/>
              </a:lnSpc>
              <a:spcBef>
                <a:spcPts val="1000"/>
              </a:spcBef>
              <a:spcAft>
                <a:spcPts val="0"/>
              </a:spcAft>
              <a:buClr>
                <a:schemeClr val="dk1"/>
              </a:buClr>
              <a:buSzPts val="2800"/>
              <a:buFont typeface="Arial"/>
              <a:buChar char="•"/>
            </a:pPr>
            <a:r>
              <a:rPr lang="en-IN"/>
              <a:t>The </a:t>
            </a:r>
            <a:r>
              <a:rPr i="1" lang="en-IN"/>
              <a:t>Harry Potter </a:t>
            </a:r>
            <a:r>
              <a:rPr lang="en-IN"/>
              <a:t>series has been distributed in more than 200 territories, translated into 68 languages, and has sold more than 400 million copies worldwide.</a:t>
            </a:r>
            <a:endParaRPr b="1"/>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8" name="Shape 298"/>
        <p:cNvGrpSpPr/>
        <p:nvPr/>
      </p:nvGrpSpPr>
      <p:grpSpPr>
        <a:xfrm>
          <a:off x="0" y="0"/>
          <a:ext cx="0" cy="0"/>
          <a:chOff x="0" y="0"/>
          <a:chExt cx="0" cy="0"/>
        </a:xfrm>
      </p:grpSpPr>
      <p:sp>
        <p:nvSpPr>
          <p:cNvPr id="299" name="Google Shape;299;p31"/>
          <p:cNvSpPr txBox="1"/>
          <p:nvPr>
            <p:ph type="title"/>
          </p:nvPr>
        </p:nvSpPr>
        <p:spPr>
          <a:xfrm>
            <a:off x="683568" y="214817"/>
            <a:ext cx="8280919" cy="765911"/>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rgbClr val="C00000"/>
              </a:buClr>
              <a:buSzPts val="4000"/>
              <a:buFont typeface="Times New Roman"/>
              <a:buNone/>
            </a:pPr>
            <a:r>
              <a:rPr lang="en-IN" sz="4000">
                <a:solidFill>
                  <a:srgbClr val="C00000"/>
                </a:solidFill>
              </a:rPr>
              <a:t>Context in Action </a:t>
            </a:r>
            <a:r>
              <a:rPr lang="en-IN"/>
              <a:t>	</a:t>
            </a:r>
            <a:br>
              <a:rPr lang="en-IN"/>
            </a:br>
            <a:br>
              <a:rPr lang="en-IN"/>
            </a:br>
            <a:r>
              <a:rPr lang="en-IN"/>
              <a:t>	</a:t>
            </a:r>
            <a:br>
              <a:rPr lang="en-IN"/>
            </a:br>
            <a:endParaRPr/>
          </a:p>
        </p:txBody>
      </p:sp>
      <p:sp>
        <p:nvSpPr>
          <p:cNvPr id="300" name="Google Shape;300;p31"/>
          <p:cNvSpPr txBox="1"/>
          <p:nvPr>
            <p:ph idx="1" type="body"/>
          </p:nvPr>
        </p:nvSpPr>
        <p:spPr>
          <a:xfrm>
            <a:off x="700004" y="980729"/>
            <a:ext cx="8229600" cy="5256584"/>
          </a:xfrm>
          <a:prstGeom prst="rect">
            <a:avLst/>
          </a:prstGeom>
          <a:noFill/>
          <a:ln>
            <a:noFill/>
          </a:ln>
        </p:spPr>
        <p:txBody>
          <a:bodyPr anchorCtr="0" anchor="t" bIns="45700" lIns="91425" spcFirstLastPara="1" rIns="91425" wrap="square" tIns="45700">
            <a:normAutofit/>
          </a:bodyPr>
          <a:lstStyle/>
          <a:p>
            <a:pPr indent="-285750" lvl="0" marL="285750" rtl="0" algn="l">
              <a:lnSpc>
                <a:spcPct val="90000"/>
              </a:lnSpc>
              <a:spcBef>
                <a:spcPts val="0"/>
              </a:spcBef>
              <a:spcAft>
                <a:spcPts val="0"/>
              </a:spcAft>
              <a:buClr>
                <a:schemeClr val="dk1"/>
              </a:buClr>
              <a:buSzPts val="2800"/>
              <a:buFont typeface="Arial"/>
              <a:buChar char="•"/>
            </a:pPr>
            <a:r>
              <a:rPr b="1" lang="en-IN"/>
              <a:t>Harry Potter: Hero or Menace?</a:t>
            </a:r>
            <a:endParaRPr/>
          </a:p>
          <a:p>
            <a:pPr indent="0" lvl="0" marL="0" rtl="0" algn="l">
              <a:lnSpc>
                <a:spcPct val="90000"/>
              </a:lnSpc>
              <a:spcBef>
                <a:spcPts val="1000"/>
              </a:spcBef>
              <a:spcAft>
                <a:spcPts val="0"/>
              </a:spcAft>
              <a:buClr>
                <a:schemeClr val="dk1"/>
              </a:buClr>
              <a:buSzPts val="2800"/>
              <a:buNone/>
            </a:pPr>
            <a:r>
              <a:t/>
            </a:r>
            <a:endParaRPr b="1"/>
          </a:p>
        </p:txBody>
      </p:sp>
      <p:pic>
        <p:nvPicPr>
          <p:cNvPr id="301" name="Google Shape;301;p31"/>
          <p:cNvPicPr preferRelativeResize="0"/>
          <p:nvPr/>
        </p:nvPicPr>
        <p:blipFill rotWithShape="1">
          <a:blip r:embed="rId3">
            <a:alphaModFix/>
          </a:blip>
          <a:srcRect b="0" l="0" r="0" t="0"/>
          <a:stretch/>
        </p:blipFill>
        <p:spPr>
          <a:xfrm>
            <a:off x="919163" y="1628800"/>
            <a:ext cx="7541269" cy="4536504"/>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5" name="Shape 305"/>
        <p:cNvGrpSpPr/>
        <p:nvPr/>
      </p:nvGrpSpPr>
      <p:grpSpPr>
        <a:xfrm>
          <a:off x="0" y="0"/>
          <a:ext cx="0" cy="0"/>
          <a:chOff x="0" y="0"/>
          <a:chExt cx="0" cy="0"/>
        </a:xfrm>
      </p:grpSpPr>
      <p:sp>
        <p:nvSpPr>
          <p:cNvPr id="306" name="Google Shape;306;p32"/>
          <p:cNvSpPr txBox="1"/>
          <p:nvPr>
            <p:ph type="title"/>
          </p:nvPr>
        </p:nvSpPr>
        <p:spPr>
          <a:xfrm>
            <a:off x="683568" y="214817"/>
            <a:ext cx="8280919" cy="765911"/>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rgbClr val="C00000"/>
              </a:buClr>
              <a:buSzPts val="4000"/>
              <a:buFont typeface="Times New Roman"/>
              <a:buNone/>
            </a:pPr>
            <a:r>
              <a:rPr lang="en-IN" sz="4000">
                <a:solidFill>
                  <a:srgbClr val="C00000"/>
                </a:solidFill>
              </a:rPr>
              <a:t>Context in Action </a:t>
            </a:r>
            <a:r>
              <a:rPr lang="en-IN"/>
              <a:t>	</a:t>
            </a:r>
            <a:br>
              <a:rPr lang="en-IN"/>
            </a:br>
            <a:br>
              <a:rPr lang="en-IN"/>
            </a:br>
            <a:r>
              <a:rPr lang="en-IN"/>
              <a:t>	</a:t>
            </a:r>
            <a:br>
              <a:rPr lang="en-IN"/>
            </a:br>
            <a:endParaRPr/>
          </a:p>
        </p:txBody>
      </p:sp>
      <p:sp>
        <p:nvSpPr>
          <p:cNvPr id="307" name="Google Shape;307;p32"/>
          <p:cNvSpPr txBox="1"/>
          <p:nvPr>
            <p:ph idx="1" type="body"/>
          </p:nvPr>
        </p:nvSpPr>
        <p:spPr>
          <a:xfrm>
            <a:off x="700004" y="980729"/>
            <a:ext cx="8229600" cy="5256584"/>
          </a:xfrm>
          <a:prstGeom prst="rect">
            <a:avLst/>
          </a:prstGeom>
          <a:noFill/>
          <a:ln>
            <a:noFill/>
          </a:ln>
        </p:spPr>
        <p:txBody>
          <a:bodyPr anchorCtr="0" anchor="t" bIns="45700" lIns="91425" spcFirstLastPara="1" rIns="91425" wrap="square" tIns="45700">
            <a:normAutofit/>
          </a:bodyPr>
          <a:lstStyle/>
          <a:p>
            <a:pPr indent="-285750" lvl="0" marL="285750" rtl="0" algn="l">
              <a:lnSpc>
                <a:spcPct val="90000"/>
              </a:lnSpc>
              <a:spcBef>
                <a:spcPts val="0"/>
              </a:spcBef>
              <a:spcAft>
                <a:spcPts val="0"/>
              </a:spcAft>
              <a:buClr>
                <a:schemeClr val="dk1"/>
              </a:buClr>
              <a:buSzPts val="2800"/>
              <a:buFont typeface="Arial"/>
              <a:buChar char="•"/>
            </a:pPr>
            <a:r>
              <a:rPr b="1" lang="en-IN"/>
              <a:t>Ensuring Relevant Context:</a:t>
            </a:r>
            <a:endParaRPr/>
          </a:p>
          <a:p>
            <a:pPr indent="-285750" lvl="0" marL="285750" rtl="0" algn="just">
              <a:lnSpc>
                <a:spcPct val="90000"/>
              </a:lnSpc>
              <a:spcBef>
                <a:spcPts val="1000"/>
              </a:spcBef>
              <a:spcAft>
                <a:spcPts val="0"/>
              </a:spcAft>
              <a:buClr>
                <a:schemeClr val="dk1"/>
              </a:buClr>
              <a:buSzPts val="2800"/>
              <a:buChar char="•"/>
            </a:pPr>
            <a:r>
              <a:rPr lang="en-IN"/>
              <a:t>To make sure we’re including context in a meaningful way,  we need to revisit our initial assumptions of how we approached visualizing two key variables: the two characters and their aggressive acts.</a:t>
            </a:r>
            <a:endParaRPr/>
          </a:p>
          <a:p>
            <a:pPr indent="-285750" lvl="0" marL="285750" rtl="0" algn="l">
              <a:lnSpc>
                <a:spcPct val="90000"/>
              </a:lnSpc>
              <a:spcBef>
                <a:spcPts val="1000"/>
              </a:spcBef>
              <a:spcAft>
                <a:spcPts val="0"/>
              </a:spcAft>
              <a:buClr>
                <a:schemeClr val="dk1"/>
              </a:buClr>
              <a:buSzPts val="2800"/>
              <a:buFont typeface="Arial"/>
              <a:buChar char="•"/>
            </a:pPr>
            <a:r>
              <a:rPr i="1" lang="en-IN"/>
              <a:t>Out of Context: </a:t>
            </a:r>
            <a:r>
              <a:rPr lang="en-IN"/>
              <a:t>How </a:t>
            </a:r>
            <a:r>
              <a:rPr i="1" lang="en-IN"/>
              <a:t>many times </a:t>
            </a:r>
            <a:r>
              <a:rPr lang="en-IN"/>
              <a:t>Harry and Voldemort acted aggressively.</a:t>
            </a:r>
            <a:endParaRPr/>
          </a:p>
          <a:p>
            <a:pPr indent="-285750" lvl="0" marL="285750" rtl="0" algn="l">
              <a:lnSpc>
                <a:spcPct val="90000"/>
              </a:lnSpc>
              <a:spcBef>
                <a:spcPts val="1000"/>
              </a:spcBef>
              <a:spcAft>
                <a:spcPts val="0"/>
              </a:spcAft>
              <a:buClr>
                <a:schemeClr val="dk1"/>
              </a:buClr>
              <a:buSzPts val="2800"/>
              <a:buFont typeface="Arial"/>
              <a:buChar char="•"/>
            </a:pPr>
            <a:r>
              <a:rPr i="1" lang="en-IN"/>
              <a:t>In Context: </a:t>
            </a:r>
            <a:r>
              <a:rPr lang="en-IN"/>
              <a:t>How </a:t>
            </a:r>
            <a:r>
              <a:rPr i="1" lang="en-IN"/>
              <a:t>often </a:t>
            </a:r>
            <a:r>
              <a:rPr lang="en-IN"/>
              <a:t>Harry and Voldemort acted aggressively </a:t>
            </a:r>
            <a:r>
              <a:rPr i="1" lang="en-IN"/>
              <a:t>when mentioned</a:t>
            </a:r>
            <a:r>
              <a:rPr lang="en-IN"/>
              <a:t>.</a:t>
            </a:r>
            <a:endParaRPr/>
          </a:p>
          <a:p>
            <a:pPr indent="-285750" lvl="0" marL="285750" rtl="0" algn="l">
              <a:lnSpc>
                <a:spcPct val="90000"/>
              </a:lnSpc>
              <a:spcBef>
                <a:spcPts val="1000"/>
              </a:spcBef>
              <a:spcAft>
                <a:spcPts val="0"/>
              </a:spcAft>
              <a:buClr>
                <a:schemeClr val="dk1"/>
              </a:buClr>
              <a:buSzPts val="2800"/>
              <a:buFont typeface="Arial"/>
              <a:buChar char="•"/>
            </a:pPr>
            <a:r>
              <a:rPr lang="en-IN"/>
              <a:t>Putting the data back into a relevant context, when we visualize again we see something very different (see Figure 4.3).</a:t>
            </a:r>
            <a:endParaRPr b="1"/>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1" name="Shape 311"/>
        <p:cNvGrpSpPr/>
        <p:nvPr/>
      </p:nvGrpSpPr>
      <p:grpSpPr>
        <a:xfrm>
          <a:off x="0" y="0"/>
          <a:ext cx="0" cy="0"/>
          <a:chOff x="0" y="0"/>
          <a:chExt cx="0" cy="0"/>
        </a:xfrm>
      </p:grpSpPr>
      <p:sp>
        <p:nvSpPr>
          <p:cNvPr id="312" name="Google Shape;312;p33"/>
          <p:cNvSpPr txBox="1"/>
          <p:nvPr>
            <p:ph type="title"/>
          </p:nvPr>
        </p:nvSpPr>
        <p:spPr>
          <a:xfrm>
            <a:off x="683568" y="214817"/>
            <a:ext cx="8280919" cy="765911"/>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rgbClr val="C00000"/>
              </a:buClr>
              <a:buSzPts val="4000"/>
              <a:buFont typeface="Times New Roman"/>
              <a:buNone/>
            </a:pPr>
            <a:r>
              <a:rPr lang="en-IN" sz="4000">
                <a:solidFill>
                  <a:srgbClr val="C00000"/>
                </a:solidFill>
              </a:rPr>
              <a:t>Context in Action </a:t>
            </a:r>
            <a:r>
              <a:rPr lang="en-IN"/>
              <a:t>	</a:t>
            </a:r>
            <a:br>
              <a:rPr lang="en-IN"/>
            </a:br>
            <a:br>
              <a:rPr lang="en-IN"/>
            </a:br>
            <a:r>
              <a:rPr lang="en-IN"/>
              <a:t>	</a:t>
            </a:r>
            <a:br>
              <a:rPr lang="en-IN"/>
            </a:br>
            <a:endParaRPr/>
          </a:p>
        </p:txBody>
      </p:sp>
      <p:sp>
        <p:nvSpPr>
          <p:cNvPr id="313" name="Google Shape;313;p33"/>
          <p:cNvSpPr txBox="1"/>
          <p:nvPr>
            <p:ph idx="1" type="body"/>
          </p:nvPr>
        </p:nvSpPr>
        <p:spPr>
          <a:xfrm>
            <a:off x="700004" y="980729"/>
            <a:ext cx="8229600" cy="5256584"/>
          </a:xfrm>
          <a:prstGeom prst="rect">
            <a:avLst/>
          </a:prstGeom>
          <a:noFill/>
          <a:ln>
            <a:noFill/>
          </a:ln>
        </p:spPr>
        <p:txBody>
          <a:bodyPr anchorCtr="0" anchor="t" bIns="45700" lIns="91425" spcFirstLastPara="1" rIns="91425" wrap="square" tIns="45700">
            <a:normAutofit/>
          </a:bodyPr>
          <a:lstStyle/>
          <a:p>
            <a:pPr indent="-285750" lvl="0" marL="285750" rtl="0" algn="l">
              <a:lnSpc>
                <a:spcPct val="90000"/>
              </a:lnSpc>
              <a:spcBef>
                <a:spcPts val="0"/>
              </a:spcBef>
              <a:spcAft>
                <a:spcPts val="0"/>
              </a:spcAft>
              <a:buClr>
                <a:schemeClr val="dk1"/>
              </a:buClr>
              <a:buSzPts val="2800"/>
              <a:buFont typeface="Arial"/>
              <a:buChar char="•"/>
            </a:pPr>
            <a:r>
              <a:rPr b="1" lang="en-IN"/>
              <a:t>Ensuring Relevant Context:</a:t>
            </a:r>
            <a:endParaRPr/>
          </a:p>
          <a:p>
            <a:pPr indent="0" lvl="0" marL="0" rtl="0" algn="l">
              <a:lnSpc>
                <a:spcPct val="90000"/>
              </a:lnSpc>
              <a:spcBef>
                <a:spcPts val="1000"/>
              </a:spcBef>
              <a:spcAft>
                <a:spcPts val="0"/>
              </a:spcAft>
              <a:buClr>
                <a:schemeClr val="dk1"/>
              </a:buClr>
              <a:buSzPts val="2800"/>
              <a:buNone/>
            </a:pPr>
            <a:r>
              <a:t/>
            </a:r>
            <a:endParaRPr b="1"/>
          </a:p>
        </p:txBody>
      </p:sp>
      <p:pic>
        <p:nvPicPr>
          <p:cNvPr id="314" name="Google Shape;314;p33"/>
          <p:cNvPicPr preferRelativeResize="0"/>
          <p:nvPr/>
        </p:nvPicPr>
        <p:blipFill rotWithShape="1">
          <a:blip r:embed="rId3">
            <a:alphaModFix/>
          </a:blip>
          <a:srcRect b="0" l="0" r="0" t="0"/>
          <a:stretch/>
        </p:blipFill>
        <p:spPr>
          <a:xfrm>
            <a:off x="755576" y="1484784"/>
            <a:ext cx="7992888" cy="4752528"/>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8" name="Shape 318"/>
        <p:cNvGrpSpPr/>
        <p:nvPr/>
      </p:nvGrpSpPr>
      <p:grpSpPr>
        <a:xfrm>
          <a:off x="0" y="0"/>
          <a:ext cx="0" cy="0"/>
          <a:chOff x="0" y="0"/>
          <a:chExt cx="0" cy="0"/>
        </a:xfrm>
      </p:grpSpPr>
      <p:sp>
        <p:nvSpPr>
          <p:cNvPr id="319" name="Google Shape;319;p34"/>
          <p:cNvSpPr txBox="1"/>
          <p:nvPr>
            <p:ph type="title"/>
          </p:nvPr>
        </p:nvSpPr>
        <p:spPr>
          <a:xfrm>
            <a:off x="683568" y="214817"/>
            <a:ext cx="8280919" cy="765911"/>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rgbClr val="C00000"/>
              </a:buClr>
              <a:buSzPts val="4000"/>
              <a:buFont typeface="Times New Roman"/>
              <a:buNone/>
            </a:pPr>
            <a:r>
              <a:rPr lang="en-IN" sz="4000">
                <a:solidFill>
                  <a:srgbClr val="C00000"/>
                </a:solidFill>
              </a:rPr>
              <a:t>Context in Action </a:t>
            </a:r>
            <a:r>
              <a:rPr lang="en-IN"/>
              <a:t>	</a:t>
            </a:r>
            <a:br>
              <a:rPr lang="en-IN"/>
            </a:br>
            <a:br>
              <a:rPr lang="en-IN"/>
            </a:br>
            <a:r>
              <a:rPr lang="en-IN"/>
              <a:t>	</a:t>
            </a:r>
            <a:br>
              <a:rPr lang="en-IN"/>
            </a:br>
            <a:endParaRPr/>
          </a:p>
        </p:txBody>
      </p:sp>
      <p:sp>
        <p:nvSpPr>
          <p:cNvPr id="320" name="Google Shape;320;p34"/>
          <p:cNvSpPr txBox="1"/>
          <p:nvPr>
            <p:ph idx="1" type="body"/>
          </p:nvPr>
        </p:nvSpPr>
        <p:spPr>
          <a:xfrm>
            <a:off x="700004" y="980729"/>
            <a:ext cx="8229600" cy="5256584"/>
          </a:xfrm>
          <a:prstGeom prst="rect">
            <a:avLst/>
          </a:prstGeom>
          <a:noFill/>
          <a:ln>
            <a:noFill/>
          </a:ln>
        </p:spPr>
        <p:txBody>
          <a:bodyPr anchorCtr="0" anchor="t" bIns="45700" lIns="91425" spcFirstLastPara="1" rIns="91425" wrap="square" tIns="45700">
            <a:normAutofit/>
          </a:bodyPr>
          <a:lstStyle/>
          <a:p>
            <a:pPr indent="-285750" lvl="0" marL="285750" rtl="0" algn="l">
              <a:lnSpc>
                <a:spcPct val="90000"/>
              </a:lnSpc>
              <a:spcBef>
                <a:spcPts val="0"/>
              </a:spcBef>
              <a:spcAft>
                <a:spcPts val="0"/>
              </a:spcAft>
              <a:buClr>
                <a:schemeClr val="dk1"/>
              </a:buClr>
              <a:buSzPts val="2800"/>
              <a:buFont typeface="Arial"/>
              <a:buChar char="•"/>
            </a:pPr>
            <a:r>
              <a:rPr b="1" lang="en-IN"/>
              <a:t>Ensuring Relevant Context:</a:t>
            </a:r>
            <a:endParaRPr/>
          </a:p>
          <a:p>
            <a:pPr indent="-285750" lvl="0" marL="285750" rtl="0" algn="just">
              <a:lnSpc>
                <a:spcPct val="90000"/>
              </a:lnSpc>
              <a:spcBef>
                <a:spcPts val="1000"/>
              </a:spcBef>
              <a:spcAft>
                <a:spcPts val="0"/>
              </a:spcAft>
              <a:buClr>
                <a:schemeClr val="dk1"/>
              </a:buClr>
              <a:buSzPts val="2800"/>
              <a:buChar char="•"/>
            </a:pPr>
            <a:r>
              <a:rPr lang="en-IN"/>
              <a:t>With more context added into the narrative, we see</a:t>
            </a:r>
            <a:endParaRPr/>
          </a:p>
          <a:p>
            <a:pPr indent="0" lvl="0" marL="0" rtl="0" algn="just">
              <a:lnSpc>
                <a:spcPct val="90000"/>
              </a:lnSpc>
              <a:spcBef>
                <a:spcPts val="1000"/>
              </a:spcBef>
              <a:spcAft>
                <a:spcPts val="0"/>
              </a:spcAft>
              <a:buClr>
                <a:schemeClr val="dk1"/>
              </a:buClr>
              <a:buSzPts val="2800"/>
              <a:buNone/>
            </a:pPr>
            <a:r>
              <a:rPr lang="en-IN"/>
              <a:t>    Voldemort’s true colors emerge. </a:t>
            </a:r>
            <a:endParaRPr/>
          </a:p>
          <a:p>
            <a:pPr indent="-285750" lvl="0" marL="285750" rtl="0" algn="just">
              <a:lnSpc>
                <a:spcPct val="90000"/>
              </a:lnSpc>
              <a:spcBef>
                <a:spcPts val="1000"/>
              </a:spcBef>
              <a:spcAft>
                <a:spcPts val="0"/>
              </a:spcAft>
              <a:buClr>
                <a:schemeClr val="dk1"/>
              </a:buClr>
              <a:buSzPts val="2800"/>
              <a:buChar char="•"/>
            </a:pPr>
            <a:r>
              <a:rPr lang="en-IN"/>
              <a:t>While Harry </a:t>
            </a:r>
            <a:r>
              <a:rPr i="1" lang="en-IN"/>
              <a:t>rarely </a:t>
            </a:r>
            <a:r>
              <a:rPr lang="en-IN"/>
              <a:t>acts aggressively when mentioned, Voldemort </a:t>
            </a:r>
            <a:r>
              <a:rPr i="1" lang="en-IN"/>
              <a:t>usually </a:t>
            </a:r>
            <a:r>
              <a:rPr lang="en-IN"/>
              <a:t>acts aggressively when his name is spoken.</a:t>
            </a:r>
            <a:endParaRPr/>
          </a:p>
          <a:p>
            <a:pPr indent="-285750" lvl="0" marL="285750" rtl="0" algn="just">
              <a:lnSpc>
                <a:spcPct val="90000"/>
              </a:lnSpc>
              <a:spcBef>
                <a:spcPts val="1000"/>
              </a:spcBef>
              <a:spcAft>
                <a:spcPts val="0"/>
              </a:spcAft>
              <a:buClr>
                <a:schemeClr val="dk1"/>
              </a:buClr>
              <a:buSzPts val="2800"/>
              <a:buChar char="•"/>
            </a:pPr>
            <a:r>
              <a:rPr lang="en-IN"/>
              <a:t>This completely changes the story takeaway that we presented before.</a:t>
            </a:r>
            <a:endParaRPr b="1"/>
          </a:p>
          <a:p>
            <a:pPr indent="0" lvl="0" marL="0" rtl="0" algn="l">
              <a:lnSpc>
                <a:spcPct val="90000"/>
              </a:lnSpc>
              <a:spcBef>
                <a:spcPts val="1000"/>
              </a:spcBef>
              <a:spcAft>
                <a:spcPts val="0"/>
              </a:spcAft>
              <a:buClr>
                <a:schemeClr val="dk1"/>
              </a:buClr>
              <a:buSzPts val="2800"/>
              <a:buNone/>
            </a:pPr>
            <a:r>
              <a:t/>
            </a:r>
            <a:endParaRPr b="1"/>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4" name="Shape 324"/>
        <p:cNvGrpSpPr/>
        <p:nvPr/>
      </p:nvGrpSpPr>
      <p:grpSpPr>
        <a:xfrm>
          <a:off x="0" y="0"/>
          <a:ext cx="0" cy="0"/>
          <a:chOff x="0" y="0"/>
          <a:chExt cx="0" cy="0"/>
        </a:xfrm>
      </p:grpSpPr>
      <p:sp>
        <p:nvSpPr>
          <p:cNvPr id="325" name="Google Shape;325;p35"/>
          <p:cNvSpPr txBox="1"/>
          <p:nvPr>
            <p:ph type="title"/>
          </p:nvPr>
        </p:nvSpPr>
        <p:spPr>
          <a:xfrm>
            <a:off x="611560" y="260648"/>
            <a:ext cx="8280919" cy="837919"/>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rgbClr val="930B0B"/>
              </a:buClr>
              <a:buSzPts val="2800"/>
              <a:buFont typeface="Times New Roman"/>
              <a:buNone/>
            </a:pPr>
            <a:r>
              <a:rPr b="1" lang="en-IN" sz="2800"/>
              <a:t>EXPLORATORY VERSUS EXPLANATORY ANALYSIS </a:t>
            </a:r>
            <a:r>
              <a:rPr lang="en-IN"/>
              <a:t>	</a:t>
            </a:r>
            <a:br>
              <a:rPr lang="en-IN"/>
            </a:br>
            <a:br>
              <a:rPr lang="en-IN"/>
            </a:br>
            <a:r>
              <a:rPr lang="en-IN"/>
              <a:t>	</a:t>
            </a:r>
            <a:br>
              <a:rPr lang="en-IN"/>
            </a:br>
            <a:endParaRPr/>
          </a:p>
        </p:txBody>
      </p:sp>
      <p:sp>
        <p:nvSpPr>
          <p:cNvPr id="326" name="Google Shape;326;p35"/>
          <p:cNvSpPr txBox="1"/>
          <p:nvPr>
            <p:ph idx="1" type="body"/>
          </p:nvPr>
        </p:nvSpPr>
        <p:spPr>
          <a:xfrm>
            <a:off x="700004" y="1268759"/>
            <a:ext cx="8229600" cy="4968553"/>
          </a:xfrm>
          <a:prstGeom prst="rect">
            <a:avLst/>
          </a:prstGeom>
          <a:noFill/>
          <a:ln>
            <a:noFill/>
          </a:ln>
        </p:spPr>
        <p:txBody>
          <a:bodyPr anchorCtr="0" anchor="t" bIns="45700" lIns="91425" spcFirstLastPara="1" rIns="91425" wrap="square" tIns="45700">
            <a:normAutofit/>
          </a:bodyPr>
          <a:lstStyle/>
          <a:p>
            <a:pPr indent="-285750" lvl="0" marL="285750" rtl="0" algn="l">
              <a:lnSpc>
                <a:spcPct val="90000"/>
              </a:lnSpc>
              <a:spcBef>
                <a:spcPts val="0"/>
              </a:spcBef>
              <a:spcAft>
                <a:spcPts val="0"/>
              </a:spcAft>
              <a:buClr>
                <a:schemeClr val="dk1"/>
              </a:buClr>
              <a:buSzPts val="2800"/>
              <a:buFont typeface="Arial"/>
              <a:buChar char="•"/>
            </a:pPr>
            <a:r>
              <a:rPr lang="en-IN"/>
              <a:t>Before moving on to looking at storytelling techniques and story structures, we need to draw a distinction between exploratory and explanatory analysis, and how these contribute to storytelling.</a:t>
            </a:r>
            <a:endParaRPr b="1"/>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0" name="Shape 330"/>
        <p:cNvGrpSpPr/>
        <p:nvPr/>
      </p:nvGrpSpPr>
      <p:grpSpPr>
        <a:xfrm>
          <a:off x="0" y="0"/>
          <a:ext cx="0" cy="0"/>
          <a:chOff x="0" y="0"/>
          <a:chExt cx="0" cy="0"/>
        </a:xfrm>
      </p:grpSpPr>
      <p:sp>
        <p:nvSpPr>
          <p:cNvPr id="331" name="Google Shape;331;p36"/>
          <p:cNvSpPr txBox="1"/>
          <p:nvPr>
            <p:ph type="title"/>
          </p:nvPr>
        </p:nvSpPr>
        <p:spPr>
          <a:xfrm>
            <a:off x="611560" y="260648"/>
            <a:ext cx="8280919" cy="837919"/>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rgbClr val="930B0B"/>
              </a:buClr>
              <a:buSzPts val="2800"/>
              <a:buFont typeface="Times New Roman"/>
              <a:buNone/>
            </a:pPr>
            <a:r>
              <a:rPr b="1" lang="en-IN" sz="2800"/>
              <a:t>EXPLORATORY VERSUS EXPLANATORY ANALYSIS </a:t>
            </a:r>
            <a:r>
              <a:rPr lang="en-IN"/>
              <a:t>	</a:t>
            </a:r>
            <a:br>
              <a:rPr lang="en-IN"/>
            </a:br>
            <a:br>
              <a:rPr lang="en-IN"/>
            </a:br>
            <a:r>
              <a:rPr lang="en-IN"/>
              <a:t>	</a:t>
            </a:r>
            <a:br>
              <a:rPr lang="en-IN"/>
            </a:br>
            <a:endParaRPr/>
          </a:p>
        </p:txBody>
      </p:sp>
      <p:sp>
        <p:nvSpPr>
          <p:cNvPr id="332" name="Google Shape;332;p36"/>
          <p:cNvSpPr txBox="1"/>
          <p:nvPr>
            <p:ph idx="1" type="body"/>
          </p:nvPr>
        </p:nvSpPr>
        <p:spPr>
          <a:xfrm>
            <a:off x="700004" y="1268759"/>
            <a:ext cx="8229600" cy="4968553"/>
          </a:xfrm>
          <a:prstGeom prst="rect">
            <a:avLst/>
          </a:prstGeom>
          <a:noFill/>
          <a:ln>
            <a:noFill/>
          </a:ln>
        </p:spPr>
        <p:txBody>
          <a:bodyPr anchorCtr="0" anchor="t" bIns="45700" lIns="91425" spcFirstLastPara="1" rIns="91425" wrap="square" tIns="45700">
            <a:normAutofit/>
          </a:bodyPr>
          <a:lstStyle/>
          <a:p>
            <a:pPr indent="-285750" lvl="0" marL="285750" rtl="0" algn="just">
              <a:lnSpc>
                <a:spcPct val="90000"/>
              </a:lnSpc>
              <a:spcBef>
                <a:spcPts val="0"/>
              </a:spcBef>
              <a:spcAft>
                <a:spcPts val="0"/>
              </a:spcAft>
              <a:buClr>
                <a:schemeClr val="dk1"/>
              </a:buClr>
              <a:buSzPts val="2800"/>
              <a:buChar char="•"/>
            </a:pPr>
            <a:r>
              <a:rPr lang="en-IN"/>
              <a:t>Before moving on to looking at storytelling techniques and story structures, we need to draw a distinction between exploratory and explanatory analysis, and how these contribute to storytelling.</a:t>
            </a:r>
            <a:endParaRPr/>
          </a:p>
          <a:p>
            <a:pPr indent="-285750" lvl="0" marL="285750" rtl="0" algn="just">
              <a:lnSpc>
                <a:spcPct val="90000"/>
              </a:lnSpc>
              <a:spcBef>
                <a:spcPts val="1000"/>
              </a:spcBef>
              <a:spcAft>
                <a:spcPts val="0"/>
              </a:spcAft>
              <a:buClr>
                <a:schemeClr val="dk1"/>
              </a:buClr>
              <a:buSzPts val="2800"/>
              <a:buChar char="•"/>
            </a:pPr>
            <a:r>
              <a:rPr lang="en-IN"/>
              <a:t>Exploration fuels discovery. It’s the process we take to explore data and uncover its story.</a:t>
            </a:r>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6" name="Shape 336"/>
        <p:cNvGrpSpPr/>
        <p:nvPr/>
      </p:nvGrpSpPr>
      <p:grpSpPr>
        <a:xfrm>
          <a:off x="0" y="0"/>
          <a:ext cx="0" cy="0"/>
          <a:chOff x="0" y="0"/>
          <a:chExt cx="0" cy="0"/>
        </a:xfrm>
      </p:grpSpPr>
      <p:sp>
        <p:nvSpPr>
          <p:cNvPr id="337" name="Google Shape;337;p37"/>
          <p:cNvSpPr txBox="1"/>
          <p:nvPr>
            <p:ph type="title"/>
          </p:nvPr>
        </p:nvSpPr>
        <p:spPr>
          <a:xfrm>
            <a:off x="611560" y="260648"/>
            <a:ext cx="8280919" cy="837919"/>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rgbClr val="930B0B"/>
              </a:buClr>
              <a:buSzPts val="2800"/>
              <a:buFont typeface="Times New Roman"/>
              <a:buNone/>
            </a:pPr>
            <a:r>
              <a:rPr b="1" lang="en-IN" sz="2800"/>
              <a:t>EXPLORATORY VERSUS EXPLANATORY ANALYSIS </a:t>
            </a:r>
            <a:r>
              <a:rPr lang="en-IN"/>
              <a:t>	</a:t>
            </a:r>
            <a:br>
              <a:rPr lang="en-IN"/>
            </a:br>
            <a:br>
              <a:rPr lang="en-IN"/>
            </a:br>
            <a:r>
              <a:rPr lang="en-IN"/>
              <a:t>	</a:t>
            </a:r>
            <a:br>
              <a:rPr lang="en-IN"/>
            </a:br>
            <a:endParaRPr/>
          </a:p>
        </p:txBody>
      </p:sp>
      <p:sp>
        <p:nvSpPr>
          <p:cNvPr id="338" name="Google Shape;338;p37"/>
          <p:cNvSpPr txBox="1"/>
          <p:nvPr>
            <p:ph idx="1" type="body"/>
          </p:nvPr>
        </p:nvSpPr>
        <p:spPr>
          <a:xfrm>
            <a:off x="700004" y="1268759"/>
            <a:ext cx="8229600" cy="4968553"/>
          </a:xfrm>
          <a:prstGeom prst="rect">
            <a:avLst/>
          </a:prstGeom>
          <a:noFill/>
          <a:ln>
            <a:noFill/>
          </a:ln>
        </p:spPr>
        <p:txBody>
          <a:bodyPr anchorCtr="0" anchor="t" bIns="45700" lIns="91425" spcFirstLastPara="1" rIns="91425" wrap="square" tIns="45700">
            <a:normAutofit/>
          </a:bodyPr>
          <a:lstStyle/>
          <a:p>
            <a:pPr indent="-285750" lvl="0" marL="285750" rtl="0" algn="just">
              <a:lnSpc>
                <a:spcPct val="90000"/>
              </a:lnSpc>
              <a:spcBef>
                <a:spcPts val="0"/>
              </a:spcBef>
              <a:spcAft>
                <a:spcPts val="0"/>
              </a:spcAft>
              <a:buClr>
                <a:schemeClr val="dk1"/>
              </a:buClr>
              <a:buSzPts val="2800"/>
              <a:buChar char="•"/>
            </a:pPr>
            <a:r>
              <a:rPr lang="en-IN"/>
              <a:t>Example is an image of Indiana Jones to illustrate the concept of exploratory analysis because, like Dr. Jones, this is where we go looking for a discovery to share and hope to find something. </a:t>
            </a:r>
            <a:endParaRPr/>
          </a:p>
          <a:p>
            <a:pPr indent="-285750" lvl="0" marL="285750" rtl="0" algn="just">
              <a:lnSpc>
                <a:spcPct val="90000"/>
              </a:lnSpc>
              <a:spcBef>
                <a:spcPts val="1000"/>
              </a:spcBef>
              <a:spcAft>
                <a:spcPts val="0"/>
              </a:spcAft>
              <a:buClr>
                <a:schemeClr val="dk1"/>
              </a:buClr>
              <a:buSzPts val="2800"/>
              <a:buChar char="•"/>
            </a:pPr>
            <a:r>
              <a:rPr lang="en-IN"/>
              <a:t>We take time to search, digging in and out of data</a:t>
            </a:r>
            <a:endParaRPr/>
          </a:p>
          <a:p>
            <a:pPr indent="0" lvl="0" marL="0" rtl="0" algn="just">
              <a:lnSpc>
                <a:spcPct val="90000"/>
              </a:lnSpc>
              <a:spcBef>
                <a:spcPts val="1000"/>
              </a:spcBef>
              <a:spcAft>
                <a:spcPts val="0"/>
              </a:spcAft>
              <a:buClr>
                <a:schemeClr val="dk1"/>
              </a:buClr>
              <a:buSzPts val="2800"/>
              <a:buNone/>
            </a:pPr>
            <a:r>
              <a:rPr lang="en-IN"/>
              <a:t>   iteratively and with curiosity as we work to build a      story, or perhaps many stories, or perhaps even none at    all. </a:t>
            </a:r>
            <a:endParaRPr/>
          </a:p>
          <a:p>
            <a:pPr indent="-285750" lvl="0" marL="285750" rtl="0" algn="just">
              <a:lnSpc>
                <a:spcPct val="90000"/>
              </a:lnSpc>
              <a:spcBef>
                <a:spcPts val="1000"/>
              </a:spcBef>
              <a:spcAft>
                <a:spcPts val="0"/>
              </a:spcAft>
              <a:buClr>
                <a:schemeClr val="dk1"/>
              </a:buClr>
              <a:buSzPts val="2800"/>
              <a:buChar char="•"/>
            </a:pPr>
            <a:r>
              <a:rPr lang="en-IN"/>
              <a:t>Exploration is a process of “look and see,” and we must explore before we can explain.</a:t>
            </a:r>
            <a:endParaRPr b="1"/>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2" name="Shape 342"/>
        <p:cNvGrpSpPr/>
        <p:nvPr/>
      </p:nvGrpSpPr>
      <p:grpSpPr>
        <a:xfrm>
          <a:off x="0" y="0"/>
          <a:ext cx="0" cy="0"/>
          <a:chOff x="0" y="0"/>
          <a:chExt cx="0" cy="0"/>
        </a:xfrm>
      </p:grpSpPr>
      <p:sp>
        <p:nvSpPr>
          <p:cNvPr id="343" name="Google Shape;343;p38"/>
          <p:cNvSpPr txBox="1"/>
          <p:nvPr>
            <p:ph type="title"/>
          </p:nvPr>
        </p:nvSpPr>
        <p:spPr>
          <a:xfrm>
            <a:off x="611560" y="260648"/>
            <a:ext cx="8280919" cy="837919"/>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rgbClr val="930B0B"/>
              </a:buClr>
              <a:buSzPts val="2800"/>
              <a:buFont typeface="Times New Roman"/>
              <a:buNone/>
            </a:pPr>
            <a:r>
              <a:rPr b="1" lang="en-IN" sz="2800"/>
              <a:t>EXPLORATORY VERSUS EXPLANATORY ANALYSIS </a:t>
            </a:r>
            <a:r>
              <a:rPr lang="en-IN"/>
              <a:t>	</a:t>
            </a:r>
            <a:br>
              <a:rPr lang="en-IN"/>
            </a:br>
            <a:br>
              <a:rPr lang="en-IN"/>
            </a:br>
            <a:r>
              <a:rPr lang="en-IN"/>
              <a:t>	</a:t>
            </a:r>
            <a:br>
              <a:rPr lang="en-IN"/>
            </a:br>
            <a:endParaRPr/>
          </a:p>
        </p:txBody>
      </p:sp>
      <p:sp>
        <p:nvSpPr>
          <p:cNvPr id="344" name="Google Shape;344;p38"/>
          <p:cNvSpPr txBox="1"/>
          <p:nvPr>
            <p:ph idx="1" type="body"/>
          </p:nvPr>
        </p:nvSpPr>
        <p:spPr>
          <a:xfrm>
            <a:off x="700004" y="1268759"/>
            <a:ext cx="8229600" cy="4824537"/>
          </a:xfrm>
          <a:prstGeom prst="rect">
            <a:avLst/>
          </a:prstGeom>
          <a:noFill/>
          <a:ln>
            <a:noFill/>
          </a:ln>
        </p:spPr>
        <p:txBody>
          <a:bodyPr anchorCtr="0" anchor="t" bIns="45700" lIns="91425" spcFirstLastPara="1" rIns="91425" wrap="square" tIns="45700">
            <a:normAutofit/>
          </a:bodyPr>
          <a:lstStyle/>
          <a:p>
            <a:pPr indent="-285750" lvl="0" marL="285750" rtl="0" algn="just">
              <a:lnSpc>
                <a:spcPct val="90000"/>
              </a:lnSpc>
              <a:spcBef>
                <a:spcPts val="0"/>
              </a:spcBef>
              <a:spcAft>
                <a:spcPts val="0"/>
              </a:spcAft>
              <a:buClr>
                <a:schemeClr val="dk1"/>
              </a:buClr>
              <a:buSzPts val="2800"/>
              <a:buChar char="•"/>
            </a:pPr>
            <a:r>
              <a:rPr lang="en-IN"/>
              <a:t>Our job as analysts is to explore. Our job as data storytellers is to explain.</a:t>
            </a:r>
            <a:endParaRPr/>
          </a:p>
          <a:p>
            <a:pPr indent="-285750" lvl="0" marL="285750" rtl="0" algn="just">
              <a:lnSpc>
                <a:spcPct val="90000"/>
              </a:lnSpc>
              <a:spcBef>
                <a:spcPts val="1000"/>
              </a:spcBef>
              <a:spcAft>
                <a:spcPts val="0"/>
              </a:spcAft>
              <a:buClr>
                <a:schemeClr val="dk1"/>
              </a:buClr>
              <a:buSzPts val="2800"/>
              <a:buChar char="•"/>
            </a:pPr>
            <a:r>
              <a:rPr lang="en-IN"/>
              <a:t>Exploratory analysis might yield important story points, but they are not part of the storytelling process. </a:t>
            </a:r>
            <a:endParaRPr/>
          </a:p>
          <a:p>
            <a:pPr indent="-285750" lvl="0" marL="285750" rtl="0" algn="just">
              <a:lnSpc>
                <a:spcPct val="90000"/>
              </a:lnSpc>
              <a:spcBef>
                <a:spcPts val="1000"/>
              </a:spcBef>
              <a:spcAft>
                <a:spcPts val="0"/>
              </a:spcAft>
              <a:buClr>
                <a:schemeClr val="dk1"/>
              </a:buClr>
              <a:buSzPts val="2800"/>
              <a:buChar char="•"/>
            </a:pPr>
            <a:r>
              <a:rPr lang="en-IN"/>
              <a:t>As storytellers, we are focused on explanatory analysis and communicating our discoveries in the form of a story.</a:t>
            </a:r>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8" name="Shape 348"/>
        <p:cNvGrpSpPr/>
        <p:nvPr/>
      </p:nvGrpSpPr>
      <p:grpSpPr>
        <a:xfrm>
          <a:off x="0" y="0"/>
          <a:ext cx="0" cy="0"/>
          <a:chOff x="0" y="0"/>
          <a:chExt cx="0" cy="0"/>
        </a:xfrm>
      </p:grpSpPr>
      <p:sp>
        <p:nvSpPr>
          <p:cNvPr id="349" name="Google Shape;349;p39"/>
          <p:cNvSpPr txBox="1"/>
          <p:nvPr>
            <p:ph type="title"/>
          </p:nvPr>
        </p:nvSpPr>
        <p:spPr>
          <a:xfrm>
            <a:off x="611560" y="260648"/>
            <a:ext cx="8280919" cy="837919"/>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rgbClr val="930B0B"/>
              </a:buClr>
              <a:buSzPts val="2800"/>
              <a:buFont typeface="Times New Roman"/>
              <a:buNone/>
            </a:pPr>
            <a:r>
              <a:rPr b="1" lang="en-IN" sz="2800"/>
              <a:t>EXPLORATORY VERSUS EXPLANATORY ANALYSIS </a:t>
            </a:r>
            <a:r>
              <a:rPr lang="en-IN"/>
              <a:t>	</a:t>
            </a:r>
            <a:br>
              <a:rPr lang="en-IN"/>
            </a:br>
            <a:br>
              <a:rPr lang="en-IN"/>
            </a:br>
            <a:r>
              <a:rPr lang="en-IN"/>
              <a:t>	</a:t>
            </a:r>
            <a:br>
              <a:rPr lang="en-IN"/>
            </a:br>
            <a:endParaRPr/>
          </a:p>
        </p:txBody>
      </p:sp>
      <p:sp>
        <p:nvSpPr>
          <p:cNvPr id="350" name="Google Shape;350;p39"/>
          <p:cNvSpPr txBox="1"/>
          <p:nvPr>
            <p:ph idx="1" type="body"/>
          </p:nvPr>
        </p:nvSpPr>
        <p:spPr>
          <a:xfrm>
            <a:off x="700004" y="1268759"/>
            <a:ext cx="8229600" cy="4824537"/>
          </a:xfrm>
          <a:prstGeom prst="rect">
            <a:avLst/>
          </a:prstGeom>
          <a:noFill/>
          <a:ln>
            <a:noFill/>
          </a:ln>
        </p:spPr>
        <p:txBody>
          <a:bodyPr anchorCtr="0" anchor="t" bIns="45700" lIns="91425" spcFirstLastPara="1" rIns="91425" wrap="square" tIns="45700">
            <a:normAutofit/>
          </a:bodyPr>
          <a:lstStyle/>
          <a:p>
            <a:pPr indent="-285750" lvl="0" marL="285750" rtl="0" algn="just">
              <a:lnSpc>
                <a:spcPct val="90000"/>
              </a:lnSpc>
              <a:spcBef>
                <a:spcPts val="0"/>
              </a:spcBef>
              <a:spcAft>
                <a:spcPts val="0"/>
              </a:spcAft>
              <a:buClr>
                <a:schemeClr val="dk1"/>
              </a:buClr>
              <a:buSzPts val="2800"/>
              <a:buChar char="•"/>
            </a:pPr>
            <a:r>
              <a:rPr lang="en-IN"/>
              <a:t>The distinction between explanatory and exploratory analysis has an important impact on context, particularly in how we present our results.</a:t>
            </a:r>
            <a:endParaRPr/>
          </a:p>
          <a:p>
            <a:pPr indent="-285750" lvl="0" marL="285750" rtl="0" algn="just">
              <a:lnSpc>
                <a:spcPct val="90000"/>
              </a:lnSpc>
              <a:spcBef>
                <a:spcPts val="1000"/>
              </a:spcBef>
              <a:spcAft>
                <a:spcPts val="0"/>
              </a:spcAft>
              <a:buClr>
                <a:schemeClr val="dk1"/>
              </a:buClr>
              <a:buSzPts val="2800"/>
              <a:buChar char="•"/>
            </a:pPr>
            <a:r>
              <a:rPr lang="en-IN"/>
              <a:t>In addition to telling a story, data storytellers must also act as their own editors. </a:t>
            </a:r>
            <a:endParaRPr/>
          </a:p>
          <a:p>
            <a:pPr indent="-285750" lvl="0" marL="285750" rtl="0" algn="just">
              <a:lnSpc>
                <a:spcPct val="90000"/>
              </a:lnSpc>
              <a:spcBef>
                <a:spcPts val="1000"/>
              </a:spcBef>
              <a:spcAft>
                <a:spcPts val="0"/>
              </a:spcAft>
              <a:buClr>
                <a:schemeClr val="dk1"/>
              </a:buClr>
              <a:buSzPts val="2800"/>
              <a:buChar char="•"/>
            </a:pPr>
            <a:r>
              <a:rPr lang="en-IN"/>
              <a:t>This requires trimming unnecessary content away so that the core of the data story remains unencumbered</a:t>
            </a:r>
            <a:endParaRPr/>
          </a:p>
          <a:p>
            <a:pPr indent="0" lvl="0" marL="0" rtl="0" algn="just">
              <a:lnSpc>
                <a:spcPct val="90000"/>
              </a:lnSpc>
              <a:spcBef>
                <a:spcPts val="1000"/>
              </a:spcBef>
              <a:spcAft>
                <a:spcPts val="0"/>
              </a:spcAft>
              <a:buClr>
                <a:schemeClr val="dk1"/>
              </a:buClr>
              <a:buSzPts val="2800"/>
              <a:buNone/>
            </a:pPr>
            <a:r>
              <a:rPr lang="en-IN"/>
              <a:t>    and intact.</a:t>
            </a:r>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4" name="Shape 354"/>
        <p:cNvGrpSpPr/>
        <p:nvPr/>
      </p:nvGrpSpPr>
      <p:grpSpPr>
        <a:xfrm>
          <a:off x="0" y="0"/>
          <a:ext cx="0" cy="0"/>
          <a:chOff x="0" y="0"/>
          <a:chExt cx="0" cy="0"/>
        </a:xfrm>
      </p:grpSpPr>
      <p:sp>
        <p:nvSpPr>
          <p:cNvPr id="355" name="Google Shape;355;p40"/>
          <p:cNvSpPr txBox="1"/>
          <p:nvPr>
            <p:ph type="title"/>
          </p:nvPr>
        </p:nvSpPr>
        <p:spPr>
          <a:xfrm>
            <a:off x="611560" y="260648"/>
            <a:ext cx="8280919" cy="837919"/>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rgbClr val="930B0B"/>
              </a:buClr>
              <a:buSzPts val="3600"/>
              <a:buFont typeface="Times New Roman"/>
              <a:buNone/>
            </a:pPr>
            <a:r>
              <a:rPr lang="en-IN"/>
              <a:t>Structuring Stories </a:t>
            </a:r>
            <a:r>
              <a:rPr lang="en-IN" sz="2800"/>
              <a:t>	</a:t>
            </a:r>
            <a:br>
              <a:rPr lang="en-IN" sz="2800"/>
            </a:br>
            <a:r>
              <a:rPr lang="en-IN"/>
              <a:t>	</a:t>
            </a:r>
            <a:br>
              <a:rPr lang="en-IN"/>
            </a:br>
            <a:br>
              <a:rPr lang="en-IN"/>
            </a:br>
            <a:r>
              <a:rPr lang="en-IN"/>
              <a:t>	</a:t>
            </a:r>
            <a:br>
              <a:rPr lang="en-IN"/>
            </a:br>
            <a:endParaRPr/>
          </a:p>
        </p:txBody>
      </p:sp>
      <p:sp>
        <p:nvSpPr>
          <p:cNvPr id="356" name="Google Shape;356;p40"/>
          <p:cNvSpPr txBox="1"/>
          <p:nvPr>
            <p:ph idx="1" type="body"/>
          </p:nvPr>
        </p:nvSpPr>
        <p:spPr>
          <a:xfrm>
            <a:off x="700004" y="1268759"/>
            <a:ext cx="8229600" cy="4968553"/>
          </a:xfrm>
          <a:prstGeom prst="rect">
            <a:avLst/>
          </a:prstGeom>
          <a:noFill/>
          <a:ln>
            <a:noFill/>
          </a:ln>
        </p:spPr>
        <p:txBody>
          <a:bodyPr anchorCtr="0" anchor="t" bIns="45700" lIns="91425" spcFirstLastPara="1" rIns="91425" wrap="square" tIns="45700">
            <a:normAutofit/>
          </a:bodyPr>
          <a:lstStyle/>
          <a:p>
            <a:pPr indent="-285750" lvl="0" marL="285750" rtl="0" algn="l">
              <a:lnSpc>
                <a:spcPct val="90000"/>
              </a:lnSpc>
              <a:spcBef>
                <a:spcPts val="0"/>
              </a:spcBef>
              <a:spcAft>
                <a:spcPts val="0"/>
              </a:spcAft>
              <a:buClr>
                <a:schemeClr val="dk1"/>
              </a:buClr>
              <a:buSzPts val="2800"/>
              <a:buFont typeface="Arial"/>
              <a:buChar char="•"/>
            </a:pPr>
            <a:r>
              <a:rPr lang="en-IN"/>
              <a:t>Like traditional stories, data stories have shape—and not just bars and bubbles—or “structure.” </a:t>
            </a:r>
            <a:endParaRPr/>
          </a:p>
          <a:p>
            <a:pPr indent="-285750" lvl="0" marL="285750" rtl="0" algn="l">
              <a:lnSpc>
                <a:spcPct val="90000"/>
              </a:lnSpc>
              <a:spcBef>
                <a:spcPts val="1000"/>
              </a:spcBef>
              <a:spcAft>
                <a:spcPts val="0"/>
              </a:spcAft>
              <a:buClr>
                <a:schemeClr val="dk1"/>
              </a:buClr>
              <a:buSzPts val="2800"/>
              <a:buFont typeface="Arial"/>
              <a:buChar char="•"/>
            </a:pPr>
            <a:r>
              <a:rPr lang="en-IN"/>
              <a:t>Story structure plays an important role in developing a story’s context, and can be broken down into two parts:</a:t>
            </a:r>
            <a:endParaRPr/>
          </a:p>
          <a:p>
            <a:pPr indent="-285750" lvl="0" marL="285750" rtl="0" algn="l">
              <a:lnSpc>
                <a:spcPct val="90000"/>
              </a:lnSpc>
              <a:spcBef>
                <a:spcPts val="1000"/>
              </a:spcBef>
              <a:spcAft>
                <a:spcPts val="0"/>
              </a:spcAft>
              <a:buClr>
                <a:schemeClr val="dk1"/>
              </a:buClr>
              <a:buSzPts val="2800"/>
              <a:buFont typeface="Arial"/>
              <a:buChar char="•"/>
            </a:pPr>
            <a:r>
              <a:rPr b="1" lang="en-IN"/>
              <a:t>Part One: </a:t>
            </a:r>
            <a:r>
              <a:rPr lang="en-IN"/>
              <a:t>Story Plot</a:t>
            </a:r>
            <a:endParaRPr/>
          </a:p>
          <a:p>
            <a:pPr indent="-285750" lvl="0" marL="285750" rtl="0" algn="l">
              <a:lnSpc>
                <a:spcPct val="90000"/>
              </a:lnSpc>
              <a:spcBef>
                <a:spcPts val="1000"/>
              </a:spcBef>
              <a:spcAft>
                <a:spcPts val="0"/>
              </a:spcAft>
              <a:buClr>
                <a:schemeClr val="dk1"/>
              </a:buClr>
              <a:buSzPts val="2800"/>
              <a:buFont typeface="Arial"/>
              <a:buChar char="•"/>
            </a:pPr>
            <a:r>
              <a:rPr b="1" lang="en-IN"/>
              <a:t>Part Two: </a:t>
            </a:r>
            <a:r>
              <a:rPr lang="en-IN"/>
              <a:t>Story Genre</a:t>
            </a:r>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0" name="Shape 360"/>
        <p:cNvGrpSpPr/>
        <p:nvPr/>
      </p:nvGrpSpPr>
      <p:grpSpPr>
        <a:xfrm>
          <a:off x="0" y="0"/>
          <a:ext cx="0" cy="0"/>
          <a:chOff x="0" y="0"/>
          <a:chExt cx="0" cy="0"/>
        </a:xfrm>
      </p:grpSpPr>
      <p:sp>
        <p:nvSpPr>
          <p:cNvPr id="361" name="Google Shape;361;p41"/>
          <p:cNvSpPr txBox="1"/>
          <p:nvPr>
            <p:ph type="title"/>
          </p:nvPr>
        </p:nvSpPr>
        <p:spPr>
          <a:xfrm>
            <a:off x="611560" y="260648"/>
            <a:ext cx="8280919" cy="837919"/>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rgbClr val="930B0B"/>
              </a:buClr>
              <a:buSzPts val="3600"/>
              <a:buFont typeface="Times New Roman"/>
              <a:buNone/>
            </a:pPr>
            <a:r>
              <a:rPr lang="en-IN"/>
              <a:t>Structuring Stories </a:t>
            </a:r>
            <a:r>
              <a:rPr lang="en-IN" sz="2800"/>
              <a:t>	</a:t>
            </a:r>
            <a:br>
              <a:rPr lang="en-IN" sz="2800"/>
            </a:br>
            <a:r>
              <a:rPr lang="en-IN"/>
              <a:t>	</a:t>
            </a:r>
            <a:br>
              <a:rPr lang="en-IN"/>
            </a:br>
            <a:br>
              <a:rPr lang="en-IN"/>
            </a:br>
            <a:r>
              <a:rPr lang="en-IN"/>
              <a:t>	</a:t>
            </a:r>
            <a:br>
              <a:rPr lang="en-IN"/>
            </a:br>
            <a:endParaRPr/>
          </a:p>
        </p:txBody>
      </p:sp>
      <p:sp>
        <p:nvSpPr>
          <p:cNvPr id="362" name="Google Shape;362;p41"/>
          <p:cNvSpPr txBox="1"/>
          <p:nvPr>
            <p:ph idx="1" type="body"/>
          </p:nvPr>
        </p:nvSpPr>
        <p:spPr>
          <a:xfrm>
            <a:off x="700004" y="1268759"/>
            <a:ext cx="8229600" cy="4968553"/>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2800"/>
              <a:buNone/>
            </a:pPr>
            <a:r>
              <a:rPr b="1" lang="en-IN"/>
              <a:t>1.Story Plot:</a:t>
            </a:r>
            <a:endParaRPr b="1"/>
          </a:p>
          <a:p>
            <a:pPr indent="-285750" lvl="0" marL="285750" rtl="0" algn="just">
              <a:lnSpc>
                <a:spcPct val="90000"/>
              </a:lnSpc>
              <a:spcBef>
                <a:spcPts val="1000"/>
              </a:spcBef>
              <a:spcAft>
                <a:spcPts val="0"/>
              </a:spcAft>
              <a:buClr>
                <a:schemeClr val="dk1"/>
              </a:buClr>
              <a:buSzPts val="2800"/>
              <a:buChar char="•"/>
            </a:pPr>
            <a:r>
              <a:rPr lang="en-IN"/>
              <a:t>The events of a story (or the main part of a story) are its plot (this is also called its storyline). </a:t>
            </a:r>
            <a:endParaRPr/>
          </a:p>
          <a:p>
            <a:pPr indent="-285750" lvl="0" marL="285750" rtl="0" algn="just">
              <a:lnSpc>
                <a:spcPct val="90000"/>
              </a:lnSpc>
              <a:spcBef>
                <a:spcPts val="1000"/>
              </a:spcBef>
              <a:spcAft>
                <a:spcPts val="0"/>
              </a:spcAft>
              <a:buClr>
                <a:schemeClr val="dk1"/>
              </a:buClr>
              <a:buSzPts val="2800"/>
              <a:buChar char="•"/>
            </a:pPr>
            <a:r>
              <a:rPr lang="en-IN"/>
              <a:t>These events generally relate to each other in a pattern or a sequence, and the storyteller (or author) is responsible for arranging these actions in a meaningful way to shape the story.</a:t>
            </a:r>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6" name="Shape 366"/>
        <p:cNvGrpSpPr/>
        <p:nvPr/>
      </p:nvGrpSpPr>
      <p:grpSpPr>
        <a:xfrm>
          <a:off x="0" y="0"/>
          <a:ext cx="0" cy="0"/>
          <a:chOff x="0" y="0"/>
          <a:chExt cx="0" cy="0"/>
        </a:xfrm>
      </p:grpSpPr>
      <p:sp>
        <p:nvSpPr>
          <p:cNvPr id="367" name="Google Shape;367;p42"/>
          <p:cNvSpPr txBox="1"/>
          <p:nvPr>
            <p:ph type="title"/>
          </p:nvPr>
        </p:nvSpPr>
        <p:spPr>
          <a:xfrm>
            <a:off x="611560" y="260648"/>
            <a:ext cx="8280919" cy="837919"/>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rgbClr val="930B0B"/>
              </a:buClr>
              <a:buSzPts val="3600"/>
              <a:buFont typeface="Times New Roman"/>
              <a:buNone/>
            </a:pPr>
            <a:r>
              <a:rPr lang="en-IN"/>
              <a:t>Structuring Stories </a:t>
            </a:r>
            <a:r>
              <a:rPr lang="en-IN" sz="2800"/>
              <a:t>	</a:t>
            </a:r>
            <a:br>
              <a:rPr lang="en-IN" sz="2800"/>
            </a:br>
            <a:r>
              <a:rPr lang="en-IN"/>
              <a:t>	</a:t>
            </a:r>
            <a:br>
              <a:rPr lang="en-IN"/>
            </a:br>
            <a:br>
              <a:rPr lang="en-IN"/>
            </a:br>
            <a:r>
              <a:rPr lang="en-IN"/>
              <a:t>	</a:t>
            </a:r>
            <a:br>
              <a:rPr lang="en-IN"/>
            </a:br>
            <a:endParaRPr/>
          </a:p>
        </p:txBody>
      </p:sp>
      <p:sp>
        <p:nvSpPr>
          <p:cNvPr id="368" name="Google Shape;368;p42"/>
          <p:cNvSpPr txBox="1"/>
          <p:nvPr>
            <p:ph idx="1" type="body"/>
          </p:nvPr>
        </p:nvSpPr>
        <p:spPr>
          <a:xfrm>
            <a:off x="700004" y="908719"/>
            <a:ext cx="8229600" cy="5328593"/>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2800"/>
              <a:buNone/>
            </a:pPr>
            <a:r>
              <a:rPr b="1" lang="en-IN"/>
              <a:t>1.Story Plot:</a:t>
            </a:r>
            <a:endParaRPr b="1"/>
          </a:p>
        </p:txBody>
      </p:sp>
      <p:pic>
        <p:nvPicPr>
          <p:cNvPr id="369" name="Google Shape;369;p42"/>
          <p:cNvPicPr preferRelativeResize="0"/>
          <p:nvPr/>
        </p:nvPicPr>
        <p:blipFill rotWithShape="1">
          <a:blip r:embed="rId3">
            <a:alphaModFix/>
          </a:blip>
          <a:srcRect b="0" l="0" r="0" t="0"/>
          <a:stretch/>
        </p:blipFill>
        <p:spPr>
          <a:xfrm>
            <a:off x="755576" y="1335072"/>
            <a:ext cx="8154987" cy="5102895"/>
          </a:xfrm>
          <a:prstGeom prst="rect">
            <a:avLst/>
          </a:prstGeom>
          <a:noFill/>
          <a:ln>
            <a:noFill/>
          </a:ln>
        </p:spPr>
      </p:pic>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3" name="Shape 373"/>
        <p:cNvGrpSpPr/>
        <p:nvPr/>
      </p:nvGrpSpPr>
      <p:grpSpPr>
        <a:xfrm>
          <a:off x="0" y="0"/>
          <a:ext cx="0" cy="0"/>
          <a:chOff x="0" y="0"/>
          <a:chExt cx="0" cy="0"/>
        </a:xfrm>
      </p:grpSpPr>
      <p:sp>
        <p:nvSpPr>
          <p:cNvPr id="374" name="Google Shape;374;p43"/>
          <p:cNvSpPr txBox="1"/>
          <p:nvPr>
            <p:ph type="title"/>
          </p:nvPr>
        </p:nvSpPr>
        <p:spPr>
          <a:xfrm>
            <a:off x="611560" y="260648"/>
            <a:ext cx="8280919" cy="837919"/>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rgbClr val="930B0B"/>
              </a:buClr>
              <a:buSzPts val="3600"/>
              <a:buFont typeface="Times New Roman"/>
              <a:buNone/>
            </a:pPr>
            <a:r>
              <a:rPr lang="en-IN"/>
              <a:t>Structuring Stories </a:t>
            </a:r>
            <a:r>
              <a:rPr lang="en-IN" sz="2800"/>
              <a:t>	</a:t>
            </a:r>
            <a:br>
              <a:rPr lang="en-IN" sz="2800"/>
            </a:br>
            <a:r>
              <a:rPr lang="en-IN"/>
              <a:t>	</a:t>
            </a:r>
            <a:br>
              <a:rPr lang="en-IN"/>
            </a:br>
            <a:br>
              <a:rPr lang="en-IN"/>
            </a:br>
            <a:r>
              <a:rPr lang="en-IN"/>
              <a:t>	</a:t>
            </a:r>
            <a:br>
              <a:rPr lang="en-IN"/>
            </a:br>
            <a:endParaRPr/>
          </a:p>
        </p:txBody>
      </p:sp>
      <p:sp>
        <p:nvSpPr>
          <p:cNvPr id="375" name="Google Shape;375;p43"/>
          <p:cNvSpPr txBox="1"/>
          <p:nvPr>
            <p:ph idx="1" type="body"/>
          </p:nvPr>
        </p:nvSpPr>
        <p:spPr>
          <a:xfrm>
            <a:off x="700004" y="908719"/>
            <a:ext cx="8229600" cy="5328593"/>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2800"/>
              <a:buNone/>
            </a:pPr>
            <a:r>
              <a:rPr b="1" lang="en-IN"/>
              <a:t>1.Story Plot:</a:t>
            </a:r>
            <a:endParaRPr/>
          </a:p>
          <a:p>
            <a:pPr indent="-285750" lvl="0" marL="285750" rtl="0" algn="l">
              <a:lnSpc>
                <a:spcPct val="90000"/>
              </a:lnSpc>
              <a:spcBef>
                <a:spcPts val="1000"/>
              </a:spcBef>
              <a:spcAft>
                <a:spcPts val="0"/>
              </a:spcAft>
              <a:buClr>
                <a:schemeClr val="dk1"/>
              </a:buClr>
              <a:buSzPts val="2800"/>
              <a:buFont typeface="Arial"/>
              <a:buChar char="•"/>
            </a:pPr>
            <a:r>
              <a:rPr lang="en-IN"/>
              <a:t>For the purposes of data storytelling, there are eight basic “plots” to help shape your visual data story (see Figure 4.7).</a:t>
            </a:r>
            <a:endParaRPr/>
          </a:p>
          <a:p>
            <a:pPr indent="0" lvl="0" marL="0" rtl="0" algn="l">
              <a:lnSpc>
                <a:spcPct val="90000"/>
              </a:lnSpc>
              <a:spcBef>
                <a:spcPts val="1000"/>
              </a:spcBef>
              <a:spcAft>
                <a:spcPts val="0"/>
              </a:spcAft>
              <a:buClr>
                <a:schemeClr val="dk1"/>
              </a:buClr>
              <a:buSzPts val="2800"/>
              <a:buNone/>
            </a:pPr>
            <a:r>
              <a:t/>
            </a:r>
            <a:endParaRPr b="1"/>
          </a:p>
        </p:txBody>
      </p:sp>
      <p:pic>
        <p:nvPicPr>
          <p:cNvPr id="376" name="Google Shape;376;p43"/>
          <p:cNvPicPr preferRelativeResize="0"/>
          <p:nvPr/>
        </p:nvPicPr>
        <p:blipFill rotWithShape="1">
          <a:blip r:embed="rId3">
            <a:alphaModFix/>
          </a:blip>
          <a:srcRect b="0" l="0" r="0" t="0"/>
          <a:stretch/>
        </p:blipFill>
        <p:spPr>
          <a:xfrm>
            <a:off x="899592" y="2204864"/>
            <a:ext cx="7848872" cy="4497710"/>
          </a:xfrm>
          <a:prstGeom prst="rect">
            <a:avLst/>
          </a:prstGeom>
          <a:noFill/>
          <a:ln>
            <a:noFill/>
          </a:ln>
        </p:spPr>
      </p:pic>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0" name="Shape 380"/>
        <p:cNvGrpSpPr/>
        <p:nvPr/>
      </p:nvGrpSpPr>
      <p:grpSpPr>
        <a:xfrm>
          <a:off x="0" y="0"/>
          <a:ext cx="0" cy="0"/>
          <a:chOff x="0" y="0"/>
          <a:chExt cx="0" cy="0"/>
        </a:xfrm>
      </p:grpSpPr>
      <p:sp>
        <p:nvSpPr>
          <p:cNvPr id="381" name="Google Shape;381;p44"/>
          <p:cNvSpPr txBox="1"/>
          <p:nvPr>
            <p:ph type="title"/>
          </p:nvPr>
        </p:nvSpPr>
        <p:spPr>
          <a:xfrm>
            <a:off x="611560" y="260648"/>
            <a:ext cx="8280919" cy="837919"/>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rgbClr val="930B0B"/>
              </a:buClr>
              <a:buSzPts val="3600"/>
              <a:buFont typeface="Times New Roman"/>
              <a:buNone/>
            </a:pPr>
            <a:r>
              <a:rPr lang="en-IN"/>
              <a:t>Structuring Stories </a:t>
            </a:r>
            <a:r>
              <a:rPr lang="en-IN" sz="2800"/>
              <a:t>	</a:t>
            </a:r>
            <a:br>
              <a:rPr lang="en-IN" sz="2800"/>
            </a:br>
            <a:r>
              <a:rPr lang="en-IN"/>
              <a:t>	</a:t>
            </a:r>
            <a:br>
              <a:rPr lang="en-IN"/>
            </a:br>
            <a:br>
              <a:rPr lang="en-IN"/>
            </a:br>
            <a:r>
              <a:rPr lang="en-IN"/>
              <a:t>	</a:t>
            </a:r>
            <a:br>
              <a:rPr lang="en-IN"/>
            </a:br>
            <a:endParaRPr/>
          </a:p>
        </p:txBody>
      </p:sp>
      <p:sp>
        <p:nvSpPr>
          <p:cNvPr id="382" name="Google Shape;382;p44"/>
          <p:cNvSpPr txBox="1"/>
          <p:nvPr>
            <p:ph idx="1" type="body"/>
          </p:nvPr>
        </p:nvSpPr>
        <p:spPr>
          <a:xfrm>
            <a:off x="700004" y="908719"/>
            <a:ext cx="8229600" cy="5328593"/>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2800"/>
              <a:buNone/>
            </a:pPr>
            <a:r>
              <a:rPr b="1" lang="en-IN"/>
              <a:t>1.Story Plot:</a:t>
            </a:r>
            <a:endParaRPr/>
          </a:p>
          <a:p>
            <a:pPr indent="-285750" lvl="0" marL="285750" rtl="0" algn="just">
              <a:lnSpc>
                <a:spcPct val="90000"/>
              </a:lnSpc>
              <a:spcBef>
                <a:spcPts val="1000"/>
              </a:spcBef>
              <a:spcAft>
                <a:spcPts val="0"/>
              </a:spcAft>
              <a:buClr>
                <a:schemeClr val="dk1"/>
              </a:buClr>
              <a:buSzPts val="2800"/>
              <a:buChar char="•"/>
            </a:pPr>
            <a:r>
              <a:rPr b="1" lang="en-IN"/>
              <a:t>Change over time</a:t>
            </a:r>
            <a:r>
              <a:rPr lang="en-IN"/>
              <a:t>—See a visual history as told through a simple metric or trend</a:t>
            </a:r>
            <a:endParaRPr/>
          </a:p>
          <a:p>
            <a:pPr indent="-285750" lvl="0" marL="285750" rtl="0" algn="just">
              <a:lnSpc>
                <a:spcPct val="90000"/>
              </a:lnSpc>
              <a:spcBef>
                <a:spcPts val="1000"/>
              </a:spcBef>
              <a:spcAft>
                <a:spcPts val="0"/>
              </a:spcAft>
              <a:buClr>
                <a:schemeClr val="dk1"/>
              </a:buClr>
              <a:buSzPts val="2800"/>
              <a:buChar char="•"/>
            </a:pPr>
            <a:r>
              <a:rPr b="1" lang="en-IN"/>
              <a:t>Drill down</a:t>
            </a:r>
            <a:r>
              <a:rPr lang="en-IN"/>
              <a:t>—Start big, and get more and more granular to find meaning</a:t>
            </a:r>
            <a:endParaRPr/>
          </a:p>
          <a:p>
            <a:pPr indent="-285750" lvl="0" marL="285750" rtl="0" algn="just">
              <a:lnSpc>
                <a:spcPct val="90000"/>
              </a:lnSpc>
              <a:spcBef>
                <a:spcPts val="1000"/>
              </a:spcBef>
              <a:spcAft>
                <a:spcPts val="0"/>
              </a:spcAft>
              <a:buClr>
                <a:schemeClr val="dk1"/>
              </a:buClr>
              <a:buSzPts val="2800"/>
              <a:buChar char="•"/>
            </a:pPr>
            <a:r>
              <a:rPr b="1" lang="en-IN"/>
              <a:t>Zoom out</a:t>
            </a:r>
            <a:r>
              <a:rPr lang="en-IN"/>
              <a:t>—Reverse the particular, from the individual to a larger group</a:t>
            </a:r>
            <a:endParaRPr/>
          </a:p>
          <a:p>
            <a:pPr indent="-285750" lvl="0" marL="285750" rtl="0" algn="just">
              <a:lnSpc>
                <a:spcPct val="90000"/>
              </a:lnSpc>
              <a:spcBef>
                <a:spcPts val="1000"/>
              </a:spcBef>
              <a:spcAft>
                <a:spcPts val="0"/>
              </a:spcAft>
              <a:buClr>
                <a:schemeClr val="dk1"/>
              </a:buClr>
              <a:buSzPts val="2800"/>
              <a:buChar char="•"/>
            </a:pPr>
            <a:r>
              <a:rPr b="1" lang="en-IN"/>
              <a:t>Contrast</a:t>
            </a:r>
            <a:r>
              <a:rPr lang="en-IN"/>
              <a:t>—The “this” or “that”</a:t>
            </a:r>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6" name="Shape 386"/>
        <p:cNvGrpSpPr/>
        <p:nvPr/>
      </p:nvGrpSpPr>
      <p:grpSpPr>
        <a:xfrm>
          <a:off x="0" y="0"/>
          <a:ext cx="0" cy="0"/>
          <a:chOff x="0" y="0"/>
          <a:chExt cx="0" cy="0"/>
        </a:xfrm>
      </p:grpSpPr>
      <p:sp>
        <p:nvSpPr>
          <p:cNvPr id="387" name="Google Shape;387;p45"/>
          <p:cNvSpPr txBox="1"/>
          <p:nvPr>
            <p:ph type="title"/>
          </p:nvPr>
        </p:nvSpPr>
        <p:spPr>
          <a:xfrm>
            <a:off x="611560" y="260648"/>
            <a:ext cx="8280919" cy="837919"/>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rgbClr val="930B0B"/>
              </a:buClr>
              <a:buSzPts val="3600"/>
              <a:buFont typeface="Times New Roman"/>
              <a:buNone/>
            </a:pPr>
            <a:r>
              <a:rPr lang="en-IN"/>
              <a:t>Structuring Stories </a:t>
            </a:r>
            <a:r>
              <a:rPr lang="en-IN" sz="2800"/>
              <a:t>	</a:t>
            </a:r>
            <a:br>
              <a:rPr lang="en-IN" sz="2800"/>
            </a:br>
            <a:r>
              <a:rPr lang="en-IN"/>
              <a:t>	</a:t>
            </a:r>
            <a:br>
              <a:rPr lang="en-IN"/>
            </a:br>
            <a:br>
              <a:rPr lang="en-IN"/>
            </a:br>
            <a:r>
              <a:rPr lang="en-IN"/>
              <a:t>	</a:t>
            </a:r>
            <a:br>
              <a:rPr lang="en-IN"/>
            </a:br>
            <a:endParaRPr/>
          </a:p>
        </p:txBody>
      </p:sp>
      <p:sp>
        <p:nvSpPr>
          <p:cNvPr id="388" name="Google Shape;388;p45"/>
          <p:cNvSpPr txBox="1"/>
          <p:nvPr>
            <p:ph idx="1" type="body"/>
          </p:nvPr>
        </p:nvSpPr>
        <p:spPr>
          <a:xfrm>
            <a:off x="700004" y="908719"/>
            <a:ext cx="8229600" cy="5328593"/>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2800"/>
              <a:buNone/>
            </a:pPr>
            <a:r>
              <a:rPr b="1" lang="en-IN"/>
              <a:t>1.Story Plot:</a:t>
            </a:r>
            <a:endParaRPr/>
          </a:p>
          <a:p>
            <a:pPr indent="-285750" lvl="0" marL="285750" rtl="0" algn="l">
              <a:lnSpc>
                <a:spcPct val="90000"/>
              </a:lnSpc>
              <a:spcBef>
                <a:spcPts val="1000"/>
              </a:spcBef>
              <a:spcAft>
                <a:spcPts val="0"/>
              </a:spcAft>
              <a:buClr>
                <a:schemeClr val="dk1"/>
              </a:buClr>
              <a:buSzPts val="2800"/>
              <a:buFont typeface="Arial"/>
              <a:buChar char="•"/>
            </a:pPr>
            <a:r>
              <a:rPr b="1" lang="en-IN"/>
              <a:t>Spread</a:t>
            </a:r>
            <a:r>
              <a:rPr lang="en-IN"/>
              <a:t>—Help people see the light and the dark, or reach of data (disbursement)</a:t>
            </a:r>
            <a:endParaRPr/>
          </a:p>
          <a:p>
            <a:pPr indent="-285750" lvl="0" marL="285750" rtl="0" algn="l">
              <a:lnSpc>
                <a:spcPct val="90000"/>
              </a:lnSpc>
              <a:spcBef>
                <a:spcPts val="1000"/>
              </a:spcBef>
              <a:spcAft>
                <a:spcPts val="0"/>
              </a:spcAft>
              <a:buClr>
                <a:schemeClr val="dk1"/>
              </a:buClr>
              <a:buSzPts val="2800"/>
              <a:buFont typeface="Arial"/>
              <a:buChar char="•"/>
            </a:pPr>
            <a:r>
              <a:rPr b="1" lang="en-IN"/>
              <a:t>Intersections</a:t>
            </a:r>
            <a:r>
              <a:rPr lang="en-IN"/>
              <a:t>—Things that cross over, or progress (“less than” to “more than”)</a:t>
            </a:r>
            <a:endParaRPr/>
          </a:p>
          <a:p>
            <a:pPr indent="-285750" lvl="0" marL="285750" rtl="0" algn="l">
              <a:lnSpc>
                <a:spcPct val="90000"/>
              </a:lnSpc>
              <a:spcBef>
                <a:spcPts val="1000"/>
              </a:spcBef>
              <a:spcAft>
                <a:spcPts val="0"/>
              </a:spcAft>
              <a:buClr>
                <a:schemeClr val="dk1"/>
              </a:buClr>
              <a:buSzPts val="2800"/>
              <a:buFont typeface="Arial"/>
              <a:buChar char="•"/>
            </a:pPr>
            <a:r>
              <a:rPr b="1" lang="en-IN"/>
              <a:t>Factors</a:t>
            </a:r>
            <a:r>
              <a:rPr lang="en-IN"/>
              <a:t>—Things that work together to build up to a</a:t>
            </a:r>
            <a:endParaRPr/>
          </a:p>
          <a:p>
            <a:pPr indent="0" lvl="0" marL="0" rtl="0" algn="l">
              <a:lnSpc>
                <a:spcPct val="90000"/>
              </a:lnSpc>
              <a:spcBef>
                <a:spcPts val="1000"/>
              </a:spcBef>
              <a:spcAft>
                <a:spcPts val="0"/>
              </a:spcAft>
              <a:buClr>
                <a:schemeClr val="dk1"/>
              </a:buClr>
              <a:buSzPts val="2800"/>
              <a:buNone/>
            </a:pPr>
            <a:r>
              <a:rPr lang="en-IN"/>
              <a:t>    higher-level effect</a:t>
            </a:r>
            <a:endParaRPr/>
          </a:p>
          <a:p>
            <a:pPr indent="-285750" lvl="0" marL="285750" rtl="0" algn="l">
              <a:lnSpc>
                <a:spcPct val="90000"/>
              </a:lnSpc>
              <a:spcBef>
                <a:spcPts val="1000"/>
              </a:spcBef>
              <a:spcAft>
                <a:spcPts val="0"/>
              </a:spcAft>
              <a:buClr>
                <a:schemeClr val="dk1"/>
              </a:buClr>
              <a:buSzPts val="2800"/>
              <a:buFont typeface="Arial"/>
              <a:buChar char="•"/>
            </a:pPr>
            <a:r>
              <a:rPr b="1" lang="en-IN"/>
              <a:t>Outliers</a:t>
            </a:r>
            <a:r>
              <a:rPr lang="en-IN"/>
              <a:t>—Powerful way to show something outside the realm of normal</a:t>
            </a:r>
            <a:endParaRPr b="1"/>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2" name="Shape 392"/>
        <p:cNvGrpSpPr/>
        <p:nvPr/>
      </p:nvGrpSpPr>
      <p:grpSpPr>
        <a:xfrm>
          <a:off x="0" y="0"/>
          <a:ext cx="0" cy="0"/>
          <a:chOff x="0" y="0"/>
          <a:chExt cx="0" cy="0"/>
        </a:xfrm>
      </p:grpSpPr>
      <p:sp>
        <p:nvSpPr>
          <p:cNvPr id="393" name="Google Shape;393;p46"/>
          <p:cNvSpPr txBox="1"/>
          <p:nvPr>
            <p:ph type="title"/>
          </p:nvPr>
        </p:nvSpPr>
        <p:spPr>
          <a:xfrm>
            <a:off x="611560" y="260648"/>
            <a:ext cx="8280919" cy="837919"/>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rgbClr val="930B0B"/>
              </a:buClr>
              <a:buSzPts val="3600"/>
              <a:buFont typeface="Times New Roman"/>
              <a:buNone/>
            </a:pPr>
            <a:r>
              <a:rPr lang="en-IN"/>
              <a:t>Structuring Stories </a:t>
            </a:r>
            <a:r>
              <a:rPr lang="en-IN" sz="2800"/>
              <a:t>	</a:t>
            </a:r>
            <a:br>
              <a:rPr lang="en-IN" sz="2800"/>
            </a:br>
            <a:r>
              <a:rPr lang="en-IN"/>
              <a:t>	</a:t>
            </a:r>
            <a:br>
              <a:rPr lang="en-IN"/>
            </a:br>
            <a:br>
              <a:rPr lang="en-IN"/>
            </a:br>
            <a:r>
              <a:rPr lang="en-IN"/>
              <a:t>	</a:t>
            </a:r>
            <a:br>
              <a:rPr lang="en-IN"/>
            </a:br>
            <a:endParaRPr/>
          </a:p>
        </p:txBody>
      </p:sp>
      <p:sp>
        <p:nvSpPr>
          <p:cNvPr id="394" name="Google Shape;394;p46"/>
          <p:cNvSpPr txBox="1"/>
          <p:nvPr>
            <p:ph idx="1" type="body"/>
          </p:nvPr>
        </p:nvSpPr>
        <p:spPr>
          <a:xfrm>
            <a:off x="700004" y="908719"/>
            <a:ext cx="8229600" cy="5328593"/>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2800"/>
              <a:buNone/>
            </a:pPr>
            <a:r>
              <a:rPr b="1" lang="en-IN"/>
              <a:t>2. Story Genre:</a:t>
            </a:r>
            <a:endParaRPr/>
          </a:p>
          <a:p>
            <a:pPr indent="-285750" lvl="0" marL="285750" rtl="0" algn="just">
              <a:lnSpc>
                <a:spcPct val="90000"/>
              </a:lnSpc>
              <a:spcBef>
                <a:spcPts val="1000"/>
              </a:spcBef>
              <a:spcAft>
                <a:spcPts val="0"/>
              </a:spcAft>
              <a:buClr>
                <a:schemeClr val="dk1"/>
              </a:buClr>
              <a:buSzPts val="2800"/>
              <a:buChar char="•"/>
            </a:pPr>
            <a:r>
              <a:rPr lang="en-IN"/>
              <a:t>The other half of story structure is its genre. Like the diversity in plot, there is more than one genre to choose from. </a:t>
            </a:r>
            <a:endParaRPr/>
          </a:p>
          <a:p>
            <a:pPr indent="-285750" lvl="0" marL="285750" rtl="0" algn="just">
              <a:lnSpc>
                <a:spcPct val="90000"/>
              </a:lnSpc>
              <a:spcBef>
                <a:spcPts val="1000"/>
              </a:spcBef>
              <a:spcAft>
                <a:spcPts val="0"/>
              </a:spcAft>
              <a:buClr>
                <a:schemeClr val="dk1"/>
              </a:buClr>
              <a:buSzPts val="2800"/>
              <a:buChar char="•"/>
            </a:pPr>
            <a:r>
              <a:rPr lang="en-IN"/>
              <a:t>In fact, there are seven genres of narrative visualization.</a:t>
            </a:r>
            <a:endParaRPr/>
          </a:p>
          <a:p>
            <a:pPr indent="-285750" lvl="0" marL="285750" rtl="0" algn="just">
              <a:lnSpc>
                <a:spcPct val="90000"/>
              </a:lnSpc>
              <a:spcBef>
                <a:spcPts val="1000"/>
              </a:spcBef>
              <a:spcAft>
                <a:spcPts val="0"/>
              </a:spcAft>
              <a:buClr>
                <a:schemeClr val="dk1"/>
              </a:buClr>
              <a:buSzPts val="2800"/>
              <a:buChar char="•"/>
            </a:pPr>
            <a:r>
              <a:rPr lang="en-IN"/>
              <a:t>Developed by Segel and Heer, they vary primarily in the number of frames and the ordering of visual elements and include the magazine style, the annotated chart, the partitioned poster, the flow chart, the comic strip, the slide short, and finally, the conglomerate film/video/animation (see Figure 4.7).</a:t>
            </a:r>
            <a:endParaRPr b="1"/>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8" name="Shape 398"/>
        <p:cNvGrpSpPr/>
        <p:nvPr/>
      </p:nvGrpSpPr>
      <p:grpSpPr>
        <a:xfrm>
          <a:off x="0" y="0"/>
          <a:ext cx="0" cy="0"/>
          <a:chOff x="0" y="0"/>
          <a:chExt cx="0" cy="0"/>
        </a:xfrm>
      </p:grpSpPr>
      <p:sp>
        <p:nvSpPr>
          <p:cNvPr id="399" name="Google Shape;399;p47"/>
          <p:cNvSpPr txBox="1"/>
          <p:nvPr>
            <p:ph type="title"/>
          </p:nvPr>
        </p:nvSpPr>
        <p:spPr>
          <a:xfrm>
            <a:off x="611560" y="260648"/>
            <a:ext cx="8280919" cy="837919"/>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rgbClr val="930B0B"/>
              </a:buClr>
              <a:buSzPts val="3600"/>
              <a:buFont typeface="Times New Roman"/>
              <a:buNone/>
            </a:pPr>
            <a:r>
              <a:rPr lang="en-IN"/>
              <a:t>Structuring Stories </a:t>
            </a:r>
            <a:r>
              <a:rPr lang="en-IN" sz="2800"/>
              <a:t>	</a:t>
            </a:r>
            <a:br>
              <a:rPr lang="en-IN" sz="2800"/>
            </a:br>
            <a:r>
              <a:rPr lang="en-IN"/>
              <a:t>	</a:t>
            </a:r>
            <a:br>
              <a:rPr lang="en-IN"/>
            </a:br>
            <a:br>
              <a:rPr lang="en-IN"/>
            </a:br>
            <a:r>
              <a:rPr lang="en-IN"/>
              <a:t>	</a:t>
            </a:r>
            <a:br>
              <a:rPr lang="en-IN"/>
            </a:br>
            <a:endParaRPr/>
          </a:p>
        </p:txBody>
      </p:sp>
      <p:sp>
        <p:nvSpPr>
          <p:cNvPr id="400" name="Google Shape;400;p47"/>
          <p:cNvSpPr txBox="1"/>
          <p:nvPr>
            <p:ph idx="1" type="body"/>
          </p:nvPr>
        </p:nvSpPr>
        <p:spPr>
          <a:xfrm>
            <a:off x="700004" y="908719"/>
            <a:ext cx="8229600" cy="5328593"/>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2800"/>
              <a:buNone/>
            </a:pPr>
            <a:r>
              <a:rPr b="1" lang="en-IN"/>
              <a:t>2. Story Genre:</a:t>
            </a:r>
            <a:endParaRPr/>
          </a:p>
        </p:txBody>
      </p:sp>
      <p:pic>
        <p:nvPicPr>
          <p:cNvPr id="401" name="Google Shape;401;p47"/>
          <p:cNvPicPr preferRelativeResize="0"/>
          <p:nvPr/>
        </p:nvPicPr>
        <p:blipFill rotWithShape="1">
          <a:blip r:embed="rId3">
            <a:alphaModFix/>
          </a:blip>
          <a:srcRect b="0" l="0" r="0" t="0"/>
          <a:stretch/>
        </p:blipFill>
        <p:spPr>
          <a:xfrm>
            <a:off x="611560" y="1412776"/>
            <a:ext cx="8136904" cy="5289798"/>
          </a:xfrm>
          <a:prstGeom prst="rect">
            <a:avLst/>
          </a:prstGeom>
          <a:noFill/>
          <a:ln>
            <a:noFill/>
          </a:ln>
        </p:spPr>
      </p:pic>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5" name="Shape 405"/>
        <p:cNvGrpSpPr/>
        <p:nvPr/>
      </p:nvGrpSpPr>
      <p:grpSpPr>
        <a:xfrm>
          <a:off x="0" y="0"/>
          <a:ext cx="0" cy="0"/>
          <a:chOff x="0" y="0"/>
          <a:chExt cx="0" cy="0"/>
        </a:xfrm>
      </p:grpSpPr>
      <p:sp>
        <p:nvSpPr>
          <p:cNvPr id="406" name="Google Shape;406;p48"/>
          <p:cNvSpPr txBox="1"/>
          <p:nvPr>
            <p:ph type="title"/>
          </p:nvPr>
        </p:nvSpPr>
        <p:spPr>
          <a:xfrm>
            <a:off x="611560" y="260648"/>
            <a:ext cx="8280919" cy="837919"/>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rgbClr val="930B0B"/>
              </a:buClr>
              <a:buSzPts val="3600"/>
              <a:buFont typeface="Times New Roman"/>
              <a:buNone/>
            </a:pPr>
            <a:r>
              <a:rPr lang="en-IN"/>
              <a:t>Structuring Stories </a:t>
            </a:r>
            <a:r>
              <a:rPr lang="en-IN" sz="2800"/>
              <a:t>	</a:t>
            </a:r>
            <a:br>
              <a:rPr lang="en-IN" sz="2800"/>
            </a:br>
            <a:r>
              <a:rPr lang="en-IN"/>
              <a:t>	</a:t>
            </a:r>
            <a:br>
              <a:rPr lang="en-IN"/>
            </a:br>
            <a:br>
              <a:rPr lang="en-IN"/>
            </a:br>
            <a:r>
              <a:rPr lang="en-IN"/>
              <a:t>	</a:t>
            </a:r>
            <a:br>
              <a:rPr lang="en-IN"/>
            </a:br>
            <a:endParaRPr/>
          </a:p>
        </p:txBody>
      </p:sp>
      <p:sp>
        <p:nvSpPr>
          <p:cNvPr id="407" name="Google Shape;407;p48"/>
          <p:cNvSpPr txBox="1"/>
          <p:nvPr>
            <p:ph idx="1" type="body"/>
          </p:nvPr>
        </p:nvSpPr>
        <p:spPr>
          <a:xfrm>
            <a:off x="700004" y="908719"/>
            <a:ext cx="8229600" cy="5328593"/>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2800"/>
              <a:buNone/>
            </a:pPr>
            <a:r>
              <a:rPr b="1" lang="en-IN"/>
              <a:t>2. Story Genre:</a:t>
            </a:r>
            <a:endParaRPr/>
          </a:p>
          <a:p>
            <a:pPr indent="-285750" lvl="0" marL="285750" rtl="0" algn="just">
              <a:lnSpc>
                <a:spcPct val="90000"/>
              </a:lnSpc>
              <a:spcBef>
                <a:spcPts val="1000"/>
              </a:spcBef>
              <a:spcAft>
                <a:spcPts val="0"/>
              </a:spcAft>
              <a:buClr>
                <a:schemeClr val="dk1"/>
              </a:buClr>
              <a:buSzPts val="2800"/>
              <a:buChar char="•"/>
            </a:pPr>
            <a:r>
              <a:rPr lang="en-IN"/>
              <a:t>Data stories are most effective when they have constrained interaction at various checkpoints and allow the user to explore and engage with the story without veering too far away from the intended narrative. </a:t>
            </a:r>
            <a:endParaRPr/>
          </a:p>
          <a:p>
            <a:pPr indent="-285750" lvl="0" marL="285750" rtl="0" algn="just">
              <a:lnSpc>
                <a:spcPct val="90000"/>
              </a:lnSpc>
              <a:spcBef>
                <a:spcPts val="1000"/>
              </a:spcBef>
              <a:spcAft>
                <a:spcPts val="0"/>
              </a:spcAft>
              <a:buClr>
                <a:schemeClr val="dk1"/>
              </a:buClr>
              <a:buSzPts val="2800"/>
              <a:buChar char="•"/>
            </a:pPr>
            <a:r>
              <a:rPr lang="en-IN"/>
              <a:t>Stories unfold, and each visualization should highlight one story point at a time (whether within the same visualizations or within multiple) as storytellers layer points to build a complete data narrative.</a:t>
            </a:r>
            <a:endParaRPr b="1"/>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1" name="Shape 411"/>
        <p:cNvGrpSpPr/>
        <p:nvPr/>
      </p:nvGrpSpPr>
      <p:grpSpPr>
        <a:xfrm>
          <a:off x="0" y="0"/>
          <a:ext cx="0" cy="0"/>
          <a:chOff x="0" y="0"/>
          <a:chExt cx="0" cy="0"/>
        </a:xfrm>
      </p:grpSpPr>
      <p:sp>
        <p:nvSpPr>
          <p:cNvPr id="412" name="Google Shape;412;p49"/>
          <p:cNvSpPr txBox="1"/>
          <p:nvPr>
            <p:ph type="title"/>
          </p:nvPr>
        </p:nvSpPr>
        <p:spPr>
          <a:xfrm>
            <a:off x="611560" y="260648"/>
            <a:ext cx="8280919" cy="837919"/>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rgbClr val="930B0B"/>
              </a:buClr>
              <a:buSzPts val="3000"/>
              <a:buFont typeface="Times New Roman"/>
              <a:buNone/>
            </a:pPr>
            <a:r>
              <a:rPr b="1" lang="en-IN" sz="3000"/>
              <a:t>AUDIENCE ANALYSIS FOR STORYTELLING</a:t>
            </a:r>
            <a:r>
              <a:rPr lang="en-IN" sz="3200"/>
              <a:t>	</a:t>
            </a:r>
            <a:br>
              <a:rPr lang="en-IN" sz="2800"/>
            </a:br>
            <a:r>
              <a:rPr lang="en-IN"/>
              <a:t>	</a:t>
            </a:r>
            <a:br>
              <a:rPr lang="en-IN"/>
            </a:br>
            <a:br>
              <a:rPr lang="en-IN"/>
            </a:br>
            <a:r>
              <a:rPr lang="en-IN"/>
              <a:t>	</a:t>
            </a:r>
            <a:br>
              <a:rPr lang="en-IN"/>
            </a:br>
            <a:endParaRPr/>
          </a:p>
        </p:txBody>
      </p:sp>
      <p:sp>
        <p:nvSpPr>
          <p:cNvPr id="413" name="Google Shape;413;p49"/>
          <p:cNvSpPr txBox="1"/>
          <p:nvPr>
            <p:ph idx="1" type="body"/>
          </p:nvPr>
        </p:nvSpPr>
        <p:spPr>
          <a:xfrm>
            <a:off x="700004" y="908719"/>
            <a:ext cx="8229600" cy="5328593"/>
          </a:xfrm>
          <a:prstGeom prst="rect">
            <a:avLst/>
          </a:prstGeom>
          <a:noFill/>
          <a:ln>
            <a:noFill/>
          </a:ln>
        </p:spPr>
        <p:txBody>
          <a:bodyPr anchorCtr="0" anchor="t" bIns="45700" lIns="91425" spcFirstLastPara="1" rIns="91425" wrap="square" tIns="45700">
            <a:normAutofit/>
          </a:bodyPr>
          <a:lstStyle/>
          <a:p>
            <a:pPr indent="-285750" lvl="0" marL="285750" rtl="0" algn="just">
              <a:lnSpc>
                <a:spcPct val="90000"/>
              </a:lnSpc>
              <a:spcBef>
                <a:spcPts val="0"/>
              </a:spcBef>
              <a:spcAft>
                <a:spcPts val="0"/>
              </a:spcAft>
              <a:buClr>
                <a:schemeClr val="dk1"/>
              </a:buClr>
              <a:buSzPts val="2800"/>
              <a:buChar char="•"/>
            </a:pPr>
            <a:r>
              <a:rPr lang="en-IN"/>
              <a:t>A successful data storyteller has to be a master of their craft, able to meld the worlds of data visualization and storytelling together into a cohesive whole. </a:t>
            </a:r>
            <a:endParaRPr/>
          </a:p>
          <a:p>
            <a:pPr indent="-285750" lvl="0" marL="285750" rtl="0" algn="just">
              <a:lnSpc>
                <a:spcPct val="90000"/>
              </a:lnSpc>
              <a:spcBef>
                <a:spcPts val="1000"/>
              </a:spcBef>
              <a:spcAft>
                <a:spcPts val="0"/>
              </a:spcAft>
              <a:buClr>
                <a:schemeClr val="dk1"/>
              </a:buClr>
              <a:buSzPts val="2800"/>
              <a:buChar char="•"/>
            </a:pPr>
            <a:r>
              <a:rPr lang="en-IN"/>
              <a:t>However, the story is only half of the equation. </a:t>
            </a:r>
            <a:endParaRPr/>
          </a:p>
          <a:p>
            <a:pPr indent="-285750" lvl="0" marL="285750" rtl="0" algn="just">
              <a:lnSpc>
                <a:spcPct val="90000"/>
              </a:lnSpc>
              <a:spcBef>
                <a:spcPts val="1000"/>
              </a:spcBef>
              <a:spcAft>
                <a:spcPts val="0"/>
              </a:spcAft>
              <a:buClr>
                <a:schemeClr val="dk1"/>
              </a:buClr>
              <a:buSzPts val="2800"/>
              <a:buChar char="•"/>
            </a:pPr>
            <a:r>
              <a:rPr lang="en-IN"/>
              <a:t>A story is a piece of communication, and like every communication, stories are part of a two-way dialogue between the sender (you) and the receiver (your</a:t>
            </a:r>
            <a:endParaRPr/>
          </a:p>
          <a:p>
            <a:pPr indent="0" lvl="0" marL="0" rtl="0" algn="just">
              <a:lnSpc>
                <a:spcPct val="90000"/>
              </a:lnSpc>
              <a:spcBef>
                <a:spcPts val="1000"/>
              </a:spcBef>
              <a:spcAft>
                <a:spcPts val="0"/>
              </a:spcAft>
              <a:buClr>
                <a:schemeClr val="dk1"/>
              </a:buClr>
              <a:buSzPts val="2800"/>
              <a:buNone/>
            </a:pPr>
            <a:r>
              <a:rPr lang="en-IN"/>
              <a:t>    audience).</a:t>
            </a:r>
            <a:endParaRPr/>
          </a:p>
          <a:p>
            <a:pPr indent="0" lvl="0" marL="0" rtl="0" algn="just">
              <a:lnSpc>
                <a:spcPct val="90000"/>
              </a:lnSpc>
              <a:spcBef>
                <a:spcPts val="1000"/>
              </a:spcBef>
              <a:spcAft>
                <a:spcPts val="0"/>
              </a:spcAft>
              <a:buClr>
                <a:schemeClr val="dk1"/>
              </a:buClr>
              <a:buSzPts val="2800"/>
              <a:buNone/>
            </a:pPr>
            <a:r>
              <a:t/>
            </a:r>
            <a:endParaRPr b="1"/>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7" name="Shape 417"/>
        <p:cNvGrpSpPr/>
        <p:nvPr/>
      </p:nvGrpSpPr>
      <p:grpSpPr>
        <a:xfrm>
          <a:off x="0" y="0"/>
          <a:ext cx="0" cy="0"/>
          <a:chOff x="0" y="0"/>
          <a:chExt cx="0" cy="0"/>
        </a:xfrm>
      </p:grpSpPr>
      <p:sp>
        <p:nvSpPr>
          <p:cNvPr id="418" name="Google Shape;418;p50"/>
          <p:cNvSpPr txBox="1"/>
          <p:nvPr>
            <p:ph type="title"/>
          </p:nvPr>
        </p:nvSpPr>
        <p:spPr>
          <a:xfrm>
            <a:off x="611560" y="260648"/>
            <a:ext cx="8280919" cy="837919"/>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rgbClr val="930B0B"/>
              </a:buClr>
              <a:buSzPts val="3000"/>
              <a:buFont typeface="Times New Roman"/>
              <a:buNone/>
            </a:pPr>
            <a:r>
              <a:rPr b="1" lang="en-IN" sz="3000"/>
              <a:t>AUDIENCE ANALYSIS FOR STORYTELLING</a:t>
            </a:r>
            <a:r>
              <a:rPr lang="en-IN" sz="3200"/>
              <a:t>	</a:t>
            </a:r>
            <a:br>
              <a:rPr lang="en-IN" sz="2800"/>
            </a:br>
            <a:r>
              <a:rPr lang="en-IN"/>
              <a:t>	</a:t>
            </a:r>
            <a:br>
              <a:rPr lang="en-IN"/>
            </a:br>
            <a:br>
              <a:rPr lang="en-IN"/>
            </a:br>
            <a:r>
              <a:rPr lang="en-IN"/>
              <a:t>	</a:t>
            </a:r>
            <a:br>
              <a:rPr lang="en-IN"/>
            </a:br>
            <a:endParaRPr/>
          </a:p>
        </p:txBody>
      </p:sp>
      <p:sp>
        <p:nvSpPr>
          <p:cNvPr id="419" name="Google Shape;419;p50"/>
          <p:cNvSpPr txBox="1"/>
          <p:nvPr>
            <p:ph idx="1" type="body"/>
          </p:nvPr>
        </p:nvSpPr>
        <p:spPr>
          <a:xfrm>
            <a:off x="700004" y="908719"/>
            <a:ext cx="8229600" cy="5328593"/>
          </a:xfrm>
          <a:prstGeom prst="rect">
            <a:avLst/>
          </a:prstGeom>
          <a:noFill/>
          <a:ln>
            <a:noFill/>
          </a:ln>
        </p:spPr>
        <p:txBody>
          <a:bodyPr anchorCtr="0" anchor="t" bIns="45700" lIns="91425" spcFirstLastPara="1" rIns="91425" wrap="square" tIns="45700">
            <a:normAutofit/>
          </a:bodyPr>
          <a:lstStyle/>
          <a:p>
            <a:pPr indent="-285750" lvl="0" marL="285750" rtl="0" algn="just">
              <a:lnSpc>
                <a:spcPct val="90000"/>
              </a:lnSpc>
              <a:spcBef>
                <a:spcPts val="0"/>
              </a:spcBef>
              <a:spcAft>
                <a:spcPts val="0"/>
              </a:spcAft>
              <a:buClr>
                <a:schemeClr val="dk1"/>
              </a:buClr>
              <a:buSzPts val="2800"/>
              <a:buChar char="•"/>
            </a:pPr>
            <a:r>
              <a:rPr lang="en-IN"/>
              <a:t>If the story gets interrupted or otherwise lost in translation, you’ve lost the ability to communicate and will likely fail. </a:t>
            </a:r>
            <a:endParaRPr/>
          </a:p>
          <a:p>
            <a:pPr indent="-285750" lvl="0" marL="285750" rtl="0" algn="just">
              <a:lnSpc>
                <a:spcPct val="90000"/>
              </a:lnSpc>
              <a:spcBef>
                <a:spcPts val="1000"/>
              </a:spcBef>
              <a:spcAft>
                <a:spcPts val="0"/>
              </a:spcAft>
              <a:buClr>
                <a:schemeClr val="dk1"/>
              </a:buClr>
              <a:buSzPts val="2800"/>
              <a:buChar char="•"/>
            </a:pPr>
            <a:r>
              <a:rPr lang="en-IN"/>
              <a:t>Therefore, storytellers need to be clear on exactly who is on the receiving end of their story, and have confidence that they have the information they need to build the right story for their audience.</a:t>
            </a:r>
            <a:endParaRPr/>
          </a:p>
          <a:p>
            <a:pPr indent="-285750" lvl="0" marL="285750" rtl="0" algn="l">
              <a:lnSpc>
                <a:spcPct val="90000"/>
              </a:lnSpc>
              <a:spcBef>
                <a:spcPts val="1000"/>
              </a:spcBef>
              <a:spcAft>
                <a:spcPts val="0"/>
              </a:spcAft>
              <a:buClr>
                <a:schemeClr val="dk1"/>
              </a:buClr>
              <a:buSzPts val="2800"/>
              <a:buFont typeface="Arial"/>
              <a:buChar char="•"/>
            </a:pPr>
            <a:r>
              <a:rPr lang="en-IN"/>
              <a:t>A good storyteller knows that the trick isn’t asking the </a:t>
            </a:r>
            <a:r>
              <a:rPr i="1" lang="en-IN"/>
              <a:t>right </a:t>
            </a:r>
            <a:r>
              <a:rPr lang="en-IN"/>
              <a:t>questions, but in asking </a:t>
            </a:r>
            <a:r>
              <a:rPr i="1" lang="en-IN"/>
              <a:t>many</a:t>
            </a:r>
            <a:r>
              <a:rPr lang="en-IN"/>
              <a:t>.</a:t>
            </a:r>
            <a:endParaRPr/>
          </a:p>
          <a:p>
            <a:pPr indent="-107950" lvl="0" marL="285750" rtl="0" algn="l">
              <a:lnSpc>
                <a:spcPct val="90000"/>
              </a:lnSpc>
              <a:spcBef>
                <a:spcPts val="1000"/>
              </a:spcBef>
              <a:spcAft>
                <a:spcPts val="0"/>
              </a:spcAft>
              <a:buClr>
                <a:schemeClr val="dk1"/>
              </a:buClr>
              <a:buSzPts val="2800"/>
              <a:buFont typeface="Arial"/>
              <a:buNone/>
            </a:pPr>
            <a:r>
              <a:t/>
            </a:r>
            <a:endParaRPr b="1"/>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3" name="Shape 423"/>
        <p:cNvGrpSpPr/>
        <p:nvPr/>
      </p:nvGrpSpPr>
      <p:grpSpPr>
        <a:xfrm>
          <a:off x="0" y="0"/>
          <a:ext cx="0" cy="0"/>
          <a:chOff x="0" y="0"/>
          <a:chExt cx="0" cy="0"/>
        </a:xfrm>
      </p:grpSpPr>
      <p:sp>
        <p:nvSpPr>
          <p:cNvPr id="424" name="Google Shape;424;p51"/>
          <p:cNvSpPr txBox="1"/>
          <p:nvPr>
            <p:ph type="title"/>
          </p:nvPr>
        </p:nvSpPr>
        <p:spPr>
          <a:xfrm>
            <a:off x="611560" y="260648"/>
            <a:ext cx="8280919" cy="837919"/>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rgbClr val="930B0B"/>
              </a:buClr>
              <a:buSzPts val="3000"/>
              <a:buFont typeface="Times New Roman"/>
              <a:buNone/>
            </a:pPr>
            <a:r>
              <a:rPr b="1" lang="en-IN" sz="3000"/>
              <a:t>AUDIENCE ANALYSIS FOR STORYTELLING</a:t>
            </a:r>
            <a:r>
              <a:rPr lang="en-IN" sz="3200"/>
              <a:t>	</a:t>
            </a:r>
            <a:br>
              <a:rPr lang="en-IN" sz="2800"/>
            </a:br>
            <a:r>
              <a:rPr lang="en-IN"/>
              <a:t>	</a:t>
            </a:r>
            <a:br>
              <a:rPr lang="en-IN"/>
            </a:br>
            <a:br>
              <a:rPr lang="en-IN"/>
            </a:br>
            <a:r>
              <a:rPr lang="en-IN"/>
              <a:t>	</a:t>
            </a:r>
            <a:br>
              <a:rPr lang="en-IN"/>
            </a:br>
            <a:endParaRPr/>
          </a:p>
        </p:txBody>
      </p:sp>
      <p:sp>
        <p:nvSpPr>
          <p:cNvPr id="425" name="Google Shape;425;p51"/>
          <p:cNvSpPr txBox="1"/>
          <p:nvPr>
            <p:ph idx="1" type="body"/>
          </p:nvPr>
        </p:nvSpPr>
        <p:spPr>
          <a:xfrm>
            <a:off x="700004" y="908719"/>
            <a:ext cx="8229600" cy="5328593"/>
          </a:xfrm>
          <a:prstGeom prst="rect">
            <a:avLst/>
          </a:prstGeom>
          <a:noFill/>
          <a:ln>
            <a:noFill/>
          </a:ln>
        </p:spPr>
        <p:txBody>
          <a:bodyPr anchorCtr="0" anchor="t" bIns="45700" lIns="91425" spcFirstLastPara="1" rIns="91425" wrap="square" tIns="45700">
            <a:normAutofit/>
          </a:bodyPr>
          <a:lstStyle/>
          <a:p>
            <a:pPr indent="-285750" lvl="0" marL="285750" rtl="0" algn="just">
              <a:lnSpc>
                <a:spcPct val="90000"/>
              </a:lnSpc>
              <a:spcBef>
                <a:spcPts val="0"/>
              </a:spcBef>
              <a:spcAft>
                <a:spcPts val="0"/>
              </a:spcAft>
              <a:buClr>
                <a:schemeClr val="dk1"/>
              </a:buClr>
              <a:buSzPts val="2800"/>
              <a:buChar char="•"/>
            </a:pPr>
            <a:r>
              <a:rPr lang="en-IN"/>
              <a:t>It’s iterative, and a process of compromise between what you want to say and what the audience needs to hear.</a:t>
            </a:r>
            <a:endParaRPr/>
          </a:p>
          <a:p>
            <a:pPr indent="-285750" lvl="0" marL="285750" rtl="0" algn="just">
              <a:lnSpc>
                <a:spcPct val="90000"/>
              </a:lnSpc>
              <a:spcBef>
                <a:spcPts val="1000"/>
              </a:spcBef>
              <a:spcAft>
                <a:spcPts val="0"/>
              </a:spcAft>
              <a:buClr>
                <a:schemeClr val="dk1"/>
              </a:buClr>
              <a:buSzPts val="2800"/>
              <a:buChar char="•"/>
            </a:pPr>
            <a:r>
              <a:rPr lang="en-IN"/>
              <a:t>Ultimately you need to be able to learn as much as you can about your audience and what they need to know, and then build a story that anticipates and delivers on audience needs.</a:t>
            </a:r>
            <a:endParaRPr b="1"/>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9" name="Shape 429"/>
        <p:cNvGrpSpPr/>
        <p:nvPr/>
      </p:nvGrpSpPr>
      <p:grpSpPr>
        <a:xfrm>
          <a:off x="0" y="0"/>
          <a:ext cx="0" cy="0"/>
          <a:chOff x="0" y="0"/>
          <a:chExt cx="0" cy="0"/>
        </a:xfrm>
      </p:grpSpPr>
      <p:sp>
        <p:nvSpPr>
          <p:cNvPr id="430" name="Google Shape;430;p52"/>
          <p:cNvSpPr txBox="1"/>
          <p:nvPr>
            <p:ph type="title"/>
          </p:nvPr>
        </p:nvSpPr>
        <p:spPr>
          <a:xfrm>
            <a:off x="611560" y="260648"/>
            <a:ext cx="8280919" cy="837919"/>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rgbClr val="930B0B"/>
              </a:buClr>
              <a:buSzPts val="3000"/>
              <a:buFont typeface="Times New Roman"/>
              <a:buNone/>
            </a:pPr>
            <a:r>
              <a:rPr b="1" lang="en-IN" sz="3000"/>
              <a:t>AUDIENCE ANALYSIS FOR STORYTELLING</a:t>
            </a:r>
            <a:r>
              <a:rPr lang="en-IN" sz="3200"/>
              <a:t>	</a:t>
            </a:r>
            <a:br>
              <a:rPr lang="en-IN" sz="2800"/>
            </a:br>
            <a:r>
              <a:rPr lang="en-IN"/>
              <a:t>	</a:t>
            </a:r>
            <a:br>
              <a:rPr lang="en-IN"/>
            </a:br>
            <a:br>
              <a:rPr lang="en-IN"/>
            </a:br>
            <a:r>
              <a:rPr lang="en-IN"/>
              <a:t>	</a:t>
            </a:r>
            <a:br>
              <a:rPr lang="en-IN"/>
            </a:br>
            <a:endParaRPr/>
          </a:p>
        </p:txBody>
      </p:sp>
      <p:sp>
        <p:nvSpPr>
          <p:cNvPr id="431" name="Google Shape;431;p52"/>
          <p:cNvSpPr txBox="1"/>
          <p:nvPr>
            <p:ph idx="1" type="body"/>
          </p:nvPr>
        </p:nvSpPr>
        <p:spPr>
          <a:xfrm>
            <a:off x="700004" y="908719"/>
            <a:ext cx="8229600" cy="5328593"/>
          </a:xfrm>
          <a:prstGeom prst="rect">
            <a:avLst/>
          </a:prstGeom>
          <a:noFill/>
          <a:ln>
            <a:noFill/>
          </a:ln>
        </p:spPr>
        <p:txBody>
          <a:bodyPr anchorCtr="0" anchor="t" bIns="45700" lIns="91425" spcFirstLastPara="1" rIns="91425" wrap="square" tIns="45700">
            <a:normAutofit/>
          </a:bodyPr>
          <a:lstStyle/>
          <a:p>
            <a:pPr indent="-285750" lvl="0" marL="285750" rtl="0" algn="just">
              <a:lnSpc>
                <a:spcPct val="90000"/>
              </a:lnSpc>
              <a:spcBef>
                <a:spcPts val="0"/>
              </a:spcBef>
              <a:spcAft>
                <a:spcPts val="0"/>
              </a:spcAft>
              <a:buClr>
                <a:schemeClr val="dk1"/>
              </a:buClr>
              <a:buSzPts val="2800"/>
              <a:buChar char="•"/>
            </a:pPr>
            <a:r>
              <a:rPr lang="en-IN"/>
              <a:t>Curiosity is a learned skill. It takes time to develop a palate for asking the right research questions and plucking out the relevant details from the noise.</a:t>
            </a:r>
            <a:endParaRPr/>
          </a:p>
          <a:p>
            <a:pPr indent="-285750" lvl="0" marL="285750" rtl="0" algn="just">
              <a:lnSpc>
                <a:spcPct val="90000"/>
              </a:lnSpc>
              <a:spcBef>
                <a:spcPts val="1000"/>
              </a:spcBef>
              <a:spcAft>
                <a:spcPts val="0"/>
              </a:spcAft>
              <a:buClr>
                <a:schemeClr val="dk1"/>
              </a:buClr>
              <a:buSzPts val="2800"/>
              <a:buChar char="•"/>
            </a:pPr>
            <a:r>
              <a:rPr lang="en-IN"/>
              <a:t>Visual data storytelling involves a requisite degree of research as you move through visual analysis.</a:t>
            </a:r>
            <a:endParaRPr/>
          </a:p>
          <a:p>
            <a:pPr indent="-285750" lvl="0" marL="285750" rtl="0" algn="just">
              <a:lnSpc>
                <a:spcPct val="90000"/>
              </a:lnSpc>
              <a:spcBef>
                <a:spcPts val="1000"/>
              </a:spcBef>
              <a:spcAft>
                <a:spcPts val="0"/>
              </a:spcAft>
              <a:buClr>
                <a:schemeClr val="dk1"/>
              </a:buClr>
              <a:buSzPts val="2800"/>
              <a:buChar char="•"/>
            </a:pPr>
            <a:r>
              <a:rPr lang="en-IN"/>
              <a:t>As you practice molding yourself into a thoughtful questioner, however, you can use the some of the same journalistic questions that help to parse out the correct context for a story—particularly who, what, why, and how—to make sure you build a presentation that’s going to resonate with your audience and give them the information they need to take action.</a:t>
            </a:r>
            <a:endParaRPr b="1"/>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5" name="Shape 435"/>
        <p:cNvGrpSpPr/>
        <p:nvPr/>
      </p:nvGrpSpPr>
      <p:grpSpPr>
        <a:xfrm>
          <a:off x="0" y="0"/>
          <a:ext cx="0" cy="0"/>
          <a:chOff x="0" y="0"/>
          <a:chExt cx="0" cy="0"/>
        </a:xfrm>
      </p:grpSpPr>
      <p:sp>
        <p:nvSpPr>
          <p:cNvPr id="436" name="Google Shape;436;p53"/>
          <p:cNvSpPr txBox="1"/>
          <p:nvPr>
            <p:ph type="title"/>
          </p:nvPr>
        </p:nvSpPr>
        <p:spPr>
          <a:xfrm>
            <a:off x="611560" y="260648"/>
            <a:ext cx="8280919" cy="837919"/>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rgbClr val="930B0B"/>
              </a:buClr>
              <a:buSzPts val="3000"/>
              <a:buFont typeface="Times New Roman"/>
              <a:buNone/>
            </a:pPr>
            <a:r>
              <a:rPr b="1" lang="en-IN" sz="3000"/>
              <a:t>AUDIENCE ANALYSIS FOR STORYTELLING</a:t>
            </a:r>
            <a:r>
              <a:rPr lang="en-IN" sz="3200"/>
              <a:t>	</a:t>
            </a:r>
            <a:br>
              <a:rPr lang="en-IN" sz="2800"/>
            </a:br>
            <a:r>
              <a:rPr lang="en-IN"/>
              <a:t>	</a:t>
            </a:r>
            <a:br>
              <a:rPr lang="en-IN"/>
            </a:br>
            <a:br>
              <a:rPr lang="en-IN"/>
            </a:br>
            <a:r>
              <a:rPr lang="en-IN"/>
              <a:t>	</a:t>
            </a:r>
            <a:br>
              <a:rPr lang="en-IN"/>
            </a:br>
            <a:endParaRPr/>
          </a:p>
        </p:txBody>
      </p:sp>
      <p:sp>
        <p:nvSpPr>
          <p:cNvPr id="437" name="Google Shape;437;p53"/>
          <p:cNvSpPr txBox="1"/>
          <p:nvPr>
            <p:ph idx="1" type="body"/>
          </p:nvPr>
        </p:nvSpPr>
        <p:spPr>
          <a:xfrm>
            <a:off x="700004" y="908719"/>
            <a:ext cx="8229600" cy="5328593"/>
          </a:xfrm>
          <a:prstGeom prst="rect">
            <a:avLst/>
          </a:prstGeom>
          <a:noFill/>
          <a:ln>
            <a:noFill/>
          </a:ln>
        </p:spPr>
        <p:txBody>
          <a:bodyPr anchorCtr="0" anchor="t" bIns="45700" lIns="91425" spcFirstLastPara="1" rIns="91425" wrap="square" tIns="45700">
            <a:normAutofit fontScale="92500" lnSpcReduction="10000"/>
          </a:bodyPr>
          <a:lstStyle/>
          <a:p>
            <a:pPr indent="0" lvl="0" marL="0" rtl="0" algn="just">
              <a:lnSpc>
                <a:spcPct val="90000"/>
              </a:lnSpc>
              <a:spcBef>
                <a:spcPts val="0"/>
              </a:spcBef>
              <a:spcAft>
                <a:spcPts val="0"/>
              </a:spcAft>
              <a:buClr>
                <a:schemeClr val="dk1"/>
              </a:buClr>
              <a:buSzPct val="100000"/>
              <a:buNone/>
            </a:pPr>
            <a:r>
              <a:rPr b="1" lang="en-IN"/>
              <a:t>Who:</a:t>
            </a:r>
            <a:endParaRPr/>
          </a:p>
          <a:p>
            <a:pPr indent="-285750" lvl="0" marL="285750" rtl="0" algn="just">
              <a:lnSpc>
                <a:spcPct val="90000"/>
              </a:lnSpc>
              <a:spcBef>
                <a:spcPts val="1000"/>
              </a:spcBef>
              <a:spcAft>
                <a:spcPts val="0"/>
              </a:spcAft>
              <a:buClr>
                <a:schemeClr val="dk1"/>
              </a:buClr>
              <a:buSzPct val="100000"/>
              <a:buChar char="•"/>
            </a:pPr>
            <a:r>
              <a:rPr lang="en-IN"/>
              <a:t>Be specific about your audience. Avoid generalizations and assumptions. </a:t>
            </a:r>
            <a:endParaRPr/>
          </a:p>
          <a:p>
            <a:pPr indent="-285750" lvl="0" marL="285750" rtl="0" algn="just">
              <a:lnSpc>
                <a:spcPct val="90000"/>
              </a:lnSpc>
              <a:spcBef>
                <a:spcPts val="1000"/>
              </a:spcBef>
              <a:spcAft>
                <a:spcPts val="0"/>
              </a:spcAft>
              <a:buClr>
                <a:schemeClr val="dk1"/>
              </a:buClr>
              <a:buSzPct val="100000"/>
              <a:buChar char="•"/>
            </a:pPr>
            <a:r>
              <a:rPr lang="en-IN"/>
              <a:t>Taking a broad view of your audiences has the consequence of overlooking nuances and specific needs that help you zero in on what your audience needs and wants to hear, as well as how you might be best able to communicate with them to capture their interest. </a:t>
            </a:r>
            <a:endParaRPr/>
          </a:p>
          <a:p>
            <a:pPr indent="-285750" lvl="0" marL="285750" rtl="0" algn="just">
              <a:lnSpc>
                <a:spcPct val="90000"/>
              </a:lnSpc>
              <a:spcBef>
                <a:spcPts val="1000"/>
              </a:spcBef>
              <a:spcAft>
                <a:spcPts val="0"/>
              </a:spcAft>
              <a:buClr>
                <a:schemeClr val="dk1"/>
              </a:buClr>
              <a:buSzPct val="100000"/>
              <a:buChar char="•"/>
            </a:pPr>
            <a:r>
              <a:rPr lang="en-IN"/>
              <a:t>Also, narrowing in on your audience will show you who the decision makers and key influencers are, who needs and wants to hear your story, and those whose buy-in you really need to earn. </a:t>
            </a:r>
            <a:endParaRPr/>
          </a:p>
          <a:p>
            <a:pPr indent="-285750" lvl="0" marL="285750" rtl="0" algn="just">
              <a:lnSpc>
                <a:spcPct val="90000"/>
              </a:lnSpc>
              <a:spcBef>
                <a:spcPts val="1000"/>
              </a:spcBef>
              <a:spcAft>
                <a:spcPts val="0"/>
              </a:spcAft>
              <a:buClr>
                <a:schemeClr val="dk1"/>
              </a:buClr>
              <a:buSzPct val="100000"/>
              <a:buChar char="•"/>
            </a:pPr>
            <a:r>
              <a:rPr lang="en-IN"/>
              <a:t>Remember, engaging with your audience is a critical part of successful storytelling.</a:t>
            </a:r>
            <a:endParaRPr b="1"/>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1" name="Shape 441"/>
        <p:cNvGrpSpPr/>
        <p:nvPr/>
      </p:nvGrpSpPr>
      <p:grpSpPr>
        <a:xfrm>
          <a:off x="0" y="0"/>
          <a:ext cx="0" cy="0"/>
          <a:chOff x="0" y="0"/>
          <a:chExt cx="0" cy="0"/>
        </a:xfrm>
      </p:grpSpPr>
      <p:sp>
        <p:nvSpPr>
          <p:cNvPr id="442" name="Google Shape;442;p54"/>
          <p:cNvSpPr txBox="1"/>
          <p:nvPr>
            <p:ph type="title"/>
          </p:nvPr>
        </p:nvSpPr>
        <p:spPr>
          <a:xfrm>
            <a:off x="611560" y="260648"/>
            <a:ext cx="8280919" cy="837919"/>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rgbClr val="930B0B"/>
              </a:buClr>
              <a:buSzPts val="3000"/>
              <a:buFont typeface="Times New Roman"/>
              <a:buNone/>
            </a:pPr>
            <a:r>
              <a:rPr b="1" lang="en-IN" sz="3000"/>
              <a:t>AUDIENCE ANALYSIS FOR STORYTELLING</a:t>
            </a:r>
            <a:r>
              <a:rPr lang="en-IN" sz="3200"/>
              <a:t>	</a:t>
            </a:r>
            <a:br>
              <a:rPr lang="en-IN" sz="2800"/>
            </a:br>
            <a:r>
              <a:rPr lang="en-IN"/>
              <a:t>	</a:t>
            </a:r>
            <a:br>
              <a:rPr lang="en-IN"/>
            </a:br>
            <a:br>
              <a:rPr lang="en-IN"/>
            </a:br>
            <a:r>
              <a:rPr lang="en-IN"/>
              <a:t>	</a:t>
            </a:r>
            <a:br>
              <a:rPr lang="en-IN"/>
            </a:br>
            <a:endParaRPr/>
          </a:p>
        </p:txBody>
      </p:sp>
      <p:sp>
        <p:nvSpPr>
          <p:cNvPr id="443" name="Google Shape;443;p54"/>
          <p:cNvSpPr txBox="1"/>
          <p:nvPr>
            <p:ph idx="1" type="body"/>
          </p:nvPr>
        </p:nvSpPr>
        <p:spPr>
          <a:xfrm>
            <a:off x="700004" y="908719"/>
            <a:ext cx="8229600" cy="5328593"/>
          </a:xfrm>
          <a:prstGeom prst="rect">
            <a:avLst/>
          </a:prstGeom>
          <a:noFill/>
          <a:ln>
            <a:noFill/>
          </a:ln>
        </p:spPr>
        <p:txBody>
          <a:bodyPr anchorCtr="0" anchor="t" bIns="45700" lIns="91425" spcFirstLastPara="1" rIns="91425" wrap="square" tIns="45700">
            <a:normAutofit/>
          </a:bodyPr>
          <a:lstStyle/>
          <a:p>
            <a:pPr indent="0" lvl="0" marL="0" rtl="0" algn="just">
              <a:lnSpc>
                <a:spcPct val="90000"/>
              </a:lnSpc>
              <a:spcBef>
                <a:spcPts val="0"/>
              </a:spcBef>
              <a:spcAft>
                <a:spcPts val="0"/>
              </a:spcAft>
              <a:buClr>
                <a:schemeClr val="dk1"/>
              </a:buClr>
              <a:buSzPts val="2800"/>
              <a:buNone/>
            </a:pPr>
            <a:r>
              <a:rPr b="1" lang="en-IN"/>
              <a:t>Who:</a:t>
            </a:r>
            <a:endParaRPr/>
          </a:p>
          <a:p>
            <a:pPr indent="-285750" lvl="0" marL="285750" rtl="0" algn="just">
              <a:lnSpc>
                <a:spcPct val="90000"/>
              </a:lnSpc>
              <a:spcBef>
                <a:spcPts val="1000"/>
              </a:spcBef>
              <a:spcAft>
                <a:spcPts val="0"/>
              </a:spcAft>
              <a:buClr>
                <a:schemeClr val="dk1"/>
              </a:buClr>
              <a:buSzPts val="2800"/>
              <a:buChar char="•"/>
            </a:pPr>
            <a:r>
              <a:rPr lang="en-IN"/>
              <a:t>It’s also important to consider the affect of your relationship with the audience.</a:t>
            </a:r>
            <a:endParaRPr/>
          </a:p>
          <a:p>
            <a:pPr indent="-285750" lvl="0" marL="285750" rtl="0" algn="just">
              <a:lnSpc>
                <a:spcPct val="90000"/>
              </a:lnSpc>
              <a:spcBef>
                <a:spcPts val="1000"/>
              </a:spcBef>
              <a:spcAft>
                <a:spcPts val="0"/>
              </a:spcAft>
              <a:buClr>
                <a:schemeClr val="dk1"/>
              </a:buClr>
              <a:buSzPts val="2800"/>
              <a:buChar char="•"/>
            </a:pPr>
            <a:r>
              <a:rPr lang="en-IN"/>
              <a:t>Do they know you? Do they trust you? Do they believe that you are a credible and reliable source of information and insight? </a:t>
            </a:r>
            <a:endParaRPr/>
          </a:p>
          <a:p>
            <a:pPr indent="-285750" lvl="0" marL="285750" rtl="0" algn="just">
              <a:lnSpc>
                <a:spcPct val="90000"/>
              </a:lnSpc>
              <a:spcBef>
                <a:spcPts val="1000"/>
              </a:spcBef>
              <a:spcAft>
                <a:spcPts val="0"/>
              </a:spcAft>
              <a:buClr>
                <a:schemeClr val="dk1"/>
              </a:buClr>
              <a:buSzPts val="2800"/>
              <a:buChar char="•"/>
            </a:pPr>
            <a:r>
              <a:rPr lang="en-IN"/>
              <a:t>The answers to these questions are important because they might influence how you structure your presentation as well as any pre- or post-presentation communication.</a:t>
            </a:r>
            <a:endParaRPr b="1"/>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7" name="Shape 447"/>
        <p:cNvGrpSpPr/>
        <p:nvPr/>
      </p:nvGrpSpPr>
      <p:grpSpPr>
        <a:xfrm>
          <a:off x="0" y="0"/>
          <a:ext cx="0" cy="0"/>
          <a:chOff x="0" y="0"/>
          <a:chExt cx="0" cy="0"/>
        </a:xfrm>
      </p:grpSpPr>
      <p:sp>
        <p:nvSpPr>
          <p:cNvPr id="448" name="Google Shape;448;p55"/>
          <p:cNvSpPr txBox="1"/>
          <p:nvPr>
            <p:ph type="title"/>
          </p:nvPr>
        </p:nvSpPr>
        <p:spPr>
          <a:xfrm>
            <a:off x="611560" y="260648"/>
            <a:ext cx="8280919" cy="837919"/>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rgbClr val="930B0B"/>
              </a:buClr>
              <a:buSzPts val="3000"/>
              <a:buFont typeface="Times New Roman"/>
              <a:buNone/>
            </a:pPr>
            <a:r>
              <a:rPr b="1" lang="en-IN" sz="3000"/>
              <a:t>AUDIENCE ANALYSIS FOR STORYTELLING</a:t>
            </a:r>
            <a:r>
              <a:rPr lang="en-IN" sz="3200"/>
              <a:t>	</a:t>
            </a:r>
            <a:br>
              <a:rPr lang="en-IN" sz="2800"/>
            </a:br>
            <a:r>
              <a:rPr lang="en-IN"/>
              <a:t>	</a:t>
            </a:r>
            <a:br>
              <a:rPr lang="en-IN"/>
            </a:br>
            <a:br>
              <a:rPr lang="en-IN"/>
            </a:br>
            <a:r>
              <a:rPr lang="en-IN"/>
              <a:t>	</a:t>
            </a:r>
            <a:br>
              <a:rPr lang="en-IN"/>
            </a:br>
            <a:endParaRPr/>
          </a:p>
        </p:txBody>
      </p:sp>
      <p:sp>
        <p:nvSpPr>
          <p:cNvPr id="449" name="Google Shape;449;p55"/>
          <p:cNvSpPr txBox="1"/>
          <p:nvPr>
            <p:ph idx="1" type="body"/>
          </p:nvPr>
        </p:nvSpPr>
        <p:spPr>
          <a:xfrm>
            <a:off x="700004" y="908719"/>
            <a:ext cx="8229600" cy="5328593"/>
          </a:xfrm>
          <a:prstGeom prst="rect">
            <a:avLst/>
          </a:prstGeom>
          <a:noFill/>
          <a:ln>
            <a:noFill/>
          </a:ln>
        </p:spPr>
        <p:txBody>
          <a:bodyPr anchorCtr="0" anchor="t" bIns="45700" lIns="91425" spcFirstLastPara="1" rIns="91425" wrap="square" tIns="45700">
            <a:normAutofit/>
          </a:bodyPr>
          <a:lstStyle/>
          <a:p>
            <a:pPr indent="0" lvl="0" marL="0" rtl="0" algn="just">
              <a:lnSpc>
                <a:spcPct val="90000"/>
              </a:lnSpc>
              <a:spcBef>
                <a:spcPts val="0"/>
              </a:spcBef>
              <a:spcAft>
                <a:spcPts val="0"/>
              </a:spcAft>
              <a:buClr>
                <a:schemeClr val="dk1"/>
              </a:buClr>
              <a:buSzPts val="2800"/>
              <a:buNone/>
            </a:pPr>
            <a:r>
              <a:rPr b="1" lang="en-IN"/>
              <a:t>Who:</a:t>
            </a:r>
            <a:endParaRPr/>
          </a:p>
          <a:p>
            <a:pPr indent="-285750" lvl="0" marL="285750" rtl="0" algn="l">
              <a:lnSpc>
                <a:spcPct val="90000"/>
              </a:lnSpc>
              <a:spcBef>
                <a:spcPts val="1000"/>
              </a:spcBef>
              <a:spcAft>
                <a:spcPts val="0"/>
              </a:spcAft>
              <a:buClr>
                <a:schemeClr val="dk1"/>
              </a:buClr>
              <a:buSzPts val="2800"/>
              <a:buFont typeface="Arial"/>
              <a:buChar char="•"/>
            </a:pPr>
            <a:r>
              <a:rPr lang="en-IN"/>
              <a:t>Your audience must believe in you as an analyst </a:t>
            </a:r>
            <a:r>
              <a:rPr i="1" lang="en-IN"/>
              <a:t>and </a:t>
            </a:r>
            <a:r>
              <a:rPr lang="en-IN"/>
              <a:t>a storyteller before they will listen to your story and be open to taking any actions you might suggest.</a:t>
            </a:r>
            <a:endParaRPr b="1"/>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3" name="Shape 453"/>
        <p:cNvGrpSpPr/>
        <p:nvPr/>
      </p:nvGrpSpPr>
      <p:grpSpPr>
        <a:xfrm>
          <a:off x="0" y="0"/>
          <a:ext cx="0" cy="0"/>
          <a:chOff x="0" y="0"/>
          <a:chExt cx="0" cy="0"/>
        </a:xfrm>
      </p:grpSpPr>
      <p:sp>
        <p:nvSpPr>
          <p:cNvPr id="454" name="Google Shape;454;p56"/>
          <p:cNvSpPr txBox="1"/>
          <p:nvPr>
            <p:ph type="title"/>
          </p:nvPr>
        </p:nvSpPr>
        <p:spPr>
          <a:xfrm>
            <a:off x="611560" y="260648"/>
            <a:ext cx="8280919" cy="837919"/>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rgbClr val="930B0B"/>
              </a:buClr>
              <a:buSzPts val="3000"/>
              <a:buFont typeface="Times New Roman"/>
              <a:buNone/>
            </a:pPr>
            <a:r>
              <a:rPr b="1" lang="en-IN" sz="3000"/>
              <a:t>AUDIENCE ANALYSIS FOR STORYTELLING</a:t>
            </a:r>
            <a:r>
              <a:rPr lang="en-IN" sz="3200"/>
              <a:t>	</a:t>
            </a:r>
            <a:br>
              <a:rPr lang="en-IN" sz="2800"/>
            </a:br>
            <a:r>
              <a:rPr lang="en-IN"/>
              <a:t>	</a:t>
            </a:r>
            <a:br>
              <a:rPr lang="en-IN"/>
            </a:br>
            <a:br>
              <a:rPr lang="en-IN"/>
            </a:br>
            <a:r>
              <a:rPr lang="en-IN"/>
              <a:t>	</a:t>
            </a:r>
            <a:br>
              <a:rPr lang="en-IN"/>
            </a:br>
            <a:endParaRPr/>
          </a:p>
        </p:txBody>
      </p:sp>
      <p:sp>
        <p:nvSpPr>
          <p:cNvPr id="455" name="Google Shape;455;p56"/>
          <p:cNvSpPr txBox="1"/>
          <p:nvPr>
            <p:ph idx="1" type="body"/>
          </p:nvPr>
        </p:nvSpPr>
        <p:spPr>
          <a:xfrm>
            <a:off x="700004" y="908719"/>
            <a:ext cx="8229600" cy="5328593"/>
          </a:xfrm>
          <a:prstGeom prst="rect">
            <a:avLst/>
          </a:prstGeom>
          <a:noFill/>
          <a:ln>
            <a:noFill/>
          </a:ln>
        </p:spPr>
        <p:txBody>
          <a:bodyPr anchorCtr="0" anchor="t" bIns="45700" lIns="91425" spcFirstLastPara="1" rIns="91425" wrap="square" tIns="45700">
            <a:normAutofit/>
          </a:bodyPr>
          <a:lstStyle/>
          <a:p>
            <a:pPr indent="0" lvl="0" marL="0" rtl="0" algn="just">
              <a:lnSpc>
                <a:spcPct val="90000"/>
              </a:lnSpc>
              <a:spcBef>
                <a:spcPts val="0"/>
              </a:spcBef>
              <a:spcAft>
                <a:spcPts val="0"/>
              </a:spcAft>
              <a:buClr>
                <a:schemeClr val="dk1"/>
              </a:buClr>
              <a:buSzPts val="2800"/>
              <a:buNone/>
            </a:pPr>
            <a:r>
              <a:rPr b="1" lang="en-IN"/>
              <a:t>What:</a:t>
            </a:r>
            <a:endParaRPr/>
          </a:p>
          <a:p>
            <a:pPr indent="-285750" lvl="0" marL="285750" rtl="0" algn="just">
              <a:lnSpc>
                <a:spcPct val="90000"/>
              </a:lnSpc>
              <a:spcBef>
                <a:spcPts val="1000"/>
              </a:spcBef>
              <a:spcAft>
                <a:spcPts val="0"/>
              </a:spcAft>
              <a:buClr>
                <a:schemeClr val="dk1"/>
              </a:buClr>
              <a:buSzPts val="2800"/>
              <a:buChar char="•"/>
            </a:pPr>
            <a:r>
              <a:rPr lang="en-IN"/>
              <a:t>Analytics begins with understanding data—what you have, what you need, its capabilities and its limitations.</a:t>
            </a:r>
            <a:endParaRPr/>
          </a:p>
          <a:p>
            <a:pPr indent="-285750" lvl="0" marL="285750" rtl="0" algn="just">
              <a:lnSpc>
                <a:spcPct val="90000"/>
              </a:lnSpc>
              <a:spcBef>
                <a:spcPts val="1000"/>
              </a:spcBef>
              <a:spcAft>
                <a:spcPts val="0"/>
              </a:spcAft>
              <a:buClr>
                <a:schemeClr val="dk1"/>
              </a:buClr>
              <a:buSzPts val="2800"/>
              <a:buChar char="•"/>
            </a:pPr>
            <a:r>
              <a:rPr lang="en-IN"/>
              <a:t>Additionally, you should have a realistic view of its quality and validity, and thus its ability to answer business questions or explore a hypothesis—as well as if you should seek additional or external data to complete your dataset for analysis.</a:t>
            </a:r>
            <a:endParaRPr b="1"/>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9" name="Shape 459"/>
        <p:cNvGrpSpPr/>
        <p:nvPr/>
      </p:nvGrpSpPr>
      <p:grpSpPr>
        <a:xfrm>
          <a:off x="0" y="0"/>
          <a:ext cx="0" cy="0"/>
          <a:chOff x="0" y="0"/>
          <a:chExt cx="0" cy="0"/>
        </a:xfrm>
      </p:grpSpPr>
      <p:sp>
        <p:nvSpPr>
          <p:cNvPr id="460" name="Google Shape;460;p57"/>
          <p:cNvSpPr txBox="1"/>
          <p:nvPr>
            <p:ph type="title"/>
          </p:nvPr>
        </p:nvSpPr>
        <p:spPr>
          <a:xfrm>
            <a:off x="611560" y="260648"/>
            <a:ext cx="8280919" cy="837919"/>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rgbClr val="930B0B"/>
              </a:buClr>
              <a:buSzPts val="3000"/>
              <a:buFont typeface="Times New Roman"/>
              <a:buNone/>
            </a:pPr>
            <a:r>
              <a:rPr b="1" lang="en-IN" sz="3000"/>
              <a:t>AUDIENCE ANALYSIS FOR STORYTELLING</a:t>
            </a:r>
            <a:r>
              <a:rPr lang="en-IN" sz="3200"/>
              <a:t>	</a:t>
            </a:r>
            <a:br>
              <a:rPr lang="en-IN" sz="2800"/>
            </a:br>
            <a:r>
              <a:rPr lang="en-IN"/>
              <a:t>	</a:t>
            </a:r>
            <a:br>
              <a:rPr lang="en-IN"/>
            </a:br>
            <a:br>
              <a:rPr lang="en-IN"/>
            </a:br>
            <a:r>
              <a:rPr lang="en-IN"/>
              <a:t>	</a:t>
            </a:r>
            <a:br>
              <a:rPr lang="en-IN"/>
            </a:br>
            <a:endParaRPr/>
          </a:p>
        </p:txBody>
      </p:sp>
      <p:sp>
        <p:nvSpPr>
          <p:cNvPr id="461" name="Google Shape;461;p57"/>
          <p:cNvSpPr txBox="1"/>
          <p:nvPr>
            <p:ph idx="1" type="body"/>
          </p:nvPr>
        </p:nvSpPr>
        <p:spPr>
          <a:xfrm>
            <a:off x="700004" y="908719"/>
            <a:ext cx="8229600" cy="5328593"/>
          </a:xfrm>
          <a:prstGeom prst="rect">
            <a:avLst/>
          </a:prstGeom>
          <a:noFill/>
          <a:ln>
            <a:noFill/>
          </a:ln>
        </p:spPr>
        <p:txBody>
          <a:bodyPr anchorCtr="0" anchor="t" bIns="45700" lIns="91425" spcFirstLastPara="1" rIns="91425" wrap="square" tIns="45700">
            <a:normAutofit/>
          </a:bodyPr>
          <a:lstStyle/>
          <a:p>
            <a:pPr indent="0" lvl="0" marL="0" rtl="0" algn="just">
              <a:lnSpc>
                <a:spcPct val="90000"/>
              </a:lnSpc>
              <a:spcBef>
                <a:spcPts val="0"/>
              </a:spcBef>
              <a:spcAft>
                <a:spcPts val="0"/>
              </a:spcAft>
              <a:buClr>
                <a:schemeClr val="dk1"/>
              </a:buClr>
              <a:buSzPts val="2800"/>
              <a:buNone/>
            </a:pPr>
            <a:r>
              <a:rPr b="1" lang="en-IN"/>
              <a:t>What:</a:t>
            </a:r>
            <a:endParaRPr/>
          </a:p>
          <a:p>
            <a:pPr indent="-285750" lvl="0" marL="285750" rtl="0" algn="just">
              <a:lnSpc>
                <a:spcPct val="90000"/>
              </a:lnSpc>
              <a:spcBef>
                <a:spcPts val="1000"/>
              </a:spcBef>
              <a:spcAft>
                <a:spcPts val="0"/>
              </a:spcAft>
              <a:buClr>
                <a:schemeClr val="dk1"/>
              </a:buClr>
              <a:buSzPts val="2800"/>
              <a:buChar char="•"/>
            </a:pPr>
            <a:r>
              <a:rPr lang="en-IN"/>
              <a:t>Understanding your data also requires you to have a good grasp on how to visually represent this data compellingly and accurately, so that you are practicing “no harm” data visualization as you design your narrative.</a:t>
            </a:r>
            <a:endParaRPr/>
          </a:p>
          <a:p>
            <a:pPr indent="0" lvl="0" marL="0" rtl="0" algn="just">
              <a:lnSpc>
                <a:spcPct val="90000"/>
              </a:lnSpc>
              <a:spcBef>
                <a:spcPts val="1000"/>
              </a:spcBef>
              <a:spcAft>
                <a:spcPts val="0"/>
              </a:spcAft>
              <a:buClr>
                <a:schemeClr val="dk1"/>
              </a:buClr>
              <a:buSzPts val="2800"/>
              <a:buNone/>
            </a:pPr>
            <a:r>
              <a:t/>
            </a:r>
            <a:endParaRPr b="1"/>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5" name="Shape 465"/>
        <p:cNvGrpSpPr/>
        <p:nvPr/>
      </p:nvGrpSpPr>
      <p:grpSpPr>
        <a:xfrm>
          <a:off x="0" y="0"/>
          <a:ext cx="0" cy="0"/>
          <a:chOff x="0" y="0"/>
          <a:chExt cx="0" cy="0"/>
        </a:xfrm>
      </p:grpSpPr>
      <p:sp>
        <p:nvSpPr>
          <p:cNvPr id="466" name="Google Shape;466;p58"/>
          <p:cNvSpPr txBox="1"/>
          <p:nvPr>
            <p:ph type="title"/>
          </p:nvPr>
        </p:nvSpPr>
        <p:spPr>
          <a:xfrm>
            <a:off x="611560" y="260648"/>
            <a:ext cx="8280919" cy="837919"/>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rgbClr val="930B0B"/>
              </a:buClr>
              <a:buSzPts val="3000"/>
              <a:buFont typeface="Times New Roman"/>
              <a:buNone/>
            </a:pPr>
            <a:r>
              <a:rPr b="1" lang="en-IN" sz="3000"/>
              <a:t>AUDIENCE ANALYSIS FOR STORYTELLING</a:t>
            </a:r>
            <a:r>
              <a:rPr lang="en-IN" sz="3200"/>
              <a:t>	</a:t>
            </a:r>
            <a:br>
              <a:rPr lang="en-IN" sz="2800"/>
            </a:br>
            <a:r>
              <a:rPr lang="en-IN"/>
              <a:t>	</a:t>
            </a:r>
            <a:br>
              <a:rPr lang="en-IN"/>
            </a:br>
            <a:br>
              <a:rPr lang="en-IN"/>
            </a:br>
            <a:r>
              <a:rPr lang="en-IN"/>
              <a:t>	</a:t>
            </a:r>
            <a:br>
              <a:rPr lang="en-IN"/>
            </a:br>
            <a:endParaRPr/>
          </a:p>
        </p:txBody>
      </p:sp>
      <p:sp>
        <p:nvSpPr>
          <p:cNvPr id="467" name="Google Shape;467;p58"/>
          <p:cNvSpPr txBox="1"/>
          <p:nvPr>
            <p:ph idx="1" type="body"/>
          </p:nvPr>
        </p:nvSpPr>
        <p:spPr>
          <a:xfrm>
            <a:off x="700004" y="908719"/>
            <a:ext cx="8229600" cy="5328593"/>
          </a:xfrm>
          <a:prstGeom prst="rect">
            <a:avLst/>
          </a:prstGeom>
          <a:noFill/>
          <a:ln>
            <a:noFill/>
          </a:ln>
        </p:spPr>
        <p:txBody>
          <a:bodyPr anchorCtr="0" anchor="t" bIns="45700" lIns="91425" spcFirstLastPara="1" rIns="91425" wrap="square" tIns="45700">
            <a:normAutofit/>
          </a:bodyPr>
          <a:lstStyle/>
          <a:p>
            <a:pPr indent="0" lvl="0" marL="0" rtl="0" algn="just">
              <a:lnSpc>
                <a:spcPct val="90000"/>
              </a:lnSpc>
              <a:spcBef>
                <a:spcPts val="0"/>
              </a:spcBef>
              <a:spcAft>
                <a:spcPts val="0"/>
              </a:spcAft>
              <a:buClr>
                <a:schemeClr val="dk1"/>
              </a:buClr>
              <a:buSzPts val="2800"/>
              <a:buNone/>
            </a:pPr>
            <a:r>
              <a:rPr b="1" lang="en-IN"/>
              <a:t>What:</a:t>
            </a:r>
            <a:endParaRPr/>
          </a:p>
          <a:p>
            <a:pPr indent="-285750" lvl="0" marL="285750" rtl="0" algn="l">
              <a:lnSpc>
                <a:spcPct val="90000"/>
              </a:lnSpc>
              <a:spcBef>
                <a:spcPts val="1000"/>
              </a:spcBef>
              <a:spcAft>
                <a:spcPts val="0"/>
              </a:spcAft>
              <a:buClr>
                <a:schemeClr val="dk1"/>
              </a:buClr>
              <a:buSzPts val="2800"/>
              <a:buFont typeface="Arial"/>
              <a:buChar char="•"/>
            </a:pPr>
            <a:r>
              <a:rPr lang="en-IN"/>
              <a:t>In addition to knowing the ins and outs of your data, be sure you’ve asked enough questions to work out what your audience is asking of you, or what story they are asking you to tell with the information you have at your disposal. </a:t>
            </a:r>
            <a:endParaRPr/>
          </a:p>
          <a:p>
            <a:pPr indent="-285750" lvl="0" marL="285750" rtl="0" algn="l">
              <a:lnSpc>
                <a:spcPct val="90000"/>
              </a:lnSpc>
              <a:spcBef>
                <a:spcPts val="1000"/>
              </a:spcBef>
              <a:spcAft>
                <a:spcPts val="0"/>
              </a:spcAft>
              <a:buClr>
                <a:schemeClr val="dk1"/>
              </a:buClr>
              <a:buSzPts val="2800"/>
              <a:buFont typeface="Arial"/>
              <a:buChar char="•"/>
            </a:pPr>
            <a:r>
              <a:rPr lang="en-IN"/>
              <a:t>Be sure to have a solid alignment of ideas between what questions can be answered with your data and what insight or information your audience needs or wants; otherwise, your data story will fall flat, unable to satisfy audience expectations.</a:t>
            </a:r>
            <a:endParaRPr b="1"/>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1" name="Shape 471"/>
        <p:cNvGrpSpPr/>
        <p:nvPr/>
      </p:nvGrpSpPr>
      <p:grpSpPr>
        <a:xfrm>
          <a:off x="0" y="0"/>
          <a:ext cx="0" cy="0"/>
          <a:chOff x="0" y="0"/>
          <a:chExt cx="0" cy="0"/>
        </a:xfrm>
      </p:grpSpPr>
      <p:sp>
        <p:nvSpPr>
          <p:cNvPr id="472" name="Google Shape;472;p59"/>
          <p:cNvSpPr txBox="1"/>
          <p:nvPr>
            <p:ph type="title"/>
          </p:nvPr>
        </p:nvSpPr>
        <p:spPr>
          <a:xfrm>
            <a:off x="611560" y="260648"/>
            <a:ext cx="8280919" cy="837919"/>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rgbClr val="930B0B"/>
              </a:buClr>
              <a:buSzPts val="3000"/>
              <a:buFont typeface="Times New Roman"/>
              <a:buNone/>
            </a:pPr>
            <a:r>
              <a:rPr b="1" lang="en-IN" sz="3000"/>
              <a:t>AUDIENCE ANALYSIS FOR STORYTELLING</a:t>
            </a:r>
            <a:r>
              <a:rPr lang="en-IN" sz="3200"/>
              <a:t>	</a:t>
            </a:r>
            <a:br>
              <a:rPr lang="en-IN" sz="2800"/>
            </a:br>
            <a:r>
              <a:rPr lang="en-IN"/>
              <a:t>	</a:t>
            </a:r>
            <a:br>
              <a:rPr lang="en-IN"/>
            </a:br>
            <a:br>
              <a:rPr lang="en-IN"/>
            </a:br>
            <a:r>
              <a:rPr lang="en-IN"/>
              <a:t>	</a:t>
            </a:r>
            <a:br>
              <a:rPr lang="en-IN"/>
            </a:br>
            <a:endParaRPr/>
          </a:p>
        </p:txBody>
      </p:sp>
      <p:sp>
        <p:nvSpPr>
          <p:cNvPr id="473" name="Google Shape;473;p59"/>
          <p:cNvSpPr txBox="1"/>
          <p:nvPr>
            <p:ph idx="1" type="body"/>
          </p:nvPr>
        </p:nvSpPr>
        <p:spPr>
          <a:xfrm>
            <a:off x="700004" y="908719"/>
            <a:ext cx="8229600" cy="5328593"/>
          </a:xfrm>
          <a:prstGeom prst="rect">
            <a:avLst/>
          </a:prstGeom>
          <a:noFill/>
          <a:ln>
            <a:noFill/>
          </a:ln>
        </p:spPr>
        <p:txBody>
          <a:bodyPr anchorCtr="0" anchor="t" bIns="45700" lIns="91425" spcFirstLastPara="1" rIns="91425" wrap="square" tIns="45700">
            <a:normAutofit/>
          </a:bodyPr>
          <a:lstStyle/>
          <a:p>
            <a:pPr indent="0" lvl="0" marL="0" rtl="0" algn="just">
              <a:lnSpc>
                <a:spcPct val="90000"/>
              </a:lnSpc>
              <a:spcBef>
                <a:spcPts val="0"/>
              </a:spcBef>
              <a:spcAft>
                <a:spcPts val="0"/>
              </a:spcAft>
              <a:buClr>
                <a:schemeClr val="dk1"/>
              </a:buClr>
              <a:buSzPts val="2800"/>
              <a:buNone/>
            </a:pPr>
            <a:r>
              <a:rPr b="1" lang="en-IN"/>
              <a:t>Why:</a:t>
            </a:r>
            <a:endParaRPr/>
          </a:p>
          <a:p>
            <a:pPr indent="-285750" lvl="0" marL="285750" rtl="0" algn="just">
              <a:lnSpc>
                <a:spcPct val="90000"/>
              </a:lnSpc>
              <a:spcBef>
                <a:spcPts val="1000"/>
              </a:spcBef>
              <a:spcAft>
                <a:spcPts val="0"/>
              </a:spcAft>
              <a:buClr>
                <a:schemeClr val="dk1"/>
              </a:buClr>
              <a:buSzPts val="2800"/>
              <a:buChar char="•"/>
            </a:pPr>
            <a:r>
              <a:rPr lang="en-IN"/>
              <a:t>Every good story should prompt an action, whether you are building a story intended to help your audience to make a decision; to cause them to change their opinion; or or otherwise to convince, persuade, or educate. </a:t>
            </a:r>
            <a:endParaRPr/>
          </a:p>
          <a:p>
            <a:pPr indent="-285750" lvl="0" marL="285750" rtl="0" algn="just">
              <a:lnSpc>
                <a:spcPct val="90000"/>
              </a:lnSpc>
              <a:spcBef>
                <a:spcPts val="1000"/>
              </a:spcBef>
              <a:spcAft>
                <a:spcPts val="0"/>
              </a:spcAft>
              <a:buClr>
                <a:schemeClr val="dk1"/>
              </a:buClr>
              <a:buSzPts val="2800"/>
              <a:buChar char="•"/>
            </a:pPr>
            <a:r>
              <a:rPr lang="en-IN"/>
              <a:t>Ultimately, you should be crystal clear on what your goal is with the story, and why your audience should care about what you are saying. </a:t>
            </a:r>
            <a:endParaRPr/>
          </a:p>
          <a:p>
            <a:pPr indent="-285750" lvl="0" marL="285750" rtl="0" algn="just">
              <a:lnSpc>
                <a:spcPct val="90000"/>
              </a:lnSpc>
              <a:spcBef>
                <a:spcPts val="1000"/>
              </a:spcBef>
              <a:spcAft>
                <a:spcPts val="0"/>
              </a:spcAft>
              <a:buClr>
                <a:schemeClr val="dk1"/>
              </a:buClr>
              <a:buSzPts val="2800"/>
              <a:buChar char="•"/>
            </a:pPr>
            <a:r>
              <a:rPr lang="en-IN"/>
              <a:t>This helps to both ensure your story is meaningful and necessary, and to give you a clear target of how to build logical arguments toward a salient end goal.</a:t>
            </a:r>
            <a:endParaRPr b="1"/>
          </a:p>
        </p:txBody>
      </p: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7" name="Shape 477"/>
        <p:cNvGrpSpPr/>
        <p:nvPr/>
      </p:nvGrpSpPr>
      <p:grpSpPr>
        <a:xfrm>
          <a:off x="0" y="0"/>
          <a:ext cx="0" cy="0"/>
          <a:chOff x="0" y="0"/>
          <a:chExt cx="0" cy="0"/>
        </a:xfrm>
      </p:grpSpPr>
      <p:sp>
        <p:nvSpPr>
          <p:cNvPr id="478" name="Google Shape;478;p60"/>
          <p:cNvSpPr txBox="1"/>
          <p:nvPr>
            <p:ph type="title"/>
          </p:nvPr>
        </p:nvSpPr>
        <p:spPr>
          <a:xfrm>
            <a:off x="611560" y="260648"/>
            <a:ext cx="8280919" cy="837919"/>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rgbClr val="930B0B"/>
              </a:buClr>
              <a:buSzPts val="3000"/>
              <a:buFont typeface="Times New Roman"/>
              <a:buNone/>
            </a:pPr>
            <a:r>
              <a:rPr b="1" lang="en-IN" sz="3000"/>
              <a:t>AUDIENCE ANALYSIS FOR STORYTELLING</a:t>
            </a:r>
            <a:r>
              <a:rPr lang="en-IN" sz="3200"/>
              <a:t>	</a:t>
            </a:r>
            <a:br>
              <a:rPr lang="en-IN" sz="2800"/>
            </a:br>
            <a:r>
              <a:rPr lang="en-IN"/>
              <a:t>	</a:t>
            </a:r>
            <a:br>
              <a:rPr lang="en-IN"/>
            </a:br>
            <a:br>
              <a:rPr lang="en-IN"/>
            </a:br>
            <a:r>
              <a:rPr lang="en-IN"/>
              <a:t>	</a:t>
            </a:r>
            <a:br>
              <a:rPr lang="en-IN"/>
            </a:br>
            <a:endParaRPr/>
          </a:p>
        </p:txBody>
      </p:sp>
      <p:sp>
        <p:nvSpPr>
          <p:cNvPr id="479" name="Google Shape;479;p60"/>
          <p:cNvSpPr txBox="1"/>
          <p:nvPr>
            <p:ph idx="1" type="body"/>
          </p:nvPr>
        </p:nvSpPr>
        <p:spPr>
          <a:xfrm>
            <a:off x="700004" y="908719"/>
            <a:ext cx="8229600" cy="5328593"/>
          </a:xfrm>
          <a:prstGeom prst="rect">
            <a:avLst/>
          </a:prstGeom>
          <a:noFill/>
          <a:ln>
            <a:noFill/>
          </a:ln>
        </p:spPr>
        <p:txBody>
          <a:bodyPr anchorCtr="0" anchor="t" bIns="45700" lIns="91425" spcFirstLastPara="1" rIns="91425" wrap="square" tIns="45700">
            <a:normAutofit/>
          </a:bodyPr>
          <a:lstStyle/>
          <a:p>
            <a:pPr indent="0" lvl="0" marL="0" rtl="0" algn="just">
              <a:lnSpc>
                <a:spcPct val="90000"/>
              </a:lnSpc>
              <a:spcBef>
                <a:spcPts val="0"/>
              </a:spcBef>
              <a:spcAft>
                <a:spcPts val="0"/>
              </a:spcAft>
              <a:buClr>
                <a:schemeClr val="dk1"/>
              </a:buClr>
              <a:buSzPts val="2800"/>
              <a:buNone/>
            </a:pPr>
            <a:r>
              <a:rPr b="1" lang="en-IN"/>
              <a:t>Why:</a:t>
            </a:r>
            <a:endParaRPr/>
          </a:p>
          <a:p>
            <a:pPr indent="-285750" lvl="0" marL="285750" rtl="0" algn="l">
              <a:lnSpc>
                <a:spcPct val="90000"/>
              </a:lnSpc>
              <a:spcBef>
                <a:spcPts val="1000"/>
              </a:spcBef>
              <a:spcAft>
                <a:spcPts val="0"/>
              </a:spcAft>
              <a:buClr>
                <a:schemeClr val="dk1"/>
              </a:buClr>
              <a:buSzPts val="2800"/>
              <a:buFont typeface="Arial"/>
              <a:buChar char="•"/>
            </a:pPr>
            <a:r>
              <a:rPr lang="en-IN"/>
              <a:t>To help crystalize the answers to the “why” part of the</a:t>
            </a:r>
            <a:endParaRPr/>
          </a:p>
          <a:p>
            <a:pPr indent="-285750" lvl="0" marL="285750" rtl="0" algn="l">
              <a:lnSpc>
                <a:spcPct val="90000"/>
              </a:lnSpc>
              <a:spcBef>
                <a:spcPts val="1000"/>
              </a:spcBef>
              <a:spcAft>
                <a:spcPts val="0"/>
              </a:spcAft>
              <a:buClr>
                <a:schemeClr val="dk1"/>
              </a:buClr>
              <a:buSzPts val="2800"/>
              <a:buFont typeface="Arial"/>
              <a:buChar char="•"/>
            </a:pPr>
            <a:r>
              <a:rPr lang="en-IN"/>
              <a:t>equation, be able to articulate an answer to clearly and</a:t>
            </a:r>
            <a:endParaRPr/>
          </a:p>
          <a:p>
            <a:pPr indent="-285750" lvl="0" marL="285750" rtl="0" algn="l">
              <a:lnSpc>
                <a:spcPct val="90000"/>
              </a:lnSpc>
              <a:spcBef>
                <a:spcPts val="1000"/>
              </a:spcBef>
              <a:spcAft>
                <a:spcPts val="0"/>
              </a:spcAft>
              <a:buClr>
                <a:schemeClr val="dk1"/>
              </a:buClr>
              <a:buSzPts val="2800"/>
              <a:buFont typeface="Arial"/>
              <a:buChar char="•"/>
            </a:pPr>
            <a:r>
              <a:rPr lang="en-IN"/>
              <a:t>concisely answer the following questions:</a:t>
            </a:r>
            <a:endParaRPr/>
          </a:p>
          <a:p>
            <a:pPr indent="-285750" lvl="0" marL="285750" rtl="0" algn="l">
              <a:lnSpc>
                <a:spcPct val="90000"/>
              </a:lnSpc>
              <a:spcBef>
                <a:spcPts val="1000"/>
              </a:spcBef>
              <a:spcAft>
                <a:spcPts val="0"/>
              </a:spcAft>
              <a:buClr>
                <a:schemeClr val="dk1"/>
              </a:buClr>
              <a:buSzPts val="2800"/>
              <a:buFont typeface="Noto Sans Symbols"/>
              <a:buChar char="⮚"/>
            </a:pPr>
            <a:r>
              <a:rPr lang="en-IN"/>
              <a:t>Who is your audience? (They might not be as</a:t>
            </a:r>
            <a:endParaRPr/>
          </a:p>
          <a:p>
            <a:pPr indent="0" lvl="0" marL="0" rtl="0" algn="l">
              <a:lnSpc>
                <a:spcPct val="90000"/>
              </a:lnSpc>
              <a:spcBef>
                <a:spcPts val="1000"/>
              </a:spcBef>
              <a:spcAft>
                <a:spcPts val="0"/>
              </a:spcAft>
              <a:buClr>
                <a:schemeClr val="dk1"/>
              </a:buClr>
              <a:buSzPts val="2800"/>
              <a:buNone/>
            </a:pPr>
            <a:r>
              <a:rPr lang="en-IN"/>
              <a:t>      homogenous as you think.)</a:t>
            </a:r>
            <a:endParaRPr/>
          </a:p>
          <a:p>
            <a:pPr indent="-285750" lvl="0" marL="285750" rtl="0" algn="l">
              <a:lnSpc>
                <a:spcPct val="90000"/>
              </a:lnSpc>
              <a:spcBef>
                <a:spcPts val="1000"/>
              </a:spcBef>
              <a:spcAft>
                <a:spcPts val="0"/>
              </a:spcAft>
              <a:buClr>
                <a:schemeClr val="dk1"/>
              </a:buClr>
              <a:buSzPts val="2800"/>
              <a:buFont typeface="Noto Sans Symbols"/>
              <a:buChar char="⮚"/>
            </a:pPr>
            <a:r>
              <a:rPr lang="en-IN"/>
              <a:t>What do they want?</a:t>
            </a:r>
            <a:endParaRPr/>
          </a:p>
          <a:p>
            <a:pPr indent="-285750" lvl="0" marL="285750" rtl="0" algn="l">
              <a:lnSpc>
                <a:spcPct val="90000"/>
              </a:lnSpc>
              <a:spcBef>
                <a:spcPts val="1000"/>
              </a:spcBef>
              <a:spcAft>
                <a:spcPts val="0"/>
              </a:spcAft>
              <a:buClr>
                <a:schemeClr val="dk1"/>
              </a:buClr>
              <a:buSzPts val="2800"/>
              <a:buFont typeface="Noto Sans Symbols"/>
              <a:buChar char="⮚"/>
            </a:pPr>
            <a:r>
              <a:rPr lang="en-IN"/>
              <a:t>What do they need?</a:t>
            </a:r>
            <a:endParaRPr/>
          </a:p>
          <a:p>
            <a:pPr indent="0" lvl="0" marL="0" rtl="0" algn="l">
              <a:lnSpc>
                <a:spcPct val="90000"/>
              </a:lnSpc>
              <a:spcBef>
                <a:spcPts val="1000"/>
              </a:spcBef>
              <a:spcAft>
                <a:spcPts val="0"/>
              </a:spcAft>
              <a:buClr>
                <a:schemeClr val="dk1"/>
              </a:buClr>
              <a:buSzPts val="2800"/>
              <a:buNone/>
            </a:pPr>
            <a:r>
              <a:t/>
            </a:r>
            <a:endParaRPr/>
          </a:p>
        </p:txBody>
      </p: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3" name="Shape 483"/>
        <p:cNvGrpSpPr/>
        <p:nvPr/>
      </p:nvGrpSpPr>
      <p:grpSpPr>
        <a:xfrm>
          <a:off x="0" y="0"/>
          <a:ext cx="0" cy="0"/>
          <a:chOff x="0" y="0"/>
          <a:chExt cx="0" cy="0"/>
        </a:xfrm>
      </p:grpSpPr>
      <p:sp>
        <p:nvSpPr>
          <p:cNvPr id="484" name="Google Shape;484;p61"/>
          <p:cNvSpPr txBox="1"/>
          <p:nvPr>
            <p:ph type="title"/>
          </p:nvPr>
        </p:nvSpPr>
        <p:spPr>
          <a:xfrm>
            <a:off x="611560" y="260648"/>
            <a:ext cx="8280919" cy="837919"/>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rgbClr val="930B0B"/>
              </a:buClr>
              <a:buSzPts val="3000"/>
              <a:buFont typeface="Times New Roman"/>
              <a:buNone/>
            </a:pPr>
            <a:r>
              <a:rPr b="1" lang="en-IN" sz="3000"/>
              <a:t>AUDIENCE ANALYSIS FOR STORYTELLING</a:t>
            </a:r>
            <a:r>
              <a:rPr lang="en-IN" sz="3200"/>
              <a:t>	</a:t>
            </a:r>
            <a:br>
              <a:rPr lang="en-IN" sz="2800"/>
            </a:br>
            <a:r>
              <a:rPr lang="en-IN"/>
              <a:t>	</a:t>
            </a:r>
            <a:br>
              <a:rPr lang="en-IN"/>
            </a:br>
            <a:br>
              <a:rPr lang="en-IN"/>
            </a:br>
            <a:r>
              <a:rPr lang="en-IN"/>
              <a:t>	</a:t>
            </a:r>
            <a:br>
              <a:rPr lang="en-IN"/>
            </a:br>
            <a:endParaRPr/>
          </a:p>
        </p:txBody>
      </p:sp>
      <p:sp>
        <p:nvSpPr>
          <p:cNvPr id="485" name="Google Shape;485;p61"/>
          <p:cNvSpPr txBox="1"/>
          <p:nvPr>
            <p:ph idx="1" type="body"/>
          </p:nvPr>
        </p:nvSpPr>
        <p:spPr>
          <a:xfrm>
            <a:off x="700004" y="908719"/>
            <a:ext cx="8229600" cy="5328593"/>
          </a:xfrm>
          <a:prstGeom prst="rect">
            <a:avLst/>
          </a:prstGeom>
          <a:noFill/>
          <a:ln>
            <a:noFill/>
          </a:ln>
        </p:spPr>
        <p:txBody>
          <a:bodyPr anchorCtr="0" anchor="t" bIns="45700" lIns="91425" spcFirstLastPara="1" rIns="91425" wrap="square" tIns="45700">
            <a:normAutofit lnSpcReduction="10000"/>
          </a:bodyPr>
          <a:lstStyle/>
          <a:p>
            <a:pPr indent="0" lvl="0" marL="0" rtl="0" algn="just">
              <a:lnSpc>
                <a:spcPct val="90000"/>
              </a:lnSpc>
              <a:spcBef>
                <a:spcPts val="0"/>
              </a:spcBef>
              <a:spcAft>
                <a:spcPts val="0"/>
              </a:spcAft>
              <a:buClr>
                <a:schemeClr val="dk1"/>
              </a:buClr>
              <a:buSzPts val="2800"/>
              <a:buNone/>
            </a:pPr>
            <a:r>
              <a:rPr b="1" lang="en-IN"/>
              <a:t>Why:</a:t>
            </a:r>
            <a:endParaRPr/>
          </a:p>
          <a:p>
            <a:pPr indent="-285750" lvl="0" marL="285750" rtl="0" algn="l">
              <a:lnSpc>
                <a:spcPct val="90000"/>
              </a:lnSpc>
              <a:spcBef>
                <a:spcPts val="1000"/>
              </a:spcBef>
              <a:spcAft>
                <a:spcPts val="0"/>
              </a:spcAft>
              <a:buClr>
                <a:schemeClr val="dk1"/>
              </a:buClr>
              <a:buSzPts val="2800"/>
              <a:buFont typeface="Noto Sans Symbols"/>
              <a:buChar char="⮚"/>
            </a:pPr>
            <a:r>
              <a:rPr lang="en-IN"/>
              <a:t>How might they be feeling?</a:t>
            </a:r>
            <a:endParaRPr/>
          </a:p>
          <a:p>
            <a:pPr indent="-285750" lvl="0" marL="285750" rtl="0" algn="l">
              <a:lnSpc>
                <a:spcPct val="90000"/>
              </a:lnSpc>
              <a:spcBef>
                <a:spcPts val="1000"/>
              </a:spcBef>
              <a:spcAft>
                <a:spcPts val="0"/>
              </a:spcAft>
              <a:buClr>
                <a:schemeClr val="dk1"/>
              </a:buClr>
              <a:buSzPts val="2800"/>
              <a:buFont typeface="Noto Sans Symbols"/>
              <a:buChar char="⮚"/>
            </a:pPr>
            <a:r>
              <a:rPr lang="en-IN"/>
              <a:t>What action do they need to take?</a:t>
            </a:r>
            <a:endParaRPr/>
          </a:p>
          <a:p>
            <a:pPr indent="-285750" lvl="0" marL="285750" rtl="0" algn="l">
              <a:lnSpc>
                <a:spcPct val="90000"/>
              </a:lnSpc>
              <a:spcBef>
                <a:spcPts val="1000"/>
              </a:spcBef>
              <a:spcAft>
                <a:spcPts val="0"/>
              </a:spcAft>
              <a:buClr>
                <a:schemeClr val="dk1"/>
              </a:buClr>
              <a:buSzPts val="2800"/>
              <a:buFont typeface="Noto Sans Symbols"/>
              <a:buChar char="⮚"/>
            </a:pPr>
            <a:r>
              <a:rPr lang="en-IN"/>
              <a:t>What type of communication do they prefer?</a:t>
            </a:r>
            <a:endParaRPr/>
          </a:p>
          <a:p>
            <a:pPr indent="-285750" lvl="0" marL="285750" rtl="0" algn="l">
              <a:lnSpc>
                <a:spcPct val="90000"/>
              </a:lnSpc>
              <a:spcBef>
                <a:spcPts val="1000"/>
              </a:spcBef>
              <a:spcAft>
                <a:spcPts val="0"/>
              </a:spcAft>
              <a:buClr>
                <a:schemeClr val="dk1"/>
              </a:buClr>
              <a:buSzPts val="2800"/>
              <a:buFont typeface="Noto Sans Symbols"/>
              <a:buChar char="⮚"/>
            </a:pPr>
            <a:r>
              <a:rPr lang="en-IN"/>
              <a:t>How well do they know the data?</a:t>
            </a:r>
            <a:endParaRPr/>
          </a:p>
          <a:p>
            <a:pPr indent="-285750" lvl="0" marL="285750" rtl="0" algn="l">
              <a:lnSpc>
                <a:spcPct val="90000"/>
              </a:lnSpc>
              <a:spcBef>
                <a:spcPts val="1000"/>
              </a:spcBef>
              <a:spcAft>
                <a:spcPts val="0"/>
              </a:spcAft>
              <a:buClr>
                <a:schemeClr val="dk1"/>
              </a:buClr>
              <a:buSzPts val="2800"/>
              <a:buFont typeface="Noto Sans Symbols"/>
              <a:buChar char="⮚"/>
            </a:pPr>
            <a:r>
              <a:rPr lang="en-IN"/>
              <a:t>What beliefs or bias might they have that you need to</a:t>
            </a:r>
            <a:endParaRPr/>
          </a:p>
          <a:p>
            <a:pPr indent="0" lvl="0" marL="0" rtl="0" algn="l">
              <a:lnSpc>
                <a:spcPct val="90000"/>
              </a:lnSpc>
              <a:spcBef>
                <a:spcPts val="1000"/>
              </a:spcBef>
              <a:spcAft>
                <a:spcPts val="0"/>
              </a:spcAft>
              <a:buClr>
                <a:schemeClr val="dk1"/>
              </a:buClr>
              <a:buSzPts val="2800"/>
              <a:buNone/>
            </a:pPr>
            <a:r>
              <a:rPr lang="en-IN"/>
              <a:t>     reinforce or challenge?</a:t>
            </a:r>
            <a:endParaRPr/>
          </a:p>
          <a:p>
            <a:pPr indent="-285750" lvl="0" marL="285750" rtl="0" algn="l">
              <a:lnSpc>
                <a:spcPct val="90000"/>
              </a:lnSpc>
              <a:spcBef>
                <a:spcPts val="1000"/>
              </a:spcBef>
              <a:spcAft>
                <a:spcPts val="0"/>
              </a:spcAft>
              <a:buClr>
                <a:schemeClr val="dk1"/>
              </a:buClr>
              <a:buSzPts val="2800"/>
              <a:buFont typeface="Noto Sans Symbols"/>
              <a:buChar char="⮚"/>
            </a:pPr>
            <a:r>
              <a:rPr lang="en-IN"/>
              <a:t>What, specifically, are you sharing with your audience?</a:t>
            </a:r>
            <a:endParaRPr/>
          </a:p>
          <a:p>
            <a:pPr indent="-285750" lvl="0" marL="285750" rtl="0" algn="l">
              <a:lnSpc>
                <a:spcPct val="90000"/>
              </a:lnSpc>
              <a:spcBef>
                <a:spcPts val="1000"/>
              </a:spcBef>
              <a:spcAft>
                <a:spcPts val="0"/>
              </a:spcAft>
              <a:buClr>
                <a:schemeClr val="dk1"/>
              </a:buClr>
              <a:buSzPts val="2800"/>
              <a:buFont typeface="Noto Sans Symbols"/>
              <a:buChar char="⮚"/>
            </a:pPr>
            <a:r>
              <a:rPr lang="en-IN"/>
              <a:t>What, specifically, do you want them to do with this</a:t>
            </a:r>
            <a:endParaRPr/>
          </a:p>
          <a:p>
            <a:pPr indent="0" lvl="0" marL="0" rtl="0" algn="l">
              <a:lnSpc>
                <a:spcPct val="90000"/>
              </a:lnSpc>
              <a:spcBef>
                <a:spcPts val="1000"/>
              </a:spcBef>
              <a:spcAft>
                <a:spcPts val="0"/>
              </a:spcAft>
              <a:buClr>
                <a:schemeClr val="dk1"/>
              </a:buClr>
              <a:buSzPts val="2800"/>
              <a:buNone/>
            </a:pPr>
            <a:r>
              <a:rPr lang="en-IN"/>
              <a:t>     information?</a:t>
            </a:r>
            <a:endParaRPr b="1"/>
          </a:p>
        </p:txBody>
      </p:sp>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9" name="Shape 489"/>
        <p:cNvGrpSpPr/>
        <p:nvPr/>
      </p:nvGrpSpPr>
      <p:grpSpPr>
        <a:xfrm>
          <a:off x="0" y="0"/>
          <a:ext cx="0" cy="0"/>
          <a:chOff x="0" y="0"/>
          <a:chExt cx="0" cy="0"/>
        </a:xfrm>
      </p:grpSpPr>
      <p:sp>
        <p:nvSpPr>
          <p:cNvPr id="490" name="Google Shape;490;p62"/>
          <p:cNvSpPr txBox="1"/>
          <p:nvPr>
            <p:ph type="title"/>
          </p:nvPr>
        </p:nvSpPr>
        <p:spPr>
          <a:xfrm>
            <a:off x="611560" y="260648"/>
            <a:ext cx="8280919" cy="837919"/>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rgbClr val="930B0B"/>
              </a:buClr>
              <a:buSzPts val="3000"/>
              <a:buFont typeface="Times New Roman"/>
              <a:buNone/>
            </a:pPr>
            <a:r>
              <a:rPr b="1" lang="en-IN" sz="3000"/>
              <a:t>AUDIENCE ANALYSIS FOR STORYTELLING</a:t>
            </a:r>
            <a:r>
              <a:rPr lang="en-IN" sz="3200"/>
              <a:t>	</a:t>
            </a:r>
            <a:br>
              <a:rPr lang="en-IN" sz="2800"/>
            </a:br>
            <a:r>
              <a:rPr lang="en-IN"/>
              <a:t>	</a:t>
            </a:r>
            <a:br>
              <a:rPr lang="en-IN"/>
            </a:br>
            <a:br>
              <a:rPr lang="en-IN"/>
            </a:br>
            <a:r>
              <a:rPr lang="en-IN"/>
              <a:t>	</a:t>
            </a:r>
            <a:br>
              <a:rPr lang="en-IN"/>
            </a:br>
            <a:endParaRPr/>
          </a:p>
        </p:txBody>
      </p:sp>
      <p:sp>
        <p:nvSpPr>
          <p:cNvPr id="491" name="Google Shape;491;p62"/>
          <p:cNvSpPr txBox="1"/>
          <p:nvPr>
            <p:ph idx="1" type="body"/>
          </p:nvPr>
        </p:nvSpPr>
        <p:spPr>
          <a:xfrm>
            <a:off x="700004" y="908719"/>
            <a:ext cx="8229600" cy="5328593"/>
          </a:xfrm>
          <a:prstGeom prst="rect">
            <a:avLst/>
          </a:prstGeom>
          <a:noFill/>
          <a:ln>
            <a:noFill/>
          </a:ln>
        </p:spPr>
        <p:txBody>
          <a:bodyPr anchorCtr="0" anchor="t" bIns="45700" lIns="91425" spcFirstLastPara="1" rIns="91425" wrap="square" tIns="45700">
            <a:normAutofit/>
          </a:bodyPr>
          <a:lstStyle/>
          <a:p>
            <a:pPr indent="0" lvl="0" marL="0" rtl="0" algn="just">
              <a:lnSpc>
                <a:spcPct val="90000"/>
              </a:lnSpc>
              <a:spcBef>
                <a:spcPts val="0"/>
              </a:spcBef>
              <a:spcAft>
                <a:spcPts val="0"/>
              </a:spcAft>
              <a:buClr>
                <a:schemeClr val="dk1"/>
              </a:buClr>
              <a:buSzPts val="2800"/>
              <a:buNone/>
            </a:pPr>
            <a:r>
              <a:rPr b="1" lang="en-IN"/>
              <a:t>How:</a:t>
            </a:r>
            <a:endParaRPr/>
          </a:p>
          <a:p>
            <a:pPr indent="-285750" lvl="0" marL="285750" rtl="0" algn="just">
              <a:lnSpc>
                <a:spcPct val="90000"/>
              </a:lnSpc>
              <a:spcBef>
                <a:spcPts val="1000"/>
              </a:spcBef>
              <a:spcAft>
                <a:spcPts val="0"/>
              </a:spcAft>
              <a:buClr>
                <a:schemeClr val="dk1"/>
              </a:buClr>
              <a:buSzPts val="2800"/>
              <a:buChar char="•"/>
            </a:pPr>
            <a:r>
              <a:rPr lang="en-IN"/>
              <a:t>Finally, the communication medium and channel you use to present your story matter. </a:t>
            </a:r>
            <a:endParaRPr/>
          </a:p>
          <a:p>
            <a:pPr indent="-285750" lvl="0" marL="285750" rtl="0" algn="just">
              <a:lnSpc>
                <a:spcPct val="90000"/>
              </a:lnSpc>
              <a:spcBef>
                <a:spcPts val="1000"/>
              </a:spcBef>
              <a:spcAft>
                <a:spcPts val="0"/>
              </a:spcAft>
              <a:buClr>
                <a:schemeClr val="dk1"/>
              </a:buClr>
              <a:buSzPts val="2800"/>
              <a:buChar char="•"/>
            </a:pPr>
            <a:r>
              <a:rPr lang="en-IN"/>
              <a:t>It has a number of implications for how you deliver your story, as well as how much influence you have as a storyteller and how interactive your audience can be with you as well as with the story itself. </a:t>
            </a:r>
            <a:endParaRPr/>
          </a:p>
          <a:p>
            <a:pPr indent="-285750" lvl="0" marL="285750" rtl="0" algn="just">
              <a:lnSpc>
                <a:spcPct val="90000"/>
              </a:lnSpc>
              <a:spcBef>
                <a:spcPts val="1000"/>
              </a:spcBef>
              <a:spcAft>
                <a:spcPts val="0"/>
              </a:spcAft>
              <a:buClr>
                <a:schemeClr val="dk1"/>
              </a:buClr>
              <a:buSzPts val="2800"/>
              <a:buChar char="•"/>
            </a:pPr>
            <a:r>
              <a:rPr lang="en-IN"/>
              <a:t>Although there are many facets to explore in this step, one of the most constructive is to understand the differences between data stories delivered as narrated, live versions or those that are non-narrated or otherwise “static” presentations.</a:t>
            </a:r>
            <a:endParaRPr b="1"/>
          </a:p>
        </p:txBody>
      </p:sp>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5" name="Shape 495"/>
        <p:cNvGrpSpPr/>
        <p:nvPr/>
      </p:nvGrpSpPr>
      <p:grpSpPr>
        <a:xfrm>
          <a:off x="0" y="0"/>
          <a:ext cx="0" cy="0"/>
          <a:chOff x="0" y="0"/>
          <a:chExt cx="0" cy="0"/>
        </a:xfrm>
      </p:grpSpPr>
      <p:sp>
        <p:nvSpPr>
          <p:cNvPr id="496" name="Google Shape;496;p63"/>
          <p:cNvSpPr txBox="1"/>
          <p:nvPr>
            <p:ph type="title"/>
          </p:nvPr>
        </p:nvSpPr>
        <p:spPr>
          <a:xfrm>
            <a:off x="611560" y="260648"/>
            <a:ext cx="8280919" cy="837919"/>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rgbClr val="930B0B"/>
              </a:buClr>
              <a:buSzPts val="3000"/>
              <a:buFont typeface="Times New Roman"/>
              <a:buNone/>
            </a:pPr>
            <a:r>
              <a:rPr b="1" lang="en-IN" sz="3000"/>
              <a:t>AUDIENCE ANALYSIS FOR STORYTELLING</a:t>
            </a:r>
            <a:r>
              <a:rPr lang="en-IN" sz="3200"/>
              <a:t>	</a:t>
            </a:r>
            <a:br>
              <a:rPr lang="en-IN" sz="2800"/>
            </a:br>
            <a:r>
              <a:rPr lang="en-IN"/>
              <a:t>	</a:t>
            </a:r>
            <a:br>
              <a:rPr lang="en-IN"/>
            </a:br>
            <a:br>
              <a:rPr lang="en-IN"/>
            </a:br>
            <a:r>
              <a:rPr lang="en-IN"/>
              <a:t>	</a:t>
            </a:r>
            <a:br>
              <a:rPr lang="en-IN"/>
            </a:br>
            <a:endParaRPr/>
          </a:p>
        </p:txBody>
      </p:sp>
      <p:sp>
        <p:nvSpPr>
          <p:cNvPr id="497" name="Google Shape;497;p63"/>
          <p:cNvSpPr txBox="1"/>
          <p:nvPr>
            <p:ph idx="1" type="body"/>
          </p:nvPr>
        </p:nvSpPr>
        <p:spPr>
          <a:xfrm>
            <a:off x="700004" y="908719"/>
            <a:ext cx="8229600" cy="5328593"/>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2800"/>
              <a:buNone/>
            </a:pPr>
            <a:r>
              <a:rPr lang="en-IN"/>
              <a:t>Narrated:</a:t>
            </a:r>
            <a:endParaRPr/>
          </a:p>
          <a:p>
            <a:pPr indent="-285750" lvl="0" marL="285750" rtl="0" algn="just">
              <a:lnSpc>
                <a:spcPct val="90000"/>
              </a:lnSpc>
              <a:spcBef>
                <a:spcPts val="1000"/>
              </a:spcBef>
              <a:spcAft>
                <a:spcPts val="0"/>
              </a:spcAft>
              <a:buClr>
                <a:schemeClr val="dk1"/>
              </a:buClr>
              <a:buSzPts val="2800"/>
              <a:buChar char="•"/>
            </a:pPr>
            <a:r>
              <a:rPr lang="en-IN"/>
              <a:t>Narrated storytelling presentations are those that are delivered live—whether in person or virtually—where the storyteller has the ability to narrate the presentation and guide the experience. </a:t>
            </a:r>
            <a:endParaRPr/>
          </a:p>
          <a:p>
            <a:pPr indent="-285750" lvl="0" marL="285750" rtl="0" algn="just">
              <a:lnSpc>
                <a:spcPct val="90000"/>
              </a:lnSpc>
              <a:spcBef>
                <a:spcPts val="1000"/>
              </a:spcBef>
              <a:spcAft>
                <a:spcPts val="0"/>
              </a:spcAft>
              <a:buClr>
                <a:schemeClr val="dk1"/>
              </a:buClr>
              <a:buSzPts val="2800"/>
              <a:buChar char="•"/>
            </a:pPr>
            <a:r>
              <a:rPr lang="en-IN"/>
              <a:t>In this mode, the storyteller has full control of the narrative and is able to direct the audience’s attention to points of interest and facilitate transitions between story points, explaining any potential areas of ambiguity, or likewise, emphasize or soften points as</a:t>
            </a:r>
            <a:endParaRPr/>
          </a:p>
          <a:p>
            <a:pPr indent="0" lvl="0" marL="0" rtl="0" algn="just">
              <a:lnSpc>
                <a:spcPct val="90000"/>
              </a:lnSpc>
              <a:spcBef>
                <a:spcPts val="1000"/>
              </a:spcBef>
              <a:spcAft>
                <a:spcPts val="0"/>
              </a:spcAft>
              <a:buClr>
                <a:schemeClr val="dk1"/>
              </a:buClr>
              <a:buSzPts val="2800"/>
              <a:buNone/>
            </a:pPr>
            <a:r>
              <a:rPr lang="en-IN"/>
              <a:t>    needed.</a:t>
            </a:r>
            <a:endParaRPr b="1"/>
          </a:p>
        </p:txBody>
      </p:sp>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1" name="Shape 501"/>
        <p:cNvGrpSpPr/>
        <p:nvPr/>
      </p:nvGrpSpPr>
      <p:grpSpPr>
        <a:xfrm>
          <a:off x="0" y="0"/>
          <a:ext cx="0" cy="0"/>
          <a:chOff x="0" y="0"/>
          <a:chExt cx="0" cy="0"/>
        </a:xfrm>
      </p:grpSpPr>
      <p:sp>
        <p:nvSpPr>
          <p:cNvPr id="502" name="Google Shape;502;p64"/>
          <p:cNvSpPr txBox="1"/>
          <p:nvPr>
            <p:ph type="title"/>
          </p:nvPr>
        </p:nvSpPr>
        <p:spPr>
          <a:xfrm>
            <a:off x="611560" y="260648"/>
            <a:ext cx="8280919" cy="837919"/>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rgbClr val="930B0B"/>
              </a:buClr>
              <a:buSzPts val="3000"/>
              <a:buFont typeface="Times New Roman"/>
              <a:buNone/>
            </a:pPr>
            <a:r>
              <a:rPr b="1" lang="en-IN" sz="3000"/>
              <a:t>AUDIENCE ANALYSIS FOR STORYTELLING</a:t>
            </a:r>
            <a:r>
              <a:rPr lang="en-IN" sz="3200"/>
              <a:t>	</a:t>
            </a:r>
            <a:br>
              <a:rPr lang="en-IN" sz="2800"/>
            </a:br>
            <a:r>
              <a:rPr lang="en-IN"/>
              <a:t>	</a:t>
            </a:r>
            <a:br>
              <a:rPr lang="en-IN"/>
            </a:br>
            <a:br>
              <a:rPr lang="en-IN"/>
            </a:br>
            <a:r>
              <a:rPr lang="en-IN"/>
              <a:t>	</a:t>
            </a:r>
            <a:br>
              <a:rPr lang="en-IN"/>
            </a:br>
            <a:endParaRPr/>
          </a:p>
        </p:txBody>
      </p:sp>
      <p:sp>
        <p:nvSpPr>
          <p:cNvPr id="503" name="Google Shape;503;p64"/>
          <p:cNvSpPr txBox="1"/>
          <p:nvPr>
            <p:ph idx="1" type="body"/>
          </p:nvPr>
        </p:nvSpPr>
        <p:spPr>
          <a:xfrm>
            <a:off x="700004" y="908719"/>
            <a:ext cx="8229600" cy="5328593"/>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2800"/>
              <a:buNone/>
            </a:pPr>
            <a:r>
              <a:rPr lang="en-IN"/>
              <a:t>Narrated:</a:t>
            </a:r>
            <a:endParaRPr/>
          </a:p>
          <a:p>
            <a:pPr indent="-285750" lvl="0" marL="285750" rtl="0" algn="just">
              <a:lnSpc>
                <a:spcPct val="90000"/>
              </a:lnSpc>
              <a:spcBef>
                <a:spcPts val="1000"/>
              </a:spcBef>
              <a:spcAft>
                <a:spcPts val="0"/>
              </a:spcAft>
              <a:buClr>
                <a:schemeClr val="dk1"/>
              </a:buClr>
              <a:buSzPts val="2800"/>
              <a:buChar char="•"/>
            </a:pPr>
            <a:r>
              <a:rPr lang="en-IN"/>
              <a:t>In addition to the ability to direct the audience, live presenters also have an obligation to be sensitive to the audience and respond to their needs. </a:t>
            </a:r>
            <a:endParaRPr/>
          </a:p>
          <a:p>
            <a:pPr indent="-285750" lvl="0" marL="285750" rtl="0" algn="just">
              <a:lnSpc>
                <a:spcPct val="90000"/>
              </a:lnSpc>
              <a:spcBef>
                <a:spcPts val="1000"/>
              </a:spcBef>
              <a:spcAft>
                <a:spcPts val="0"/>
              </a:spcAft>
              <a:buClr>
                <a:schemeClr val="dk1"/>
              </a:buClr>
              <a:buSzPts val="2800"/>
              <a:buChar char="•"/>
            </a:pPr>
            <a:r>
              <a:rPr lang="en-IN"/>
              <a:t>As a presenter, you have a front row seat to your audience, and remember: You are not a TV screen —you can react and respond to visual cues to determine whether you need to speed up or slow down or go into more or less detail as you move through your presentation.</a:t>
            </a:r>
            <a:endParaRPr b="1"/>
          </a:p>
        </p:txBody>
      </p:sp>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7" name="Shape 507"/>
        <p:cNvGrpSpPr/>
        <p:nvPr/>
      </p:nvGrpSpPr>
      <p:grpSpPr>
        <a:xfrm>
          <a:off x="0" y="0"/>
          <a:ext cx="0" cy="0"/>
          <a:chOff x="0" y="0"/>
          <a:chExt cx="0" cy="0"/>
        </a:xfrm>
      </p:grpSpPr>
      <p:sp>
        <p:nvSpPr>
          <p:cNvPr id="508" name="Google Shape;508;p65"/>
          <p:cNvSpPr txBox="1"/>
          <p:nvPr>
            <p:ph type="title"/>
          </p:nvPr>
        </p:nvSpPr>
        <p:spPr>
          <a:xfrm>
            <a:off x="611560" y="260648"/>
            <a:ext cx="8280919" cy="837919"/>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rgbClr val="930B0B"/>
              </a:buClr>
              <a:buSzPts val="3000"/>
              <a:buFont typeface="Times New Roman"/>
              <a:buNone/>
            </a:pPr>
            <a:r>
              <a:rPr b="1" lang="en-IN" sz="3000"/>
              <a:t>AUDIENCE ANALYSIS FOR STORYTELLING</a:t>
            </a:r>
            <a:r>
              <a:rPr lang="en-IN" sz="3200"/>
              <a:t>	</a:t>
            </a:r>
            <a:br>
              <a:rPr lang="en-IN" sz="2800"/>
            </a:br>
            <a:r>
              <a:rPr lang="en-IN"/>
              <a:t>	</a:t>
            </a:r>
            <a:br>
              <a:rPr lang="en-IN"/>
            </a:br>
            <a:br>
              <a:rPr lang="en-IN"/>
            </a:br>
            <a:r>
              <a:rPr lang="en-IN"/>
              <a:t>	</a:t>
            </a:r>
            <a:br>
              <a:rPr lang="en-IN"/>
            </a:br>
            <a:endParaRPr/>
          </a:p>
        </p:txBody>
      </p:sp>
      <p:sp>
        <p:nvSpPr>
          <p:cNvPr id="509" name="Google Shape;509;p65"/>
          <p:cNvSpPr txBox="1"/>
          <p:nvPr>
            <p:ph idx="1" type="body"/>
          </p:nvPr>
        </p:nvSpPr>
        <p:spPr>
          <a:xfrm>
            <a:off x="700004" y="908719"/>
            <a:ext cx="8229600" cy="5328593"/>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2800"/>
              <a:buNone/>
            </a:pPr>
            <a:r>
              <a:rPr lang="en-IN"/>
              <a:t>Non-Narrated:</a:t>
            </a:r>
            <a:endParaRPr/>
          </a:p>
          <a:p>
            <a:pPr indent="-285750" lvl="0" marL="285750" rtl="0" algn="just">
              <a:lnSpc>
                <a:spcPct val="90000"/>
              </a:lnSpc>
              <a:spcBef>
                <a:spcPts val="1000"/>
              </a:spcBef>
              <a:spcAft>
                <a:spcPts val="0"/>
              </a:spcAft>
              <a:buClr>
                <a:schemeClr val="dk1"/>
              </a:buClr>
              <a:buSzPts val="2800"/>
              <a:buChar char="•"/>
            </a:pPr>
            <a:r>
              <a:rPr lang="en-IN"/>
              <a:t>On the other hand, non-narrated storytelling presentations are those that are delivered without the benefit of a storyteller to guide the experience, such as reports or emails or even dashboards. </a:t>
            </a:r>
            <a:endParaRPr/>
          </a:p>
          <a:p>
            <a:pPr indent="-285750" lvl="0" marL="285750" rtl="0" algn="just">
              <a:lnSpc>
                <a:spcPct val="90000"/>
              </a:lnSpc>
              <a:spcBef>
                <a:spcPts val="1000"/>
              </a:spcBef>
              <a:spcAft>
                <a:spcPts val="0"/>
              </a:spcAft>
              <a:buClr>
                <a:schemeClr val="dk1"/>
              </a:buClr>
              <a:buSzPts val="2800"/>
              <a:buChar char="•"/>
            </a:pPr>
            <a:r>
              <a:rPr lang="en-IN"/>
              <a:t>In any of these instances, the storyteller relinquishes control of the audience’s experience and relies on the puts it in the hands of the tool used to distribute the information.</a:t>
            </a:r>
            <a:endParaRPr b="1"/>
          </a:p>
        </p:txBody>
      </p:sp>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3" name="Shape 513"/>
        <p:cNvGrpSpPr/>
        <p:nvPr/>
      </p:nvGrpSpPr>
      <p:grpSpPr>
        <a:xfrm>
          <a:off x="0" y="0"/>
          <a:ext cx="0" cy="0"/>
          <a:chOff x="0" y="0"/>
          <a:chExt cx="0" cy="0"/>
        </a:xfrm>
      </p:grpSpPr>
      <p:sp>
        <p:nvSpPr>
          <p:cNvPr id="514" name="Google Shape;514;p66"/>
          <p:cNvSpPr txBox="1"/>
          <p:nvPr>
            <p:ph type="title"/>
          </p:nvPr>
        </p:nvSpPr>
        <p:spPr>
          <a:xfrm>
            <a:off x="611560" y="260648"/>
            <a:ext cx="8280919" cy="837919"/>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rgbClr val="930B0B"/>
              </a:buClr>
              <a:buSzPts val="3000"/>
              <a:buFont typeface="Times New Roman"/>
              <a:buNone/>
            </a:pPr>
            <a:r>
              <a:rPr b="1" lang="en-IN" sz="3000"/>
              <a:t>AUDIENCE ANALYSIS FOR STORYTELLING</a:t>
            </a:r>
            <a:r>
              <a:rPr lang="en-IN" sz="3200"/>
              <a:t>	</a:t>
            </a:r>
            <a:br>
              <a:rPr lang="en-IN" sz="2800"/>
            </a:br>
            <a:r>
              <a:rPr lang="en-IN"/>
              <a:t>	</a:t>
            </a:r>
            <a:br>
              <a:rPr lang="en-IN"/>
            </a:br>
            <a:br>
              <a:rPr lang="en-IN"/>
            </a:br>
            <a:r>
              <a:rPr lang="en-IN"/>
              <a:t>	</a:t>
            </a:r>
            <a:br>
              <a:rPr lang="en-IN"/>
            </a:br>
            <a:endParaRPr/>
          </a:p>
        </p:txBody>
      </p:sp>
      <p:sp>
        <p:nvSpPr>
          <p:cNvPr id="515" name="Google Shape;515;p66"/>
          <p:cNvSpPr txBox="1"/>
          <p:nvPr>
            <p:ph idx="1" type="body"/>
          </p:nvPr>
        </p:nvSpPr>
        <p:spPr>
          <a:xfrm>
            <a:off x="700004" y="908719"/>
            <a:ext cx="8229600" cy="5328593"/>
          </a:xfrm>
          <a:prstGeom prst="rect">
            <a:avLst/>
          </a:prstGeom>
          <a:noFill/>
          <a:ln>
            <a:noFill/>
          </a:ln>
        </p:spPr>
        <p:txBody>
          <a:bodyPr anchorCtr="0" anchor="t" bIns="45700" lIns="91425" spcFirstLastPara="1" rIns="91425" wrap="square" tIns="45700">
            <a:normAutofit lnSpcReduction="10000"/>
          </a:bodyPr>
          <a:lstStyle/>
          <a:p>
            <a:pPr indent="0" lvl="0" marL="0" rtl="0" algn="l">
              <a:lnSpc>
                <a:spcPct val="90000"/>
              </a:lnSpc>
              <a:spcBef>
                <a:spcPts val="0"/>
              </a:spcBef>
              <a:spcAft>
                <a:spcPts val="0"/>
              </a:spcAft>
              <a:buClr>
                <a:schemeClr val="dk1"/>
              </a:buClr>
              <a:buSzPts val="2800"/>
              <a:buNone/>
            </a:pPr>
            <a:r>
              <a:rPr lang="en-IN"/>
              <a:t>Non-Narrated:</a:t>
            </a:r>
            <a:endParaRPr/>
          </a:p>
          <a:p>
            <a:pPr indent="-285750" lvl="0" marL="285750" rtl="0" algn="just">
              <a:lnSpc>
                <a:spcPct val="90000"/>
              </a:lnSpc>
              <a:spcBef>
                <a:spcPts val="1000"/>
              </a:spcBef>
              <a:spcAft>
                <a:spcPts val="0"/>
              </a:spcAft>
              <a:buClr>
                <a:schemeClr val="dk1"/>
              </a:buClr>
              <a:buSzPts val="2800"/>
              <a:buChar char="•"/>
            </a:pPr>
            <a:r>
              <a:rPr lang="en-IN"/>
              <a:t>To ensure the integrity of the visuals and the story, a highly curated and detailed view of the information is necessary. In the case of Tableau, dashboards or story points, this translates into not just well-crafted visualizations, but cohesive, logical storylines and appropriate filters, highlights, and other venues to let the audience explore visuals without degrading the story or the underlying data’s integrity. </a:t>
            </a:r>
            <a:endParaRPr/>
          </a:p>
          <a:p>
            <a:pPr indent="-285750" lvl="0" marL="285750" rtl="0" algn="just">
              <a:lnSpc>
                <a:spcPct val="90000"/>
              </a:lnSpc>
              <a:spcBef>
                <a:spcPts val="1000"/>
              </a:spcBef>
              <a:spcAft>
                <a:spcPts val="0"/>
              </a:spcAft>
              <a:buClr>
                <a:schemeClr val="dk1"/>
              </a:buClr>
              <a:buSzPts val="2800"/>
              <a:buChar char="•"/>
            </a:pPr>
            <a:r>
              <a:rPr lang="en-IN"/>
              <a:t>Pay attention to device form factor here, too, as you will need to be aware of how your story presents across multiple devices (laptop screens, tablets, smartphones, and so on).</a:t>
            </a:r>
            <a:endParaRPr b="1"/>
          </a:p>
        </p:txBody>
      </p:sp>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9" name="Shape 519"/>
        <p:cNvGrpSpPr/>
        <p:nvPr/>
      </p:nvGrpSpPr>
      <p:grpSpPr>
        <a:xfrm>
          <a:off x="0" y="0"/>
          <a:ext cx="0" cy="0"/>
          <a:chOff x="0" y="0"/>
          <a:chExt cx="0" cy="0"/>
        </a:xfrm>
      </p:grpSpPr>
      <p:sp>
        <p:nvSpPr>
          <p:cNvPr id="520" name="Google Shape;520;p67"/>
          <p:cNvSpPr txBox="1"/>
          <p:nvPr>
            <p:ph type="title"/>
          </p:nvPr>
        </p:nvSpPr>
        <p:spPr>
          <a:xfrm>
            <a:off x="611560" y="260648"/>
            <a:ext cx="8280919" cy="837919"/>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rgbClr val="930B0B"/>
              </a:buClr>
              <a:buSzPts val="3000"/>
              <a:buFont typeface="Times New Roman"/>
              <a:buNone/>
            </a:pPr>
            <a:r>
              <a:rPr b="1" lang="en-IN" sz="3000"/>
              <a:t>AUDIENCE ANALYSIS FOR STORYTELLING</a:t>
            </a:r>
            <a:r>
              <a:rPr lang="en-IN" sz="3200"/>
              <a:t>	</a:t>
            </a:r>
            <a:br>
              <a:rPr lang="en-IN" sz="2800"/>
            </a:br>
            <a:r>
              <a:rPr lang="en-IN"/>
              <a:t>	</a:t>
            </a:r>
            <a:br>
              <a:rPr lang="en-IN"/>
            </a:br>
            <a:br>
              <a:rPr lang="en-IN"/>
            </a:br>
            <a:r>
              <a:rPr lang="en-IN"/>
              <a:t>	</a:t>
            </a:r>
            <a:br>
              <a:rPr lang="en-IN"/>
            </a:br>
            <a:endParaRPr/>
          </a:p>
        </p:txBody>
      </p:sp>
      <p:sp>
        <p:nvSpPr>
          <p:cNvPr id="521" name="Google Shape;521;p67"/>
          <p:cNvSpPr txBox="1"/>
          <p:nvPr>
            <p:ph idx="1" type="body"/>
          </p:nvPr>
        </p:nvSpPr>
        <p:spPr>
          <a:xfrm>
            <a:off x="700004" y="908719"/>
            <a:ext cx="8229600" cy="5328593"/>
          </a:xfrm>
          <a:prstGeom prst="rect">
            <a:avLst/>
          </a:prstGeom>
          <a:noFill/>
          <a:ln>
            <a:noFill/>
          </a:ln>
        </p:spPr>
        <p:txBody>
          <a:bodyPr anchorCtr="0" anchor="t" bIns="45700" lIns="91425" spcFirstLastPara="1" rIns="91425" wrap="square" tIns="45700">
            <a:normAutofit fontScale="92500" lnSpcReduction="10000"/>
          </a:bodyPr>
          <a:lstStyle/>
          <a:p>
            <a:pPr indent="0" lvl="0" marL="0" rtl="0" algn="l">
              <a:lnSpc>
                <a:spcPct val="90000"/>
              </a:lnSpc>
              <a:spcBef>
                <a:spcPts val="0"/>
              </a:spcBef>
              <a:spcAft>
                <a:spcPts val="0"/>
              </a:spcAft>
              <a:buClr>
                <a:schemeClr val="dk1"/>
              </a:buClr>
              <a:buSzPct val="100000"/>
              <a:buNone/>
            </a:pPr>
            <a:r>
              <a:rPr b="1" lang="en-IN"/>
              <a:t>TIPS FOR SUCCESS IN PRESENTATIONS:</a:t>
            </a:r>
            <a:endParaRPr/>
          </a:p>
          <a:p>
            <a:pPr indent="-285750" lvl="0" marL="285750" rtl="0" algn="just">
              <a:lnSpc>
                <a:spcPct val="90000"/>
              </a:lnSpc>
              <a:spcBef>
                <a:spcPts val="1000"/>
              </a:spcBef>
              <a:spcAft>
                <a:spcPts val="0"/>
              </a:spcAft>
              <a:buClr>
                <a:schemeClr val="dk1"/>
              </a:buClr>
              <a:buSzPct val="100000"/>
              <a:buChar char="•"/>
            </a:pPr>
            <a:r>
              <a:rPr lang="en-IN"/>
              <a:t>Storytellers must, in addition to their skills in data analysis and visualization, be skilled presenters, equipped with the capability to guide the audience through the story and facilitate a shared experience.</a:t>
            </a:r>
            <a:endParaRPr/>
          </a:p>
          <a:p>
            <a:pPr indent="-285750" lvl="0" marL="285750" rtl="0" algn="just">
              <a:lnSpc>
                <a:spcPct val="90000"/>
              </a:lnSpc>
              <a:spcBef>
                <a:spcPts val="1000"/>
              </a:spcBef>
              <a:spcAft>
                <a:spcPts val="0"/>
              </a:spcAft>
              <a:buClr>
                <a:schemeClr val="dk1"/>
              </a:buClr>
              <a:buSzPct val="100000"/>
              <a:buChar char="•"/>
            </a:pPr>
            <a:r>
              <a:rPr lang="en-IN"/>
              <a:t>people’s </a:t>
            </a:r>
            <a:r>
              <a:rPr i="1" lang="en-IN"/>
              <a:t>number one </a:t>
            </a:r>
            <a:r>
              <a:rPr lang="en-IN"/>
              <a:t>fear is of public speaking. Number two is death.</a:t>
            </a:r>
            <a:endParaRPr/>
          </a:p>
          <a:p>
            <a:pPr indent="-285750" lvl="0" marL="285750" rtl="0" algn="just">
              <a:lnSpc>
                <a:spcPct val="90000"/>
              </a:lnSpc>
              <a:spcBef>
                <a:spcPts val="1000"/>
              </a:spcBef>
              <a:spcAft>
                <a:spcPts val="0"/>
              </a:spcAft>
              <a:buClr>
                <a:schemeClr val="dk1"/>
              </a:buClr>
              <a:buSzPct val="100000"/>
              <a:buChar char="•"/>
            </a:pPr>
            <a:r>
              <a:rPr lang="en-IN"/>
              <a:t>The secret to overcoming presentation anxiety and polishing up your skills as a speaker is this: practice.</a:t>
            </a:r>
            <a:endParaRPr/>
          </a:p>
          <a:p>
            <a:pPr indent="-285750" lvl="0" marL="285750" rtl="0" algn="just">
              <a:lnSpc>
                <a:spcPct val="90000"/>
              </a:lnSpc>
              <a:spcBef>
                <a:spcPts val="1000"/>
              </a:spcBef>
              <a:spcAft>
                <a:spcPts val="0"/>
              </a:spcAft>
              <a:buClr>
                <a:schemeClr val="dk1"/>
              </a:buClr>
              <a:buSzPct val="100000"/>
              <a:buChar char="•"/>
            </a:pPr>
            <a:r>
              <a:rPr lang="en-IN"/>
              <a:t>Practice gives you opportunities to learn your own strengths as well as identify areas to improve, helps you discover and fine-tune your speaking style, and— perhaps most important—it is the one and only venue to building confidence earned from experience.</a:t>
            </a:r>
            <a:endParaRPr/>
          </a:p>
          <a:p>
            <a:pPr indent="-121285" lvl="0" marL="285750" rtl="0" algn="just">
              <a:lnSpc>
                <a:spcPct val="90000"/>
              </a:lnSpc>
              <a:spcBef>
                <a:spcPts val="1000"/>
              </a:spcBef>
              <a:spcAft>
                <a:spcPts val="0"/>
              </a:spcAft>
              <a:buClr>
                <a:schemeClr val="dk1"/>
              </a:buClr>
              <a:buSzPct val="100000"/>
              <a:buNone/>
            </a:pPr>
            <a:r>
              <a:t/>
            </a:r>
            <a:endParaRPr b="1"/>
          </a:p>
        </p:txBody>
      </p:sp>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5" name="Shape 525"/>
        <p:cNvGrpSpPr/>
        <p:nvPr/>
      </p:nvGrpSpPr>
      <p:grpSpPr>
        <a:xfrm>
          <a:off x="0" y="0"/>
          <a:ext cx="0" cy="0"/>
          <a:chOff x="0" y="0"/>
          <a:chExt cx="0" cy="0"/>
        </a:xfrm>
      </p:grpSpPr>
      <p:sp>
        <p:nvSpPr>
          <p:cNvPr id="526" name="Google Shape;526;p68"/>
          <p:cNvSpPr txBox="1"/>
          <p:nvPr>
            <p:ph type="title"/>
          </p:nvPr>
        </p:nvSpPr>
        <p:spPr>
          <a:xfrm>
            <a:off x="611560" y="260648"/>
            <a:ext cx="8280919" cy="837919"/>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rgbClr val="930B0B"/>
              </a:buClr>
              <a:buSzPts val="3200"/>
              <a:buFont typeface="Times New Roman"/>
              <a:buNone/>
            </a:pPr>
            <a:r>
              <a:rPr lang="en-IN" sz="3200"/>
              <a:t>Steps to Visual Data Storytelling 	</a:t>
            </a:r>
            <a:br>
              <a:rPr lang="en-IN" sz="3200"/>
            </a:br>
            <a:r>
              <a:rPr lang="en-IN" sz="3200"/>
              <a:t>	</a:t>
            </a:r>
            <a:br>
              <a:rPr lang="en-IN" sz="2800"/>
            </a:br>
            <a:r>
              <a:rPr lang="en-IN"/>
              <a:t>	</a:t>
            </a:r>
            <a:br>
              <a:rPr lang="en-IN"/>
            </a:br>
            <a:br>
              <a:rPr lang="en-IN"/>
            </a:br>
            <a:r>
              <a:rPr lang="en-IN"/>
              <a:t>	</a:t>
            </a:r>
            <a:br>
              <a:rPr lang="en-IN"/>
            </a:br>
            <a:endParaRPr/>
          </a:p>
        </p:txBody>
      </p:sp>
      <p:sp>
        <p:nvSpPr>
          <p:cNvPr id="527" name="Google Shape;527;p68"/>
          <p:cNvSpPr txBox="1"/>
          <p:nvPr>
            <p:ph idx="1" type="body"/>
          </p:nvPr>
        </p:nvSpPr>
        <p:spPr>
          <a:xfrm>
            <a:off x="700004" y="908719"/>
            <a:ext cx="8229600" cy="5328593"/>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2800"/>
              <a:buNone/>
            </a:pPr>
            <a:r>
              <a:rPr lang="en-IN"/>
              <a:t>Five steps to guide you as you work to build a perfect</a:t>
            </a:r>
            <a:endParaRPr/>
          </a:p>
          <a:p>
            <a:pPr indent="0" lvl="0" marL="0" rtl="0" algn="l">
              <a:lnSpc>
                <a:spcPct val="90000"/>
              </a:lnSpc>
              <a:spcBef>
                <a:spcPts val="1000"/>
              </a:spcBef>
              <a:spcAft>
                <a:spcPts val="0"/>
              </a:spcAft>
              <a:buClr>
                <a:schemeClr val="dk1"/>
              </a:buClr>
              <a:buSzPts val="2800"/>
              <a:buNone/>
            </a:pPr>
            <a:r>
              <a:rPr lang="en-IN"/>
              <a:t>data story.</a:t>
            </a:r>
            <a:endParaRPr/>
          </a:p>
          <a:p>
            <a:pPr indent="-285750" lvl="0" marL="285750" rtl="0" algn="l">
              <a:lnSpc>
                <a:spcPct val="90000"/>
              </a:lnSpc>
              <a:spcBef>
                <a:spcPts val="1000"/>
              </a:spcBef>
              <a:spcAft>
                <a:spcPts val="0"/>
              </a:spcAft>
              <a:buClr>
                <a:schemeClr val="dk1"/>
              </a:buClr>
              <a:buSzPts val="2800"/>
              <a:buFont typeface="Arial"/>
              <a:buChar char="•"/>
            </a:pPr>
            <a:r>
              <a:rPr b="1" lang="en-IN"/>
              <a:t>Step 1. Find Data That Supports Your Story</a:t>
            </a:r>
            <a:endParaRPr/>
          </a:p>
          <a:p>
            <a:pPr indent="-285750" lvl="0" marL="285750" rtl="0" algn="l">
              <a:lnSpc>
                <a:spcPct val="90000"/>
              </a:lnSpc>
              <a:spcBef>
                <a:spcPts val="1000"/>
              </a:spcBef>
              <a:spcAft>
                <a:spcPts val="0"/>
              </a:spcAft>
              <a:buClr>
                <a:schemeClr val="dk1"/>
              </a:buClr>
              <a:buSzPts val="2800"/>
              <a:buFont typeface="Arial"/>
              <a:buChar char="•"/>
            </a:pPr>
            <a:r>
              <a:rPr b="1" lang="en-IN"/>
              <a:t>Step 2. Layer Information for Understanding</a:t>
            </a:r>
            <a:endParaRPr/>
          </a:p>
          <a:p>
            <a:pPr indent="-285750" lvl="0" marL="285750" rtl="0" algn="l">
              <a:lnSpc>
                <a:spcPct val="90000"/>
              </a:lnSpc>
              <a:spcBef>
                <a:spcPts val="1000"/>
              </a:spcBef>
              <a:spcAft>
                <a:spcPts val="0"/>
              </a:spcAft>
              <a:buClr>
                <a:schemeClr val="dk1"/>
              </a:buClr>
              <a:buSzPts val="2800"/>
              <a:buFont typeface="Arial"/>
              <a:buChar char="•"/>
            </a:pPr>
            <a:r>
              <a:rPr b="1" lang="en-IN"/>
              <a:t>Step 3. Design to Reveal</a:t>
            </a:r>
            <a:endParaRPr/>
          </a:p>
          <a:p>
            <a:pPr indent="-285750" lvl="0" marL="285750" rtl="0" algn="l">
              <a:lnSpc>
                <a:spcPct val="90000"/>
              </a:lnSpc>
              <a:spcBef>
                <a:spcPts val="1000"/>
              </a:spcBef>
              <a:spcAft>
                <a:spcPts val="0"/>
              </a:spcAft>
              <a:buClr>
                <a:schemeClr val="dk1"/>
              </a:buClr>
              <a:buSzPts val="2800"/>
              <a:buFont typeface="Arial"/>
              <a:buChar char="•"/>
            </a:pPr>
            <a:r>
              <a:rPr b="1" lang="en-IN"/>
              <a:t>Step 4. Beware the False Reveal</a:t>
            </a:r>
            <a:endParaRPr/>
          </a:p>
          <a:p>
            <a:pPr indent="-285750" lvl="0" marL="285750" rtl="0" algn="l">
              <a:lnSpc>
                <a:spcPct val="90000"/>
              </a:lnSpc>
              <a:spcBef>
                <a:spcPts val="1000"/>
              </a:spcBef>
              <a:spcAft>
                <a:spcPts val="0"/>
              </a:spcAft>
              <a:buClr>
                <a:schemeClr val="dk1"/>
              </a:buClr>
              <a:buSzPts val="2800"/>
              <a:buFont typeface="Arial"/>
              <a:buChar char="•"/>
            </a:pPr>
            <a:r>
              <a:rPr b="1" lang="en-IN"/>
              <a:t>Step 5. Tell It Fast</a:t>
            </a:r>
            <a:endParaRPr b="1"/>
          </a:p>
        </p:txBody>
      </p:sp>
    </p:spTree>
  </p:cSld>
  <p:clrMapOvr>
    <a:masterClrMapping/>
  </p:clrMapOvr>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1" name="Shape 531"/>
        <p:cNvGrpSpPr/>
        <p:nvPr/>
      </p:nvGrpSpPr>
      <p:grpSpPr>
        <a:xfrm>
          <a:off x="0" y="0"/>
          <a:ext cx="0" cy="0"/>
          <a:chOff x="0" y="0"/>
          <a:chExt cx="0" cy="0"/>
        </a:xfrm>
      </p:grpSpPr>
      <p:sp>
        <p:nvSpPr>
          <p:cNvPr id="532" name="Google Shape;532;p69"/>
          <p:cNvSpPr txBox="1"/>
          <p:nvPr>
            <p:ph type="title"/>
          </p:nvPr>
        </p:nvSpPr>
        <p:spPr>
          <a:xfrm>
            <a:off x="611560" y="260648"/>
            <a:ext cx="8280919" cy="837919"/>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rgbClr val="930B0B"/>
              </a:buClr>
              <a:buSzPts val="3200"/>
              <a:buFont typeface="Times New Roman"/>
              <a:buNone/>
            </a:pPr>
            <a:r>
              <a:rPr lang="en-IN" sz="3200"/>
              <a:t>Steps to Visual Data Storytelling 	</a:t>
            </a:r>
            <a:br>
              <a:rPr lang="en-IN" sz="3200"/>
            </a:br>
            <a:r>
              <a:rPr lang="en-IN" sz="3200"/>
              <a:t>	</a:t>
            </a:r>
            <a:br>
              <a:rPr lang="en-IN" sz="2800"/>
            </a:br>
            <a:r>
              <a:rPr lang="en-IN"/>
              <a:t>	</a:t>
            </a:r>
            <a:br>
              <a:rPr lang="en-IN"/>
            </a:br>
            <a:br>
              <a:rPr lang="en-IN"/>
            </a:br>
            <a:r>
              <a:rPr lang="en-IN"/>
              <a:t>	</a:t>
            </a:r>
            <a:br>
              <a:rPr lang="en-IN"/>
            </a:br>
            <a:endParaRPr/>
          </a:p>
        </p:txBody>
      </p:sp>
      <p:sp>
        <p:nvSpPr>
          <p:cNvPr id="533" name="Google Shape;533;p69"/>
          <p:cNvSpPr txBox="1"/>
          <p:nvPr>
            <p:ph idx="1" type="body"/>
          </p:nvPr>
        </p:nvSpPr>
        <p:spPr>
          <a:xfrm>
            <a:off x="700004" y="908719"/>
            <a:ext cx="8229600" cy="5328593"/>
          </a:xfrm>
          <a:prstGeom prst="rect">
            <a:avLst/>
          </a:prstGeom>
          <a:noFill/>
          <a:ln>
            <a:noFill/>
          </a:ln>
        </p:spPr>
        <p:txBody>
          <a:bodyPr anchorCtr="0" anchor="t" bIns="45700" lIns="91425" spcFirstLastPara="1" rIns="91425" wrap="square" tIns="45700">
            <a:normAutofit/>
          </a:bodyPr>
          <a:lstStyle/>
          <a:p>
            <a:pPr indent="-285750" lvl="0" marL="285750" rtl="0" algn="l">
              <a:lnSpc>
                <a:spcPct val="90000"/>
              </a:lnSpc>
              <a:spcBef>
                <a:spcPts val="0"/>
              </a:spcBef>
              <a:spcAft>
                <a:spcPts val="0"/>
              </a:spcAft>
              <a:buClr>
                <a:schemeClr val="dk1"/>
              </a:buClr>
              <a:buSzPts val="2800"/>
              <a:buFont typeface="Arial"/>
              <a:buChar char="•"/>
            </a:pPr>
            <a:r>
              <a:rPr b="1" lang="en-IN"/>
              <a:t>Step 1. Find Data That Supports Your Story:</a:t>
            </a:r>
            <a:endParaRPr/>
          </a:p>
          <a:p>
            <a:pPr indent="-285750" lvl="0" marL="285750" rtl="0" algn="just">
              <a:lnSpc>
                <a:spcPct val="90000"/>
              </a:lnSpc>
              <a:spcBef>
                <a:spcPts val="1000"/>
              </a:spcBef>
              <a:spcAft>
                <a:spcPts val="0"/>
              </a:spcAft>
              <a:buClr>
                <a:schemeClr val="dk1"/>
              </a:buClr>
              <a:buSzPts val="2800"/>
              <a:buChar char="•"/>
            </a:pPr>
            <a:r>
              <a:rPr lang="en-IN"/>
              <a:t>To find or collect data that supports the story you want to tell. </a:t>
            </a:r>
            <a:endParaRPr/>
          </a:p>
          <a:p>
            <a:pPr indent="-285750" lvl="0" marL="285750" rtl="0" algn="just">
              <a:lnSpc>
                <a:spcPct val="90000"/>
              </a:lnSpc>
              <a:spcBef>
                <a:spcPts val="1000"/>
              </a:spcBef>
              <a:spcAft>
                <a:spcPts val="0"/>
              </a:spcAft>
              <a:buClr>
                <a:schemeClr val="dk1"/>
              </a:buClr>
              <a:buSzPts val="2800"/>
              <a:buChar char="•"/>
            </a:pPr>
            <a:r>
              <a:rPr lang="en-IN"/>
              <a:t>The storytelling process is, in many ways, more similar to the scientific process than to any literary one. </a:t>
            </a:r>
            <a:endParaRPr/>
          </a:p>
          <a:p>
            <a:pPr indent="-285750" lvl="0" marL="285750" rtl="0" algn="just">
              <a:lnSpc>
                <a:spcPct val="90000"/>
              </a:lnSpc>
              <a:spcBef>
                <a:spcPts val="1000"/>
              </a:spcBef>
              <a:spcAft>
                <a:spcPts val="0"/>
              </a:spcAft>
              <a:buClr>
                <a:schemeClr val="dk1"/>
              </a:buClr>
              <a:buSzPts val="2800"/>
              <a:buChar char="•"/>
            </a:pPr>
            <a:r>
              <a:rPr lang="en-IN"/>
              <a:t>After all, as an analyst and storyteller you are tasked with asking questions, performing background research, constructing and testing one or many hypotheses, and analyzing results to draw a conclusion.</a:t>
            </a:r>
            <a:endParaRPr/>
          </a:p>
        </p:txBody>
      </p:sp>
    </p:spTree>
  </p:cSld>
  <p:clrMapOvr>
    <a:masterClrMapping/>
  </p:clrMapOvr>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7" name="Shape 537"/>
        <p:cNvGrpSpPr/>
        <p:nvPr/>
      </p:nvGrpSpPr>
      <p:grpSpPr>
        <a:xfrm>
          <a:off x="0" y="0"/>
          <a:ext cx="0" cy="0"/>
          <a:chOff x="0" y="0"/>
          <a:chExt cx="0" cy="0"/>
        </a:xfrm>
      </p:grpSpPr>
      <p:sp>
        <p:nvSpPr>
          <p:cNvPr id="538" name="Google Shape;538;p70"/>
          <p:cNvSpPr txBox="1"/>
          <p:nvPr>
            <p:ph type="title"/>
          </p:nvPr>
        </p:nvSpPr>
        <p:spPr>
          <a:xfrm>
            <a:off x="611560" y="260648"/>
            <a:ext cx="8280919" cy="837919"/>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rgbClr val="930B0B"/>
              </a:buClr>
              <a:buSzPts val="3200"/>
              <a:buFont typeface="Times New Roman"/>
              <a:buNone/>
            </a:pPr>
            <a:r>
              <a:rPr lang="en-IN" sz="3200"/>
              <a:t>Steps to Visual Data Storytelling 	</a:t>
            </a:r>
            <a:br>
              <a:rPr lang="en-IN" sz="3200"/>
            </a:br>
            <a:r>
              <a:rPr lang="en-IN" sz="3200"/>
              <a:t>	</a:t>
            </a:r>
            <a:br>
              <a:rPr lang="en-IN" sz="2800"/>
            </a:br>
            <a:r>
              <a:rPr lang="en-IN"/>
              <a:t>	</a:t>
            </a:r>
            <a:br>
              <a:rPr lang="en-IN"/>
            </a:br>
            <a:br>
              <a:rPr lang="en-IN"/>
            </a:br>
            <a:r>
              <a:rPr lang="en-IN"/>
              <a:t>	</a:t>
            </a:r>
            <a:br>
              <a:rPr lang="en-IN"/>
            </a:br>
            <a:endParaRPr/>
          </a:p>
        </p:txBody>
      </p:sp>
      <p:sp>
        <p:nvSpPr>
          <p:cNvPr id="539" name="Google Shape;539;p70"/>
          <p:cNvSpPr txBox="1"/>
          <p:nvPr>
            <p:ph idx="1" type="body"/>
          </p:nvPr>
        </p:nvSpPr>
        <p:spPr>
          <a:xfrm>
            <a:off x="700004" y="908719"/>
            <a:ext cx="8229600" cy="5328593"/>
          </a:xfrm>
          <a:prstGeom prst="rect">
            <a:avLst/>
          </a:prstGeom>
          <a:noFill/>
          <a:ln>
            <a:noFill/>
          </a:ln>
        </p:spPr>
        <p:txBody>
          <a:bodyPr anchorCtr="0" anchor="t" bIns="45700" lIns="91425" spcFirstLastPara="1" rIns="91425" wrap="square" tIns="45700">
            <a:normAutofit lnSpcReduction="10000"/>
          </a:bodyPr>
          <a:lstStyle/>
          <a:p>
            <a:pPr indent="-285750" lvl="0" marL="285750" rtl="0" algn="l">
              <a:lnSpc>
                <a:spcPct val="90000"/>
              </a:lnSpc>
              <a:spcBef>
                <a:spcPts val="0"/>
              </a:spcBef>
              <a:spcAft>
                <a:spcPts val="0"/>
              </a:spcAft>
              <a:buClr>
                <a:schemeClr val="dk1"/>
              </a:buClr>
              <a:buSzPts val="2800"/>
              <a:buFont typeface="Arial"/>
              <a:buChar char="•"/>
            </a:pPr>
            <a:r>
              <a:rPr b="1" lang="en-IN"/>
              <a:t>Step 1. Find Data That Supports Your Story:</a:t>
            </a:r>
            <a:endParaRPr/>
          </a:p>
          <a:p>
            <a:pPr indent="-285750" lvl="0" marL="285750" rtl="0" algn="just">
              <a:lnSpc>
                <a:spcPct val="90000"/>
              </a:lnSpc>
              <a:spcBef>
                <a:spcPts val="1000"/>
              </a:spcBef>
              <a:spcAft>
                <a:spcPts val="0"/>
              </a:spcAft>
              <a:buClr>
                <a:schemeClr val="dk1"/>
              </a:buClr>
              <a:buSzPts val="2800"/>
              <a:buChar char="•"/>
            </a:pPr>
            <a:r>
              <a:rPr lang="en-IN"/>
              <a:t>Finding data to support a story doesn’t necessarily require scientific data. </a:t>
            </a:r>
            <a:endParaRPr/>
          </a:p>
          <a:p>
            <a:pPr indent="-285750" lvl="0" marL="285750" rtl="0" algn="just">
              <a:lnSpc>
                <a:spcPct val="90000"/>
              </a:lnSpc>
              <a:spcBef>
                <a:spcPts val="1000"/>
              </a:spcBef>
              <a:spcAft>
                <a:spcPts val="0"/>
              </a:spcAft>
              <a:buClr>
                <a:schemeClr val="dk1"/>
              </a:buClr>
              <a:buSzPts val="2800"/>
              <a:buChar char="•"/>
            </a:pPr>
            <a:r>
              <a:rPr lang="en-IN"/>
              <a:t>Ultimately, the data chosen to tell a story should support the story it is telling in context, complexity, and depth. </a:t>
            </a:r>
            <a:endParaRPr/>
          </a:p>
          <a:p>
            <a:pPr indent="-285750" lvl="0" marL="285750" rtl="0" algn="just">
              <a:lnSpc>
                <a:spcPct val="90000"/>
              </a:lnSpc>
              <a:spcBef>
                <a:spcPts val="1000"/>
              </a:spcBef>
              <a:spcAft>
                <a:spcPts val="0"/>
              </a:spcAft>
              <a:buClr>
                <a:schemeClr val="dk1"/>
              </a:buClr>
              <a:buSzPts val="2800"/>
              <a:buChar char="•"/>
            </a:pPr>
            <a:r>
              <a:rPr lang="en-IN"/>
              <a:t>In other words, find a story you’re interested in telling.</a:t>
            </a:r>
            <a:endParaRPr/>
          </a:p>
          <a:p>
            <a:pPr indent="-285750" lvl="0" marL="285750" rtl="0" algn="just">
              <a:lnSpc>
                <a:spcPct val="90000"/>
              </a:lnSpc>
              <a:spcBef>
                <a:spcPts val="1000"/>
              </a:spcBef>
              <a:spcAft>
                <a:spcPts val="0"/>
              </a:spcAft>
              <a:buClr>
                <a:schemeClr val="dk1"/>
              </a:buClr>
              <a:buSzPts val="2800"/>
              <a:buChar char="•"/>
            </a:pPr>
            <a:r>
              <a:rPr lang="en-IN"/>
              <a:t>Then, make sure you understand your data and respect its limitations, knowing the story your data </a:t>
            </a:r>
            <a:r>
              <a:rPr i="1" lang="en-IN"/>
              <a:t>can </a:t>
            </a:r>
            <a:r>
              <a:rPr lang="en-IN"/>
              <a:t>logically support, and where you might need to add additional data to fill gaps or answer additional important questions.</a:t>
            </a:r>
            <a:endParaRPr/>
          </a:p>
        </p:txBody>
      </p:sp>
    </p:spTree>
  </p:cSld>
  <p:clrMapOvr>
    <a:masterClrMapping/>
  </p:clrMapOvr>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3" name="Shape 543"/>
        <p:cNvGrpSpPr/>
        <p:nvPr/>
      </p:nvGrpSpPr>
      <p:grpSpPr>
        <a:xfrm>
          <a:off x="0" y="0"/>
          <a:ext cx="0" cy="0"/>
          <a:chOff x="0" y="0"/>
          <a:chExt cx="0" cy="0"/>
        </a:xfrm>
      </p:grpSpPr>
      <p:sp>
        <p:nvSpPr>
          <p:cNvPr id="544" name="Google Shape;544;p71"/>
          <p:cNvSpPr txBox="1"/>
          <p:nvPr>
            <p:ph type="title"/>
          </p:nvPr>
        </p:nvSpPr>
        <p:spPr>
          <a:xfrm>
            <a:off x="611560" y="260648"/>
            <a:ext cx="8280919" cy="837919"/>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rgbClr val="930B0B"/>
              </a:buClr>
              <a:buSzPts val="3200"/>
              <a:buFont typeface="Times New Roman"/>
              <a:buNone/>
            </a:pPr>
            <a:r>
              <a:rPr lang="en-IN" sz="3200"/>
              <a:t>Steps to Visual Data Storytelling 	</a:t>
            </a:r>
            <a:br>
              <a:rPr lang="en-IN" sz="3200"/>
            </a:br>
            <a:r>
              <a:rPr lang="en-IN" sz="3200"/>
              <a:t>	</a:t>
            </a:r>
            <a:br>
              <a:rPr lang="en-IN" sz="2800"/>
            </a:br>
            <a:r>
              <a:rPr lang="en-IN"/>
              <a:t>	</a:t>
            </a:r>
            <a:br>
              <a:rPr lang="en-IN"/>
            </a:br>
            <a:br>
              <a:rPr lang="en-IN"/>
            </a:br>
            <a:r>
              <a:rPr lang="en-IN"/>
              <a:t>	</a:t>
            </a:r>
            <a:br>
              <a:rPr lang="en-IN"/>
            </a:br>
            <a:endParaRPr/>
          </a:p>
        </p:txBody>
      </p:sp>
      <p:sp>
        <p:nvSpPr>
          <p:cNvPr id="545" name="Google Shape;545;p71"/>
          <p:cNvSpPr txBox="1"/>
          <p:nvPr>
            <p:ph idx="1" type="body"/>
          </p:nvPr>
        </p:nvSpPr>
        <p:spPr>
          <a:xfrm>
            <a:off x="700004" y="908719"/>
            <a:ext cx="8229600" cy="5328593"/>
          </a:xfrm>
          <a:prstGeom prst="rect">
            <a:avLst/>
          </a:prstGeom>
          <a:noFill/>
          <a:ln>
            <a:noFill/>
          </a:ln>
        </p:spPr>
        <p:txBody>
          <a:bodyPr anchorCtr="0" anchor="t" bIns="45700" lIns="91425" spcFirstLastPara="1" rIns="91425" wrap="square" tIns="45700">
            <a:normAutofit/>
          </a:bodyPr>
          <a:lstStyle/>
          <a:p>
            <a:pPr indent="-285750" lvl="0" marL="285750" rtl="0" algn="just">
              <a:lnSpc>
                <a:spcPct val="90000"/>
              </a:lnSpc>
              <a:spcBef>
                <a:spcPts val="0"/>
              </a:spcBef>
              <a:spcAft>
                <a:spcPts val="0"/>
              </a:spcAft>
              <a:buClr>
                <a:schemeClr val="dk1"/>
              </a:buClr>
              <a:buSzPts val="2800"/>
              <a:buChar char="•"/>
            </a:pPr>
            <a:r>
              <a:rPr b="1" lang="en-IN"/>
              <a:t>Step 2. Layer Information for Understanding:</a:t>
            </a:r>
            <a:endParaRPr/>
          </a:p>
          <a:p>
            <a:pPr indent="-285750" lvl="0" marL="285750" rtl="0" algn="just">
              <a:lnSpc>
                <a:spcPct val="90000"/>
              </a:lnSpc>
              <a:spcBef>
                <a:spcPts val="1000"/>
              </a:spcBef>
              <a:spcAft>
                <a:spcPts val="0"/>
              </a:spcAft>
              <a:buClr>
                <a:schemeClr val="dk1"/>
              </a:buClr>
              <a:buSzPts val="2800"/>
              <a:buChar char="•"/>
            </a:pPr>
            <a:r>
              <a:rPr lang="en-IN"/>
              <a:t>After you have the goals of your story clearly in mind and your data in hand, script your story by layering information to build a framework around a narrative with a clear beginning, middle, and end, as well as a clear message fitted for your audience. </a:t>
            </a:r>
            <a:endParaRPr/>
          </a:p>
          <a:p>
            <a:pPr indent="-285750" lvl="0" marL="285750" rtl="0" algn="just">
              <a:lnSpc>
                <a:spcPct val="90000"/>
              </a:lnSpc>
              <a:spcBef>
                <a:spcPts val="1000"/>
              </a:spcBef>
              <a:spcAft>
                <a:spcPts val="0"/>
              </a:spcAft>
              <a:buClr>
                <a:schemeClr val="dk1"/>
              </a:buClr>
              <a:buSzPts val="2800"/>
              <a:buChar char="•"/>
            </a:pPr>
            <a:r>
              <a:rPr lang="en-IN"/>
              <a:t>In writing terms, think of this as constructing your story’s outline and plot.</a:t>
            </a:r>
            <a:endParaRPr/>
          </a:p>
        </p:txBody>
      </p:sp>
    </p:spTree>
  </p:cSld>
  <p:clrMapOvr>
    <a:masterClrMapping/>
  </p:clrMapOvr>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9" name="Shape 549"/>
        <p:cNvGrpSpPr/>
        <p:nvPr/>
      </p:nvGrpSpPr>
      <p:grpSpPr>
        <a:xfrm>
          <a:off x="0" y="0"/>
          <a:ext cx="0" cy="0"/>
          <a:chOff x="0" y="0"/>
          <a:chExt cx="0" cy="0"/>
        </a:xfrm>
      </p:grpSpPr>
      <p:sp>
        <p:nvSpPr>
          <p:cNvPr id="550" name="Google Shape;550;p72"/>
          <p:cNvSpPr txBox="1"/>
          <p:nvPr>
            <p:ph type="title"/>
          </p:nvPr>
        </p:nvSpPr>
        <p:spPr>
          <a:xfrm>
            <a:off x="611560" y="260648"/>
            <a:ext cx="8280919" cy="837919"/>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rgbClr val="930B0B"/>
              </a:buClr>
              <a:buSzPts val="3200"/>
              <a:buFont typeface="Times New Roman"/>
              <a:buNone/>
            </a:pPr>
            <a:r>
              <a:rPr lang="en-IN" sz="3200"/>
              <a:t>Steps to Visual Data Storytelling 	</a:t>
            </a:r>
            <a:br>
              <a:rPr lang="en-IN" sz="3200"/>
            </a:br>
            <a:r>
              <a:rPr lang="en-IN" sz="3200"/>
              <a:t>	</a:t>
            </a:r>
            <a:br>
              <a:rPr lang="en-IN" sz="2800"/>
            </a:br>
            <a:r>
              <a:rPr lang="en-IN"/>
              <a:t>	</a:t>
            </a:r>
            <a:br>
              <a:rPr lang="en-IN"/>
            </a:br>
            <a:br>
              <a:rPr lang="en-IN"/>
            </a:br>
            <a:r>
              <a:rPr lang="en-IN"/>
              <a:t>	</a:t>
            </a:r>
            <a:br>
              <a:rPr lang="en-IN"/>
            </a:br>
            <a:endParaRPr/>
          </a:p>
        </p:txBody>
      </p:sp>
      <p:sp>
        <p:nvSpPr>
          <p:cNvPr id="551" name="Google Shape;551;p72"/>
          <p:cNvSpPr txBox="1"/>
          <p:nvPr>
            <p:ph idx="1" type="body"/>
          </p:nvPr>
        </p:nvSpPr>
        <p:spPr>
          <a:xfrm>
            <a:off x="700004" y="908719"/>
            <a:ext cx="8229600" cy="5328593"/>
          </a:xfrm>
          <a:prstGeom prst="rect">
            <a:avLst/>
          </a:prstGeom>
          <a:noFill/>
          <a:ln>
            <a:noFill/>
          </a:ln>
        </p:spPr>
        <p:txBody>
          <a:bodyPr anchorCtr="0" anchor="t" bIns="45700" lIns="91425" spcFirstLastPara="1" rIns="91425" wrap="square" tIns="45700">
            <a:normAutofit/>
          </a:bodyPr>
          <a:lstStyle/>
          <a:p>
            <a:pPr indent="-285750" lvl="0" marL="285750" rtl="0" algn="just">
              <a:lnSpc>
                <a:spcPct val="90000"/>
              </a:lnSpc>
              <a:spcBef>
                <a:spcPts val="0"/>
              </a:spcBef>
              <a:spcAft>
                <a:spcPts val="0"/>
              </a:spcAft>
              <a:buClr>
                <a:schemeClr val="dk1"/>
              </a:buClr>
              <a:buSzPts val="2800"/>
              <a:buChar char="•"/>
            </a:pPr>
            <a:r>
              <a:rPr b="1" lang="en-IN"/>
              <a:t>Step 2. Layer Information for Understanding:</a:t>
            </a:r>
            <a:endParaRPr/>
          </a:p>
          <a:p>
            <a:pPr indent="-285750" lvl="0" marL="285750" rtl="0" algn="just">
              <a:lnSpc>
                <a:spcPct val="90000"/>
              </a:lnSpc>
              <a:spcBef>
                <a:spcPts val="1000"/>
              </a:spcBef>
              <a:spcAft>
                <a:spcPts val="0"/>
              </a:spcAft>
              <a:buClr>
                <a:schemeClr val="dk1"/>
              </a:buClr>
              <a:buSzPts val="2800"/>
              <a:buChar char="•"/>
            </a:pPr>
            <a:r>
              <a:rPr lang="en-IN"/>
              <a:t>Knowledge is incremental. Every piece of information we learn is founded on something we have already learned before. </a:t>
            </a:r>
            <a:endParaRPr/>
          </a:p>
          <a:p>
            <a:pPr indent="-285750" lvl="0" marL="285750" rtl="0" algn="just">
              <a:lnSpc>
                <a:spcPct val="90000"/>
              </a:lnSpc>
              <a:spcBef>
                <a:spcPts val="1000"/>
              </a:spcBef>
              <a:spcAft>
                <a:spcPts val="0"/>
              </a:spcAft>
              <a:buClr>
                <a:schemeClr val="dk1"/>
              </a:buClr>
              <a:buSzPts val="2800"/>
              <a:buChar char="•"/>
            </a:pPr>
            <a:r>
              <a:rPr lang="en-IN"/>
              <a:t>Thus, layering information is critical: it’s a tool you can use to guide your audience as a narrator.</a:t>
            </a:r>
            <a:endParaRPr/>
          </a:p>
          <a:p>
            <a:pPr indent="-285750" lvl="0" marL="285750" rtl="0" algn="just">
              <a:lnSpc>
                <a:spcPct val="90000"/>
              </a:lnSpc>
              <a:spcBef>
                <a:spcPts val="1000"/>
              </a:spcBef>
              <a:spcAft>
                <a:spcPts val="0"/>
              </a:spcAft>
              <a:buClr>
                <a:schemeClr val="dk1"/>
              </a:buClr>
              <a:buSzPts val="2800"/>
              <a:buChar char="•"/>
            </a:pPr>
            <a:r>
              <a:rPr lang="en-IN"/>
              <a:t>In data storytelling, you can achieve this by compounding builds in visualization or by sequencing different types of visualizations, providing annotations or interactive capabilities on a dashboard, drilling deeper into a single visualization, and so on.</a:t>
            </a:r>
            <a:endParaRPr/>
          </a:p>
        </p:txBody>
      </p:sp>
    </p:spTree>
  </p:cSld>
  <p:clrMapOvr>
    <a:masterClrMapping/>
  </p:clrMapOvr>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5" name="Shape 555"/>
        <p:cNvGrpSpPr/>
        <p:nvPr/>
      </p:nvGrpSpPr>
      <p:grpSpPr>
        <a:xfrm>
          <a:off x="0" y="0"/>
          <a:ext cx="0" cy="0"/>
          <a:chOff x="0" y="0"/>
          <a:chExt cx="0" cy="0"/>
        </a:xfrm>
      </p:grpSpPr>
      <p:sp>
        <p:nvSpPr>
          <p:cNvPr id="556" name="Google Shape;556;p73"/>
          <p:cNvSpPr txBox="1"/>
          <p:nvPr>
            <p:ph type="title"/>
          </p:nvPr>
        </p:nvSpPr>
        <p:spPr>
          <a:xfrm>
            <a:off x="611560" y="260648"/>
            <a:ext cx="8280919" cy="837919"/>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rgbClr val="930B0B"/>
              </a:buClr>
              <a:buSzPts val="3200"/>
              <a:buFont typeface="Times New Roman"/>
              <a:buNone/>
            </a:pPr>
            <a:r>
              <a:rPr lang="en-IN" sz="3200"/>
              <a:t>Steps to Visual Data Storytelling 	</a:t>
            </a:r>
            <a:br>
              <a:rPr lang="en-IN" sz="3200"/>
            </a:br>
            <a:r>
              <a:rPr lang="en-IN" sz="3200"/>
              <a:t>	</a:t>
            </a:r>
            <a:br>
              <a:rPr lang="en-IN" sz="2800"/>
            </a:br>
            <a:r>
              <a:rPr lang="en-IN"/>
              <a:t>	</a:t>
            </a:r>
            <a:br>
              <a:rPr lang="en-IN"/>
            </a:br>
            <a:br>
              <a:rPr lang="en-IN"/>
            </a:br>
            <a:r>
              <a:rPr lang="en-IN"/>
              <a:t>	</a:t>
            </a:r>
            <a:br>
              <a:rPr lang="en-IN"/>
            </a:br>
            <a:endParaRPr/>
          </a:p>
        </p:txBody>
      </p:sp>
      <p:sp>
        <p:nvSpPr>
          <p:cNvPr id="557" name="Google Shape;557;p73"/>
          <p:cNvSpPr txBox="1"/>
          <p:nvPr>
            <p:ph idx="1" type="body"/>
          </p:nvPr>
        </p:nvSpPr>
        <p:spPr>
          <a:xfrm>
            <a:off x="700004" y="908719"/>
            <a:ext cx="8229600" cy="5328593"/>
          </a:xfrm>
          <a:prstGeom prst="rect">
            <a:avLst/>
          </a:prstGeom>
          <a:noFill/>
          <a:ln>
            <a:noFill/>
          </a:ln>
        </p:spPr>
        <p:txBody>
          <a:bodyPr anchorCtr="0" anchor="t" bIns="45700" lIns="91425" spcFirstLastPara="1" rIns="91425" wrap="square" tIns="45700">
            <a:normAutofit/>
          </a:bodyPr>
          <a:lstStyle/>
          <a:p>
            <a:pPr indent="-285750" lvl="0" marL="285750" rtl="0" algn="l">
              <a:lnSpc>
                <a:spcPct val="90000"/>
              </a:lnSpc>
              <a:spcBef>
                <a:spcPts val="0"/>
              </a:spcBef>
              <a:spcAft>
                <a:spcPts val="0"/>
              </a:spcAft>
              <a:buClr>
                <a:schemeClr val="dk1"/>
              </a:buClr>
              <a:buSzPts val="2800"/>
              <a:buFont typeface="Arial"/>
              <a:buChar char="•"/>
            </a:pPr>
            <a:r>
              <a:rPr b="1" lang="en-IN"/>
              <a:t>Step 3. Design to Reveal</a:t>
            </a:r>
            <a:endParaRPr/>
          </a:p>
          <a:p>
            <a:pPr indent="-285750" lvl="0" marL="285750" rtl="0" algn="just">
              <a:lnSpc>
                <a:spcPct val="90000"/>
              </a:lnSpc>
              <a:spcBef>
                <a:spcPts val="1000"/>
              </a:spcBef>
              <a:spcAft>
                <a:spcPts val="0"/>
              </a:spcAft>
              <a:buClr>
                <a:schemeClr val="dk1"/>
              </a:buClr>
              <a:buSzPts val="2800"/>
              <a:buChar char="•"/>
            </a:pPr>
            <a:r>
              <a:rPr lang="en-IN"/>
              <a:t>As tools, charts can’t do it all. Data visualizations can’t be relied upon to tell the story for you. </a:t>
            </a:r>
            <a:endParaRPr/>
          </a:p>
          <a:p>
            <a:pPr indent="-285750" lvl="0" marL="285750" rtl="0" algn="just">
              <a:lnSpc>
                <a:spcPct val="90000"/>
              </a:lnSpc>
              <a:spcBef>
                <a:spcPts val="1000"/>
              </a:spcBef>
              <a:spcAft>
                <a:spcPts val="0"/>
              </a:spcAft>
              <a:buClr>
                <a:schemeClr val="dk1"/>
              </a:buClr>
              <a:buSzPts val="2800"/>
              <a:buChar char="•"/>
            </a:pPr>
            <a:r>
              <a:rPr lang="en-IN"/>
              <a:t>Likewise, various types of visualization can present the data properly, but still fail to tell a story. </a:t>
            </a:r>
            <a:endParaRPr/>
          </a:p>
          <a:p>
            <a:pPr indent="-285750" lvl="0" marL="285750" rtl="0" algn="just">
              <a:lnSpc>
                <a:spcPct val="90000"/>
              </a:lnSpc>
              <a:spcBef>
                <a:spcPts val="1000"/>
              </a:spcBef>
              <a:spcAft>
                <a:spcPts val="0"/>
              </a:spcAft>
              <a:buClr>
                <a:schemeClr val="dk1"/>
              </a:buClr>
              <a:buSzPts val="2800"/>
              <a:buChar char="•"/>
            </a:pPr>
            <a:r>
              <a:rPr lang="en-IN"/>
              <a:t>Thus, choose your data and your visual form carefully so that the two work in tandem toward communicating one accurate and meaningful message.</a:t>
            </a:r>
            <a:endParaRPr/>
          </a:p>
          <a:p>
            <a:pPr indent="-285750" lvl="0" marL="285750" rtl="0" algn="just">
              <a:lnSpc>
                <a:spcPct val="90000"/>
              </a:lnSpc>
              <a:spcBef>
                <a:spcPts val="1000"/>
              </a:spcBef>
              <a:spcAft>
                <a:spcPts val="0"/>
              </a:spcAft>
              <a:buClr>
                <a:schemeClr val="dk1"/>
              </a:buClr>
              <a:buSzPts val="2800"/>
              <a:buChar char="•"/>
            </a:pPr>
            <a:r>
              <a:rPr lang="en-IN"/>
              <a:t>Then, put the right dialogue into place to guide your audience through a story.</a:t>
            </a:r>
            <a:endParaRPr/>
          </a:p>
        </p:txBody>
      </p:sp>
    </p:spTree>
  </p:cSld>
  <p:clrMapOvr>
    <a:masterClrMapping/>
  </p:clrMapOvr>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1" name="Shape 561"/>
        <p:cNvGrpSpPr/>
        <p:nvPr/>
      </p:nvGrpSpPr>
      <p:grpSpPr>
        <a:xfrm>
          <a:off x="0" y="0"/>
          <a:ext cx="0" cy="0"/>
          <a:chOff x="0" y="0"/>
          <a:chExt cx="0" cy="0"/>
        </a:xfrm>
      </p:grpSpPr>
      <p:sp>
        <p:nvSpPr>
          <p:cNvPr id="562" name="Google Shape;562;p74"/>
          <p:cNvSpPr txBox="1"/>
          <p:nvPr>
            <p:ph type="title"/>
          </p:nvPr>
        </p:nvSpPr>
        <p:spPr>
          <a:xfrm>
            <a:off x="611560" y="260648"/>
            <a:ext cx="8280919" cy="837919"/>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rgbClr val="930B0B"/>
              </a:buClr>
              <a:buSzPts val="3200"/>
              <a:buFont typeface="Times New Roman"/>
              <a:buNone/>
            </a:pPr>
            <a:r>
              <a:rPr lang="en-IN" sz="3200"/>
              <a:t>Steps to Visual Data Storytelling 	</a:t>
            </a:r>
            <a:br>
              <a:rPr lang="en-IN" sz="3200"/>
            </a:br>
            <a:r>
              <a:rPr lang="en-IN" sz="3200"/>
              <a:t>	</a:t>
            </a:r>
            <a:br>
              <a:rPr lang="en-IN" sz="2800"/>
            </a:br>
            <a:r>
              <a:rPr lang="en-IN"/>
              <a:t>	</a:t>
            </a:r>
            <a:br>
              <a:rPr lang="en-IN"/>
            </a:br>
            <a:br>
              <a:rPr lang="en-IN"/>
            </a:br>
            <a:r>
              <a:rPr lang="en-IN"/>
              <a:t>	</a:t>
            </a:r>
            <a:br>
              <a:rPr lang="en-IN"/>
            </a:br>
            <a:endParaRPr/>
          </a:p>
        </p:txBody>
      </p:sp>
      <p:sp>
        <p:nvSpPr>
          <p:cNvPr id="563" name="Google Shape;563;p74"/>
          <p:cNvSpPr txBox="1"/>
          <p:nvPr>
            <p:ph idx="1" type="body"/>
          </p:nvPr>
        </p:nvSpPr>
        <p:spPr>
          <a:xfrm>
            <a:off x="700004" y="908719"/>
            <a:ext cx="8229600" cy="5328593"/>
          </a:xfrm>
          <a:prstGeom prst="rect">
            <a:avLst/>
          </a:prstGeom>
          <a:noFill/>
          <a:ln>
            <a:noFill/>
          </a:ln>
        </p:spPr>
        <p:txBody>
          <a:bodyPr anchorCtr="0" anchor="t" bIns="45700" lIns="91425" spcFirstLastPara="1" rIns="91425" wrap="square" tIns="45700">
            <a:normAutofit/>
          </a:bodyPr>
          <a:lstStyle/>
          <a:p>
            <a:pPr indent="-285750" lvl="0" marL="285750" rtl="0" algn="l">
              <a:lnSpc>
                <a:spcPct val="90000"/>
              </a:lnSpc>
              <a:spcBef>
                <a:spcPts val="0"/>
              </a:spcBef>
              <a:spcAft>
                <a:spcPts val="0"/>
              </a:spcAft>
              <a:buClr>
                <a:schemeClr val="dk1"/>
              </a:buClr>
              <a:buSzPts val="2800"/>
              <a:buFont typeface="Arial"/>
              <a:buChar char="•"/>
            </a:pPr>
            <a:r>
              <a:rPr b="1" lang="en-IN"/>
              <a:t>Step 3. Design to Reveal</a:t>
            </a:r>
            <a:endParaRPr/>
          </a:p>
          <a:p>
            <a:pPr indent="-285750" lvl="0" marL="285750" rtl="0" algn="just">
              <a:lnSpc>
                <a:spcPct val="90000"/>
              </a:lnSpc>
              <a:spcBef>
                <a:spcPts val="1000"/>
              </a:spcBef>
              <a:spcAft>
                <a:spcPts val="0"/>
              </a:spcAft>
              <a:buClr>
                <a:schemeClr val="dk1"/>
              </a:buClr>
              <a:buSzPts val="2800"/>
              <a:buChar char="•"/>
            </a:pPr>
            <a:r>
              <a:rPr lang="en-IN"/>
              <a:t>Start by stripping out unnecessary information and design the data story in a way that leaves the audience with a single, very potent, message. </a:t>
            </a:r>
            <a:endParaRPr/>
          </a:p>
          <a:p>
            <a:pPr indent="-285750" lvl="0" marL="285750" rtl="0" algn="just">
              <a:lnSpc>
                <a:spcPct val="90000"/>
              </a:lnSpc>
              <a:spcBef>
                <a:spcPts val="1000"/>
              </a:spcBef>
              <a:spcAft>
                <a:spcPts val="0"/>
              </a:spcAft>
              <a:buClr>
                <a:schemeClr val="dk1"/>
              </a:buClr>
              <a:buSzPts val="2800"/>
              <a:buChar char="•"/>
            </a:pPr>
            <a:r>
              <a:rPr lang="en-IN"/>
              <a:t>Focus on the most powerful elements; however, understand that these aren’t always the most obvious trends or elements. </a:t>
            </a:r>
            <a:endParaRPr/>
          </a:p>
          <a:p>
            <a:pPr indent="-285750" lvl="0" marL="285750" rtl="0" algn="just">
              <a:lnSpc>
                <a:spcPct val="90000"/>
              </a:lnSpc>
              <a:spcBef>
                <a:spcPts val="1000"/>
              </a:spcBef>
              <a:spcAft>
                <a:spcPts val="0"/>
              </a:spcAft>
              <a:buClr>
                <a:schemeClr val="dk1"/>
              </a:buClr>
              <a:buSzPts val="2800"/>
              <a:buChar char="•"/>
            </a:pPr>
            <a:r>
              <a:rPr lang="en-IN"/>
              <a:t>And remember: there is not always one truth in data, and this is where context becomes a critical element of a data story.</a:t>
            </a:r>
            <a:endParaRPr/>
          </a:p>
        </p:txBody>
      </p:sp>
    </p:spTree>
  </p:cSld>
  <p:clrMapOvr>
    <a:masterClrMapping/>
  </p:clrMapOvr>
</p:sld>
</file>

<file path=ppt/slides/slide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7" name="Shape 567"/>
        <p:cNvGrpSpPr/>
        <p:nvPr/>
      </p:nvGrpSpPr>
      <p:grpSpPr>
        <a:xfrm>
          <a:off x="0" y="0"/>
          <a:ext cx="0" cy="0"/>
          <a:chOff x="0" y="0"/>
          <a:chExt cx="0" cy="0"/>
        </a:xfrm>
      </p:grpSpPr>
      <p:sp>
        <p:nvSpPr>
          <p:cNvPr id="568" name="Google Shape;568;p75"/>
          <p:cNvSpPr txBox="1"/>
          <p:nvPr>
            <p:ph type="title"/>
          </p:nvPr>
        </p:nvSpPr>
        <p:spPr>
          <a:xfrm>
            <a:off x="611560" y="260648"/>
            <a:ext cx="8280919" cy="837919"/>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rgbClr val="930B0B"/>
              </a:buClr>
              <a:buSzPts val="3200"/>
              <a:buFont typeface="Times New Roman"/>
              <a:buNone/>
            </a:pPr>
            <a:r>
              <a:rPr lang="en-IN" sz="3200"/>
              <a:t>Steps to Visual Data Storytelling 	</a:t>
            </a:r>
            <a:br>
              <a:rPr lang="en-IN" sz="3200"/>
            </a:br>
            <a:r>
              <a:rPr lang="en-IN" sz="3200"/>
              <a:t>	</a:t>
            </a:r>
            <a:br>
              <a:rPr lang="en-IN" sz="2800"/>
            </a:br>
            <a:r>
              <a:rPr lang="en-IN"/>
              <a:t>	</a:t>
            </a:r>
            <a:br>
              <a:rPr lang="en-IN"/>
            </a:br>
            <a:br>
              <a:rPr lang="en-IN"/>
            </a:br>
            <a:r>
              <a:rPr lang="en-IN"/>
              <a:t>	</a:t>
            </a:r>
            <a:br>
              <a:rPr lang="en-IN"/>
            </a:br>
            <a:endParaRPr/>
          </a:p>
        </p:txBody>
      </p:sp>
      <p:sp>
        <p:nvSpPr>
          <p:cNvPr id="569" name="Google Shape;569;p75"/>
          <p:cNvSpPr txBox="1"/>
          <p:nvPr>
            <p:ph idx="1" type="body"/>
          </p:nvPr>
        </p:nvSpPr>
        <p:spPr>
          <a:xfrm>
            <a:off x="700004" y="908719"/>
            <a:ext cx="8229600" cy="5328593"/>
          </a:xfrm>
          <a:prstGeom prst="rect">
            <a:avLst/>
          </a:prstGeom>
          <a:noFill/>
          <a:ln>
            <a:noFill/>
          </a:ln>
        </p:spPr>
        <p:txBody>
          <a:bodyPr anchorCtr="0" anchor="t" bIns="45700" lIns="91425" spcFirstLastPara="1" rIns="91425" wrap="square" tIns="45700">
            <a:normAutofit/>
          </a:bodyPr>
          <a:lstStyle/>
          <a:p>
            <a:pPr indent="-285750" lvl="0" marL="285750" rtl="0" algn="l">
              <a:lnSpc>
                <a:spcPct val="90000"/>
              </a:lnSpc>
              <a:spcBef>
                <a:spcPts val="0"/>
              </a:spcBef>
              <a:spcAft>
                <a:spcPts val="0"/>
              </a:spcAft>
              <a:buClr>
                <a:schemeClr val="dk1"/>
              </a:buClr>
              <a:buSzPts val="2800"/>
              <a:buFont typeface="Arial"/>
              <a:buChar char="•"/>
            </a:pPr>
            <a:r>
              <a:rPr b="1" lang="en-IN"/>
              <a:t>Step 4. Beware the False Reveal</a:t>
            </a:r>
            <a:endParaRPr/>
          </a:p>
          <a:p>
            <a:pPr indent="-285750" lvl="0" marL="285750" rtl="0" algn="just">
              <a:lnSpc>
                <a:spcPct val="90000"/>
              </a:lnSpc>
              <a:spcBef>
                <a:spcPts val="1000"/>
              </a:spcBef>
              <a:spcAft>
                <a:spcPts val="0"/>
              </a:spcAft>
              <a:buClr>
                <a:schemeClr val="dk1"/>
              </a:buClr>
              <a:buSzPts val="2800"/>
              <a:buChar char="•"/>
            </a:pPr>
            <a:r>
              <a:rPr lang="en-IN"/>
              <a:t>A false reveal can be a dangerous thing. </a:t>
            </a:r>
            <a:endParaRPr/>
          </a:p>
          <a:p>
            <a:pPr indent="-285750" lvl="0" marL="285750" rtl="0" algn="just">
              <a:lnSpc>
                <a:spcPct val="90000"/>
              </a:lnSpc>
              <a:spcBef>
                <a:spcPts val="1000"/>
              </a:spcBef>
              <a:spcAft>
                <a:spcPts val="0"/>
              </a:spcAft>
              <a:buClr>
                <a:schemeClr val="dk1"/>
              </a:buClr>
              <a:buSzPts val="2800"/>
              <a:buChar char="•"/>
            </a:pPr>
            <a:r>
              <a:rPr lang="en-IN"/>
              <a:t>It can incite the audience to draw the wrong conclusions or take an incorrect action. </a:t>
            </a:r>
            <a:endParaRPr/>
          </a:p>
          <a:p>
            <a:pPr indent="-285750" lvl="0" marL="285750" rtl="0" algn="just">
              <a:lnSpc>
                <a:spcPct val="90000"/>
              </a:lnSpc>
              <a:spcBef>
                <a:spcPts val="1000"/>
              </a:spcBef>
              <a:spcAft>
                <a:spcPts val="0"/>
              </a:spcAft>
              <a:buClr>
                <a:schemeClr val="dk1"/>
              </a:buClr>
              <a:buSzPts val="2800"/>
              <a:buChar char="•"/>
            </a:pPr>
            <a:r>
              <a:rPr lang="en-IN"/>
              <a:t>It can also damage the effect of the data itself, and your credibility as a storyteller. </a:t>
            </a:r>
            <a:endParaRPr/>
          </a:p>
          <a:p>
            <a:pPr indent="-285750" lvl="0" marL="285750" rtl="0" algn="just">
              <a:lnSpc>
                <a:spcPct val="90000"/>
              </a:lnSpc>
              <a:spcBef>
                <a:spcPts val="1000"/>
              </a:spcBef>
              <a:spcAft>
                <a:spcPts val="0"/>
              </a:spcAft>
              <a:buClr>
                <a:schemeClr val="dk1"/>
              </a:buClr>
              <a:buSzPts val="2800"/>
              <a:buChar char="•"/>
            </a:pPr>
            <a:r>
              <a:rPr lang="en-IN"/>
              <a:t>As a visual data documentary, data stories should be engaging and entertaining, but should focus foremost on sharing truth.</a:t>
            </a:r>
            <a:endParaRPr/>
          </a:p>
        </p:txBody>
      </p:sp>
    </p:spTree>
  </p:cSld>
  <p:clrMapOvr>
    <a:masterClrMapping/>
  </p:clrMapOvr>
</p:sld>
</file>

<file path=ppt/slides/slide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3" name="Shape 573"/>
        <p:cNvGrpSpPr/>
        <p:nvPr/>
      </p:nvGrpSpPr>
      <p:grpSpPr>
        <a:xfrm>
          <a:off x="0" y="0"/>
          <a:ext cx="0" cy="0"/>
          <a:chOff x="0" y="0"/>
          <a:chExt cx="0" cy="0"/>
        </a:xfrm>
      </p:grpSpPr>
      <p:sp>
        <p:nvSpPr>
          <p:cNvPr id="574" name="Google Shape;574;p76"/>
          <p:cNvSpPr txBox="1"/>
          <p:nvPr>
            <p:ph type="title"/>
          </p:nvPr>
        </p:nvSpPr>
        <p:spPr>
          <a:xfrm>
            <a:off x="611560" y="260648"/>
            <a:ext cx="8280919" cy="837919"/>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rgbClr val="930B0B"/>
              </a:buClr>
              <a:buSzPts val="3200"/>
              <a:buFont typeface="Times New Roman"/>
              <a:buNone/>
            </a:pPr>
            <a:r>
              <a:rPr lang="en-IN" sz="3200"/>
              <a:t>Steps to Visual Data Storytelling 	</a:t>
            </a:r>
            <a:br>
              <a:rPr lang="en-IN" sz="3200"/>
            </a:br>
            <a:r>
              <a:rPr lang="en-IN" sz="3200"/>
              <a:t>	</a:t>
            </a:r>
            <a:br>
              <a:rPr lang="en-IN" sz="2800"/>
            </a:br>
            <a:r>
              <a:rPr lang="en-IN"/>
              <a:t>	</a:t>
            </a:r>
            <a:br>
              <a:rPr lang="en-IN"/>
            </a:br>
            <a:br>
              <a:rPr lang="en-IN"/>
            </a:br>
            <a:r>
              <a:rPr lang="en-IN"/>
              <a:t>	</a:t>
            </a:r>
            <a:br>
              <a:rPr lang="en-IN"/>
            </a:br>
            <a:endParaRPr/>
          </a:p>
        </p:txBody>
      </p:sp>
      <p:sp>
        <p:nvSpPr>
          <p:cNvPr id="575" name="Google Shape;575;p76"/>
          <p:cNvSpPr txBox="1"/>
          <p:nvPr>
            <p:ph idx="1" type="body"/>
          </p:nvPr>
        </p:nvSpPr>
        <p:spPr>
          <a:xfrm>
            <a:off x="700004" y="908719"/>
            <a:ext cx="8229600" cy="5328593"/>
          </a:xfrm>
          <a:prstGeom prst="rect">
            <a:avLst/>
          </a:prstGeom>
          <a:noFill/>
          <a:ln>
            <a:noFill/>
          </a:ln>
        </p:spPr>
        <p:txBody>
          <a:bodyPr anchorCtr="0" anchor="t" bIns="45700" lIns="91425" spcFirstLastPara="1" rIns="91425" wrap="square" tIns="45700">
            <a:normAutofit/>
          </a:bodyPr>
          <a:lstStyle/>
          <a:p>
            <a:pPr indent="-285750" lvl="0" marL="285750" rtl="0" algn="l">
              <a:lnSpc>
                <a:spcPct val="90000"/>
              </a:lnSpc>
              <a:spcBef>
                <a:spcPts val="0"/>
              </a:spcBef>
              <a:spcAft>
                <a:spcPts val="0"/>
              </a:spcAft>
              <a:buClr>
                <a:schemeClr val="dk1"/>
              </a:buClr>
              <a:buSzPts val="2800"/>
              <a:buFont typeface="Arial"/>
              <a:buChar char="•"/>
            </a:pPr>
            <a:r>
              <a:rPr b="1" lang="en-IN"/>
              <a:t>Step 4. Beware the False Reveal</a:t>
            </a:r>
            <a:endParaRPr/>
          </a:p>
          <a:p>
            <a:pPr indent="-285750" lvl="0" marL="285750" rtl="0" algn="just">
              <a:lnSpc>
                <a:spcPct val="90000"/>
              </a:lnSpc>
              <a:spcBef>
                <a:spcPts val="1000"/>
              </a:spcBef>
              <a:spcAft>
                <a:spcPts val="0"/>
              </a:spcAft>
              <a:buClr>
                <a:schemeClr val="dk1"/>
              </a:buClr>
              <a:buSzPts val="2800"/>
              <a:buChar char="•"/>
            </a:pPr>
            <a:r>
              <a:rPr lang="en-IN"/>
              <a:t>Whether we do it intentionally or inadvertently, we can force the data to tell the story we want it to, even if it’s the wrong—or inaccurate—one. </a:t>
            </a:r>
            <a:endParaRPr/>
          </a:p>
          <a:p>
            <a:pPr indent="-285750" lvl="0" marL="285750" rtl="0" algn="just">
              <a:lnSpc>
                <a:spcPct val="90000"/>
              </a:lnSpc>
              <a:spcBef>
                <a:spcPts val="1000"/>
              </a:spcBef>
              <a:spcAft>
                <a:spcPts val="0"/>
              </a:spcAft>
              <a:buClr>
                <a:schemeClr val="dk1"/>
              </a:buClr>
              <a:buSzPts val="2800"/>
              <a:buChar char="•"/>
            </a:pPr>
            <a:r>
              <a:rPr lang="en-IN"/>
              <a:t>With visual narratives, we are tasked not only with telling a story, but also with making it interesting, engaging, and inspiring storytelling. </a:t>
            </a:r>
            <a:endParaRPr/>
          </a:p>
          <a:p>
            <a:pPr indent="-285750" lvl="0" marL="285750" rtl="0" algn="just">
              <a:lnSpc>
                <a:spcPct val="90000"/>
              </a:lnSpc>
              <a:spcBef>
                <a:spcPts val="1000"/>
              </a:spcBef>
              <a:spcAft>
                <a:spcPts val="0"/>
              </a:spcAft>
              <a:buClr>
                <a:schemeClr val="dk1"/>
              </a:buClr>
              <a:buSzPts val="2800"/>
              <a:buChar char="•"/>
            </a:pPr>
            <a:r>
              <a:rPr lang="en-IN"/>
              <a:t>But data stories aren’t works of fiction. Think of a visual story as a documentary: a nonfiction work, based on a collection of data, told in a visually compelling way.</a:t>
            </a:r>
            <a:endParaRPr/>
          </a:p>
        </p:txBody>
      </p:sp>
    </p:spTree>
  </p:cSld>
  <p:clrMapOvr>
    <a:masterClrMapping/>
  </p:clrMapOvr>
</p:sld>
</file>

<file path=ppt/slides/slide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9" name="Shape 579"/>
        <p:cNvGrpSpPr/>
        <p:nvPr/>
      </p:nvGrpSpPr>
      <p:grpSpPr>
        <a:xfrm>
          <a:off x="0" y="0"/>
          <a:ext cx="0" cy="0"/>
          <a:chOff x="0" y="0"/>
          <a:chExt cx="0" cy="0"/>
        </a:xfrm>
      </p:grpSpPr>
      <p:sp>
        <p:nvSpPr>
          <p:cNvPr id="580" name="Google Shape;580;p77"/>
          <p:cNvSpPr txBox="1"/>
          <p:nvPr>
            <p:ph type="title"/>
          </p:nvPr>
        </p:nvSpPr>
        <p:spPr>
          <a:xfrm>
            <a:off x="611560" y="260648"/>
            <a:ext cx="8280919" cy="837919"/>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rgbClr val="930B0B"/>
              </a:buClr>
              <a:buSzPts val="3200"/>
              <a:buFont typeface="Times New Roman"/>
              <a:buNone/>
            </a:pPr>
            <a:r>
              <a:rPr lang="en-IN" sz="3200"/>
              <a:t>Steps to Visual Data Storytelling 	</a:t>
            </a:r>
            <a:br>
              <a:rPr lang="en-IN" sz="3200"/>
            </a:br>
            <a:r>
              <a:rPr lang="en-IN" sz="3200"/>
              <a:t>	</a:t>
            </a:r>
            <a:br>
              <a:rPr lang="en-IN" sz="2800"/>
            </a:br>
            <a:r>
              <a:rPr lang="en-IN"/>
              <a:t>	</a:t>
            </a:r>
            <a:br>
              <a:rPr lang="en-IN"/>
            </a:br>
            <a:br>
              <a:rPr lang="en-IN"/>
            </a:br>
            <a:r>
              <a:rPr lang="en-IN"/>
              <a:t>	</a:t>
            </a:r>
            <a:br>
              <a:rPr lang="en-IN"/>
            </a:br>
            <a:endParaRPr/>
          </a:p>
        </p:txBody>
      </p:sp>
      <p:sp>
        <p:nvSpPr>
          <p:cNvPr id="581" name="Google Shape;581;p77"/>
          <p:cNvSpPr txBox="1"/>
          <p:nvPr>
            <p:ph idx="1" type="body"/>
          </p:nvPr>
        </p:nvSpPr>
        <p:spPr>
          <a:xfrm>
            <a:off x="700004" y="908719"/>
            <a:ext cx="8229600" cy="5328593"/>
          </a:xfrm>
          <a:prstGeom prst="rect">
            <a:avLst/>
          </a:prstGeom>
          <a:noFill/>
          <a:ln>
            <a:noFill/>
          </a:ln>
        </p:spPr>
        <p:txBody>
          <a:bodyPr anchorCtr="0" anchor="t" bIns="45700" lIns="91425" spcFirstLastPara="1" rIns="91425" wrap="square" tIns="45700">
            <a:normAutofit/>
          </a:bodyPr>
          <a:lstStyle/>
          <a:p>
            <a:pPr indent="-285750" lvl="0" marL="285750" rtl="0" algn="l">
              <a:lnSpc>
                <a:spcPct val="90000"/>
              </a:lnSpc>
              <a:spcBef>
                <a:spcPts val="0"/>
              </a:spcBef>
              <a:spcAft>
                <a:spcPts val="0"/>
              </a:spcAft>
              <a:buClr>
                <a:schemeClr val="dk1"/>
              </a:buClr>
              <a:buSzPts val="2800"/>
              <a:buFont typeface="Arial"/>
              <a:buChar char="•"/>
            </a:pPr>
            <a:r>
              <a:rPr b="1" lang="en-IN"/>
              <a:t>Step 5. Tell It Fast</a:t>
            </a:r>
            <a:endParaRPr/>
          </a:p>
          <a:p>
            <a:pPr indent="-285750" lvl="0" marL="285750" rtl="0" algn="just">
              <a:lnSpc>
                <a:spcPct val="90000"/>
              </a:lnSpc>
              <a:spcBef>
                <a:spcPts val="1000"/>
              </a:spcBef>
              <a:spcAft>
                <a:spcPts val="0"/>
              </a:spcAft>
              <a:buClr>
                <a:schemeClr val="dk1"/>
              </a:buClr>
              <a:buSzPts val="2800"/>
              <a:buChar char="•"/>
            </a:pPr>
            <a:r>
              <a:rPr lang="en-IN"/>
              <a:t>Stories have an inherent amount of entropy, and have the most potency when they are happening. </a:t>
            </a:r>
            <a:endParaRPr/>
          </a:p>
          <a:p>
            <a:pPr indent="-285750" lvl="0" marL="285750" rtl="0" algn="just">
              <a:lnSpc>
                <a:spcPct val="90000"/>
              </a:lnSpc>
              <a:spcBef>
                <a:spcPts val="1000"/>
              </a:spcBef>
              <a:spcAft>
                <a:spcPts val="0"/>
              </a:spcAft>
              <a:buClr>
                <a:schemeClr val="dk1"/>
              </a:buClr>
              <a:buSzPts val="2800"/>
              <a:buChar char="•"/>
            </a:pPr>
            <a:r>
              <a:rPr lang="en-IN"/>
              <a:t>Data journalists are taking this to heart in models that keep track of events as they happen in real time (like political elections or disaster scenarios). </a:t>
            </a:r>
            <a:endParaRPr/>
          </a:p>
          <a:p>
            <a:pPr indent="-285750" lvl="0" marL="285750" rtl="0" algn="just">
              <a:lnSpc>
                <a:spcPct val="90000"/>
              </a:lnSpc>
              <a:spcBef>
                <a:spcPts val="1000"/>
              </a:spcBef>
              <a:spcAft>
                <a:spcPts val="0"/>
              </a:spcAft>
              <a:buClr>
                <a:schemeClr val="dk1"/>
              </a:buClr>
              <a:buSzPts val="2800"/>
              <a:buChar char="•"/>
            </a:pPr>
            <a:r>
              <a:rPr lang="en-IN"/>
              <a:t>The timestamp on when data is reported—or a visualization story released—can be a big difference in how the story is interpreted or on the impact it makes, and so can your narration as a storyteller.</a:t>
            </a:r>
            <a:endParaRPr/>
          </a:p>
        </p:txBody>
      </p:sp>
    </p:spTree>
  </p:cSld>
  <p:clrMapOvr>
    <a:masterClrMapping/>
  </p:clrMapOvr>
</p:sld>
</file>

<file path=ppt/slides/slide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5" name="Shape 585"/>
        <p:cNvGrpSpPr/>
        <p:nvPr/>
      </p:nvGrpSpPr>
      <p:grpSpPr>
        <a:xfrm>
          <a:off x="0" y="0"/>
          <a:ext cx="0" cy="0"/>
          <a:chOff x="0" y="0"/>
          <a:chExt cx="0" cy="0"/>
        </a:xfrm>
      </p:grpSpPr>
      <p:sp>
        <p:nvSpPr>
          <p:cNvPr id="586" name="Google Shape;586;p78"/>
          <p:cNvSpPr txBox="1"/>
          <p:nvPr>
            <p:ph type="title"/>
          </p:nvPr>
        </p:nvSpPr>
        <p:spPr>
          <a:xfrm>
            <a:off x="611560" y="260648"/>
            <a:ext cx="8280919" cy="837919"/>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rgbClr val="930B0B"/>
              </a:buClr>
              <a:buSzPts val="3200"/>
              <a:buFont typeface="Times New Roman"/>
              <a:buNone/>
            </a:pPr>
            <a:r>
              <a:rPr lang="en-IN" sz="3200"/>
              <a:t>Steps to Visual Data Storytelling 	</a:t>
            </a:r>
            <a:br>
              <a:rPr lang="en-IN" sz="3200"/>
            </a:br>
            <a:r>
              <a:rPr lang="en-IN" sz="3200"/>
              <a:t>	</a:t>
            </a:r>
            <a:br>
              <a:rPr lang="en-IN" sz="2800"/>
            </a:br>
            <a:r>
              <a:rPr lang="en-IN"/>
              <a:t>	</a:t>
            </a:r>
            <a:br>
              <a:rPr lang="en-IN"/>
            </a:br>
            <a:br>
              <a:rPr lang="en-IN"/>
            </a:br>
            <a:r>
              <a:rPr lang="en-IN"/>
              <a:t>	</a:t>
            </a:r>
            <a:br>
              <a:rPr lang="en-IN"/>
            </a:br>
            <a:endParaRPr/>
          </a:p>
        </p:txBody>
      </p:sp>
      <p:sp>
        <p:nvSpPr>
          <p:cNvPr id="587" name="Google Shape;587;p78"/>
          <p:cNvSpPr txBox="1"/>
          <p:nvPr>
            <p:ph idx="1" type="body"/>
          </p:nvPr>
        </p:nvSpPr>
        <p:spPr>
          <a:xfrm>
            <a:off x="700004" y="908719"/>
            <a:ext cx="8229600" cy="5328593"/>
          </a:xfrm>
          <a:prstGeom prst="rect">
            <a:avLst/>
          </a:prstGeom>
          <a:noFill/>
          <a:ln>
            <a:noFill/>
          </a:ln>
        </p:spPr>
        <p:txBody>
          <a:bodyPr anchorCtr="0" anchor="t" bIns="45700" lIns="91425" spcFirstLastPara="1" rIns="91425" wrap="square" tIns="45700">
            <a:normAutofit/>
          </a:bodyPr>
          <a:lstStyle/>
          <a:p>
            <a:pPr indent="-285750" lvl="0" marL="285750" rtl="0" algn="l">
              <a:lnSpc>
                <a:spcPct val="90000"/>
              </a:lnSpc>
              <a:spcBef>
                <a:spcPts val="0"/>
              </a:spcBef>
              <a:spcAft>
                <a:spcPts val="0"/>
              </a:spcAft>
              <a:buClr>
                <a:schemeClr val="dk1"/>
              </a:buClr>
              <a:buSzPts val="2800"/>
              <a:buFont typeface="Arial"/>
              <a:buChar char="•"/>
            </a:pPr>
            <a:r>
              <a:rPr b="1" lang="en-IN"/>
              <a:t>Step 5. Tell It Fast</a:t>
            </a:r>
            <a:endParaRPr/>
          </a:p>
          <a:p>
            <a:pPr indent="-285750" lvl="0" marL="285750" rtl="0" algn="just">
              <a:lnSpc>
                <a:spcPct val="90000"/>
              </a:lnSpc>
              <a:spcBef>
                <a:spcPts val="1000"/>
              </a:spcBef>
              <a:spcAft>
                <a:spcPts val="0"/>
              </a:spcAft>
              <a:buClr>
                <a:schemeClr val="dk1"/>
              </a:buClr>
              <a:buSzPts val="2800"/>
              <a:buChar char="•"/>
            </a:pPr>
            <a:r>
              <a:rPr lang="en-IN"/>
              <a:t>One way to tell a data story fast is by sharing with mobile.</a:t>
            </a:r>
            <a:endParaRPr/>
          </a:p>
          <a:p>
            <a:pPr indent="-285750" lvl="0" marL="285750" rtl="0" algn="just">
              <a:lnSpc>
                <a:spcPct val="90000"/>
              </a:lnSpc>
              <a:spcBef>
                <a:spcPts val="1000"/>
              </a:spcBef>
              <a:spcAft>
                <a:spcPts val="0"/>
              </a:spcAft>
              <a:buClr>
                <a:schemeClr val="dk1"/>
              </a:buClr>
              <a:buSzPts val="2800"/>
              <a:buChar char="•"/>
            </a:pPr>
            <a:r>
              <a:rPr lang="en-IN"/>
              <a:t>Mobile has been a game changer for data visualization in many ways and will be even more so in the years ahead.</a:t>
            </a:r>
            <a:endParaRPr/>
          </a:p>
          <a:p>
            <a:pPr indent="-285750" lvl="0" marL="285750" rtl="0" algn="just">
              <a:lnSpc>
                <a:spcPct val="90000"/>
              </a:lnSpc>
              <a:spcBef>
                <a:spcPts val="1000"/>
              </a:spcBef>
              <a:spcAft>
                <a:spcPts val="0"/>
              </a:spcAft>
              <a:buClr>
                <a:schemeClr val="dk1"/>
              </a:buClr>
              <a:buSzPts val="2800"/>
              <a:buChar char="•"/>
            </a:pPr>
            <a:r>
              <a:rPr lang="en-IN"/>
              <a:t>However, mobile requires wise editing. Be aware of form factor limitations and rethink the way storytelling via mobile devices happens.</a:t>
            </a:r>
            <a:endParaRPr/>
          </a:p>
        </p:txBody>
      </p:sp>
    </p:spTree>
  </p:cSld>
  <p:clrMapOvr>
    <a:masterClrMapping/>
  </p:clrMapOvr>
</p:sld>
</file>

<file path=ppt/slides/slide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1" name="Shape 591"/>
        <p:cNvGrpSpPr/>
        <p:nvPr/>
      </p:nvGrpSpPr>
      <p:grpSpPr>
        <a:xfrm>
          <a:off x="0" y="0"/>
          <a:ext cx="0" cy="0"/>
          <a:chOff x="0" y="0"/>
          <a:chExt cx="0" cy="0"/>
        </a:xfrm>
      </p:grpSpPr>
      <p:sp>
        <p:nvSpPr>
          <p:cNvPr id="592" name="Google Shape;592;p79"/>
          <p:cNvSpPr txBox="1"/>
          <p:nvPr>
            <p:ph type="title"/>
          </p:nvPr>
        </p:nvSpPr>
        <p:spPr>
          <a:xfrm>
            <a:off x="611560" y="260648"/>
            <a:ext cx="8280919" cy="837919"/>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rgbClr val="930B0B"/>
              </a:buClr>
              <a:buSzPts val="3200"/>
              <a:buFont typeface="Times New Roman"/>
              <a:buNone/>
            </a:pPr>
            <a:r>
              <a:rPr b="1" lang="en-IN" sz="3200"/>
              <a:t>THE IMPORTANT ROLE OF FEEDBACK</a:t>
            </a:r>
            <a:br>
              <a:rPr lang="en-IN" sz="3200"/>
            </a:br>
            <a:r>
              <a:rPr lang="en-IN" sz="3200"/>
              <a:t>	</a:t>
            </a:r>
            <a:br>
              <a:rPr lang="en-IN" sz="3200"/>
            </a:br>
            <a:r>
              <a:rPr lang="en-IN" sz="3200"/>
              <a:t>	</a:t>
            </a:r>
            <a:br>
              <a:rPr lang="en-IN" sz="2800"/>
            </a:br>
            <a:r>
              <a:rPr lang="en-IN"/>
              <a:t>	</a:t>
            </a:r>
            <a:br>
              <a:rPr lang="en-IN"/>
            </a:br>
            <a:br>
              <a:rPr lang="en-IN"/>
            </a:br>
            <a:r>
              <a:rPr lang="en-IN"/>
              <a:t>	</a:t>
            </a:r>
            <a:br>
              <a:rPr lang="en-IN"/>
            </a:br>
            <a:endParaRPr/>
          </a:p>
        </p:txBody>
      </p:sp>
      <p:sp>
        <p:nvSpPr>
          <p:cNvPr id="593" name="Google Shape;593;p79"/>
          <p:cNvSpPr txBox="1"/>
          <p:nvPr>
            <p:ph idx="1" type="body"/>
          </p:nvPr>
        </p:nvSpPr>
        <p:spPr>
          <a:xfrm>
            <a:off x="700004" y="908719"/>
            <a:ext cx="8229600" cy="5328593"/>
          </a:xfrm>
          <a:prstGeom prst="rect">
            <a:avLst/>
          </a:prstGeom>
          <a:noFill/>
          <a:ln>
            <a:noFill/>
          </a:ln>
        </p:spPr>
        <p:txBody>
          <a:bodyPr anchorCtr="0" anchor="t" bIns="45700" lIns="91425" spcFirstLastPara="1" rIns="91425" wrap="square" tIns="45700">
            <a:normAutofit/>
          </a:bodyPr>
          <a:lstStyle/>
          <a:p>
            <a:pPr indent="-285750" lvl="0" marL="285750" rtl="0" algn="just">
              <a:lnSpc>
                <a:spcPct val="90000"/>
              </a:lnSpc>
              <a:spcBef>
                <a:spcPts val="0"/>
              </a:spcBef>
              <a:spcAft>
                <a:spcPts val="0"/>
              </a:spcAft>
              <a:buClr>
                <a:schemeClr val="dk1"/>
              </a:buClr>
              <a:buSzPts val="2800"/>
              <a:buChar char="•"/>
            </a:pPr>
            <a:r>
              <a:rPr lang="en-IN"/>
              <a:t>The need for feedback is applicable both at an organizational level and at an individual one. </a:t>
            </a:r>
            <a:endParaRPr/>
          </a:p>
          <a:p>
            <a:pPr indent="-285750" lvl="0" marL="285750" rtl="0" algn="just">
              <a:lnSpc>
                <a:spcPct val="90000"/>
              </a:lnSpc>
              <a:spcBef>
                <a:spcPts val="1000"/>
              </a:spcBef>
              <a:spcAft>
                <a:spcPts val="0"/>
              </a:spcAft>
              <a:buClr>
                <a:schemeClr val="dk1"/>
              </a:buClr>
              <a:buSzPts val="2800"/>
              <a:buChar char="•"/>
            </a:pPr>
            <a:r>
              <a:rPr lang="en-IN"/>
              <a:t>All data storytellers should user-test their visualizations and stories to ensure that the message they are working to communicate is the same one being received by its intended audience.</a:t>
            </a:r>
            <a:endParaRPr/>
          </a:p>
          <a:p>
            <a:pPr indent="0" lvl="0" marL="0" rtl="0" algn="l">
              <a:lnSpc>
                <a:spcPct val="90000"/>
              </a:lnSpc>
              <a:spcBef>
                <a:spcPts val="1000"/>
              </a:spcBef>
              <a:spcAft>
                <a:spcPts val="0"/>
              </a:spcAft>
              <a:buClr>
                <a:schemeClr val="dk1"/>
              </a:buClr>
              <a:buSzPts val="2800"/>
              <a:buNone/>
            </a:pPr>
            <a:r>
              <a:t/>
            </a:r>
            <a:endParaRPr/>
          </a:p>
        </p:txBody>
      </p:sp>
    </p:spTree>
  </p:cSld>
  <p:clrMapOvr>
    <a:masterClrMapping/>
  </p:clrMapOvr>
</p:sld>
</file>

<file path=ppt/slides/slide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7" name="Shape 597"/>
        <p:cNvGrpSpPr/>
        <p:nvPr/>
      </p:nvGrpSpPr>
      <p:grpSpPr>
        <a:xfrm>
          <a:off x="0" y="0"/>
          <a:ext cx="0" cy="0"/>
          <a:chOff x="0" y="0"/>
          <a:chExt cx="0" cy="0"/>
        </a:xfrm>
      </p:grpSpPr>
      <p:sp>
        <p:nvSpPr>
          <p:cNvPr id="598" name="Google Shape;598;p80"/>
          <p:cNvSpPr txBox="1"/>
          <p:nvPr>
            <p:ph type="title"/>
          </p:nvPr>
        </p:nvSpPr>
        <p:spPr>
          <a:xfrm>
            <a:off x="611560" y="260648"/>
            <a:ext cx="8280919" cy="837919"/>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rgbClr val="930B0B"/>
              </a:buClr>
              <a:buSzPts val="3200"/>
              <a:buFont typeface="Times New Roman"/>
              <a:buNone/>
            </a:pPr>
            <a:r>
              <a:rPr b="1" lang="en-IN" sz="3200"/>
              <a:t>THE IMPORTANT ROLE OF FEEDBACK</a:t>
            </a:r>
            <a:br>
              <a:rPr lang="en-IN" sz="3200"/>
            </a:br>
            <a:r>
              <a:rPr lang="en-IN" sz="3200"/>
              <a:t>	</a:t>
            </a:r>
            <a:br>
              <a:rPr lang="en-IN" sz="3200"/>
            </a:br>
            <a:r>
              <a:rPr lang="en-IN" sz="3200"/>
              <a:t>	</a:t>
            </a:r>
            <a:br>
              <a:rPr lang="en-IN" sz="2800"/>
            </a:br>
            <a:r>
              <a:rPr lang="en-IN"/>
              <a:t>	</a:t>
            </a:r>
            <a:br>
              <a:rPr lang="en-IN"/>
            </a:br>
            <a:br>
              <a:rPr lang="en-IN"/>
            </a:br>
            <a:r>
              <a:rPr lang="en-IN"/>
              <a:t>	</a:t>
            </a:r>
            <a:br>
              <a:rPr lang="en-IN"/>
            </a:br>
            <a:endParaRPr/>
          </a:p>
        </p:txBody>
      </p:sp>
      <p:sp>
        <p:nvSpPr>
          <p:cNvPr id="599" name="Google Shape;599;p80"/>
          <p:cNvSpPr txBox="1"/>
          <p:nvPr>
            <p:ph idx="1" type="body"/>
          </p:nvPr>
        </p:nvSpPr>
        <p:spPr>
          <a:xfrm>
            <a:off x="700004" y="908719"/>
            <a:ext cx="8229600" cy="5328593"/>
          </a:xfrm>
          <a:prstGeom prst="rect">
            <a:avLst/>
          </a:prstGeom>
          <a:noFill/>
          <a:ln>
            <a:noFill/>
          </a:ln>
        </p:spPr>
        <p:txBody>
          <a:bodyPr anchorCtr="0" anchor="t" bIns="45700" lIns="91425" spcFirstLastPara="1" rIns="91425" wrap="square" tIns="45700">
            <a:normAutofit/>
          </a:bodyPr>
          <a:lstStyle/>
          <a:p>
            <a:pPr indent="-285750" lvl="0" marL="285750" rtl="0" algn="just">
              <a:lnSpc>
                <a:spcPct val="90000"/>
              </a:lnSpc>
              <a:spcBef>
                <a:spcPts val="0"/>
              </a:spcBef>
              <a:spcAft>
                <a:spcPts val="0"/>
              </a:spcAft>
              <a:buClr>
                <a:schemeClr val="dk1"/>
              </a:buClr>
              <a:buSzPts val="2800"/>
              <a:buChar char="•"/>
            </a:pPr>
            <a:r>
              <a:rPr lang="en-IN"/>
              <a:t>Here are a few ways to test the usability of your visualization:</a:t>
            </a:r>
            <a:endParaRPr/>
          </a:p>
          <a:p>
            <a:pPr indent="-285750" lvl="0" marL="285750" rtl="0" algn="just">
              <a:lnSpc>
                <a:spcPct val="90000"/>
              </a:lnSpc>
              <a:spcBef>
                <a:spcPts val="1000"/>
              </a:spcBef>
              <a:spcAft>
                <a:spcPts val="0"/>
              </a:spcAft>
              <a:buClr>
                <a:schemeClr val="dk1"/>
              </a:buClr>
              <a:buSzPts val="2800"/>
              <a:buFont typeface="Noto Sans Symbols"/>
              <a:buChar char="⮚"/>
            </a:pPr>
            <a:r>
              <a:rPr lang="en-IN"/>
              <a:t>Give a mock presentation to colleagues or friends to see whether they “see” the same insights you do.</a:t>
            </a:r>
            <a:endParaRPr/>
          </a:p>
          <a:p>
            <a:pPr indent="-285750" lvl="0" marL="285750" rtl="0" algn="just">
              <a:lnSpc>
                <a:spcPct val="90000"/>
              </a:lnSpc>
              <a:spcBef>
                <a:spcPts val="1000"/>
              </a:spcBef>
              <a:spcAft>
                <a:spcPts val="0"/>
              </a:spcAft>
              <a:buClr>
                <a:schemeClr val="dk1"/>
              </a:buClr>
              <a:buSzPts val="2800"/>
              <a:buFont typeface="Noto Sans Symbols"/>
              <a:buChar char="⮚"/>
            </a:pPr>
            <a:r>
              <a:rPr lang="en-IN"/>
              <a:t>Ask a member of your intended audience if she can</a:t>
            </a:r>
            <a:endParaRPr/>
          </a:p>
          <a:p>
            <a:pPr indent="0" lvl="0" marL="0" rtl="0" algn="just">
              <a:lnSpc>
                <a:spcPct val="90000"/>
              </a:lnSpc>
              <a:spcBef>
                <a:spcPts val="1000"/>
              </a:spcBef>
              <a:spcAft>
                <a:spcPts val="0"/>
              </a:spcAft>
              <a:buClr>
                <a:schemeClr val="dk1"/>
              </a:buClr>
              <a:buSzPts val="2800"/>
              <a:buNone/>
            </a:pPr>
            <a:r>
              <a:rPr lang="en-IN"/>
              <a:t>    explain the message in the visualization.</a:t>
            </a:r>
            <a:endParaRPr/>
          </a:p>
          <a:p>
            <a:pPr indent="-285750" lvl="0" marL="285750" rtl="0" algn="just">
              <a:lnSpc>
                <a:spcPct val="90000"/>
              </a:lnSpc>
              <a:spcBef>
                <a:spcPts val="1000"/>
              </a:spcBef>
              <a:spcAft>
                <a:spcPts val="0"/>
              </a:spcAft>
              <a:buClr>
                <a:schemeClr val="dk1"/>
              </a:buClr>
              <a:buSzPts val="2800"/>
              <a:buFont typeface="Noto Sans Symbols"/>
              <a:buChar char="⮚"/>
            </a:pPr>
            <a:r>
              <a:rPr lang="en-IN"/>
              <a:t>Have someone get hands-on with your visualization and see whether he can navigate the filters, actions, or</a:t>
            </a:r>
            <a:endParaRPr/>
          </a:p>
          <a:p>
            <a:pPr indent="0" lvl="0" marL="0" rtl="0" algn="just">
              <a:lnSpc>
                <a:spcPct val="90000"/>
              </a:lnSpc>
              <a:spcBef>
                <a:spcPts val="1000"/>
              </a:spcBef>
              <a:spcAft>
                <a:spcPts val="0"/>
              </a:spcAft>
              <a:buClr>
                <a:schemeClr val="dk1"/>
              </a:buClr>
              <a:buSzPts val="2800"/>
              <a:buNone/>
            </a:pPr>
            <a:r>
              <a:rPr lang="en-IN"/>
              <a:t>   annotations in your visual.</a:t>
            </a:r>
            <a:endParaRPr/>
          </a:p>
        </p:txBody>
      </p:sp>
    </p:spTree>
  </p:cSld>
  <p:clrMapOvr>
    <a:masterClrMapping/>
  </p:clrMapOvr>
</p:sld>
</file>

<file path=ppt/slides/slide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3" name="Shape 603"/>
        <p:cNvGrpSpPr/>
        <p:nvPr/>
      </p:nvGrpSpPr>
      <p:grpSpPr>
        <a:xfrm>
          <a:off x="0" y="0"/>
          <a:ext cx="0" cy="0"/>
          <a:chOff x="0" y="0"/>
          <a:chExt cx="0" cy="0"/>
        </a:xfrm>
      </p:grpSpPr>
      <p:sp>
        <p:nvSpPr>
          <p:cNvPr id="604" name="Google Shape;604;p81"/>
          <p:cNvSpPr txBox="1"/>
          <p:nvPr>
            <p:ph type="title"/>
          </p:nvPr>
        </p:nvSpPr>
        <p:spPr>
          <a:xfrm>
            <a:off x="611560" y="260648"/>
            <a:ext cx="8280919" cy="837919"/>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rgbClr val="930B0B"/>
              </a:buClr>
              <a:buSzPts val="3200"/>
              <a:buFont typeface="Times New Roman"/>
              <a:buNone/>
            </a:pPr>
            <a:r>
              <a:rPr b="1" lang="en-IN" sz="3200"/>
              <a:t>THE IMPORTANT ROLE OF FEEDBACK</a:t>
            </a:r>
            <a:br>
              <a:rPr lang="en-IN" sz="3200"/>
            </a:br>
            <a:r>
              <a:rPr lang="en-IN" sz="3200"/>
              <a:t>	</a:t>
            </a:r>
            <a:br>
              <a:rPr lang="en-IN" sz="3200"/>
            </a:br>
            <a:r>
              <a:rPr lang="en-IN" sz="3200"/>
              <a:t>	</a:t>
            </a:r>
            <a:br>
              <a:rPr lang="en-IN" sz="2800"/>
            </a:br>
            <a:r>
              <a:rPr lang="en-IN"/>
              <a:t>	</a:t>
            </a:r>
            <a:br>
              <a:rPr lang="en-IN"/>
            </a:br>
            <a:br>
              <a:rPr lang="en-IN"/>
            </a:br>
            <a:r>
              <a:rPr lang="en-IN"/>
              <a:t>	</a:t>
            </a:r>
            <a:br>
              <a:rPr lang="en-IN"/>
            </a:br>
            <a:endParaRPr/>
          </a:p>
        </p:txBody>
      </p:sp>
      <p:sp>
        <p:nvSpPr>
          <p:cNvPr id="605" name="Google Shape;605;p81"/>
          <p:cNvSpPr txBox="1"/>
          <p:nvPr>
            <p:ph idx="1" type="body"/>
          </p:nvPr>
        </p:nvSpPr>
        <p:spPr>
          <a:xfrm>
            <a:off x="700004" y="908719"/>
            <a:ext cx="8229600" cy="5328593"/>
          </a:xfrm>
          <a:prstGeom prst="rect">
            <a:avLst/>
          </a:prstGeom>
          <a:noFill/>
          <a:ln>
            <a:noFill/>
          </a:ln>
        </p:spPr>
        <p:txBody>
          <a:bodyPr anchorCtr="0" anchor="t" bIns="45700" lIns="91425" spcFirstLastPara="1" rIns="91425" wrap="square" tIns="45700">
            <a:normAutofit/>
          </a:bodyPr>
          <a:lstStyle/>
          <a:p>
            <a:pPr indent="-285750" lvl="0" marL="285750" rtl="0" algn="just">
              <a:lnSpc>
                <a:spcPct val="90000"/>
              </a:lnSpc>
              <a:spcBef>
                <a:spcPts val="0"/>
              </a:spcBef>
              <a:spcAft>
                <a:spcPts val="0"/>
              </a:spcAft>
              <a:buClr>
                <a:schemeClr val="dk1"/>
              </a:buClr>
              <a:buSzPts val="2800"/>
              <a:buChar char="•"/>
            </a:pPr>
            <a:r>
              <a:rPr lang="en-IN"/>
              <a:t>The process of user-testing a data visualization or story is easier said than done, and feedback can be a fickle friend. </a:t>
            </a:r>
            <a:endParaRPr/>
          </a:p>
          <a:p>
            <a:pPr indent="-285750" lvl="0" marL="285750" rtl="0" algn="just">
              <a:lnSpc>
                <a:spcPct val="90000"/>
              </a:lnSpc>
              <a:spcBef>
                <a:spcPts val="1000"/>
              </a:spcBef>
              <a:spcAft>
                <a:spcPts val="0"/>
              </a:spcAft>
              <a:buClr>
                <a:schemeClr val="dk1"/>
              </a:buClr>
              <a:buSzPts val="2800"/>
              <a:buChar char="•"/>
            </a:pPr>
            <a:r>
              <a:rPr lang="en-IN"/>
              <a:t>We invest a significant amount of time and energy into building visualizations and crafting narratives, and—like any creation—become attached to them, and maybe even a little blind to their potential flaws. Still, feedback can be validating or constructive, and if collected consciously can help us engage audiences and perfect our data stories..</a:t>
            </a:r>
            <a:endParaRPr/>
          </a:p>
        </p:txBody>
      </p:sp>
    </p:spTree>
  </p:cSld>
  <p:clrMapOvr>
    <a:masterClrMapping/>
  </p:clrMapOvr>
</p:sld>
</file>

<file path=ppt/slides/slide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9" name="Shape 609"/>
        <p:cNvGrpSpPr/>
        <p:nvPr/>
      </p:nvGrpSpPr>
      <p:grpSpPr>
        <a:xfrm>
          <a:off x="0" y="0"/>
          <a:ext cx="0" cy="0"/>
          <a:chOff x="0" y="0"/>
          <a:chExt cx="0" cy="0"/>
        </a:xfrm>
      </p:grpSpPr>
      <p:sp>
        <p:nvSpPr>
          <p:cNvPr id="610" name="Google Shape;610;p82"/>
          <p:cNvSpPr txBox="1"/>
          <p:nvPr>
            <p:ph type="title"/>
          </p:nvPr>
        </p:nvSpPr>
        <p:spPr>
          <a:xfrm>
            <a:off x="611560" y="260648"/>
            <a:ext cx="8280919" cy="837919"/>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rgbClr val="930B0B"/>
              </a:buClr>
              <a:buSzPts val="3200"/>
              <a:buFont typeface="Times New Roman"/>
              <a:buNone/>
            </a:pPr>
            <a:r>
              <a:rPr b="1" lang="en-IN" sz="3200"/>
              <a:t>THE IMPORTANT ROLE OF FEEDBACK</a:t>
            </a:r>
            <a:br>
              <a:rPr lang="en-IN" sz="3200"/>
            </a:br>
            <a:r>
              <a:rPr lang="en-IN" sz="3200"/>
              <a:t>	</a:t>
            </a:r>
            <a:br>
              <a:rPr lang="en-IN" sz="3200"/>
            </a:br>
            <a:r>
              <a:rPr lang="en-IN" sz="3200"/>
              <a:t>	</a:t>
            </a:r>
            <a:br>
              <a:rPr lang="en-IN" sz="2800"/>
            </a:br>
            <a:r>
              <a:rPr lang="en-IN"/>
              <a:t>	</a:t>
            </a:r>
            <a:br>
              <a:rPr lang="en-IN"/>
            </a:br>
            <a:br>
              <a:rPr lang="en-IN"/>
            </a:br>
            <a:r>
              <a:rPr lang="en-IN"/>
              <a:t>	</a:t>
            </a:r>
            <a:br>
              <a:rPr lang="en-IN"/>
            </a:br>
            <a:endParaRPr/>
          </a:p>
        </p:txBody>
      </p:sp>
      <p:sp>
        <p:nvSpPr>
          <p:cNvPr id="611" name="Google Shape;611;p82"/>
          <p:cNvSpPr txBox="1"/>
          <p:nvPr>
            <p:ph idx="1" type="body"/>
          </p:nvPr>
        </p:nvSpPr>
        <p:spPr>
          <a:xfrm>
            <a:off x="700004" y="908719"/>
            <a:ext cx="8229600" cy="5328593"/>
          </a:xfrm>
          <a:prstGeom prst="rect">
            <a:avLst/>
          </a:prstGeom>
          <a:noFill/>
          <a:ln>
            <a:noFill/>
          </a:ln>
        </p:spPr>
        <p:txBody>
          <a:bodyPr anchorCtr="0" anchor="t" bIns="45700" lIns="91425" spcFirstLastPara="1" rIns="91425" wrap="square" tIns="45700">
            <a:normAutofit/>
          </a:bodyPr>
          <a:lstStyle/>
          <a:p>
            <a:pPr indent="-285750" lvl="0" marL="285750" rtl="0" algn="just">
              <a:lnSpc>
                <a:spcPct val="90000"/>
              </a:lnSpc>
              <a:spcBef>
                <a:spcPts val="0"/>
              </a:spcBef>
              <a:spcAft>
                <a:spcPts val="0"/>
              </a:spcAft>
              <a:buClr>
                <a:schemeClr val="dk1"/>
              </a:buClr>
              <a:buSzPts val="2800"/>
              <a:buChar char="•"/>
            </a:pPr>
            <a:r>
              <a:rPr lang="en-IN"/>
              <a:t>Instead of dwelling on negative feedback, use it as a way to improve your visualization, corrective learning, and new information to add into your visual data storytelling skillset for your next project.</a:t>
            </a:r>
            <a:endParaRPr/>
          </a:p>
        </p:txBody>
      </p:sp>
    </p:spTree>
  </p:cSld>
  <p:clrMapOvr>
    <a:masterClrMapping/>
  </p:clrMapOvr>
</p:sld>
</file>

<file path=ppt/slides/slide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5" name="Shape 615"/>
        <p:cNvGrpSpPr/>
        <p:nvPr/>
      </p:nvGrpSpPr>
      <p:grpSpPr>
        <a:xfrm>
          <a:off x="0" y="0"/>
          <a:ext cx="0" cy="0"/>
          <a:chOff x="0" y="0"/>
          <a:chExt cx="0" cy="0"/>
        </a:xfrm>
      </p:grpSpPr>
      <p:sp>
        <p:nvSpPr>
          <p:cNvPr id="616" name="Google Shape;616;p83"/>
          <p:cNvSpPr txBox="1"/>
          <p:nvPr>
            <p:ph type="title"/>
          </p:nvPr>
        </p:nvSpPr>
        <p:spPr>
          <a:xfrm>
            <a:off x="611560" y="260648"/>
            <a:ext cx="8280919" cy="837919"/>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rgbClr val="930B0B"/>
              </a:buClr>
              <a:buSzPts val="3200"/>
              <a:buFont typeface="Times New Roman"/>
              <a:buNone/>
            </a:pPr>
            <a:br>
              <a:rPr lang="en-IN" sz="3200"/>
            </a:br>
            <a:r>
              <a:rPr lang="en-IN" sz="3200"/>
              <a:t>	</a:t>
            </a:r>
            <a:br>
              <a:rPr lang="en-IN" sz="3200"/>
            </a:br>
            <a:r>
              <a:rPr lang="en-IN" sz="3200"/>
              <a:t>	</a:t>
            </a:r>
            <a:br>
              <a:rPr lang="en-IN" sz="2800"/>
            </a:br>
            <a:r>
              <a:rPr lang="en-IN"/>
              <a:t>	</a:t>
            </a:r>
            <a:br>
              <a:rPr lang="en-IN"/>
            </a:br>
            <a:br>
              <a:rPr lang="en-IN"/>
            </a:br>
            <a:r>
              <a:rPr lang="en-IN"/>
              <a:t>	</a:t>
            </a:r>
            <a:br>
              <a:rPr lang="en-IN"/>
            </a:br>
            <a:endParaRPr/>
          </a:p>
        </p:txBody>
      </p:sp>
      <p:sp>
        <p:nvSpPr>
          <p:cNvPr id="617" name="Google Shape;617;p83"/>
          <p:cNvSpPr txBox="1"/>
          <p:nvPr>
            <p:ph idx="1" type="body"/>
          </p:nvPr>
        </p:nvSpPr>
        <p:spPr>
          <a:xfrm>
            <a:off x="700004" y="908719"/>
            <a:ext cx="8229600" cy="5328593"/>
          </a:xfrm>
          <a:prstGeom prst="rect">
            <a:avLst/>
          </a:prstGeom>
          <a:noFill/>
          <a:ln>
            <a:noFill/>
          </a:ln>
        </p:spPr>
        <p:txBody>
          <a:bodyPr anchorCtr="0" anchor="t" bIns="45700" lIns="91425" spcFirstLastPara="1" rIns="91425" wrap="square" tIns="45700">
            <a:normAutofit lnSpcReduction="10000"/>
          </a:bodyPr>
          <a:lstStyle/>
          <a:p>
            <a:pPr indent="-285750" lvl="0" marL="285750" rtl="0" algn="l">
              <a:lnSpc>
                <a:spcPct val="90000"/>
              </a:lnSpc>
              <a:spcBef>
                <a:spcPts val="0"/>
              </a:spcBef>
              <a:spcAft>
                <a:spcPts val="0"/>
              </a:spcAft>
              <a:buClr>
                <a:schemeClr val="dk1"/>
              </a:buClr>
              <a:buSzPts val="2800"/>
              <a:buChar char="•"/>
            </a:pPr>
            <a:r>
              <a:rPr b="1" lang="en-IN"/>
              <a:t>What is data storytelling?</a:t>
            </a:r>
            <a:endParaRPr/>
          </a:p>
          <a:p>
            <a:pPr indent="-285750" lvl="0" marL="285750" rtl="0" algn="l">
              <a:lnSpc>
                <a:spcPct val="90000"/>
              </a:lnSpc>
              <a:spcBef>
                <a:spcPts val="1000"/>
              </a:spcBef>
              <a:spcAft>
                <a:spcPts val="0"/>
              </a:spcAft>
              <a:buClr>
                <a:schemeClr val="dk1"/>
              </a:buClr>
              <a:buSzPts val="2800"/>
              <a:buChar char="•"/>
            </a:pPr>
            <a:r>
              <a:rPr lang="en-IN"/>
              <a:t>Data-driven storytelling is the process of transforming a data-based analysis into easily accessible visual forms that influence the business decisions of your target audience. You need to use the right analytical facts that intrigue your potential customers enough that they want to take immediate action on your offerings.</a:t>
            </a:r>
            <a:endParaRPr/>
          </a:p>
          <a:p>
            <a:pPr indent="-285750" lvl="0" marL="285750" rtl="0" algn="l">
              <a:lnSpc>
                <a:spcPct val="90000"/>
              </a:lnSpc>
              <a:spcBef>
                <a:spcPts val="1000"/>
              </a:spcBef>
              <a:spcAft>
                <a:spcPts val="0"/>
              </a:spcAft>
              <a:buClr>
                <a:schemeClr val="dk1"/>
              </a:buClr>
              <a:buSzPts val="2800"/>
              <a:buChar char="•"/>
            </a:pPr>
            <a:r>
              <a:rPr lang="en-IN"/>
              <a:t>How well you do data storytelling depends on the stories, subjects, visuals, and creativity that you use. When you use cutting-edge tools and technologies to stitch together different metrics and reveal the relationships between them, you are virtually building an entire world of narratives.</a:t>
            </a:r>
            <a:endParaRPr/>
          </a:p>
        </p:txBody>
      </p:sp>
    </p:spTree>
  </p:cSld>
  <p:clrMapOvr>
    <a:masterClrMapping/>
  </p:clrMapOvr>
</p:sld>
</file>

<file path=ppt/slides/slide8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1" name="Shape 621"/>
        <p:cNvGrpSpPr/>
        <p:nvPr/>
      </p:nvGrpSpPr>
      <p:grpSpPr>
        <a:xfrm>
          <a:off x="0" y="0"/>
          <a:ext cx="0" cy="0"/>
          <a:chOff x="0" y="0"/>
          <a:chExt cx="0" cy="0"/>
        </a:xfrm>
      </p:grpSpPr>
      <p:sp>
        <p:nvSpPr>
          <p:cNvPr id="622" name="Google Shape;622;p84"/>
          <p:cNvSpPr txBox="1"/>
          <p:nvPr>
            <p:ph type="title"/>
          </p:nvPr>
        </p:nvSpPr>
        <p:spPr>
          <a:xfrm>
            <a:off x="611560" y="260648"/>
            <a:ext cx="8280919" cy="837919"/>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rgbClr val="930B0B"/>
              </a:buClr>
              <a:buSzPts val="3200"/>
              <a:buFont typeface="Times New Roman"/>
              <a:buNone/>
            </a:pPr>
            <a:br>
              <a:rPr lang="en-IN" sz="3200"/>
            </a:br>
            <a:r>
              <a:rPr lang="en-IN" sz="3200"/>
              <a:t>	</a:t>
            </a:r>
            <a:br>
              <a:rPr lang="en-IN" sz="3200"/>
            </a:br>
            <a:r>
              <a:rPr lang="en-IN" sz="3200"/>
              <a:t>	</a:t>
            </a:r>
            <a:br>
              <a:rPr lang="en-IN" sz="2800"/>
            </a:br>
            <a:r>
              <a:rPr lang="en-IN"/>
              <a:t>	</a:t>
            </a:r>
            <a:br>
              <a:rPr lang="en-IN"/>
            </a:br>
            <a:br>
              <a:rPr lang="en-IN"/>
            </a:br>
            <a:r>
              <a:rPr lang="en-IN"/>
              <a:t>	</a:t>
            </a:r>
            <a:br>
              <a:rPr lang="en-IN"/>
            </a:br>
            <a:endParaRPr/>
          </a:p>
        </p:txBody>
      </p:sp>
      <p:sp>
        <p:nvSpPr>
          <p:cNvPr id="623" name="Google Shape;623;p84"/>
          <p:cNvSpPr txBox="1"/>
          <p:nvPr>
            <p:ph idx="1" type="body"/>
          </p:nvPr>
        </p:nvSpPr>
        <p:spPr>
          <a:xfrm>
            <a:off x="700004" y="908719"/>
            <a:ext cx="8229600" cy="5328593"/>
          </a:xfrm>
          <a:prstGeom prst="rect">
            <a:avLst/>
          </a:prstGeom>
          <a:noFill/>
          <a:ln>
            <a:noFill/>
          </a:ln>
        </p:spPr>
        <p:txBody>
          <a:bodyPr anchorCtr="0" anchor="t" bIns="45700" lIns="91425" spcFirstLastPara="1" rIns="91425" wrap="square" tIns="45700">
            <a:normAutofit/>
          </a:bodyPr>
          <a:lstStyle/>
          <a:p>
            <a:pPr indent="-285750" lvl="0" marL="285750" rtl="0" algn="l">
              <a:lnSpc>
                <a:spcPct val="90000"/>
              </a:lnSpc>
              <a:spcBef>
                <a:spcPts val="0"/>
              </a:spcBef>
              <a:spcAft>
                <a:spcPts val="0"/>
              </a:spcAft>
              <a:buClr>
                <a:schemeClr val="dk1"/>
              </a:buClr>
              <a:buSzPts val="2800"/>
              <a:buChar char="•"/>
            </a:pPr>
            <a:r>
              <a:rPr lang="en-IN"/>
              <a:t>What you’ll need to do is pick one or two narratives, find the data that supports it, and build a plot that presents complicated concepts in a form that a person now well-versed in the subject matter can understand.</a:t>
            </a:r>
            <a:endParaRPr/>
          </a:p>
          <a:p>
            <a:pPr indent="0" lvl="0" marL="0" rtl="0" algn="l">
              <a:lnSpc>
                <a:spcPct val="90000"/>
              </a:lnSpc>
              <a:spcBef>
                <a:spcPts val="1000"/>
              </a:spcBef>
              <a:spcAft>
                <a:spcPts val="0"/>
              </a:spcAft>
              <a:buClr>
                <a:schemeClr val="dk1"/>
              </a:buClr>
              <a:buSzPts val="2800"/>
              <a:buNone/>
            </a:pPr>
            <a:r>
              <a:rPr b="1" lang="en-IN"/>
              <a:t>Why you need data storytelling</a:t>
            </a:r>
            <a:endParaRPr/>
          </a:p>
          <a:p>
            <a:pPr indent="-285750" lvl="0" marL="285750" rtl="0" algn="l">
              <a:lnSpc>
                <a:spcPct val="90000"/>
              </a:lnSpc>
              <a:spcBef>
                <a:spcPts val="1000"/>
              </a:spcBef>
              <a:spcAft>
                <a:spcPts val="0"/>
              </a:spcAft>
              <a:buClr>
                <a:schemeClr val="dk1"/>
              </a:buClr>
              <a:buSzPts val="2800"/>
              <a:buChar char="•"/>
            </a:pPr>
            <a:r>
              <a:rPr lang="en-IN"/>
              <a:t>Data storytelling is more than just an interesting way to share your data, analytics, and complex information. It has many benefits for your business.</a:t>
            </a:r>
            <a:endParaRPr/>
          </a:p>
        </p:txBody>
      </p:sp>
    </p:spTree>
  </p:cSld>
  <p:clrMapOvr>
    <a:masterClrMapping/>
  </p:clrMapOvr>
</p:sld>
</file>

<file path=ppt/slides/slide8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7" name="Shape 627"/>
        <p:cNvGrpSpPr/>
        <p:nvPr/>
      </p:nvGrpSpPr>
      <p:grpSpPr>
        <a:xfrm>
          <a:off x="0" y="0"/>
          <a:ext cx="0" cy="0"/>
          <a:chOff x="0" y="0"/>
          <a:chExt cx="0" cy="0"/>
        </a:xfrm>
      </p:grpSpPr>
      <p:sp>
        <p:nvSpPr>
          <p:cNvPr id="628" name="Google Shape;628;p85"/>
          <p:cNvSpPr txBox="1"/>
          <p:nvPr>
            <p:ph type="title"/>
          </p:nvPr>
        </p:nvSpPr>
        <p:spPr>
          <a:xfrm>
            <a:off x="611560" y="260648"/>
            <a:ext cx="8280919" cy="837919"/>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rgbClr val="930B0B"/>
              </a:buClr>
              <a:buSzPts val="3200"/>
              <a:buFont typeface="Times New Roman"/>
              <a:buNone/>
            </a:pPr>
            <a:r>
              <a:rPr lang="en-IN" sz="3200"/>
              <a:t>Graphical perception</a:t>
            </a:r>
            <a:br>
              <a:rPr lang="en-IN" sz="3200"/>
            </a:br>
            <a:br>
              <a:rPr lang="en-IN" sz="3200"/>
            </a:br>
            <a:r>
              <a:rPr lang="en-IN" sz="3200"/>
              <a:t>	</a:t>
            </a:r>
            <a:br>
              <a:rPr lang="en-IN" sz="3200"/>
            </a:br>
            <a:r>
              <a:rPr lang="en-IN" sz="3200"/>
              <a:t>	</a:t>
            </a:r>
            <a:br>
              <a:rPr lang="en-IN" sz="2800"/>
            </a:br>
            <a:r>
              <a:rPr lang="en-IN"/>
              <a:t>	</a:t>
            </a:r>
            <a:br>
              <a:rPr lang="en-IN"/>
            </a:br>
            <a:br>
              <a:rPr lang="en-IN"/>
            </a:br>
            <a:r>
              <a:rPr lang="en-IN"/>
              <a:t>	</a:t>
            </a:r>
            <a:br>
              <a:rPr lang="en-IN"/>
            </a:br>
            <a:endParaRPr/>
          </a:p>
        </p:txBody>
      </p:sp>
      <p:sp>
        <p:nvSpPr>
          <p:cNvPr id="629" name="Google Shape;629;p85"/>
          <p:cNvSpPr txBox="1"/>
          <p:nvPr>
            <p:ph idx="1" type="body"/>
          </p:nvPr>
        </p:nvSpPr>
        <p:spPr>
          <a:xfrm>
            <a:off x="700004" y="908719"/>
            <a:ext cx="8229600" cy="5328593"/>
          </a:xfrm>
          <a:prstGeom prst="rect">
            <a:avLst/>
          </a:prstGeom>
          <a:noFill/>
          <a:ln>
            <a:noFill/>
          </a:ln>
        </p:spPr>
        <p:txBody>
          <a:bodyPr anchorCtr="0" anchor="t" bIns="45700" lIns="91425" spcFirstLastPara="1" rIns="91425" wrap="square" tIns="45700">
            <a:normAutofit/>
          </a:bodyPr>
          <a:lstStyle/>
          <a:p>
            <a:pPr indent="-285750" lvl="0" marL="285750" rtl="0" algn="just">
              <a:lnSpc>
                <a:spcPct val="90000"/>
              </a:lnSpc>
              <a:spcBef>
                <a:spcPts val="0"/>
              </a:spcBef>
              <a:spcAft>
                <a:spcPts val="0"/>
              </a:spcAft>
              <a:buClr>
                <a:schemeClr val="dk1"/>
              </a:buClr>
              <a:buSzPts val="2800"/>
              <a:buChar char="•"/>
            </a:pPr>
            <a:r>
              <a:rPr b="1" lang="en-IN"/>
              <a:t>Graphical perception</a:t>
            </a:r>
            <a:r>
              <a:rPr lang="en-IN"/>
              <a:t> is the human capacity for visually interpreting information on graphs and charts. Both quantitative and qualitative information can be said to be encoded into the image, and the human capacity to interpret it is sometimes called decoding. </a:t>
            </a:r>
            <a:endParaRPr/>
          </a:p>
          <a:p>
            <a:pPr indent="-285750" lvl="0" marL="285750" rtl="0" algn="just">
              <a:lnSpc>
                <a:spcPct val="90000"/>
              </a:lnSpc>
              <a:spcBef>
                <a:spcPts val="1000"/>
              </a:spcBef>
              <a:spcAft>
                <a:spcPts val="0"/>
              </a:spcAft>
              <a:buClr>
                <a:schemeClr val="dk1"/>
              </a:buClr>
              <a:buSzPts val="2800"/>
              <a:buChar char="•"/>
            </a:pPr>
            <a:r>
              <a:rPr lang="en-IN"/>
              <a:t>The importance of human graphical perception, what we discern easily versus what our brains have more difficulty decoding, is fundamental to good statistical graphics design, where clarity, transparency, accuracy and precision in data display and interpretation are essential for understanding the translation of data in a graph to clarify and interpret the science.</a:t>
            </a:r>
            <a:endParaRPr/>
          </a:p>
          <a:p>
            <a:pPr indent="0" lvl="0" marL="0" rtl="0" algn="just">
              <a:lnSpc>
                <a:spcPct val="90000"/>
              </a:lnSpc>
              <a:spcBef>
                <a:spcPts val="1000"/>
              </a:spcBef>
              <a:spcAft>
                <a:spcPts val="0"/>
              </a:spcAft>
              <a:buClr>
                <a:schemeClr val="dk1"/>
              </a:buClr>
              <a:buSzPts val="2800"/>
              <a:buNone/>
            </a:pPr>
            <a:r>
              <a:t/>
            </a:r>
            <a:endParaRPr/>
          </a:p>
        </p:txBody>
      </p:sp>
    </p:spTree>
  </p:cSld>
  <p:clrMapOvr>
    <a:masterClrMapping/>
  </p:clrMapOvr>
</p:sld>
</file>

<file path=ppt/slides/slide8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3" name="Shape 633"/>
        <p:cNvGrpSpPr/>
        <p:nvPr/>
      </p:nvGrpSpPr>
      <p:grpSpPr>
        <a:xfrm>
          <a:off x="0" y="0"/>
          <a:ext cx="0" cy="0"/>
          <a:chOff x="0" y="0"/>
          <a:chExt cx="0" cy="0"/>
        </a:xfrm>
      </p:grpSpPr>
      <p:sp>
        <p:nvSpPr>
          <p:cNvPr id="634" name="Google Shape;634;p86"/>
          <p:cNvSpPr txBox="1"/>
          <p:nvPr>
            <p:ph type="title"/>
          </p:nvPr>
        </p:nvSpPr>
        <p:spPr>
          <a:xfrm>
            <a:off x="611560" y="260648"/>
            <a:ext cx="8280919" cy="837919"/>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rgbClr val="930B0B"/>
              </a:buClr>
              <a:buSzPts val="3200"/>
              <a:buFont typeface="Times New Roman"/>
              <a:buNone/>
            </a:pPr>
            <a:r>
              <a:rPr lang="en-IN" sz="3200"/>
              <a:t>Graphical perception</a:t>
            </a:r>
            <a:br>
              <a:rPr lang="en-IN" sz="3200"/>
            </a:br>
            <a:br>
              <a:rPr lang="en-IN" sz="3200"/>
            </a:br>
            <a:r>
              <a:rPr lang="en-IN" sz="3200"/>
              <a:t>	</a:t>
            </a:r>
            <a:br>
              <a:rPr lang="en-IN" sz="3200"/>
            </a:br>
            <a:r>
              <a:rPr lang="en-IN" sz="3200"/>
              <a:t>	</a:t>
            </a:r>
            <a:br>
              <a:rPr lang="en-IN" sz="2800"/>
            </a:br>
            <a:r>
              <a:rPr lang="en-IN"/>
              <a:t>	</a:t>
            </a:r>
            <a:br>
              <a:rPr lang="en-IN"/>
            </a:br>
            <a:br>
              <a:rPr lang="en-IN"/>
            </a:br>
            <a:r>
              <a:rPr lang="en-IN"/>
              <a:t>	</a:t>
            </a:r>
            <a:br>
              <a:rPr lang="en-IN"/>
            </a:br>
            <a:endParaRPr/>
          </a:p>
        </p:txBody>
      </p:sp>
      <p:sp>
        <p:nvSpPr>
          <p:cNvPr id="635" name="Google Shape;635;p86"/>
          <p:cNvSpPr txBox="1"/>
          <p:nvPr>
            <p:ph idx="1" type="body"/>
          </p:nvPr>
        </p:nvSpPr>
        <p:spPr>
          <a:xfrm>
            <a:off x="700004" y="908719"/>
            <a:ext cx="8229600" cy="5328593"/>
          </a:xfrm>
          <a:prstGeom prst="rect">
            <a:avLst/>
          </a:prstGeom>
          <a:noFill/>
          <a:ln>
            <a:noFill/>
          </a:ln>
        </p:spPr>
        <p:txBody>
          <a:bodyPr anchorCtr="0" anchor="t" bIns="45700" lIns="91425" spcFirstLastPara="1" rIns="91425" wrap="square" tIns="45700">
            <a:normAutofit/>
          </a:bodyPr>
          <a:lstStyle/>
          <a:p>
            <a:pPr indent="-285750" lvl="0" marL="285750" rtl="0" algn="l">
              <a:lnSpc>
                <a:spcPct val="90000"/>
              </a:lnSpc>
              <a:spcBef>
                <a:spcPts val="0"/>
              </a:spcBef>
              <a:spcAft>
                <a:spcPts val="0"/>
              </a:spcAft>
              <a:buClr>
                <a:schemeClr val="dk1"/>
              </a:buClr>
              <a:buSzPts val="2800"/>
              <a:buFont typeface="Arial"/>
              <a:buChar char="•"/>
            </a:pPr>
            <a:r>
              <a:rPr lang="en-IN"/>
              <a:t>Graphical perception is achieved in dimensions or steps of discernment by:</a:t>
            </a:r>
            <a:endParaRPr/>
          </a:p>
          <a:p>
            <a:pPr indent="-285750" lvl="0" marL="285750" rtl="0" algn="l">
              <a:lnSpc>
                <a:spcPct val="90000"/>
              </a:lnSpc>
              <a:spcBef>
                <a:spcPts val="1000"/>
              </a:spcBef>
              <a:spcAft>
                <a:spcPts val="0"/>
              </a:spcAft>
              <a:buClr>
                <a:schemeClr val="dk1"/>
              </a:buClr>
              <a:buSzPts val="2800"/>
              <a:buFont typeface="Arial"/>
              <a:buChar char="•"/>
            </a:pPr>
            <a:r>
              <a:rPr b="1" lang="en-IN"/>
              <a:t>detection</a:t>
            </a:r>
            <a:r>
              <a:rPr lang="en-IN"/>
              <a:t> : recognition of geometry which encodes physical values</a:t>
            </a:r>
            <a:endParaRPr/>
          </a:p>
          <a:p>
            <a:pPr indent="-285750" lvl="0" marL="285750" rtl="0" algn="l">
              <a:lnSpc>
                <a:spcPct val="90000"/>
              </a:lnSpc>
              <a:spcBef>
                <a:spcPts val="1000"/>
              </a:spcBef>
              <a:spcAft>
                <a:spcPts val="0"/>
              </a:spcAft>
              <a:buClr>
                <a:schemeClr val="dk1"/>
              </a:buClr>
              <a:buSzPts val="2800"/>
              <a:buFont typeface="Arial"/>
              <a:buChar char="•"/>
            </a:pPr>
            <a:r>
              <a:rPr b="1" lang="en-IN"/>
              <a:t>assembly</a:t>
            </a:r>
            <a:r>
              <a:rPr lang="en-IN"/>
              <a:t> : grouping of detected symbol elements; discerning overall patterns in data</a:t>
            </a:r>
            <a:endParaRPr/>
          </a:p>
          <a:p>
            <a:pPr indent="-285750" lvl="0" marL="285750" rtl="0" algn="l">
              <a:lnSpc>
                <a:spcPct val="90000"/>
              </a:lnSpc>
              <a:spcBef>
                <a:spcPts val="1000"/>
              </a:spcBef>
              <a:spcAft>
                <a:spcPts val="0"/>
              </a:spcAft>
              <a:buClr>
                <a:schemeClr val="dk1"/>
              </a:buClr>
              <a:buSzPts val="2800"/>
              <a:buFont typeface="Arial"/>
              <a:buChar char="•"/>
            </a:pPr>
            <a:r>
              <a:rPr b="1" lang="en-IN"/>
              <a:t>estimation</a:t>
            </a:r>
            <a:r>
              <a:rPr lang="en-IN"/>
              <a:t> : assessment of relative magnitudes of two physical values.</a:t>
            </a:r>
            <a:endParaRPr/>
          </a:p>
          <a:p>
            <a:pPr indent="0" lvl="0" marL="0" rtl="0" algn="l">
              <a:lnSpc>
                <a:spcPct val="90000"/>
              </a:lnSpc>
              <a:spcBef>
                <a:spcPts val="1000"/>
              </a:spcBef>
              <a:spcAft>
                <a:spcPts val="0"/>
              </a:spcAft>
              <a:buClr>
                <a:schemeClr val="dk1"/>
              </a:buClr>
              <a:buSzPts val="2800"/>
              <a:buNone/>
            </a:pPr>
            <a:r>
              <a:t/>
            </a:r>
            <a:endParaRPr/>
          </a:p>
        </p:txBody>
      </p:sp>
    </p:spTree>
  </p:cSld>
  <p:clrMapOvr>
    <a:masterClrMapping/>
  </p:clrMapOvr>
</p:sld>
</file>

<file path=ppt/slides/slide8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9" name="Shape 639"/>
        <p:cNvGrpSpPr/>
        <p:nvPr/>
      </p:nvGrpSpPr>
      <p:grpSpPr>
        <a:xfrm>
          <a:off x="0" y="0"/>
          <a:ext cx="0" cy="0"/>
          <a:chOff x="0" y="0"/>
          <a:chExt cx="0" cy="0"/>
        </a:xfrm>
      </p:grpSpPr>
      <p:sp>
        <p:nvSpPr>
          <p:cNvPr id="640" name="Google Shape;640;p87"/>
          <p:cNvSpPr txBox="1"/>
          <p:nvPr>
            <p:ph type="title"/>
          </p:nvPr>
        </p:nvSpPr>
        <p:spPr>
          <a:xfrm>
            <a:off x="611560" y="260648"/>
            <a:ext cx="8280919" cy="837919"/>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rgbClr val="930B0B"/>
              </a:buClr>
              <a:buSzPts val="3200"/>
              <a:buFont typeface="Times New Roman"/>
              <a:buNone/>
            </a:pPr>
            <a:r>
              <a:rPr lang="en-IN" sz="3200"/>
              <a:t>Graphical perception</a:t>
            </a:r>
            <a:br>
              <a:rPr lang="en-IN" sz="3200"/>
            </a:br>
            <a:br>
              <a:rPr lang="en-IN" sz="3200"/>
            </a:br>
            <a:r>
              <a:rPr lang="en-IN" sz="3200"/>
              <a:t>	</a:t>
            </a:r>
            <a:br>
              <a:rPr lang="en-IN" sz="3200"/>
            </a:br>
            <a:r>
              <a:rPr lang="en-IN" sz="3200"/>
              <a:t>	</a:t>
            </a:r>
            <a:br>
              <a:rPr lang="en-IN" sz="2800"/>
            </a:br>
            <a:r>
              <a:rPr lang="en-IN"/>
              <a:t>	</a:t>
            </a:r>
            <a:br>
              <a:rPr lang="en-IN"/>
            </a:br>
            <a:br>
              <a:rPr lang="en-IN"/>
            </a:br>
            <a:r>
              <a:rPr lang="en-IN"/>
              <a:t>	</a:t>
            </a:r>
            <a:br>
              <a:rPr lang="en-IN"/>
            </a:br>
            <a:endParaRPr/>
          </a:p>
        </p:txBody>
      </p:sp>
      <p:sp>
        <p:nvSpPr>
          <p:cNvPr id="641" name="Google Shape;641;p87"/>
          <p:cNvSpPr txBox="1"/>
          <p:nvPr>
            <p:ph idx="1" type="body"/>
          </p:nvPr>
        </p:nvSpPr>
        <p:spPr>
          <a:xfrm>
            <a:off x="700004" y="908719"/>
            <a:ext cx="8229600" cy="5328593"/>
          </a:xfrm>
          <a:prstGeom prst="rect">
            <a:avLst/>
          </a:prstGeom>
          <a:noFill/>
          <a:ln>
            <a:noFill/>
          </a:ln>
        </p:spPr>
        <p:txBody>
          <a:bodyPr anchorCtr="0" anchor="t" bIns="45700" lIns="91425" spcFirstLastPara="1" rIns="91425" wrap="square" tIns="45700">
            <a:normAutofit lnSpcReduction="10000"/>
          </a:bodyPr>
          <a:lstStyle/>
          <a:p>
            <a:pPr indent="-285750" lvl="0" marL="285750" rtl="0" algn="just">
              <a:lnSpc>
                <a:spcPct val="90000"/>
              </a:lnSpc>
              <a:spcBef>
                <a:spcPts val="0"/>
              </a:spcBef>
              <a:spcAft>
                <a:spcPts val="0"/>
              </a:spcAft>
              <a:buClr>
                <a:schemeClr val="dk1"/>
              </a:buClr>
              <a:buSzPts val="2800"/>
              <a:buChar char="•"/>
            </a:pPr>
            <a:r>
              <a:rPr lang="en-IN"/>
              <a:t>To elucidate the graphical elements humans </a:t>
            </a:r>
            <a:r>
              <a:rPr i="1" lang="en-IN"/>
              <a:t>detect</a:t>
            </a:r>
            <a:r>
              <a:rPr lang="en-IN"/>
              <a:t> most accurately is a fundamental component of good statistical graphics design principles.</a:t>
            </a:r>
            <a:endParaRPr baseline="30000"/>
          </a:p>
          <a:p>
            <a:pPr indent="-285750" lvl="0" marL="285750" rtl="0" algn="just">
              <a:lnSpc>
                <a:spcPct val="90000"/>
              </a:lnSpc>
              <a:spcBef>
                <a:spcPts val="1000"/>
              </a:spcBef>
              <a:spcAft>
                <a:spcPts val="0"/>
              </a:spcAft>
              <a:buClr>
                <a:schemeClr val="dk1"/>
              </a:buClr>
              <a:buSzPts val="2800"/>
              <a:buChar char="•"/>
            </a:pPr>
            <a:r>
              <a:rPr lang="en-IN"/>
              <a:t>In practical terms, graphs displaying relative position on a common scale most accurately are most effective. </a:t>
            </a:r>
            <a:endParaRPr/>
          </a:p>
          <a:p>
            <a:pPr indent="-285750" lvl="0" marL="285750" rtl="0" algn="just">
              <a:lnSpc>
                <a:spcPct val="90000"/>
              </a:lnSpc>
              <a:spcBef>
                <a:spcPts val="1000"/>
              </a:spcBef>
              <a:spcAft>
                <a:spcPts val="0"/>
              </a:spcAft>
              <a:buClr>
                <a:schemeClr val="dk1"/>
              </a:buClr>
              <a:buSzPts val="2800"/>
              <a:buChar char="•"/>
            </a:pPr>
            <a:r>
              <a:rPr lang="en-IN"/>
              <a:t>A graph type that utilizes this element is the dot plot. Conversely, angles are perceived with less accuracy; an example is the pie chart. </a:t>
            </a:r>
            <a:endParaRPr/>
          </a:p>
          <a:p>
            <a:pPr indent="-285750" lvl="0" marL="285750" rtl="0" algn="just">
              <a:lnSpc>
                <a:spcPct val="90000"/>
              </a:lnSpc>
              <a:spcBef>
                <a:spcPts val="1000"/>
              </a:spcBef>
              <a:spcAft>
                <a:spcPts val="0"/>
              </a:spcAft>
              <a:buClr>
                <a:schemeClr val="dk1"/>
              </a:buClr>
              <a:buSzPts val="2800"/>
              <a:buChar char="•"/>
            </a:pPr>
            <a:r>
              <a:rPr lang="en-IN"/>
              <a:t>Humans do not naturally order color hues. Only a limited number of hues can be discriminated in one graphic.</a:t>
            </a:r>
            <a:endParaRPr/>
          </a:p>
          <a:p>
            <a:pPr indent="0" lvl="0" marL="0" rtl="0" algn="l">
              <a:lnSpc>
                <a:spcPct val="90000"/>
              </a:lnSpc>
              <a:spcBef>
                <a:spcPts val="1000"/>
              </a:spcBef>
              <a:spcAft>
                <a:spcPts val="0"/>
              </a:spcAft>
              <a:buClr>
                <a:schemeClr val="dk1"/>
              </a:buClr>
              <a:buSzPts val="2800"/>
              <a:buNone/>
            </a:pPr>
            <a:r>
              <a:t/>
            </a:r>
            <a:endParaRPr/>
          </a:p>
        </p:txBody>
      </p:sp>
    </p:spTree>
  </p:cSld>
  <p:clrMapOvr>
    <a:masterClrMapping/>
  </p:clrMapOvr>
</p:sld>
</file>

<file path=ppt/slides/slide8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5" name="Shape 645"/>
        <p:cNvGrpSpPr/>
        <p:nvPr/>
      </p:nvGrpSpPr>
      <p:grpSpPr>
        <a:xfrm>
          <a:off x="0" y="0"/>
          <a:ext cx="0" cy="0"/>
          <a:chOff x="0" y="0"/>
          <a:chExt cx="0" cy="0"/>
        </a:xfrm>
      </p:grpSpPr>
      <p:sp>
        <p:nvSpPr>
          <p:cNvPr id="646" name="Google Shape;646;p88"/>
          <p:cNvSpPr txBox="1"/>
          <p:nvPr>
            <p:ph type="title"/>
          </p:nvPr>
        </p:nvSpPr>
        <p:spPr>
          <a:xfrm>
            <a:off x="611560" y="260648"/>
            <a:ext cx="8280919" cy="837919"/>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rgbClr val="930B0B"/>
              </a:buClr>
              <a:buSzPts val="3200"/>
              <a:buFont typeface="Times New Roman"/>
              <a:buNone/>
            </a:pPr>
            <a:r>
              <a:rPr lang="en-IN" sz="3200"/>
              <a:t>Graphical perception</a:t>
            </a:r>
            <a:br>
              <a:rPr lang="en-IN" sz="3200"/>
            </a:br>
            <a:br>
              <a:rPr lang="en-IN" sz="3200"/>
            </a:br>
            <a:r>
              <a:rPr lang="en-IN" sz="3200"/>
              <a:t>	</a:t>
            </a:r>
            <a:br>
              <a:rPr lang="en-IN" sz="3200"/>
            </a:br>
            <a:r>
              <a:rPr lang="en-IN" sz="3200"/>
              <a:t>	</a:t>
            </a:r>
            <a:br>
              <a:rPr lang="en-IN" sz="2800"/>
            </a:br>
            <a:r>
              <a:rPr lang="en-IN"/>
              <a:t>	</a:t>
            </a:r>
            <a:br>
              <a:rPr lang="en-IN"/>
            </a:br>
            <a:br>
              <a:rPr lang="en-IN"/>
            </a:br>
            <a:r>
              <a:rPr lang="en-IN"/>
              <a:t>	</a:t>
            </a:r>
            <a:br>
              <a:rPr lang="en-IN"/>
            </a:br>
            <a:endParaRPr/>
          </a:p>
        </p:txBody>
      </p:sp>
      <p:sp>
        <p:nvSpPr>
          <p:cNvPr id="647" name="Google Shape;647;p88"/>
          <p:cNvSpPr txBox="1"/>
          <p:nvPr>
            <p:ph idx="1" type="body"/>
          </p:nvPr>
        </p:nvSpPr>
        <p:spPr>
          <a:xfrm>
            <a:off x="700004" y="908719"/>
            <a:ext cx="8229600" cy="5328593"/>
          </a:xfrm>
          <a:prstGeom prst="rect">
            <a:avLst/>
          </a:prstGeom>
          <a:noFill/>
          <a:ln>
            <a:noFill/>
          </a:ln>
        </p:spPr>
        <p:txBody>
          <a:bodyPr anchorCtr="0" anchor="t" bIns="45700" lIns="91425" spcFirstLastPara="1" rIns="91425" wrap="square" tIns="45700">
            <a:normAutofit/>
          </a:bodyPr>
          <a:lstStyle/>
          <a:p>
            <a:pPr indent="-285750" lvl="0" marL="285750" rtl="0" algn="just">
              <a:lnSpc>
                <a:spcPct val="90000"/>
              </a:lnSpc>
              <a:spcBef>
                <a:spcPts val="0"/>
              </a:spcBef>
              <a:spcAft>
                <a:spcPts val="0"/>
              </a:spcAft>
              <a:buClr>
                <a:schemeClr val="dk1"/>
              </a:buClr>
              <a:buSzPts val="2800"/>
              <a:buChar char="•"/>
            </a:pPr>
            <a:r>
              <a:rPr lang="en-IN"/>
              <a:t>Graphic designs that utilize visual pre-attentive processing in the graph design's </a:t>
            </a:r>
            <a:r>
              <a:rPr i="1" lang="en-IN"/>
              <a:t>assembly</a:t>
            </a:r>
            <a:r>
              <a:rPr lang="en-IN"/>
              <a:t> is why a picture can be worth a thousand words by using the brain's ability to perceive patterns.</a:t>
            </a:r>
            <a:endParaRPr/>
          </a:p>
          <a:p>
            <a:pPr indent="-285750" lvl="0" marL="285750" rtl="0" algn="just">
              <a:lnSpc>
                <a:spcPct val="90000"/>
              </a:lnSpc>
              <a:spcBef>
                <a:spcPts val="1000"/>
              </a:spcBef>
              <a:spcAft>
                <a:spcPts val="0"/>
              </a:spcAft>
              <a:buClr>
                <a:schemeClr val="dk1"/>
              </a:buClr>
              <a:buSzPts val="2800"/>
              <a:buChar char="•"/>
            </a:pPr>
            <a:r>
              <a:rPr lang="en-IN"/>
              <a:t>Not all graphs are designed to consider pre-attentive processing. </a:t>
            </a:r>
            <a:endParaRPr/>
          </a:p>
          <a:p>
            <a:pPr indent="-285750" lvl="0" marL="285750" rtl="0" algn="just">
              <a:lnSpc>
                <a:spcPct val="90000"/>
              </a:lnSpc>
              <a:spcBef>
                <a:spcPts val="1000"/>
              </a:spcBef>
              <a:spcAft>
                <a:spcPts val="0"/>
              </a:spcAft>
              <a:buClr>
                <a:schemeClr val="dk1"/>
              </a:buClr>
              <a:buSzPts val="2800"/>
              <a:buChar char="•"/>
            </a:pPr>
            <a:r>
              <a:rPr lang="en-IN"/>
              <a:t>For example in the following figure, a graphic design feature, table look-up, requires the brain to work harder and take longer to decode than if the graph utilizes our ability to discern patterns.</a:t>
            </a:r>
            <a:endParaRPr/>
          </a:p>
          <a:p>
            <a:pPr indent="0" lvl="0" marL="0" rtl="0" algn="l">
              <a:lnSpc>
                <a:spcPct val="90000"/>
              </a:lnSpc>
              <a:spcBef>
                <a:spcPts val="1000"/>
              </a:spcBef>
              <a:spcAft>
                <a:spcPts val="0"/>
              </a:spcAft>
              <a:buClr>
                <a:schemeClr val="dk1"/>
              </a:buClr>
              <a:buSzPts val="2800"/>
              <a:buNone/>
            </a:pPr>
            <a:r>
              <a:t/>
            </a:r>
            <a:endParaRPr/>
          </a:p>
        </p:txBody>
      </p:sp>
    </p:spTree>
  </p:cSld>
  <p:clrMapOvr>
    <a:masterClrMapping/>
  </p:clrMapOvr>
</p:sld>
</file>

<file path=ppt/slides/slide8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1" name="Shape 651"/>
        <p:cNvGrpSpPr/>
        <p:nvPr/>
      </p:nvGrpSpPr>
      <p:grpSpPr>
        <a:xfrm>
          <a:off x="0" y="0"/>
          <a:ext cx="0" cy="0"/>
          <a:chOff x="0" y="0"/>
          <a:chExt cx="0" cy="0"/>
        </a:xfrm>
      </p:grpSpPr>
      <p:sp>
        <p:nvSpPr>
          <p:cNvPr id="652" name="Google Shape;652;p89"/>
          <p:cNvSpPr txBox="1"/>
          <p:nvPr>
            <p:ph type="title"/>
          </p:nvPr>
        </p:nvSpPr>
        <p:spPr>
          <a:xfrm>
            <a:off x="611560" y="260648"/>
            <a:ext cx="8280919" cy="837919"/>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rgbClr val="930B0B"/>
              </a:buClr>
              <a:buSzPts val="3200"/>
              <a:buFont typeface="Times New Roman"/>
              <a:buNone/>
            </a:pPr>
            <a:r>
              <a:rPr lang="en-IN" sz="3200"/>
              <a:t>Graphical perception</a:t>
            </a:r>
            <a:br>
              <a:rPr lang="en-IN" sz="3200"/>
            </a:br>
            <a:br>
              <a:rPr lang="en-IN" sz="3200"/>
            </a:br>
            <a:r>
              <a:rPr lang="en-IN" sz="3200"/>
              <a:t>	</a:t>
            </a:r>
            <a:br>
              <a:rPr lang="en-IN" sz="3200"/>
            </a:br>
            <a:r>
              <a:rPr lang="en-IN" sz="3200"/>
              <a:t>	</a:t>
            </a:r>
            <a:br>
              <a:rPr lang="en-IN" sz="2800"/>
            </a:br>
            <a:r>
              <a:rPr lang="en-IN"/>
              <a:t>	</a:t>
            </a:r>
            <a:br>
              <a:rPr lang="en-IN"/>
            </a:br>
            <a:br>
              <a:rPr lang="en-IN"/>
            </a:br>
            <a:r>
              <a:rPr lang="en-IN"/>
              <a:t>	</a:t>
            </a:r>
            <a:br>
              <a:rPr lang="en-IN"/>
            </a:br>
            <a:endParaRPr/>
          </a:p>
        </p:txBody>
      </p:sp>
      <p:pic>
        <p:nvPicPr>
          <p:cNvPr id="653" name="Google Shape;653;p89"/>
          <p:cNvPicPr preferRelativeResize="0"/>
          <p:nvPr>
            <p:ph idx="1" type="body"/>
          </p:nvPr>
        </p:nvPicPr>
        <p:blipFill rotWithShape="1">
          <a:blip r:embed="rId3">
            <a:alphaModFix/>
          </a:blip>
          <a:srcRect b="0" l="0" r="0" t="0"/>
          <a:stretch/>
        </p:blipFill>
        <p:spPr>
          <a:xfrm>
            <a:off x="1187624" y="692696"/>
            <a:ext cx="6912768" cy="5904655"/>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2_Custom Design">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2021-02-11T03:47:51Z</dcterms:created>
  <dc:creator>Vaibhav Vasani</dc:creator>
</cp:coreProperties>
</file>