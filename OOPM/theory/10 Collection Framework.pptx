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http://customooxmlschemas.google.com/">
      <go:slidesCustomData xmlns:go="http://customooxmlschemas.google.com/" r:id="rId54" roundtripDataSignature="AMtx7mjqsgHhSxx42q5nPhswvi+qOzN6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197" name="Google Shape;197;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vectors start with an initial capacity. After this initial capacity is reached, the next time that you attempt to store an object in the vector, the vector automatically allocates space for that object plus extra room for additional objects. By allocating more than just the required memory, the vector reduces the number of allocations that must take place. This reduction is important, because allocations are costly in terms of time. The amount of extra space allocated during each reallocation is determined by the increment that you specify when you create the vector. If you don't specify an increment, the vector's size is doubled by each allocation cycle.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4" name="Shape 24"/>
        <p:cNvGrpSpPr/>
        <p:nvPr/>
      </p:nvGrpSpPr>
      <p:grpSpPr>
        <a:xfrm>
          <a:off x="0" y="0"/>
          <a:ext cx="0" cy="0"/>
          <a:chOff x="0" y="0"/>
          <a:chExt cx="0" cy="0"/>
        </a:xfrm>
      </p:grpSpPr>
      <p:sp>
        <p:nvSpPr>
          <p:cNvPr id="25" name="Google Shape;25;p50"/>
          <p:cNvSpPr txBox="1"/>
          <p:nvPr>
            <p:ph type="ctrTitle"/>
          </p:nvPr>
        </p:nvSpPr>
        <p:spPr>
          <a:xfrm>
            <a:off x="914400" y="2130426"/>
            <a:ext cx="10363200" cy="1470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50"/>
          <p:cNvSpPr txBox="1"/>
          <p:nvPr>
            <p:ph idx="1" type="subTitle"/>
          </p:nvPr>
        </p:nvSpPr>
        <p:spPr>
          <a:xfrm>
            <a:off x="914400" y="3886200"/>
            <a:ext cx="9448800" cy="1752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Noto Sans Symbols"/>
              <a:buNone/>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 name="Shape 27"/>
        <p:cNvGrpSpPr/>
        <p:nvPr/>
      </p:nvGrpSpPr>
      <p:grpSpPr>
        <a:xfrm>
          <a:off x="0" y="0"/>
          <a:ext cx="0" cy="0"/>
          <a:chOff x="0" y="0"/>
          <a:chExt cx="0" cy="0"/>
        </a:xfrm>
      </p:grpSpPr>
      <p:sp>
        <p:nvSpPr>
          <p:cNvPr id="28" name="Google Shape;28;p51"/>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51"/>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1"/>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1" name="Google Shape;31;p51"/>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51"/>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52"/>
          <p:cNvSpPr txBox="1"/>
          <p:nvPr>
            <p:ph type="title"/>
          </p:nvPr>
        </p:nvSpPr>
        <p:spPr>
          <a:xfrm>
            <a:off x="831851" y="1709740"/>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52"/>
          <p:cNvSpPr txBox="1"/>
          <p:nvPr>
            <p:ph idx="1" type="body"/>
          </p:nvPr>
        </p:nvSpPr>
        <p:spPr>
          <a:xfrm>
            <a:off x="831851" y="4589465"/>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52"/>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52"/>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52"/>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9" name="Shape 39"/>
        <p:cNvGrpSpPr/>
        <p:nvPr/>
      </p:nvGrpSpPr>
      <p:grpSpPr>
        <a:xfrm>
          <a:off x="0" y="0"/>
          <a:ext cx="0" cy="0"/>
          <a:chOff x="0" y="0"/>
          <a:chExt cx="0" cy="0"/>
        </a:xfrm>
      </p:grpSpPr>
      <p:sp>
        <p:nvSpPr>
          <p:cNvPr id="40" name="Google Shape;40;p53"/>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53"/>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53"/>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43" name="Google Shape;43;p53"/>
          <p:cNvSpPr txBox="1"/>
          <p:nvPr>
            <p:ph idx="1" type="body"/>
          </p:nvPr>
        </p:nvSpPr>
        <p:spPr>
          <a:xfrm>
            <a:off x="971977" y="1324630"/>
            <a:ext cx="10972800" cy="45259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Calibri"/>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44" name="Shape 4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5" name="Shape 45"/>
        <p:cNvGrpSpPr/>
        <p:nvPr/>
      </p:nvGrpSpPr>
      <p:grpSpPr>
        <a:xfrm>
          <a:off x="0" y="0"/>
          <a:ext cx="0" cy="0"/>
          <a:chOff x="0" y="0"/>
          <a:chExt cx="0" cy="0"/>
        </a:xfrm>
      </p:grpSpPr>
      <p:sp>
        <p:nvSpPr>
          <p:cNvPr id="46" name="Google Shape;46;p55"/>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930B0B"/>
              </a:buClr>
              <a:buSzPts val="3600"/>
              <a:buFont typeface="Times New Roman"/>
              <a:buNone/>
              <a:defRPr b="0" i="0" sz="3600" u="none" cap="none" strike="noStrik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7" name="Google Shape;47;p55"/>
          <p:cNvSpPr txBox="1"/>
          <p:nvPr>
            <p:ph idx="1" type="body"/>
          </p:nvPr>
        </p:nvSpPr>
        <p:spPr>
          <a:xfrm>
            <a:off x="873827" y="1189973"/>
            <a:ext cx="10997852" cy="489930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35280" lvl="1" marL="914400" marR="0" rtl="0" algn="l">
              <a:lnSpc>
                <a:spcPct val="90000"/>
              </a:lnSpc>
              <a:spcBef>
                <a:spcPts val="500"/>
              </a:spcBef>
              <a:spcAft>
                <a:spcPts val="0"/>
              </a:spcAft>
              <a:buClr>
                <a:srgbClr val="C55A11"/>
              </a:buClr>
              <a:buSzPts val="1680"/>
              <a:buFont typeface="Courier New"/>
              <a:buChar char="o"/>
              <a:defRPr b="0" i="0" sz="2400" u="none" cap="none" strike="noStrike">
                <a:solidFill>
                  <a:schemeClr val="dk1"/>
                </a:solidFill>
                <a:latin typeface="Times New Roman"/>
                <a:ea typeface="Times New Roman"/>
                <a:cs typeface="Times New Roman"/>
                <a:sym typeface="Times New Roman"/>
              </a:defRPr>
            </a:lvl2pPr>
            <a:lvl3pPr indent="-317500" lvl="2" marL="1371600" marR="0" rtl="0" algn="l">
              <a:lnSpc>
                <a:spcPct val="90000"/>
              </a:lnSpc>
              <a:spcBef>
                <a:spcPts val="500"/>
              </a:spcBef>
              <a:spcAft>
                <a:spcPts val="0"/>
              </a:spcAft>
              <a:buClr>
                <a:srgbClr val="8D4427"/>
              </a:buClr>
              <a:buSzPts val="1400"/>
              <a:buFont typeface="Times New Roman"/>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56"/>
          <p:cNvSpPr txBox="1"/>
          <p:nvPr>
            <p:ph type="title"/>
          </p:nvPr>
        </p:nvSpPr>
        <p:spPr>
          <a:xfrm>
            <a:off x="839788" y="365127"/>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0" name="Google Shape;50;p56"/>
          <p:cNvSpPr txBox="1"/>
          <p:nvPr>
            <p:ph idx="1" type="body"/>
          </p:nvPr>
        </p:nvSpPr>
        <p:spPr>
          <a:xfrm>
            <a:off x="908767" y="1606006"/>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56"/>
          <p:cNvSpPr txBox="1"/>
          <p:nvPr>
            <p:ph idx="2" type="body"/>
          </p:nvPr>
        </p:nvSpPr>
        <p:spPr>
          <a:xfrm>
            <a:off x="1071605"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56"/>
          <p:cNvSpPr txBox="1"/>
          <p:nvPr>
            <p:ph idx="3" type="body"/>
          </p:nvPr>
        </p:nvSpPr>
        <p:spPr>
          <a:xfrm>
            <a:off x="6404018"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56"/>
          <p:cNvSpPr txBox="1"/>
          <p:nvPr>
            <p:ph idx="4" type="body"/>
          </p:nvPr>
        </p:nvSpPr>
        <p:spPr>
          <a:xfrm>
            <a:off x="6404018"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56"/>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56"/>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56"/>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57"/>
          <p:cNvSpPr txBox="1"/>
          <p:nvPr>
            <p:ph type="title"/>
          </p:nvPr>
        </p:nvSpPr>
        <p:spPr>
          <a:xfrm>
            <a:off x="838200" y="365127"/>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p57"/>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57"/>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57"/>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58"/>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58"/>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 name="Google Shape;65;p58"/>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8" name="Google Shape;68;p59"/>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9" name="Google Shape;69;p5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0" name="Google Shape;70;p59"/>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59"/>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59"/>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5" name="Google Shape;75;p60"/>
          <p:cNvSpPr/>
          <p:nvPr>
            <p:ph idx="2" type="pic"/>
          </p:nvPr>
        </p:nvSpPr>
        <p:spPr>
          <a:xfrm>
            <a:off x="5183188" y="987427"/>
            <a:ext cx="6172200" cy="4873625"/>
          </a:xfrm>
          <a:prstGeom prst="rect">
            <a:avLst/>
          </a:prstGeom>
          <a:noFill/>
          <a:ln>
            <a:noFill/>
          </a:ln>
        </p:spPr>
      </p:sp>
      <p:sp>
        <p:nvSpPr>
          <p:cNvPr id="76" name="Google Shape;76;p6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7" name="Google Shape;77;p60"/>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60"/>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60"/>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61"/>
          <p:cNvSpPr txBox="1"/>
          <p:nvPr>
            <p:ph type="title"/>
          </p:nvPr>
        </p:nvSpPr>
        <p:spPr>
          <a:xfrm>
            <a:off x="838200" y="365127"/>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p6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 name="Google Shape;83;p61"/>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61"/>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61"/>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62"/>
          <p:cNvSpPr txBox="1"/>
          <p:nvPr>
            <p:ph type="title"/>
          </p:nvPr>
        </p:nvSpPr>
        <p:spPr>
          <a:xfrm rot="5400000">
            <a:off x="7133432"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8" name="Google Shape;88;p62"/>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9" name="Google Shape;89;p62"/>
          <p:cNvSpPr txBox="1"/>
          <p:nvPr>
            <p:ph idx="10" type="dt"/>
          </p:nvPr>
        </p:nvSpPr>
        <p:spPr>
          <a:xfrm>
            <a:off x="838200" y="6356352"/>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 name="Google Shape;90;p62"/>
          <p:cNvSpPr txBox="1"/>
          <p:nvPr>
            <p:ph idx="11" type="ftr"/>
          </p:nvPr>
        </p:nvSpPr>
        <p:spPr>
          <a:xfrm>
            <a:off x="4038600" y="6356352"/>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1" name="Google Shape;91;p62"/>
          <p:cNvSpPr txBox="1"/>
          <p:nvPr>
            <p:ph idx="12" type="sldNum"/>
          </p:nvPr>
        </p:nvSpPr>
        <p:spPr>
          <a:xfrm>
            <a:off x="8610600" y="6356352"/>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2" name="Shape 92"/>
        <p:cNvGrpSpPr/>
        <p:nvPr/>
      </p:nvGrpSpPr>
      <p:grpSpPr>
        <a:xfrm>
          <a:off x="0" y="0"/>
          <a:ext cx="0" cy="0"/>
          <a:chOff x="0" y="0"/>
          <a:chExt cx="0" cy="0"/>
        </a:xfrm>
      </p:grpSpPr>
      <p:sp>
        <p:nvSpPr>
          <p:cNvPr id="93" name="Google Shape;93;p63"/>
          <p:cNvSpPr txBox="1"/>
          <p:nvPr>
            <p:ph type="title"/>
          </p:nvPr>
        </p:nvSpPr>
        <p:spPr>
          <a:xfrm>
            <a:off x="609600" y="274638"/>
            <a:ext cx="109728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94" name="Shape 94"/>
        <p:cNvGrpSpPr/>
        <p:nvPr/>
      </p:nvGrpSpPr>
      <p:grpSpPr>
        <a:xfrm>
          <a:off x="0" y="0"/>
          <a:ext cx="0" cy="0"/>
          <a:chOff x="0" y="0"/>
          <a:chExt cx="0" cy="0"/>
        </a:xfrm>
      </p:grpSpPr>
      <p:sp>
        <p:nvSpPr>
          <p:cNvPr id="95" name="Google Shape;95;p64"/>
          <p:cNvSpPr txBox="1"/>
          <p:nvPr>
            <p:ph type="title"/>
          </p:nvPr>
        </p:nvSpPr>
        <p:spPr>
          <a:xfrm>
            <a:off x="609600" y="274638"/>
            <a:ext cx="10972800" cy="1143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96" name="Shape 96"/>
        <p:cNvGrpSpPr/>
        <p:nvPr/>
      </p:nvGrpSpPr>
      <p:grpSpPr>
        <a:xfrm>
          <a:off x="0" y="0"/>
          <a:ext cx="0" cy="0"/>
          <a:chOff x="0" y="0"/>
          <a:chExt cx="0" cy="0"/>
        </a:xfrm>
      </p:grpSpPr>
      <p:sp>
        <p:nvSpPr>
          <p:cNvPr id="97" name="Google Shape;97;p65"/>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8" name="Google Shape;98;p65"/>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 name="Google Shape;99;p6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0" name="Google Shape;100;p6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01" name="Shape 101"/>
        <p:cNvGrpSpPr/>
        <p:nvPr/>
      </p:nvGrpSpPr>
      <p:grpSpPr>
        <a:xfrm>
          <a:off x="0" y="0"/>
          <a:ext cx="0" cy="0"/>
          <a:chOff x="0" y="0"/>
          <a:chExt cx="0" cy="0"/>
        </a:xfrm>
      </p:grpSpPr>
      <p:sp>
        <p:nvSpPr>
          <p:cNvPr id="102" name="Google Shape;102;p66"/>
          <p:cNvSpPr txBox="1"/>
          <p:nvPr>
            <p:ph type="title"/>
          </p:nvPr>
        </p:nvSpPr>
        <p:spPr>
          <a:xfrm>
            <a:off x="203200" y="304800"/>
            <a:ext cx="11684000" cy="609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3" name="Google Shape;103;p66"/>
          <p:cNvSpPr txBox="1"/>
          <p:nvPr>
            <p:ph idx="1" type="body"/>
          </p:nvPr>
        </p:nvSpPr>
        <p:spPr>
          <a:xfrm>
            <a:off x="406400" y="1295400"/>
            <a:ext cx="5486400" cy="5181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66"/>
          <p:cNvSpPr txBox="1"/>
          <p:nvPr>
            <p:ph idx="2" type="body"/>
          </p:nvPr>
        </p:nvSpPr>
        <p:spPr>
          <a:xfrm>
            <a:off x="6096000" y="1295400"/>
            <a:ext cx="5486400" cy="2514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 name="Google Shape;105;p66"/>
          <p:cNvSpPr txBox="1"/>
          <p:nvPr>
            <p:ph idx="3" type="body"/>
          </p:nvPr>
        </p:nvSpPr>
        <p:spPr>
          <a:xfrm>
            <a:off x="6096000" y="3962400"/>
            <a:ext cx="5486400" cy="2514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6" name="Google Shape;106;p66"/>
          <p:cNvSpPr txBox="1"/>
          <p:nvPr>
            <p:ph idx="10" type="dt"/>
          </p:nvPr>
        </p:nvSpPr>
        <p:spPr>
          <a:xfrm>
            <a:off x="203200" y="6477000"/>
            <a:ext cx="2540000" cy="381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66"/>
          <p:cNvSpPr txBox="1"/>
          <p:nvPr>
            <p:ph idx="11" type="ftr"/>
          </p:nvPr>
        </p:nvSpPr>
        <p:spPr>
          <a:xfrm>
            <a:off x="4165600" y="6477000"/>
            <a:ext cx="3860800" cy="381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8" name="Google Shape;108;p66"/>
          <p:cNvSpPr txBox="1"/>
          <p:nvPr>
            <p:ph idx="12" type="sldNum"/>
          </p:nvPr>
        </p:nvSpPr>
        <p:spPr>
          <a:xfrm>
            <a:off x="9652000" y="6477000"/>
            <a:ext cx="2540000" cy="381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type="twoObj">
  <p:cSld name="TWO_OBJECTS">
    <p:spTree>
      <p:nvGrpSpPr>
        <p:cNvPr id="109" name="Shape 109"/>
        <p:cNvGrpSpPr/>
        <p:nvPr/>
      </p:nvGrpSpPr>
      <p:grpSpPr>
        <a:xfrm>
          <a:off x="0" y="0"/>
          <a:ext cx="0" cy="0"/>
          <a:chOff x="0" y="0"/>
          <a:chExt cx="0" cy="0"/>
        </a:xfrm>
      </p:grpSpPr>
      <p:sp>
        <p:nvSpPr>
          <p:cNvPr id="110" name="Google Shape;110;p67"/>
          <p:cNvSpPr txBox="1"/>
          <p:nvPr>
            <p:ph type="title"/>
          </p:nvPr>
        </p:nvSpPr>
        <p:spPr>
          <a:xfrm>
            <a:off x="609600" y="533400"/>
            <a:ext cx="10972800" cy="9906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1" name="Google Shape;111;p67"/>
          <p:cNvSpPr txBox="1"/>
          <p:nvPr>
            <p:ph idx="1" type="body"/>
          </p:nvPr>
        </p:nvSpPr>
        <p:spPr>
          <a:xfrm>
            <a:off x="609600" y="1673352"/>
            <a:ext cx="5384800" cy="471830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 name="Google Shape;112;p67"/>
          <p:cNvSpPr txBox="1"/>
          <p:nvPr>
            <p:ph idx="2" type="body"/>
          </p:nvPr>
        </p:nvSpPr>
        <p:spPr>
          <a:xfrm>
            <a:off x="6197600" y="1673352"/>
            <a:ext cx="5384800" cy="471830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 name="Google Shape;113;p67"/>
          <p:cNvSpPr txBox="1"/>
          <p:nvPr>
            <p:ph idx="10" type="dt"/>
          </p:nvPr>
        </p:nvSpPr>
        <p:spPr>
          <a:xfrm>
            <a:off x="609600" y="18288"/>
            <a:ext cx="38608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4" name="Google Shape;114;p67"/>
          <p:cNvSpPr txBox="1"/>
          <p:nvPr>
            <p:ph idx="11" type="ftr"/>
          </p:nvPr>
        </p:nvSpPr>
        <p:spPr>
          <a:xfrm>
            <a:off x="4572000" y="18288"/>
            <a:ext cx="5486400" cy="3291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5" name="Google Shape;115;p67"/>
          <p:cNvSpPr txBox="1"/>
          <p:nvPr>
            <p:ph idx="12" type="sldNum"/>
          </p:nvPr>
        </p:nvSpPr>
        <p:spPr>
          <a:xfrm>
            <a:off x="10160000" y="18288"/>
            <a:ext cx="1422400" cy="329184"/>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11" Type="http://schemas.openxmlformats.org/officeDocument/2006/relationships/slideLayout" Target="../slideLayouts/slideLayout7.xml"/><Relationship Id="rId22" Type="http://schemas.openxmlformats.org/officeDocument/2006/relationships/slideLayout" Target="../slideLayouts/slideLayout18.xml"/><Relationship Id="rId10" Type="http://schemas.openxmlformats.org/officeDocument/2006/relationships/slideLayout" Target="../slideLayouts/slideLayout6.xml"/><Relationship Id="rId21" Type="http://schemas.openxmlformats.org/officeDocument/2006/relationships/slideLayout" Target="../slideLayouts/slideLayout17.xml"/><Relationship Id="rId13" Type="http://schemas.openxmlformats.org/officeDocument/2006/relationships/slideLayout" Target="../slideLayouts/slideLayout9.xml"/><Relationship Id="rId12" Type="http://schemas.openxmlformats.org/officeDocument/2006/relationships/slideLayout" Target="../slideLayouts/slideLayout8.xml"/><Relationship Id="rId23" Type="http://schemas.openxmlformats.org/officeDocument/2006/relationships/theme" Target="../theme/theme1.xml"/><Relationship Id="rId1" Type="http://schemas.openxmlformats.org/officeDocument/2006/relationships/image" Target="../media/image2.png"/><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4.jp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5" Type="http://schemas.openxmlformats.org/officeDocument/2006/relationships/slideLayout" Target="../slideLayouts/slideLayout1.xml"/><Relationship Id="rId19" Type="http://schemas.openxmlformats.org/officeDocument/2006/relationships/slideLayout" Target="../slideLayouts/slideLayout15.xml"/><Relationship Id="rId6" Type="http://schemas.openxmlformats.org/officeDocument/2006/relationships/slideLayout" Target="../slideLayouts/slideLayout2.xml"/><Relationship Id="rId18" Type="http://schemas.openxmlformats.org/officeDocument/2006/relationships/slideLayout" Target="../slideLayouts/slideLayout14.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9"/>
          <p:cNvSpPr txBox="1"/>
          <p:nvPr/>
        </p:nvSpPr>
        <p:spPr>
          <a:xfrm>
            <a:off x="1531258" y="294320"/>
            <a:ext cx="9129487" cy="73796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400"/>
              <a:buFont typeface="Calibri"/>
              <a:buNone/>
            </a:pPr>
            <a:r>
              <a:t/>
            </a:r>
            <a:endParaRPr b="0" i="0" sz="4400" u="none" cap="none" strike="noStrike">
              <a:solidFill>
                <a:srgbClr val="000000"/>
              </a:solidFill>
              <a:latin typeface="Calibri"/>
              <a:ea typeface="Calibri"/>
              <a:cs typeface="Calibri"/>
              <a:sym typeface="Calibri"/>
            </a:endParaRPr>
          </a:p>
        </p:txBody>
      </p:sp>
      <p:sp>
        <p:nvSpPr>
          <p:cNvPr id="11" name="Google Shape;11;p49"/>
          <p:cNvSpPr txBox="1"/>
          <p:nvPr/>
        </p:nvSpPr>
        <p:spPr>
          <a:xfrm>
            <a:off x="432521" y="6373655"/>
            <a:ext cx="1941287"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400" u="none" cap="none" strike="noStrike">
                <a:solidFill>
                  <a:srgbClr val="FFFFFF"/>
                </a:solidFill>
                <a:latin typeface="Times New Roman"/>
                <a:ea typeface="Times New Roman"/>
                <a:cs typeface="Times New Roman"/>
                <a:sym typeface="Times New Roman"/>
              </a:rPr>
              <a:t>8/8/2023</a:t>
            </a:r>
            <a:endParaRPr b="1" i="0" sz="1400" u="none" cap="none" strike="noStrike">
              <a:solidFill>
                <a:srgbClr val="FFFFFF"/>
              </a:solidFill>
              <a:latin typeface="Times New Roman"/>
              <a:ea typeface="Times New Roman"/>
              <a:cs typeface="Times New Roman"/>
              <a:sym typeface="Times New Roman"/>
            </a:endParaRPr>
          </a:p>
        </p:txBody>
      </p:sp>
      <p:sp>
        <p:nvSpPr>
          <p:cNvPr id="12" name="Google Shape;12;p49"/>
          <p:cNvSpPr txBox="1"/>
          <p:nvPr/>
        </p:nvSpPr>
        <p:spPr>
          <a:xfrm>
            <a:off x="10986931" y="6347052"/>
            <a:ext cx="801915"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1" i="0" lang="en-US" sz="1400" u="none" cap="none" strike="noStrike">
                <a:solidFill>
                  <a:srgbClr val="FFFFFF"/>
                </a:solidFill>
                <a:latin typeface="Times New Roman"/>
                <a:ea typeface="Times New Roman"/>
                <a:cs typeface="Times New Roman"/>
                <a:sym typeface="Times New Roman"/>
              </a:rPr>
              <a:t>‹#›</a:t>
            </a:fld>
            <a:endParaRPr b="1" i="0" sz="1400" u="none" cap="none" strike="noStrike">
              <a:solidFill>
                <a:srgbClr val="FFFFFF"/>
              </a:solidFill>
              <a:latin typeface="Times New Roman"/>
              <a:ea typeface="Times New Roman"/>
              <a:cs typeface="Times New Roman"/>
              <a:sym typeface="Times New Roman"/>
            </a:endParaRPr>
          </a:p>
        </p:txBody>
      </p:sp>
      <p:cxnSp>
        <p:nvCxnSpPr>
          <p:cNvPr id="13" name="Google Shape;13;p49"/>
          <p:cNvCxnSpPr/>
          <p:nvPr/>
        </p:nvCxnSpPr>
        <p:spPr>
          <a:xfrm>
            <a:off x="231905" y="524444"/>
            <a:ext cx="20027" cy="5873873"/>
          </a:xfrm>
          <a:prstGeom prst="straightConnector1">
            <a:avLst/>
          </a:prstGeom>
          <a:noFill/>
          <a:ln cap="flat" cmpd="sng" w="9525">
            <a:solidFill>
              <a:schemeClr val="accent2"/>
            </a:solidFill>
            <a:prstDash val="solid"/>
            <a:miter lim="800000"/>
            <a:headEnd len="sm" w="sm" type="none"/>
            <a:tailEnd len="sm" w="sm" type="none"/>
          </a:ln>
        </p:spPr>
      </p:cxnSp>
      <p:cxnSp>
        <p:nvCxnSpPr>
          <p:cNvPr id="14" name="Google Shape;14;p49"/>
          <p:cNvCxnSpPr/>
          <p:nvPr/>
        </p:nvCxnSpPr>
        <p:spPr>
          <a:xfrm>
            <a:off x="11945043" y="135448"/>
            <a:ext cx="19165" cy="6100958"/>
          </a:xfrm>
          <a:prstGeom prst="straightConnector1">
            <a:avLst/>
          </a:prstGeom>
          <a:noFill/>
          <a:ln cap="flat" cmpd="sng" w="9525">
            <a:solidFill>
              <a:schemeClr val="accent2"/>
            </a:solidFill>
            <a:prstDash val="solid"/>
            <a:miter lim="800000"/>
            <a:headEnd len="sm" w="sm" type="none"/>
            <a:tailEnd len="sm" w="sm" type="none"/>
          </a:ln>
        </p:spPr>
      </p:cxnSp>
      <p:cxnSp>
        <p:nvCxnSpPr>
          <p:cNvPr id="15" name="Google Shape;15;p49"/>
          <p:cNvCxnSpPr/>
          <p:nvPr/>
        </p:nvCxnSpPr>
        <p:spPr>
          <a:xfrm>
            <a:off x="572365" y="135448"/>
            <a:ext cx="11382259" cy="0"/>
          </a:xfrm>
          <a:prstGeom prst="straightConnector1">
            <a:avLst/>
          </a:prstGeom>
          <a:noFill/>
          <a:ln cap="flat" cmpd="sng" w="9525">
            <a:solidFill>
              <a:schemeClr val="accent2"/>
            </a:solidFill>
            <a:prstDash val="solid"/>
            <a:miter lim="800000"/>
            <a:headEnd len="sm" w="sm" type="none"/>
            <a:tailEnd len="sm" w="sm" type="none"/>
          </a:ln>
        </p:spPr>
      </p:cxnSp>
      <p:cxnSp>
        <p:nvCxnSpPr>
          <p:cNvPr id="16" name="Google Shape;16;p49"/>
          <p:cNvCxnSpPr/>
          <p:nvPr/>
        </p:nvCxnSpPr>
        <p:spPr>
          <a:xfrm>
            <a:off x="251933" y="6398315"/>
            <a:ext cx="320400" cy="293100"/>
          </a:xfrm>
          <a:prstGeom prst="curvedConnector3">
            <a:avLst>
              <a:gd fmla="val 50000" name="adj1"/>
            </a:avLst>
          </a:prstGeom>
          <a:noFill/>
          <a:ln cap="flat" cmpd="sng" w="9525">
            <a:solidFill>
              <a:schemeClr val="accent2"/>
            </a:solidFill>
            <a:prstDash val="solid"/>
            <a:miter lim="800000"/>
            <a:headEnd len="sm" w="sm" type="none"/>
            <a:tailEnd len="sm" w="sm" type="none"/>
          </a:ln>
        </p:spPr>
      </p:cxnSp>
      <p:cxnSp>
        <p:nvCxnSpPr>
          <p:cNvPr id="17" name="Google Shape;17;p49"/>
          <p:cNvCxnSpPr/>
          <p:nvPr/>
        </p:nvCxnSpPr>
        <p:spPr>
          <a:xfrm rot="5400000">
            <a:off x="11558310" y="6285308"/>
            <a:ext cx="454800" cy="357000"/>
          </a:xfrm>
          <a:prstGeom prst="curvedConnector3">
            <a:avLst>
              <a:gd fmla="val 50000" name="adj1"/>
            </a:avLst>
          </a:prstGeom>
          <a:noFill/>
          <a:ln cap="flat" cmpd="sng" w="9525">
            <a:solidFill>
              <a:schemeClr val="accent2"/>
            </a:solidFill>
            <a:prstDash val="solid"/>
            <a:miter lim="800000"/>
            <a:headEnd len="sm" w="sm" type="none"/>
            <a:tailEnd len="sm" w="sm" type="none"/>
          </a:ln>
        </p:spPr>
      </p:cxnSp>
      <p:pic>
        <p:nvPicPr>
          <p:cNvPr id="18" name="Google Shape;18;p49"/>
          <p:cNvPicPr preferRelativeResize="0"/>
          <p:nvPr/>
        </p:nvPicPr>
        <p:blipFill rotWithShape="1">
          <a:blip r:embed="rId1">
            <a:alphaModFix/>
          </a:blip>
          <a:srcRect b="0" l="0" r="0" t="0"/>
          <a:stretch/>
        </p:blipFill>
        <p:spPr>
          <a:xfrm>
            <a:off x="606" y="135448"/>
            <a:ext cx="566959" cy="6722552"/>
          </a:xfrm>
          <a:prstGeom prst="rect">
            <a:avLst/>
          </a:prstGeom>
          <a:noFill/>
          <a:ln>
            <a:noFill/>
          </a:ln>
        </p:spPr>
      </p:pic>
      <p:pic>
        <p:nvPicPr>
          <p:cNvPr id="19" name="Google Shape;19;p49"/>
          <p:cNvPicPr preferRelativeResize="0"/>
          <p:nvPr/>
        </p:nvPicPr>
        <p:blipFill rotWithShape="1">
          <a:blip r:embed="rId2">
            <a:alphaModFix/>
          </a:blip>
          <a:srcRect b="0" l="0" r="0" t="0"/>
          <a:stretch/>
        </p:blipFill>
        <p:spPr>
          <a:xfrm>
            <a:off x="572785" y="135448"/>
            <a:ext cx="204457" cy="5305232"/>
          </a:xfrm>
          <a:prstGeom prst="rect">
            <a:avLst/>
          </a:prstGeom>
          <a:noFill/>
          <a:ln>
            <a:noFill/>
          </a:ln>
        </p:spPr>
      </p:pic>
      <p:pic>
        <p:nvPicPr>
          <p:cNvPr descr="A close up of a sign&#10;&#10;Description automatically generated" id="20" name="Google Shape;20;p49"/>
          <p:cNvPicPr preferRelativeResize="0"/>
          <p:nvPr/>
        </p:nvPicPr>
        <p:blipFill rotWithShape="1">
          <a:blip r:embed="rId3">
            <a:alphaModFix/>
          </a:blip>
          <a:srcRect b="0" l="0" r="0" t="0"/>
          <a:stretch/>
        </p:blipFill>
        <p:spPr>
          <a:xfrm>
            <a:off x="11095527" y="6043826"/>
            <a:ext cx="868683" cy="647487"/>
          </a:xfrm>
          <a:prstGeom prst="rect">
            <a:avLst/>
          </a:prstGeom>
          <a:noFill/>
          <a:ln>
            <a:noFill/>
          </a:ln>
        </p:spPr>
      </p:pic>
      <p:pic>
        <p:nvPicPr>
          <p:cNvPr descr="A picture containing drawing&#10;&#10;Description automatically generated" id="21" name="Google Shape;21;p49"/>
          <p:cNvPicPr preferRelativeResize="0"/>
          <p:nvPr/>
        </p:nvPicPr>
        <p:blipFill rotWithShape="1">
          <a:blip r:embed="rId4">
            <a:alphaModFix/>
          </a:blip>
          <a:srcRect b="0" l="0" r="0" t="0"/>
          <a:stretch/>
        </p:blipFill>
        <p:spPr>
          <a:xfrm>
            <a:off x="605" y="6214968"/>
            <a:ext cx="2655568" cy="663892"/>
          </a:xfrm>
          <a:prstGeom prst="rect">
            <a:avLst/>
          </a:prstGeom>
          <a:noFill/>
          <a:ln>
            <a:noFill/>
          </a:ln>
        </p:spPr>
      </p:pic>
      <p:pic>
        <p:nvPicPr>
          <p:cNvPr id="22" name="Google Shape;22;p49"/>
          <p:cNvPicPr preferRelativeResize="0"/>
          <p:nvPr/>
        </p:nvPicPr>
        <p:blipFill rotWithShape="1">
          <a:blip r:embed="rId1">
            <a:alphaModFix/>
          </a:blip>
          <a:srcRect b="0" l="0" r="0" t="0"/>
          <a:stretch/>
        </p:blipFill>
        <p:spPr>
          <a:xfrm rot="5400000">
            <a:off x="6714495" y="2503271"/>
            <a:ext cx="385984" cy="8376080"/>
          </a:xfrm>
          <a:prstGeom prst="rect">
            <a:avLst/>
          </a:prstGeom>
          <a:noFill/>
          <a:ln>
            <a:noFill/>
          </a:ln>
        </p:spPr>
      </p:pic>
      <p:pic>
        <p:nvPicPr>
          <p:cNvPr id="23" name="Google Shape;23;p49"/>
          <p:cNvPicPr preferRelativeResize="0"/>
          <p:nvPr/>
        </p:nvPicPr>
        <p:blipFill rotWithShape="1">
          <a:blip r:embed="rId2">
            <a:alphaModFix/>
          </a:blip>
          <a:srcRect b="0" l="0" r="0" t="0"/>
          <a:stretch/>
        </p:blipFill>
        <p:spPr>
          <a:xfrm rot="5400000">
            <a:off x="6820535" y="2236940"/>
            <a:ext cx="173904" cy="837607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 id="2147483665" r:id="rId21"/>
    <p:sldLayoutId id="2147483666"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javatpoint.com/array-in-jav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20.png"/><Relationship Id="rId5"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9.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3.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7.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0.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6.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5.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1.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7.pn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2.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8.png"/><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0.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8.png"/><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4.png"/><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1" Type="http://schemas.openxmlformats.org/officeDocument/2006/relationships/hyperlink" Target="http://www.tutorialspoint.com/java/util/vector_contains.htm" TargetMode="External"/><Relationship Id="rId10" Type="http://schemas.openxmlformats.org/officeDocument/2006/relationships/hyperlink" Target="http://www.tutorialspoint.com/java/util/vector_clone.htm" TargetMode="External"/><Relationship Id="rId12" Type="http://schemas.openxmlformats.org/officeDocument/2006/relationships/hyperlink" Target="http://www.tutorialspoint.com/java/util/vector_containsall.htm" TargetMode="External"/><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www.tutorialspoint.com/java/util/vector_add.htm" TargetMode="External"/><Relationship Id="rId4" Type="http://schemas.openxmlformats.org/officeDocument/2006/relationships/hyperlink" Target="http://www.tutorialspoint.com/java/util/vector_add_index.htm" TargetMode="External"/><Relationship Id="rId9" Type="http://schemas.openxmlformats.org/officeDocument/2006/relationships/hyperlink" Target="http://www.tutorialspoint.com/java/util/vector_clear.htm" TargetMode="External"/><Relationship Id="rId5" Type="http://schemas.openxmlformats.org/officeDocument/2006/relationships/hyperlink" Target="http://www.tutorialspoint.com/java/util/vector_addall.htm" TargetMode="External"/><Relationship Id="rId6" Type="http://schemas.openxmlformats.org/officeDocument/2006/relationships/hyperlink" Target="http://www.tutorialspoint.com/java/util/vector_addall_index.htm" TargetMode="External"/><Relationship Id="rId7" Type="http://schemas.openxmlformats.org/officeDocument/2006/relationships/hyperlink" Target="http://www.tutorialspoint.com/java/util/vector_addelement.htm" TargetMode="External"/><Relationship Id="rId8" Type="http://schemas.openxmlformats.org/officeDocument/2006/relationships/hyperlink" Target="http://www.tutorialspoint.com/java/util/vector_capacity.htm" TargetMode="External"/></Relationships>
</file>

<file path=ppt/slides/_rels/slide42.xml.rels><?xml version="1.0" encoding="UTF-8" standalone="yes"?><Relationships xmlns="http://schemas.openxmlformats.org/package/2006/relationships"><Relationship Id="rId11" Type="http://schemas.openxmlformats.org/officeDocument/2006/relationships/hyperlink" Target="http://www.tutorialspoint.com/java/util/vector_indexof.htm" TargetMode="External"/><Relationship Id="rId10" Type="http://schemas.openxmlformats.org/officeDocument/2006/relationships/hyperlink" Target="http://www.tutorialspoint.com/java/util/vector_hashcode.htm" TargetMode="External"/><Relationship Id="rId12" Type="http://schemas.openxmlformats.org/officeDocument/2006/relationships/hyperlink" Target="http://www.tutorialspoint.com/java/util/vector_indexof_index.htm" TargetMode="External"/><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www.tutorialspoint.com/java/util/vector_copyinto.htm" TargetMode="External"/><Relationship Id="rId4" Type="http://schemas.openxmlformats.org/officeDocument/2006/relationships/hyperlink" Target="http://www.tutorialspoint.com/java/util/vector_elementat.htm" TargetMode="External"/><Relationship Id="rId9" Type="http://schemas.openxmlformats.org/officeDocument/2006/relationships/hyperlink" Target="http://www.tutorialspoint.com/java/util/vector_get.htm" TargetMode="External"/><Relationship Id="rId5" Type="http://schemas.openxmlformats.org/officeDocument/2006/relationships/hyperlink" Target="http://www.tutorialspoint.com/java/util/vector_elements.htm" TargetMode="External"/><Relationship Id="rId6" Type="http://schemas.openxmlformats.org/officeDocument/2006/relationships/hyperlink" Target="http://www.tutorialspoint.com/java/util/vector_ensurecapacity.htm" TargetMode="External"/><Relationship Id="rId7" Type="http://schemas.openxmlformats.org/officeDocument/2006/relationships/hyperlink" Target="http://www.tutorialspoint.com/java/util/vector_equals.htm" TargetMode="External"/><Relationship Id="rId8" Type="http://schemas.openxmlformats.org/officeDocument/2006/relationships/hyperlink" Target="http://www.tutorialspoint.com/java/util/vector_firstelement.htm" TargetMode="External"/></Relationships>
</file>

<file path=ppt/slides/_rels/slide43.xml.rels><?xml version="1.0" encoding="UTF-8" standalone="yes"?><Relationships xmlns="http://schemas.openxmlformats.org/package/2006/relationships"><Relationship Id="rId11" Type="http://schemas.openxmlformats.org/officeDocument/2006/relationships/hyperlink" Target="http://www.tutorialspoint.com/java/util/vector_removeallelements.htm" TargetMode="External"/><Relationship Id="rId10" Type="http://schemas.openxmlformats.org/officeDocument/2006/relationships/hyperlink" Target="http://www.tutorialspoint.com/java/util/vector_removeall.htm" TargetMode="External"/><Relationship Id="rId12" Type="http://schemas.openxmlformats.org/officeDocument/2006/relationships/hyperlink" Target="http://www.tutorialspoint.com/java/util/vector_removeelement.htm" TargetMode="External"/><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www.tutorialspoint.com/java/util/vector_insertelementat.htm" TargetMode="External"/><Relationship Id="rId4" Type="http://schemas.openxmlformats.org/officeDocument/2006/relationships/hyperlink" Target="http://www.tutorialspoint.com/java/util/vector_isempty.htm" TargetMode="External"/><Relationship Id="rId9" Type="http://schemas.openxmlformats.org/officeDocument/2006/relationships/hyperlink" Target="http://www.tutorialspoint.com/java/util/vector_remove_object.htm" TargetMode="External"/><Relationship Id="rId5" Type="http://schemas.openxmlformats.org/officeDocument/2006/relationships/hyperlink" Target="http://www.tutorialspoint.com/java/util/vector_lastelement.htm" TargetMode="External"/><Relationship Id="rId6" Type="http://schemas.openxmlformats.org/officeDocument/2006/relationships/hyperlink" Target="http://www.tutorialspoint.com/java/util/vector_lastindexof.htm" TargetMode="External"/><Relationship Id="rId7" Type="http://schemas.openxmlformats.org/officeDocument/2006/relationships/hyperlink" Target="http://www.tutorialspoint.com/java/util/vector_lastindexof_index.htm" TargetMode="External"/><Relationship Id="rId8" Type="http://schemas.openxmlformats.org/officeDocument/2006/relationships/hyperlink" Target="http://www.tutorialspoint.com/java/util/vector_remove.htm" TargetMode="External"/></Relationships>
</file>

<file path=ppt/slides/_rels/slide44.xml.rels><?xml version="1.0" encoding="UTF-8" standalone="yes"?><Relationships xmlns="http://schemas.openxmlformats.org/package/2006/relationships"><Relationship Id="rId11" Type="http://schemas.openxmlformats.org/officeDocument/2006/relationships/hyperlink" Target="http://www.tutorialspoint.com/java/util/vector_toarray.htm" TargetMode="External"/><Relationship Id="rId10" Type="http://schemas.openxmlformats.org/officeDocument/2006/relationships/hyperlink" Target="http://www.tutorialspoint.com/java/util/vector_sublist.htm" TargetMode="External"/><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hyperlink" Target="http://www.tutorialspoint.com/java/util/vector_removeelementat.htm" TargetMode="External"/><Relationship Id="rId4" Type="http://schemas.openxmlformats.org/officeDocument/2006/relationships/hyperlink" Target="http://www.tutorialspoint.com/java/util/vector_removerange.htm" TargetMode="External"/><Relationship Id="rId9" Type="http://schemas.openxmlformats.org/officeDocument/2006/relationships/hyperlink" Target="http://www.tutorialspoint.com/java/util/vector_size.htm" TargetMode="External"/><Relationship Id="rId5" Type="http://schemas.openxmlformats.org/officeDocument/2006/relationships/hyperlink" Target="http://www.tutorialspoint.com/java/util/vector_retainall.htm" TargetMode="External"/><Relationship Id="rId6" Type="http://schemas.openxmlformats.org/officeDocument/2006/relationships/hyperlink" Target="http://www.tutorialspoint.com/java/util/vector_set.htm" TargetMode="External"/><Relationship Id="rId7" Type="http://schemas.openxmlformats.org/officeDocument/2006/relationships/hyperlink" Target="http://www.tutorialspoint.com/java/util/vector_setelementat.htm" TargetMode="External"/><Relationship Id="rId8" Type="http://schemas.openxmlformats.org/officeDocument/2006/relationships/hyperlink" Target="http://www.tutorialspoint.com/java/util/vector_setsize.ht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hyperlink" Target="http://www.tutorialspoint.com/java/util/vector_toarray_t.htm" TargetMode="External"/><Relationship Id="rId4" Type="http://schemas.openxmlformats.org/officeDocument/2006/relationships/hyperlink" Target="http://www.tutorialspoint.com/java/util/vector_tostring.htm" TargetMode="External"/><Relationship Id="rId5" Type="http://schemas.openxmlformats.org/officeDocument/2006/relationships/hyperlink" Target="http://www.tutorialspoint.com/java/util/vector_trimtosize.ht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
          <p:cNvSpPr txBox="1"/>
          <p:nvPr>
            <p:ph type="ctrTitle"/>
          </p:nvPr>
        </p:nvSpPr>
        <p:spPr>
          <a:xfrm>
            <a:off x="914400" y="2130426"/>
            <a:ext cx="10363200" cy="147002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C00000"/>
              </a:buClr>
              <a:buSzPts val="4400"/>
              <a:buFont typeface="Calibri"/>
              <a:buNone/>
            </a:pPr>
            <a:r>
              <a:rPr b="1" lang="en-US">
                <a:solidFill>
                  <a:srgbClr val="C00000"/>
                </a:solidFill>
              </a:rPr>
              <a:t>Collection Framework</a:t>
            </a:r>
            <a:endParaRPr/>
          </a:p>
        </p:txBody>
      </p:sp>
      <p:sp>
        <p:nvSpPr>
          <p:cNvPr id="121" name="Google Shape;121;p1"/>
          <p:cNvSpPr txBox="1"/>
          <p:nvPr>
            <p:ph idx="1" type="subTitle"/>
          </p:nvPr>
        </p:nvSpPr>
        <p:spPr>
          <a:xfrm>
            <a:off x="914400" y="3886200"/>
            <a:ext cx="9448800" cy="1752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C00000"/>
              </a:buClr>
              <a:buSzPts val="2800"/>
              <a:buNone/>
            </a:pPr>
            <a:r>
              <a:rPr lang="en-US">
                <a:solidFill>
                  <a:srgbClr val="C00000"/>
                </a:solidFill>
              </a:rPr>
              <a:t>SMITA SANKHE</a:t>
            </a:r>
            <a:endParaRPr/>
          </a:p>
          <a:p>
            <a:pPr indent="0" lvl="0" marL="0" rtl="0" algn="ctr">
              <a:lnSpc>
                <a:spcPct val="90000"/>
              </a:lnSpc>
              <a:spcBef>
                <a:spcPts val="1000"/>
              </a:spcBef>
              <a:spcAft>
                <a:spcPts val="0"/>
              </a:spcAft>
              <a:buClr>
                <a:srgbClr val="C00000"/>
              </a:buClr>
              <a:buSzPts val="2800"/>
              <a:buNone/>
            </a:pPr>
            <a:r>
              <a:rPr lang="en-US">
                <a:solidFill>
                  <a:srgbClr val="C00000"/>
                </a:solidFill>
              </a:rPr>
              <a:t>Assistant Professor </a:t>
            </a:r>
            <a:endParaRPr/>
          </a:p>
          <a:p>
            <a:pPr indent="0" lvl="0" marL="0" rtl="0" algn="ctr">
              <a:lnSpc>
                <a:spcPct val="90000"/>
              </a:lnSpc>
              <a:spcBef>
                <a:spcPts val="1000"/>
              </a:spcBef>
              <a:spcAft>
                <a:spcPts val="0"/>
              </a:spcAft>
              <a:buClr>
                <a:srgbClr val="C00000"/>
              </a:buClr>
              <a:buSzPts val="2800"/>
              <a:buNone/>
            </a:pPr>
            <a:r>
              <a:rPr lang="en-US">
                <a:solidFill>
                  <a:srgbClr val="C00000"/>
                </a:solidFill>
              </a:rPr>
              <a:t>Department of Computer Engineering </a:t>
            </a:r>
            <a:endParaRPr>
              <a:solidFill>
                <a:srgbClr val="C00000"/>
              </a:solidFill>
            </a:endParaRPr>
          </a:p>
          <a:p>
            <a:pPr indent="0" lvl="0" marL="0" rtl="0" algn="l">
              <a:lnSpc>
                <a:spcPct val="90000"/>
              </a:lnSpc>
              <a:spcBef>
                <a:spcPts val="1000"/>
              </a:spcBef>
              <a:spcAft>
                <a:spcPts val="0"/>
              </a:spcAft>
              <a:buClr>
                <a:schemeClr val="dk1"/>
              </a:buClr>
              <a:buSzPts val="2800"/>
              <a:buFont typeface="Noto Sans Symbols"/>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Collection Framework</a:t>
            </a:r>
            <a:endParaRPr/>
          </a:p>
        </p:txBody>
      </p:sp>
      <p:sp>
        <p:nvSpPr>
          <p:cNvPr id="127" name="Google Shape;127;p2"/>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Provides an architecture to store and manipulate the group of objects.</a:t>
            </a:r>
            <a:endParaRPr/>
          </a:p>
          <a:p>
            <a:pPr indent="-285750" lvl="0" marL="285750" rtl="0" algn="l">
              <a:lnSpc>
                <a:spcPct val="90000"/>
              </a:lnSpc>
              <a:spcBef>
                <a:spcPts val="1000"/>
              </a:spcBef>
              <a:spcAft>
                <a:spcPts val="0"/>
              </a:spcAft>
              <a:buClr>
                <a:schemeClr val="dk1"/>
              </a:buClr>
              <a:buSzPts val="2800"/>
              <a:buFont typeface="Arial"/>
              <a:buChar char="•"/>
            </a:pPr>
            <a:r>
              <a:rPr lang="en-US"/>
              <a:t>Achieve all the operations that you perform on a data such as </a:t>
            </a:r>
            <a:r>
              <a:rPr b="1" lang="en-US">
                <a:solidFill>
                  <a:srgbClr val="C00000"/>
                </a:solidFill>
              </a:rPr>
              <a:t>searching, sorting, insertion, manipulation, and deletion.</a:t>
            </a:r>
            <a:endParaRPr/>
          </a:p>
          <a:p>
            <a:pPr indent="-285750" lvl="0" marL="285750" rtl="0" algn="l">
              <a:lnSpc>
                <a:spcPct val="90000"/>
              </a:lnSpc>
              <a:spcBef>
                <a:spcPts val="1000"/>
              </a:spcBef>
              <a:spcAft>
                <a:spcPts val="0"/>
              </a:spcAft>
              <a:buClr>
                <a:schemeClr val="dk1"/>
              </a:buClr>
              <a:buSzPts val="2800"/>
              <a:buFont typeface="Arial"/>
              <a:buChar char="•"/>
            </a:pPr>
            <a:r>
              <a:rPr lang="en-US"/>
              <a:t>Java Collection means a single unit of objects. </a:t>
            </a:r>
            <a:endParaRPr/>
          </a:p>
          <a:p>
            <a:pPr indent="-285750" lvl="0" marL="285750" rtl="0" algn="l">
              <a:lnSpc>
                <a:spcPct val="90000"/>
              </a:lnSpc>
              <a:spcBef>
                <a:spcPts val="1000"/>
              </a:spcBef>
              <a:spcAft>
                <a:spcPts val="0"/>
              </a:spcAft>
              <a:buClr>
                <a:schemeClr val="dk1"/>
              </a:buClr>
              <a:buSzPts val="2800"/>
              <a:buFont typeface="Arial"/>
              <a:buChar char="•"/>
            </a:pPr>
            <a:r>
              <a:rPr lang="en-US"/>
              <a:t>Java Collection framework provides many </a:t>
            </a:r>
            <a:r>
              <a:rPr b="1" lang="en-US">
                <a:solidFill>
                  <a:srgbClr val="C00000"/>
                </a:solidFill>
              </a:rPr>
              <a:t>interfaces</a:t>
            </a:r>
            <a:r>
              <a:rPr lang="en-US"/>
              <a:t> (Set, List, Queue, Deque) and </a:t>
            </a:r>
            <a:r>
              <a:rPr b="1" lang="en-US">
                <a:solidFill>
                  <a:srgbClr val="C00000"/>
                </a:solidFill>
              </a:rPr>
              <a:t>classes</a:t>
            </a:r>
            <a:r>
              <a:rPr lang="en-US"/>
              <a:t> (ArrayList, Vector, LinkedList, PriorityQueue, HashSet, LinkedHashSet, TreeSet).</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pic>
        <p:nvPicPr>
          <p:cNvPr id="133" name="Google Shape;133;p3"/>
          <p:cNvPicPr preferRelativeResize="0"/>
          <p:nvPr>
            <p:ph idx="1" type="body"/>
          </p:nvPr>
        </p:nvPicPr>
        <p:blipFill rotWithShape="1">
          <a:blip r:embed="rId3">
            <a:alphaModFix/>
          </a:blip>
          <a:srcRect b="0" l="0" r="0" t="0"/>
          <a:stretch/>
        </p:blipFill>
        <p:spPr>
          <a:xfrm>
            <a:off x="1981201" y="304801"/>
            <a:ext cx="8077199" cy="6169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Iterator interface</a:t>
            </a:r>
            <a:endParaRPr/>
          </a:p>
        </p:txBody>
      </p:sp>
      <p:sp>
        <p:nvSpPr>
          <p:cNvPr id="139" name="Google Shape;139;p4"/>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Iterator interface provides the facility of iterating the elements in a forward direction only.</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pic>
        <p:nvPicPr>
          <p:cNvPr id="140" name="Google Shape;140;p4"/>
          <p:cNvPicPr preferRelativeResize="0"/>
          <p:nvPr/>
        </p:nvPicPr>
        <p:blipFill rotWithShape="1">
          <a:blip r:embed="rId3">
            <a:alphaModFix/>
          </a:blip>
          <a:srcRect b="0" l="0" r="0" t="0"/>
          <a:stretch/>
        </p:blipFill>
        <p:spPr>
          <a:xfrm>
            <a:off x="1828800" y="2971800"/>
            <a:ext cx="8534400" cy="2362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p:txBody>
      </p:sp>
      <p:pic>
        <p:nvPicPr>
          <p:cNvPr id="146" name="Google Shape;146;p5"/>
          <p:cNvPicPr preferRelativeResize="0"/>
          <p:nvPr>
            <p:ph idx="1" type="body"/>
          </p:nvPr>
        </p:nvPicPr>
        <p:blipFill rotWithShape="1">
          <a:blip r:embed="rId3">
            <a:alphaModFix/>
          </a:blip>
          <a:srcRect b="0" l="0" r="0" t="0"/>
          <a:stretch/>
        </p:blipFill>
        <p:spPr>
          <a:xfrm>
            <a:off x="1981201" y="304801"/>
            <a:ext cx="8077199" cy="6169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Collection Interface</a:t>
            </a:r>
            <a:endParaRPr/>
          </a:p>
        </p:txBody>
      </p:sp>
      <p:sp>
        <p:nvSpPr>
          <p:cNvPr id="152" name="Google Shape;152;p6"/>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Font typeface="Arial"/>
              <a:buChar char="•"/>
            </a:pPr>
            <a:r>
              <a:rPr lang="en-US"/>
              <a:t>Interface which is implemented by all the classes in the collection framework.</a:t>
            </a:r>
            <a:endParaRPr/>
          </a:p>
          <a:p>
            <a:pPr indent="-285750" lvl="0" marL="285750" rtl="0" algn="l">
              <a:lnSpc>
                <a:spcPct val="90000"/>
              </a:lnSpc>
              <a:spcBef>
                <a:spcPts val="1000"/>
              </a:spcBef>
              <a:spcAft>
                <a:spcPts val="0"/>
              </a:spcAft>
              <a:buClr>
                <a:schemeClr val="dk1"/>
              </a:buClr>
              <a:buSzPts val="2800"/>
              <a:buFont typeface="Arial"/>
              <a:buChar char="•"/>
            </a:pPr>
            <a:r>
              <a:rPr lang="en-US"/>
              <a:t>It declares the methods that every collection will have. </a:t>
            </a:r>
            <a:endParaRPr/>
          </a:p>
          <a:p>
            <a:pPr indent="0" lvl="0" marL="0" rtl="0" algn="l">
              <a:lnSpc>
                <a:spcPct val="90000"/>
              </a:lnSpc>
              <a:spcBef>
                <a:spcPts val="1000"/>
              </a:spcBef>
              <a:spcAft>
                <a:spcPts val="0"/>
              </a:spcAft>
              <a:buClr>
                <a:schemeClr val="dk1"/>
              </a:buClr>
              <a:buSzPts val="2800"/>
              <a:buNone/>
            </a:pPr>
            <a:r>
              <a:rPr lang="en-US"/>
              <a:t>	Collection interface builds the foundation on which the collection framework depends.</a:t>
            </a:r>
            <a:endParaRPr/>
          </a:p>
          <a:p>
            <a:pPr indent="-285750" lvl="0" marL="285750" rtl="0" algn="l">
              <a:lnSpc>
                <a:spcPct val="90000"/>
              </a:lnSpc>
              <a:spcBef>
                <a:spcPts val="1000"/>
              </a:spcBef>
              <a:spcAft>
                <a:spcPts val="0"/>
              </a:spcAft>
              <a:buClr>
                <a:schemeClr val="dk1"/>
              </a:buClr>
              <a:buSzPts val="2800"/>
              <a:buFont typeface="Arial"/>
              <a:buChar char="•"/>
            </a:pPr>
            <a:r>
              <a:rPr lang="en-US"/>
              <a:t>Some of the methods of Collection interface are </a:t>
            </a:r>
            <a:endParaRPr/>
          </a:p>
          <a:p>
            <a:pPr indent="-285750" lvl="1" marL="742950" rtl="0" algn="l">
              <a:lnSpc>
                <a:spcPct val="90000"/>
              </a:lnSpc>
              <a:spcBef>
                <a:spcPts val="500"/>
              </a:spcBef>
              <a:spcAft>
                <a:spcPts val="0"/>
              </a:spcAft>
              <a:buClr>
                <a:schemeClr val="dk1"/>
              </a:buClr>
              <a:buSzPts val="2400"/>
              <a:buChar char="o"/>
            </a:pPr>
            <a:r>
              <a:rPr lang="en-US"/>
              <a:t>Boolean add ( Object obj)</a:t>
            </a:r>
            <a:endParaRPr/>
          </a:p>
          <a:p>
            <a:pPr indent="-285750" lvl="1" marL="742950" rtl="0" algn="l">
              <a:lnSpc>
                <a:spcPct val="90000"/>
              </a:lnSpc>
              <a:spcBef>
                <a:spcPts val="500"/>
              </a:spcBef>
              <a:spcAft>
                <a:spcPts val="0"/>
              </a:spcAft>
              <a:buClr>
                <a:schemeClr val="dk1"/>
              </a:buClr>
              <a:buSzPts val="2400"/>
              <a:buChar char="o"/>
            </a:pPr>
            <a:r>
              <a:rPr lang="en-US"/>
              <a:t>Boolean addAll ( Collection c)</a:t>
            </a:r>
            <a:endParaRPr/>
          </a:p>
          <a:p>
            <a:pPr indent="-285750" lvl="1" marL="742950" rtl="0" algn="l">
              <a:lnSpc>
                <a:spcPct val="90000"/>
              </a:lnSpc>
              <a:spcBef>
                <a:spcPts val="500"/>
              </a:spcBef>
              <a:spcAft>
                <a:spcPts val="0"/>
              </a:spcAft>
              <a:buClr>
                <a:schemeClr val="dk1"/>
              </a:buClr>
              <a:buSzPts val="2400"/>
              <a:buChar char="o"/>
            </a:pPr>
            <a:r>
              <a:rPr lang="en-US"/>
              <a:t>void clear(), etc.</a:t>
            </a:r>
            <a:endParaRPr/>
          </a:p>
          <a:p>
            <a:pPr indent="0" lvl="1" marL="365760" rtl="0" algn="l">
              <a:lnSpc>
                <a:spcPct val="90000"/>
              </a:lnSpc>
              <a:spcBef>
                <a:spcPts val="500"/>
              </a:spcBef>
              <a:spcAft>
                <a:spcPts val="0"/>
              </a:spcAft>
              <a:buClr>
                <a:schemeClr val="dk1"/>
              </a:buClr>
              <a:buSzPts val="2400"/>
              <a:buNone/>
            </a:pPr>
            <a:r>
              <a:rPr lang="en-US"/>
              <a:t> which are implemented by all the subclasses of Collection interface.</a:t>
            </a:r>
            <a:br>
              <a:rPr lang="en-US"/>
            </a:b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List Interface</a:t>
            </a:r>
            <a:endParaRPr/>
          </a:p>
        </p:txBody>
      </p:sp>
      <p:sp>
        <p:nvSpPr>
          <p:cNvPr id="158" name="Google Shape;158;p7"/>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Clr>
                <a:schemeClr val="dk1"/>
              </a:buClr>
              <a:buSzPts val="2300"/>
              <a:buFont typeface="Arial"/>
              <a:buChar char="•"/>
            </a:pPr>
            <a:r>
              <a:rPr lang="en-US" sz="2300"/>
              <a:t>List interface is the child interface of Collection interface.</a:t>
            </a:r>
            <a:endParaRPr/>
          </a:p>
          <a:p>
            <a:pPr indent="-285750" lvl="0" marL="285750" rtl="0" algn="l">
              <a:lnSpc>
                <a:spcPct val="90000"/>
              </a:lnSpc>
              <a:spcBef>
                <a:spcPts val="1000"/>
              </a:spcBef>
              <a:spcAft>
                <a:spcPts val="0"/>
              </a:spcAft>
              <a:buClr>
                <a:schemeClr val="dk1"/>
              </a:buClr>
              <a:buSzPts val="2300"/>
              <a:buFont typeface="Arial"/>
              <a:buChar char="•"/>
            </a:pPr>
            <a:r>
              <a:rPr lang="en-US" sz="2300"/>
              <a:t>It inhibits a list type data structure in which we can store the ordered collection of objects. </a:t>
            </a:r>
            <a:endParaRPr/>
          </a:p>
          <a:p>
            <a:pPr indent="-285750" lvl="0" marL="285750" rtl="0" algn="l">
              <a:lnSpc>
                <a:spcPct val="90000"/>
              </a:lnSpc>
              <a:spcBef>
                <a:spcPts val="1000"/>
              </a:spcBef>
              <a:spcAft>
                <a:spcPts val="0"/>
              </a:spcAft>
              <a:buClr>
                <a:srgbClr val="C00000"/>
              </a:buClr>
              <a:buSzPts val="2300"/>
              <a:buFont typeface="Arial"/>
              <a:buChar char="•"/>
            </a:pPr>
            <a:r>
              <a:rPr b="1" lang="en-US" sz="2300">
                <a:solidFill>
                  <a:srgbClr val="C00000"/>
                </a:solidFill>
              </a:rPr>
              <a:t>It can have duplicate values.</a:t>
            </a:r>
            <a:endParaRPr/>
          </a:p>
          <a:p>
            <a:pPr indent="-285750" lvl="0" marL="285750" rtl="0" algn="l">
              <a:lnSpc>
                <a:spcPct val="90000"/>
              </a:lnSpc>
              <a:spcBef>
                <a:spcPts val="1000"/>
              </a:spcBef>
              <a:spcAft>
                <a:spcPts val="0"/>
              </a:spcAft>
              <a:buClr>
                <a:schemeClr val="dk1"/>
              </a:buClr>
              <a:buSzPts val="2300"/>
              <a:buFont typeface="Arial"/>
              <a:buChar char="•"/>
            </a:pPr>
            <a:r>
              <a:rPr lang="en-US" sz="2300"/>
              <a:t>List interface is implemented by the classes ArrayList, LinkedList, Vector, and Stack.</a:t>
            </a:r>
            <a:endParaRPr/>
          </a:p>
          <a:p>
            <a:pPr indent="-285750" lvl="0" marL="285750" rtl="0" algn="l">
              <a:lnSpc>
                <a:spcPct val="90000"/>
              </a:lnSpc>
              <a:spcBef>
                <a:spcPts val="1000"/>
              </a:spcBef>
              <a:spcAft>
                <a:spcPts val="0"/>
              </a:spcAft>
              <a:buClr>
                <a:schemeClr val="dk1"/>
              </a:buClr>
              <a:buSzPts val="2300"/>
              <a:buFont typeface="Arial"/>
              <a:buChar char="•"/>
            </a:pPr>
            <a:r>
              <a:rPr lang="en-US" sz="2300"/>
              <a:t>To instantiate the List interface, we must use :</a:t>
            </a:r>
            <a:endParaRPr/>
          </a:p>
          <a:p>
            <a:pPr indent="0" lvl="1" marL="365760" rtl="0" algn="l">
              <a:lnSpc>
                <a:spcPct val="90000"/>
              </a:lnSpc>
              <a:spcBef>
                <a:spcPts val="500"/>
              </a:spcBef>
              <a:spcAft>
                <a:spcPts val="0"/>
              </a:spcAft>
              <a:buClr>
                <a:schemeClr val="dk1"/>
              </a:buClr>
              <a:buSzPts val="2300"/>
              <a:buNone/>
            </a:pPr>
            <a:r>
              <a:rPr lang="en-US" sz="2300"/>
              <a:t>List &lt;data-type&gt; list1= </a:t>
            </a:r>
            <a:r>
              <a:rPr b="1" lang="en-US" sz="2300"/>
              <a:t>new</a:t>
            </a:r>
            <a:r>
              <a:rPr lang="en-US" sz="2300"/>
              <a:t> ArrayList();  </a:t>
            </a:r>
            <a:endParaRPr/>
          </a:p>
          <a:p>
            <a:pPr indent="0" lvl="1" marL="365760" rtl="0" algn="l">
              <a:lnSpc>
                <a:spcPct val="90000"/>
              </a:lnSpc>
              <a:spcBef>
                <a:spcPts val="500"/>
              </a:spcBef>
              <a:spcAft>
                <a:spcPts val="0"/>
              </a:spcAft>
              <a:buClr>
                <a:schemeClr val="dk1"/>
              </a:buClr>
              <a:buSzPts val="2300"/>
              <a:buNone/>
            </a:pPr>
            <a:r>
              <a:rPr lang="en-US" sz="2300"/>
              <a:t>List &lt;data-type&gt; list2 = </a:t>
            </a:r>
            <a:r>
              <a:rPr b="1" lang="en-US" sz="2300"/>
              <a:t>new</a:t>
            </a:r>
            <a:r>
              <a:rPr lang="en-US" sz="2300"/>
              <a:t> LinkedList();  </a:t>
            </a:r>
            <a:endParaRPr/>
          </a:p>
          <a:p>
            <a:pPr indent="0" lvl="1" marL="365760" rtl="0" algn="l">
              <a:lnSpc>
                <a:spcPct val="90000"/>
              </a:lnSpc>
              <a:spcBef>
                <a:spcPts val="500"/>
              </a:spcBef>
              <a:spcAft>
                <a:spcPts val="0"/>
              </a:spcAft>
              <a:buClr>
                <a:schemeClr val="dk1"/>
              </a:buClr>
              <a:buSzPts val="2300"/>
              <a:buNone/>
            </a:pPr>
            <a:r>
              <a:rPr lang="en-US" sz="2300"/>
              <a:t>List &lt;data-type&gt; list3 = </a:t>
            </a:r>
            <a:r>
              <a:rPr b="1" lang="en-US" sz="2300"/>
              <a:t>new</a:t>
            </a:r>
            <a:r>
              <a:rPr lang="en-US" sz="2300"/>
              <a:t> Vector();  </a:t>
            </a:r>
            <a:endParaRPr/>
          </a:p>
          <a:p>
            <a:pPr indent="0" lvl="1" marL="365760" rtl="0" algn="l">
              <a:lnSpc>
                <a:spcPct val="90000"/>
              </a:lnSpc>
              <a:spcBef>
                <a:spcPts val="500"/>
              </a:spcBef>
              <a:spcAft>
                <a:spcPts val="0"/>
              </a:spcAft>
              <a:buClr>
                <a:schemeClr val="dk1"/>
              </a:buClr>
              <a:buSzPts val="2300"/>
              <a:buNone/>
            </a:pPr>
            <a:r>
              <a:rPr lang="en-US" sz="2300"/>
              <a:t>List &lt;data-type&gt; list4 = </a:t>
            </a:r>
            <a:r>
              <a:rPr b="1" lang="en-US" sz="2300"/>
              <a:t>new</a:t>
            </a:r>
            <a:r>
              <a:rPr lang="en-US" sz="2300"/>
              <a:t> Stack(); </a:t>
            </a:r>
            <a:endParaRPr/>
          </a:p>
          <a:p>
            <a:pPr indent="-139700" lvl="1" marL="742950" rtl="0" algn="l">
              <a:lnSpc>
                <a:spcPct val="90000"/>
              </a:lnSpc>
              <a:spcBef>
                <a:spcPts val="500"/>
              </a:spcBef>
              <a:spcAft>
                <a:spcPts val="0"/>
              </a:spcAft>
              <a:buClr>
                <a:schemeClr val="dk1"/>
              </a:buClr>
              <a:buSzPts val="2300"/>
              <a:buNone/>
            </a:pPr>
            <a:r>
              <a:t/>
            </a:r>
            <a:endParaRPr sz="2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type="title"/>
          </p:nvPr>
        </p:nvSpPr>
        <p:spPr>
          <a:xfrm>
            <a:off x="1089765" y="214818"/>
            <a:ext cx="9870511" cy="874951"/>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ArrayList</a:t>
            </a:r>
            <a:endParaRPr/>
          </a:p>
        </p:txBody>
      </p:sp>
      <p:sp>
        <p:nvSpPr>
          <p:cNvPr id="164" name="Google Shape;164;p8"/>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300"/>
              <a:buFont typeface="Arial"/>
              <a:buChar char="•"/>
            </a:pPr>
            <a:r>
              <a:rPr lang="en-US" sz="2300"/>
              <a:t>Java </a:t>
            </a:r>
            <a:r>
              <a:rPr b="1" lang="en-US" sz="2300"/>
              <a:t>ArrayList</a:t>
            </a:r>
            <a:r>
              <a:rPr lang="en-US" sz="2300"/>
              <a:t> class uses a</a:t>
            </a:r>
            <a:r>
              <a:rPr lang="en-US" sz="2800">
                <a:solidFill>
                  <a:srgbClr val="C00000"/>
                </a:solidFill>
              </a:rPr>
              <a:t> </a:t>
            </a:r>
            <a:r>
              <a:rPr b="1" lang="en-US" sz="2300">
                <a:solidFill>
                  <a:srgbClr val="C00000"/>
                </a:solidFill>
              </a:rPr>
              <a:t>dynamic </a:t>
            </a:r>
            <a:r>
              <a:rPr b="1" lang="en-US" sz="2300" u="sng">
                <a:solidFill>
                  <a:srgbClr val="C00000"/>
                </a:solidFill>
                <a:hlinkClick r:id="rId3">
                  <a:extLst>
                    <a:ext uri="{A12FA001-AC4F-418D-AE19-62706E023703}">
                      <ahyp:hlinkClr val="tx"/>
                    </a:ext>
                  </a:extLst>
                </a:hlinkClick>
              </a:rPr>
              <a:t>array</a:t>
            </a:r>
            <a:r>
              <a:rPr b="1" lang="en-US" sz="2300">
                <a:solidFill>
                  <a:srgbClr val="C00000"/>
                </a:solidFill>
              </a:rPr>
              <a:t> for storing the elements</a:t>
            </a:r>
            <a:r>
              <a:rPr lang="en-US" sz="2300"/>
              <a:t>( there is </a:t>
            </a:r>
            <a:r>
              <a:rPr i="1" lang="en-US" sz="2300"/>
              <a:t>no size limit)</a:t>
            </a:r>
            <a:endParaRPr sz="2300"/>
          </a:p>
          <a:p>
            <a:pPr indent="-285750" lvl="0" marL="285750" rtl="0" algn="l">
              <a:lnSpc>
                <a:spcPct val="90000"/>
              </a:lnSpc>
              <a:spcBef>
                <a:spcPts val="1000"/>
              </a:spcBef>
              <a:spcAft>
                <a:spcPts val="0"/>
              </a:spcAft>
              <a:buClr>
                <a:schemeClr val="dk1"/>
              </a:buClr>
              <a:buSzPts val="2300"/>
              <a:buFont typeface="Arial"/>
              <a:buChar char="•"/>
            </a:pPr>
            <a:r>
              <a:rPr lang="en-US" sz="2300"/>
              <a:t>We can add or remove elements anytime, much more flexible than the traditional array.</a:t>
            </a:r>
            <a:endParaRPr/>
          </a:p>
          <a:p>
            <a:pPr indent="-285750" lvl="0" marL="285750" rtl="0" algn="l">
              <a:lnSpc>
                <a:spcPct val="90000"/>
              </a:lnSpc>
              <a:spcBef>
                <a:spcPts val="1000"/>
              </a:spcBef>
              <a:spcAft>
                <a:spcPts val="0"/>
              </a:spcAft>
              <a:buClr>
                <a:schemeClr val="dk1"/>
              </a:buClr>
              <a:buSzPts val="2300"/>
              <a:buFont typeface="Arial"/>
              <a:buChar char="•"/>
            </a:pPr>
            <a:r>
              <a:rPr lang="en-US" sz="2300"/>
              <a:t> It is found in the </a:t>
            </a:r>
            <a:r>
              <a:rPr b="1" i="1" lang="en-US" sz="2300"/>
              <a:t>java.util</a:t>
            </a:r>
            <a:r>
              <a:rPr b="1" lang="en-US" sz="2300"/>
              <a:t> package</a:t>
            </a:r>
            <a:r>
              <a:rPr lang="en-US" sz="2300"/>
              <a:t>.</a:t>
            </a:r>
            <a:endParaRPr sz="2300"/>
          </a:p>
          <a:p>
            <a:pPr indent="-285750" lvl="0" marL="285750" rtl="0" algn="l">
              <a:lnSpc>
                <a:spcPct val="90000"/>
              </a:lnSpc>
              <a:spcBef>
                <a:spcPts val="1000"/>
              </a:spcBef>
              <a:spcAft>
                <a:spcPts val="0"/>
              </a:spcAft>
              <a:buClr>
                <a:schemeClr val="dk1"/>
              </a:buClr>
              <a:buSzPts val="2300"/>
              <a:buFont typeface="Arial"/>
              <a:buChar char="•"/>
            </a:pPr>
            <a:r>
              <a:rPr lang="en-US" sz="2300"/>
              <a:t>The ArrayList in Java can have the </a:t>
            </a:r>
            <a:r>
              <a:rPr b="1" lang="en-US" sz="2300"/>
              <a:t>duplicate elements</a:t>
            </a:r>
            <a:r>
              <a:rPr lang="en-US" sz="2300"/>
              <a:t> also. </a:t>
            </a:r>
            <a:endParaRPr/>
          </a:p>
          <a:p>
            <a:pPr indent="-285750" lvl="0" marL="285750" rtl="0" algn="l">
              <a:lnSpc>
                <a:spcPct val="90000"/>
              </a:lnSpc>
              <a:spcBef>
                <a:spcPts val="1000"/>
              </a:spcBef>
              <a:spcAft>
                <a:spcPts val="0"/>
              </a:spcAft>
              <a:buClr>
                <a:schemeClr val="dk1"/>
              </a:buClr>
              <a:buSzPts val="2300"/>
              <a:buFont typeface="Arial"/>
              <a:buChar char="•"/>
            </a:pPr>
            <a:r>
              <a:rPr lang="en-US" sz="2300"/>
              <a:t>It </a:t>
            </a:r>
            <a:r>
              <a:rPr b="1" lang="en-US" sz="2300"/>
              <a:t>implements the List interface</a:t>
            </a:r>
            <a:r>
              <a:rPr lang="en-US" sz="2300"/>
              <a:t> so we can use all the methods of List interface here. </a:t>
            </a:r>
            <a:endParaRPr/>
          </a:p>
          <a:p>
            <a:pPr indent="-285750" lvl="0" marL="285750" rtl="0" algn="l">
              <a:lnSpc>
                <a:spcPct val="90000"/>
              </a:lnSpc>
              <a:spcBef>
                <a:spcPts val="1000"/>
              </a:spcBef>
              <a:spcAft>
                <a:spcPts val="0"/>
              </a:spcAft>
              <a:buClr>
                <a:schemeClr val="dk1"/>
              </a:buClr>
              <a:buSzPts val="2300"/>
              <a:buFont typeface="Arial"/>
              <a:buChar char="•"/>
            </a:pPr>
            <a:r>
              <a:rPr lang="en-US" sz="2300"/>
              <a:t>The ArrayList maintains the insertion order internally</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type="title"/>
          </p:nvPr>
        </p:nvSpPr>
        <p:spPr>
          <a:xfrm>
            <a:off x="1981200" y="274638"/>
            <a:ext cx="7467600" cy="787894"/>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3200"/>
              <a:buFont typeface="Times New Roman"/>
              <a:buNone/>
            </a:pPr>
            <a:r>
              <a:rPr lang="en-US" sz="3200"/>
              <a:t>ArrayList Example</a:t>
            </a:r>
            <a:endParaRPr/>
          </a:p>
        </p:txBody>
      </p:sp>
      <p:pic>
        <p:nvPicPr>
          <p:cNvPr id="170" name="Google Shape;170;p9"/>
          <p:cNvPicPr preferRelativeResize="0"/>
          <p:nvPr>
            <p:ph idx="1" type="body"/>
          </p:nvPr>
        </p:nvPicPr>
        <p:blipFill rotWithShape="1">
          <a:blip r:embed="rId3">
            <a:alphaModFix/>
          </a:blip>
          <a:srcRect b="0" l="0" r="0" t="0"/>
          <a:stretch/>
        </p:blipFill>
        <p:spPr>
          <a:xfrm>
            <a:off x="1975746" y="1422646"/>
            <a:ext cx="6790488" cy="4873752"/>
          </a:xfrm>
          <a:prstGeom prst="rect">
            <a:avLst/>
          </a:prstGeom>
          <a:noFill/>
          <a:ln>
            <a:noFill/>
          </a:ln>
        </p:spPr>
      </p:pic>
      <p:pic>
        <p:nvPicPr>
          <p:cNvPr id="171" name="Google Shape;171;p9"/>
          <p:cNvPicPr preferRelativeResize="0"/>
          <p:nvPr/>
        </p:nvPicPr>
        <p:blipFill rotWithShape="1">
          <a:blip r:embed="rId4">
            <a:alphaModFix/>
          </a:blip>
          <a:srcRect b="0" l="0" r="0" t="0"/>
          <a:stretch/>
        </p:blipFill>
        <p:spPr>
          <a:xfrm>
            <a:off x="7765002" y="5249434"/>
            <a:ext cx="2743200" cy="1419404"/>
          </a:xfrm>
          <a:prstGeom prst="rect">
            <a:avLst/>
          </a:prstGeom>
          <a:noFill/>
          <a:ln>
            <a:noFill/>
          </a:ln>
        </p:spPr>
      </p:pic>
      <p:sp>
        <p:nvSpPr>
          <p:cNvPr id="172" name="Google Shape;172;p9"/>
          <p:cNvSpPr/>
          <p:nvPr/>
        </p:nvSpPr>
        <p:spPr>
          <a:xfrm>
            <a:off x="2764654" y="2516820"/>
            <a:ext cx="2108446" cy="909961"/>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9"/>
          <p:cNvSpPr/>
          <p:nvPr/>
        </p:nvSpPr>
        <p:spPr>
          <a:xfrm>
            <a:off x="2908916" y="3737499"/>
            <a:ext cx="2108446" cy="743505"/>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type="title"/>
          </p:nvPr>
        </p:nvSpPr>
        <p:spPr>
          <a:xfrm>
            <a:off x="1089765" y="214818"/>
            <a:ext cx="9870511" cy="874951"/>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LinkedList </a:t>
            </a:r>
            <a:endParaRPr/>
          </a:p>
        </p:txBody>
      </p:sp>
      <p:sp>
        <p:nvSpPr>
          <p:cNvPr id="179" name="Google Shape;179;p10"/>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300"/>
              <a:buFont typeface="Arial"/>
              <a:buChar char="•"/>
            </a:pPr>
            <a:r>
              <a:rPr lang="en-US" sz="2300"/>
              <a:t>Java LinkedList class uses a doubly linked list to store the elements. </a:t>
            </a:r>
            <a:endParaRPr/>
          </a:p>
          <a:p>
            <a:pPr indent="-285750" lvl="0" marL="285750" rtl="0" algn="l">
              <a:lnSpc>
                <a:spcPct val="90000"/>
              </a:lnSpc>
              <a:spcBef>
                <a:spcPts val="1000"/>
              </a:spcBef>
              <a:spcAft>
                <a:spcPts val="0"/>
              </a:spcAft>
              <a:buClr>
                <a:schemeClr val="dk1"/>
              </a:buClr>
              <a:buSzPts val="2300"/>
              <a:buFont typeface="Arial"/>
              <a:buChar char="•"/>
            </a:pPr>
            <a:r>
              <a:rPr lang="en-US" sz="2300"/>
              <a:t>It provides a linked-list data structure.</a:t>
            </a:r>
            <a:endParaRPr sz="2300"/>
          </a:p>
        </p:txBody>
      </p:sp>
      <p:pic>
        <p:nvPicPr>
          <p:cNvPr id="180" name="Google Shape;180;p10"/>
          <p:cNvPicPr preferRelativeResize="0"/>
          <p:nvPr/>
        </p:nvPicPr>
        <p:blipFill rotWithShape="1">
          <a:blip r:embed="rId3">
            <a:alphaModFix/>
          </a:blip>
          <a:srcRect b="0" l="0" r="0" t="0"/>
          <a:stretch/>
        </p:blipFill>
        <p:spPr>
          <a:xfrm>
            <a:off x="3570304" y="3164977"/>
            <a:ext cx="4507636" cy="528047"/>
          </a:xfrm>
          <a:prstGeom prst="rect">
            <a:avLst/>
          </a:prstGeom>
          <a:noFill/>
          <a:ln>
            <a:noFill/>
          </a:ln>
        </p:spPr>
      </p:pic>
      <p:pic>
        <p:nvPicPr>
          <p:cNvPr id="181" name="Google Shape;181;p10"/>
          <p:cNvPicPr preferRelativeResize="0"/>
          <p:nvPr/>
        </p:nvPicPr>
        <p:blipFill rotWithShape="1">
          <a:blip r:embed="rId4">
            <a:alphaModFix/>
          </a:blip>
          <a:srcRect b="0" l="0" r="0" t="0"/>
          <a:stretch/>
        </p:blipFill>
        <p:spPr>
          <a:xfrm>
            <a:off x="2405110" y="3947713"/>
            <a:ext cx="7370685" cy="25802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title"/>
          </p:nvPr>
        </p:nvSpPr>
        <p:spPr>
          <a:xfrm>
            <a:off x="1089765" y="214818"/>
            <a:ext cx="9870511" cy="874951"/>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LinkedList Example</a:t>
            </a:r>
            <a:endParaRPr/>
          </a:p>
        </p:txBody>
      </p:sp>
      <p:pic>
        <p:nvPicPr>
          <p:cNvPr id="187" name="Google Shape;187;p11"/>
          <p:cNvPicPr preferRelativeResize="0"/>
          <p:nvPr>
            <p:ph idx="1" type="body"/>
          </p:nvPr>
        </p:nvPicPr>
        <p:blipFill rotWithShape="1">
          <a:blip r:embed="rId3">
            <a:alphaModFix/>
          </a:blip>
          <a:srcRect b="0" l="0" r="0" t="0"/>
          <a:stretch/>
        </p:blipFill>
        <p:spPr>
          <a:xfrm>
            <a:off x="2090507" y="1600200"/>
            <a:ext cx="7248987" cy="4540840"/>
          </a:xfrm>
          <a:prstGeom prst="rect">
            <a:avLst/>
          </a:prstGeom>
          <a:noFill/>
          <a:ln>
            <a:noFill/>
          </a:ln>
        </p:spPr>
      </p:pic>
      <p:pic>
        <p:nvPicPr>
          <p:cNvPr id="188" name="Google Shape;188;p11"/>
          <p:cNvPicPr preferRelativeResize="0"/>
          <p:nvPr/>
        </p:nvPicPr>
        <p:blipFill rotWithShape="1">
          <a:blip r:embed="rId4">
            <a:alphaModFix/>
          </a:blip>
          <a:srcRect b="0" l="0" r="0" t="0"/>
          <a:stretch/>
        </p:blipFill>
        <p:spPr>
          <a:xfrm>
            <a:off x="7321120" y="5195691"/>
            <a:ext cx="3342442" cy="16600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2"/>
          <p:cNvSpPr txBox="1"/>
          <p:nvPr>
            <p:ph type="title"/>
          </p:nvPr>
        </p:nvSpPr>
        <p:spPr>
          <a:xfrm>
            <a:off x="1089765" y="214818"/>
            <a:ext cx="9870511" cy="874951"/>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ArrayList v/s LinkedList</a:t>
            </a:r>
            <a:endParaRPr/>
          </a:p>
        </p:txBody>
      </p:sp>
      <p:pic>
        <p:nvPicPr>
          <p:cNvPr id="194" name="Google Shape;194;p12"/>
          <p:cNvPicPr preferRelativeResize="0"/>
          <p:nvPr>
            <p:ph idx="1" type="body"/>
          </p:nvPr>
        </p:nvPicPr>
        <p:blipFill rotWithShape="1">
          <a:blip r:embed="rId3">
            <a:alphaModFix/>
          </a:blip>
          <a:srcRect b="0" l="0" r="0" t="0"/>
          <a:stretch/>
        </p:blipFill>
        <p:spPr>
          <a:xfrm>
            <a:off x="2003395" y="1774511"/>
            <a:ext cx="8188910" cy="421441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3"/>
          <p:cNvSpPr txBox="1"/>
          <p:nvPr>
            <p:ph idx="12" type="sldNum"/>
          </p:nvPr>
        </p:nvSpPr>
        <p:spPr>
          <a:xfrm>
            <a:off x="9144000" y="19051"/>
            <a:ext cx="1066800" cy="3286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200" name="Google Shape;200;p13"/>
          <p:cNvSpPr txBox="1"/>
          <p:nvPr>
            <p:ph type="title"/>
          </p:nvPr>
        </p:nvSpPr>
        <p:spPr>
          <a:xfrm>
            <a:off x="1981200" y="381000"/>
            <a:ext cx="7024688" cy="76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200"/>
              <a:buFont typeface="Times New Roman"/>
              <a:buNone/>
            </a:pPr>
            <a:r>
              <a:rPr lang="en-US" sz="3200"/>
              <a:t>Vectors</a:t>
            </a:r>
            <a:endParaRPr/>
          </a:p>
        </p:txBody>
      </p:sp>
      <p:sp>
        <p:nvSpPr>
          <p:cNvPr id="201" name="Google Shape;201;p13"/>
          <p:cNvSpPr txBox="1"/>
          <p:nvPr>
            <p:ph idx="1" type="body"/>
          </p:nvPr>
        </p:nvSpPr>
        <p:spPr>
          <a:xfrm>
            <a:off x="1981200" y="1524001"/>
            <a:ext cx="8153400" cy="4765675"/>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800"/>
              <a:buChar char="•"/>
            </a:pPr>
            <a:r>
              <a:rPr lang="en-US"/>
              <a:t>Vector implements a </a:t>
            </a:r>
            <a:r>
              <a:rPr b="1" lang="en-US"/>
              <a:t>dynamic array of objects</a:t>
            </a:r>
            <a:r>
              <a:rPr lang="en-US"/>
              <a:t>.</a:t>
            </a:r>
            <a:endParaRPr/>
          </a:p>
          <a:p>
            <a:pPr indent="-285750" lvl="0" marL="285750" rtl="0" algn="l">
              <a:lnSpc>
                <a:spcPct val="90000"/>
              </a:lnSpc>
              <a:spcBef>
                <a:spcPts val="1600"/>
              </a:spcBef>
              <a:spcAft>
                <a:spcPts val="0"/>
              </a:spcAft>
              <a:buClr>
                <a:schemeClr val="dk1"/>
              </a:buClr>
              <a:buSzPts val="2800"/>
              <a:buChar char="•"/>
            </a:pPr>
            <a:r>
              <a:rPr lang="en-US"/>
              <a:t>Vector proves to be very useful </a:t>
            </a:r>
            <a:r>
              <a:rPr b="1" lang="en-US">
                <a:solidFill>
                  <a:srgbClr val="C00000"/>
                </a:solidFill>
              </a:rPr>
              <a:t>if you don't know the size of the array in advance </a:t>
            </a:r>
            <a:r>
              <a:rPr lang="en-US"/>
              <a:t>or you just need one that </a:t>
            </a:r>
            <a:r>
              <a:rPr b="1" lang="en-US">
                <a:solidFill>
                  <a:srgbClr val="C00000"/>
                </a:solidFill>
              </a:rPr>
              <a:t>can change sizes o</a:t>
            </a:r>
            <a:r>
              <a:rPr lang="en-US"/>
              <a:t>ver the lifetime of a program.</a:t>
            </a:r>
            <a:endParaRPr/>
          </a:p>
          <a:p>
            <a:pPr indent="-285750" lvl="0" marL="285750" rtl="0" algn="l">
              <a:lnSpc>
                <a:spcPct val="90000"/>
              </a:lnSpc>
              <a:spcBef>
                <a:spcPts val="1600"/>
              </a:spcBef>
              <a:spcAft>
                <a:spcPts val="0"/>
              </a:spcAft>
              <a:buClr>
                <a:schemeClr val="dk1"/>
              </a:buClr>
              <a:buSzPts val="2800"/>
              <a:buChar char="•"/>
            </a:pPr>
            <a:r>
              <a:rPr lang="en-US"/>
              <a:t>Vector can contain heterogeneous objects</a:t>
            </a:r>
            <a:endParaRPr/>
          </a:p>
          <a:p>
            <a:pPr indent="-285750" lvl="0" marL="285750" rtl="0" algn="l">
              <a:lnSpc>
                <a:spcPct val="90000"/>
              </a:lnSpc>
              <a:spcBef>
                <a:spcPts val="1600"/>
              </a:spcBef>
              <a:spcAft>
                <a:spcPts val="0"/>
              </a:spcAft>
              <a:buClr>
                <a:schemeClr val="dk1"/>
              </a:buClr>
              <a:buSzPts val="2800"/>
              <a:buChar char="•"/>
            </a:pPr>
            <a:r>
              <a:rPr lang="en-US"/>
              <a:t>We </a:t>
            </a:r>
            <a:r>
              <a:rPr b="1" lang="en-US"/>
              <a:t>cannot store elements of primitive data type;</a:t>
            </a:r>
            <a:r>
              <a:rPr lang="en-US"/>
              <a:t> first it need to be converted to objects. A vector can store any objects.</a:t>
            </a:r>
            <a:endParaRPr/>
          </a:p>
          <a:p>
            <a:pPr indent="-342900" lvl="0" marL="412750" rtl="0" algn="l">
              <a:lnSpc>
                <a:spcPct val="90000"/>
              </a:lnSpc>
              <a:spcBef>
                <a:spcPts val="1600"/>
              </a:spcBef>
              <a:spcAft>
                <a:spcPts val="0"/>
              </a:spcAft>
              <a:buClr>
                <a:schemeClr val="dk1"/>
              </a:buClr>
              <a:buSzPts val="2800"/>
              <a:buChar char="•"/>
            </a:pPr>
            <a:r>
              <a:rPr lang="en-US"/>
              <a:t>Its defined in </a:t>
            </a:r>
            <a:r>
              <a:rPr b="1" i="1" lang="en-US"/>
              <a:t>java.util </a:t>
            </a:r>
            <a:r>
              <a:rPr lang="en-US"/>
              <a:t>package and class member of the Java Collections Framework.</a:t>
            </a:r>
            <a:endParaRPr/>
          </a:p>
          <a:p>
            <a:pPr indent="-165100" lvl="0" marL="412750" rtl="0" algn="l">
              <a:lnSpc>
                <a:spcPct val="90000"/>
              </a:lnSpc>
              <a:spcBef>
                <a:spcPts val="1600"/>
              </a:spcBef>
              <a:spcAft>
                <a:spcPts val="0"/>
              </a:spcAft>
              <a:buClr>
                <a:schemeClr val="dk1"/>
              </a:buClr>
              <a:buSzPts val="2800"/>
              <a:buNone/>
            </a:pPr>
            <a:r>
              <a:t/>
            </a:r>
            <a:endParaRPr/>
          </a:p>
          <a:p>
            <a:pPr indent="0" lvl="0" marL="69850" rtl="0" algn="l">
              <a:lnSpc>
                <a:spcPct val="90000"/>
              </a:lnSpc>
              <a:spcBef>
                <a:spcPts val="16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4"/>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sz="3600"/>
              <a:t>Vectors</a:t>
            </a:r>
            <a:endParaRPr sz="3600"/>
          </a:p>
        </p:txBody>
      </p:sp>
      <p:sp>
        <p:nvSpPr>
          <p:cNvPr id="207" name="Google Shape;207;p14"/>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Clr>
                <a:schemeClr val="dk1"/>
              </a:buClr>
              <a:buSzPts val="2300"/>
              <a:buFont typeface="Arial"/>
              <a:buChar char="•"/>
            </a:pPr>
            <a:r>
              <a:rPr lang="en-US" sz="2300"/>
              <a:t>Vector implements List Interface </a:t>
            </a:r>
            <a:endParaRPr/>
          </a:p>
          <a:p>
            <a:pPr indent="-182880" lvl="0" marL="182880" rtl="0" algn="l">
              <a:lnSpc>
                <a:spcPct val="90000"/>
              </a:lnSpc>
              <a:spcBef>
                <a:spcPts val="1600"/>
              </a:spcBef>
              <a:spcAft>
                <a:spcPts val="0"/>
              </a:spcAft>
              <a:buClr>
                <a:schemeClr val="dk1"/>
              </a:buClr>
              <a:buSzPts val="2300"/>
              <a:buFont typeface="Arial"/>
              <a:buChar char="•"/>
            </a:pPr>
            <a:r>
              <a:rPr lang="en-US" sz="2300"/>
              <a:t>A vector has an initial capacity, if this capacity is reached then size of vector automatically increases.</a:t>
            </a:r>
            <a:endParaRPr/>
          </a:p>
          <a:p>
            <a:pPr indent="-182880" lvl="0" marL="182880" rtl="0" algn="l">
              <a:lnSpc>
                <a:spcPct val="90000"/>
              </a:lnSpc>
              <a:spcBef>
                <a:spcPts val="1600"/>
              </a:spcBef>
              <a:spcAft>
                <a:spcPts val="0"/>
              </a:spcAft>
              <a:buClr>
                <a:schemeClr val="dk1"/>
              </a:buClr>
              <a:buSzPts val="2300"/>
              <a:buFont typeface="Arial"/>
              <a:buChar char="•"/>
            </a:pPr>
            <a:r>
              <a:rPr lang="en-US" sz="2300"/>
              <a:t>This default initial capacity of vectors are 10.</a:t>
            </a:r>
            <a:endParaRPr/>
          </a:p>
          <a:p>
            <a:pPr indent="-182880" lvl="0" marL="182880" rtl="0" algn="l">
              <a:lnSpc>
                <a:spcPct val="90000"/>
              </a:lnSpc>
              <a:spcBef>
                <a:spcPts val="1600"/>
              </a:spcBef>
              <a:spcAft>
                <a:spcPts val="0"/>
              </a:spcAft>
              <a:buClr>
                <a:schemeClr val="dk1"/>
              </a:buClr>
              <a:buSzPts val="2300"/>
              <a:buFont typeface="Arial"/>
              <a:buChar char="•"/>
            </a:pPr>
            <a:r>
              <a:rPr lang="en-US" sz="2300"/>
              <a:t>Each vector tries to optimize storage management by maintaining a </a:t>
            </a:r>
            <a:r>
              <a:rPr i="1" lang="en-US" sz="2300"/>
              <a:t>capacity</a:t>
            </a:r>
            <a:r>
              <a:rPr lang="en-US" sz="2300"/>
              <a:t> and a </a:t>
            </a:r>
            <a:r>
              <a:rPr i="1" lang="en-US" sz="2300"/>
              <a:t>capacityIncrement </a:t>
            </a:r>
            <a:r>
              <a:rPr lang="en-US" sz="2300"/>
              <a:t>arguments.</a:t>
            </a:r>
            <a:endParaRPr/>
          </a:p>
          <a:p>
            <a:pPr indent="-182880" lvl="0" marL="182880" rtl="0" algn="l">
              <a:lnSpc>
                <a:spcPct val="90000"/>
              </a:lnSpc>
              <a:spcBef>
                <a:spcPts val="1600"/>
              </a:spcBef>
              <a:spcAft>
                <a:spcPts val="0"/>
              </a:spcAft>
              <a:buClr>
                <a:schemeClr val="dk1"/>
              </a:buClr>
              <a:buSzPts val="2300"/>
              <a:buFont typeface="Arial"/>
              <a:buChar char="•"/>
            </a:pPr>
            <a:r>
              <a:rPr lang="en-US" sz="2300"/>
              <a:t>To traverse elements of a vector class we use </a:t>
            </a:r>
            <a:r>
              <a:rPr b="1" lang="en-US" sz="2300"/>
              <a:t>Enumeration</a:t>
            </a:r>
            <a:r>
              <a:rPr lang="en-US" sz="2300"/>
              <a:t> interface.</a:t>
            </a:r>
            <a:endParaRPr/>
          </a:p>
          <a:p>
            <a:pPr indent="-43179" lvl="0" marL="182880" rtl="0" algn="l">
              <a:lnSpc>
                <a:spcPct val="90000"/>
              </a:lnSpc>
              <a:spcBef>
                <a:spcPts val="1600"/>
              </a:spcBef>
              <a:spcAft>
                <a:spcPts val="0"/>
              </a:spcAft>
              <a:buClr>
                <a:schemeClr val="dk1"/>
              </a:buClr>
              <a:buSzPts val="2200"/>
              <a:buFont typeface="Arial"/>
              <a:buNone/>
            </a:pPr>
            <a:r>
              <a:t/>
            </a:r>
            <a:endParaRPr sz="2200"/>
          </a:p>
          <a:p>
            <a:pPr indent="-146050" lvl="0" marL="285750" rtl="0" algn="l">
              <a:lnSpc>
                <a:spcPct val="90000"/>
              </a:lnSpc>
              <a:spcBef>
                <a:spcPts val="1000"/>
              </a:spcBef>
              <a:spcAft>
                <a:spcPts val="0"/>
              </a:spcAft>
              <a:buClr>
                <a:schemeClr val="dk1"/>
              </a:buClr>
              <a:buSzPts val="2200"/>
              <a:buFont typeface="Arial"/>
              <a:buNone/>
            </a:pPr>
            <a:r>
              <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5"/>
          <p:cNvSpPr txBox="1"/>
          <p:nvPr>
            <p:ph idx="12" type="sldNum"/>
          </p:nvPr>
        </p:nvSpPr>
        <p:spPr>
          <a:xfrm>
            <a:off x="9144000" y="19051"/>
            <a:ext cx="1066800" cy="3286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213" name="Google Shape;213;p15"/>
          <p:cNvSpPr txBox="1"/>
          <p:nvPr>
            <p:ph type="title"/>
          </p:nvPr>
        </p:nvSpPr>
        <p:spPr>
          <a:xfrm>
            <a:off x="2057400" y="903289"/>
            <a:ext cx="7024688" cy="447675"/>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930B0B"/>
              </a:buClr>
              <a:buSzPct val="100000"/>
              <a:buFont typeface="Times New Roman"/>
              <a:buNone/>
            </a:pPr>
            <a:r>
              <a:rPr lang="en-US"/>
              <a:t>Vector Constructor and Description</a:t>
            </a:r>
            <a:br>
              <a:rPr lang="en-US"/>
            </a:br>
            <a:endParaRPr/>
          </a:p>
        </p:txBody>
      </p:sp>
      <p:pic>
        <p:nvPicPr>
          <p:cNvPr id="214" name="Google Shape;214;p15"/>
          <p:cNvPicPr preferRelativeResize="0"/>
          <p:nvPr/>
        </p:nvPicPr>
        <p:blipFill rotWithShape="1">
          <a:blip r:embed="rId3">
            <a:alphaModFix/>
          </a:blip>
          <a:srcRect b="0" l="0" r="0" t="0"/>
          <a:stretch/>
        </p:blipFill>
        <p:spPr>
          <a:xfrm>
            <a:off x="2286000" y="1371601"/>
            <a:ext cx="7467600" cy="5105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6"/>
          <p:cNvSpPr txBox="1"/>
          <p:nvPr>
            <p:ph type="title"/>
          </p:nvPr>
        </p:nvSpPr>
        <p:spPr>
          <a:xfrm>
            <a:off x="1981200" y="274639"/>
            <a:ext cx="7467600" cy="721311"/>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2800"/>
              <a:buFont typeface="Times New Roman"/>
              <a:buNone/>
            </a:pPr>
            <a:r>
              <a:rPr b="1" lang="en-US" sz="2800"/>
              <a:t>Default Vector Example</a:t>
            </a:r>
            <a:endParaRPr/>
          </a:p>
        </p:txBody>
      </p:sp>
      <p:pic>
        <p:nvPicPr>
          <p:cNvPr id="220" name="Google Shape;220;p16"/>
          <p:cNvPicPr preferRelativeResize="0"/>
          <p:nvPr>
            <p:ph idx="1" type="body"/>
          </p:nvPr>
        </p:nvPicPr>
        <p:blipFill rotWithShape="1">
          <a:blip r:embed="rId3">
            <a:alphaModFix/>
          </a:blip>
          <a:srcRect b="0" l="0" r="0" t="0"/>
          <a:stretch/>
        </p:blipFill>
        <p:spPr>
          <a:xfrm>
            <a:off x="1981200" y="1254641"/>
            <a:ext cx="7467600" cy="4821366"/>
          </a:xfrm>
          <a:prstGeom prst="rect">
            <a:avLst/>
          </a:prstGeom>
          <a:noFill/>
          <a:ln>
            <a:noFill/>
          </a:ln>
        </p:spPr>
      </p:pic>
      <p:pic>
        <p:nvPicPr>
          <p:cNvPr id="221" name="Google Shape;221;p16"/>
          <p:cNvPicPr preferRelativeResize="0"/>
          <p:nvPr/>
        </p:nvPicPr>
        <p:blipFill rotWithShape="1">
          <a:blip r:embed="rId4">
            <a:alphaModFix/>
          </a:blip>
          <a:srcRect b="0" l="0" r="0" t="0"/>
          <a:stretch/>
        </p:blipFill>
        <p:spPr>
          <a:xfrm>
            <a:off x="6877236" y="5691600"/>
            <a:ext cx="3386831" cy="934569"/>
          </a:xfrm>
          <a:prstGeom prst="rect">
            <a:avLst/>
          </a:prstGeom>
          <a:noFill/>
          <a:ln>
            <a:noFill/>
          </a:ln>
        </p:spPr>
      </p:pic>
      <p:sp>
        <p:nvSpPr>
          <p:cNvPr id="222" name="Google Shape;222;p16"/>
          <p:cNvSpPr/>
          <p:nvPr/>
        </p:nvSpPr>
        <p:spPr>
          <a:xfrm>
            <a:off x="3408286" y="2638888"/>
            <a:ext cx="3773009" cy="266331"/>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7"/>
          <p:cNvSpPr txBox="1"/>
          <p:nvPr>
            <p:ph type="title"/>
          </p:nvPr>
        </p:nvSpPr>
        <p:spPr>
          <a:xfrm>
            <a:off x="1981200" y="-2789"/>
            <a:ext cx="7467600" cy="88776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3200"/>
              <a:buFont typeface="Times New Roman"/>
              <a:buNone/>
            </a:pPr>
            <a:r>
              <a:rPr b="1" lang="en-US" sz="3200"/>
              <a:t>Vector with Initial Size</a:t>
            </a:r>
            <a:endParaRPr/>
          </a:p>
        </p:txBody>
      </p:sp>
      <p:pic>
        <p:nvPicPr>
          <p:cNvPr id="228" name="Google Shape;228;p17"/>
          <p:cNvPicPr preferRelativeResize="0"/>
          <p:nvPr>
            <p:ph idx="1" type="body"/>
          </p:nvPr>
        </p:nvPicPr>
        <p:blipFill rotWithShape="1">
          <a:blip r:embed="rId3">
            <a:alphaModFix/>
          </a:blip>
          <a:srcRect b="0" l="0" r="0" t="0"/>
          <a:stretch/>
        </p:blipFill>
        <p:spPr>
          <a:xfrm>
            <a:off x="2058771" y="1023152"/>
            <a:ext cx="7023937" cy="5173373"/>
          </a:xfrm>
          <a:prstGeom prst="rect">
            <a:avLst/>
          </a:prstGeom>
          <a:noFill/>
          <a:ln>
            <a:noFill/>
          </a:ln>
        </p:spPr>
      </p:pic>
      <p:pic>
        <p:nvPicPr>
          <p:cNvPr id="229" name="Google Shape;229;p17"/>
          <p:cNvPicPr preferRelativeResize="0"/>
          <p:nvPr/>
        </p:nvPicPr>
        <p:blipFill rotWithShape="1">
          <a:blip r:embed="rId4">
            <a:alphaModFix/>
          </a:blip>
          <a:srcRect b="0" l="0" r="0" t="0"/>
          <a:stretch/>
        </p:blipFill>
        <p:spPr>
          <a:xfrm>
            <a:off x="5956179" y="5862238"/>
            <a:ext cx="4418859" cy="926206"/>
          </a:xfrm>
          <a:prstGeom prst="rect">
            <a:avLst/>
          </a:prstGeom>
          <a:noFill/>
          <a:ln>
            <a:noFill/>
          </a:ln>
        </p:spPr>
      </p:pic>
      <p:sp>
        <p:nvSpPr>
          <p:cNvPr id="230" name="Google Shape;230;p17"/>
          <p:cNvSpPr/>
          <p:nvPr/>
        </p:nvSpPr>
        <p:spPr>
          <a:xfrm>
            <a:off x="3119762" y="1717830"/>
            <a:ext cx="3773009" cy="266331"/>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8"/>
          <p:cNvSpPr txBox="1"/>
          <p:nvPr>
            <p:ph type="title"/>
          </p:nvPr>
        </p:nvSpPr>
        <p:spPr>
          <a:xfrm>
            <a:off x="1981200" y="274638"/>
            <a:ext cx="8244396" cy="64363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3200"/>
              <a:buFont typeface="Times New Roman"/>
              <a:buNone/>
            </a:pPr>
            <a:r>
              <a:rPr b="1" lang="en-US" sz="3200"/>
              <a:t>Vector with Initial Size and Increment</a:t>
            </a:r>
            <a:endParaRPr/>
          </a:p>
        </p:txBody>
      </p:sp>
      <p:pic>
        <p:nvPicPr>
          <p:cNvPr id="236" name="Google Shape;236;p18"/>
          <p:cNvPicPr preferRelativeResize="0"/>
          <p:nvPr>
            <p:ph idx="1" type="body"/>
          </p:nvPr>
        </p:nvPicPr>
        <p:blipFill rotWithShape="1">
          <a:blip r:embed="rId3">
            <a:alphaModFix/>
          </a:blip>
          <a:srcRect b="0" l="0" r="0" t="0"/>
          <a:stretch/>
        </p:blipFill>
        <p:spPr>
          <a:xfrm>
            <a:off x="1981200" y="1171180"/>
            <a:ext cx="7467600" cy="4844027"/>
          </a:xfrm>
          <a:prstGeom prst="rect">
            <a:avLst/>
          </a:prstGeom>
          <a:noFill/>
          <a:ln>
            <a:noFill/>
          </a:ln>
        </p:spPr>
      </p:pic>
      <p:pic>
        <p:nvPicPr>
          <p:cNvPr id="237" name="Google Shape;237;p18"/>
          <p:cNvPicPr preferRelativeResize="0"/>
          <p:nvPr/>
        </p:nvPicPr>
        <p:blipFill rotWithShape="1">
          <a:blip r:embed="rId4">
            <a:alphaModFix/>
          </a:blip>
          <a:srcRect b="0" l="0" r="0" t="0"/>
          <a:stretch/>
        </p:blipFill>
        <p:spPr>
          <a:xfrm>
            <a:off x="6289090" y="5748050"/>
            <a:ext cx="4330083" cy="1110193"/>
          </a:xfrm>
          <a:prstGeom prst="rect">
            <a:avLst/>
          </a:prstGeom>
          <a:noFill/>
          <a:ln>
            <a:noFill/>
          </a:ln>
        </p:spPr>
      </p:pic>
      <p:sp>
        <p:nvSpPr>
          <p:cNvPr id="238" name="Google Shape;238;p18"/>
          <p:cNvSpPr/>
          <p:nvPr/>
        </p:nvSpPr>
        <p:spPr>
          <a:xfrm>
            <a:off x="3363897" y="1862091"/>
            <a:ext cx="3972756" cy="277428"/>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9"/>
          <p:cNvSpPr txBox="1"/>
          <p:nvPr>
            <p:ph type="title"/>
          </p:nvPr>
        </p:nvSpPr>
        <p:spPr>
          <a:xfrm>
            <a:off x="1981200" y="274638"/>
            <a:ext cx="7467600" cy="7921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Vector Methods</a:t>
            </a:r>
            <a:endParaRPr/>
          </a:p>
        </p:txBody>
      </p:sp>
      <p:pic>
        <p:nvPicPr>
          <p:cNvPr id="244" name="Google Shape;244;p19"/>
          <p:cNvPicPr preferRelativeResize="0"/>
          <p:nvPr/>
        </p:nvPicPr>
        <p:blipFill rotWithShape="1">
          <a:blip r:embed="rId3">
            <a:alphaModFix/>
          </a:blip>
          <a:srcRect b="0" l="0" r="0" t="0"/>
          <a:stretch/>
        </p:blipFill>
        <p:spPr>
          <a:xfrm>
            <a:off x="2209800" y="1447801"/>
            <a:ext cx="7162800" cy="48863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0"/>
          <p:cNvSpPr txBox="1"/>
          <p:nvPr>
            <p:ph type="title"/>
          </p:nvPr>
        </p:nvSpPr>
        <p:spPr>
          <a:xfrm>
            <a:off x="1981200" y="274638"/>
            <a:ext cx="7467600" cy="7159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Vector Methods</a:t>
            </a:r>
            <a:endParaRPr/>
          </a:p>
        </p:txBody>
      </p:sp>
      <p:pic>
        <p:nvPicPr>
          <p:cNvPr id="250" name="Google Shape;250;p20"/>
          <p:cNvPicPr preferRelativeResize="0"/>
          <p:nvPr/>
        </p:nvPicPr>
        <p:blipFill rotWithShape="1">
          <a:blip r:embed="rId3">
            <a:alphaModFix/>
          </a:blip>
          <a:srcRect b="0" l="0" r="0" t="0"/>
          <a:stretch/>
        </p:blipFill>
        <p:spPr>
          <a:xfrm>
            <a:off x="2362200" y="1295401"/>
            <a:ext cx="7391400" cy="4876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1"/>
          <p:cNvSpPr txBox="1"/>
          <p:nvPr>
            <p:ph type="title"/>
          </p:nvPr>
        </p:nvSpPr>
        <p:spPr>
          <a:xfrm>
            <a:off x="1981200" y="274638"/>
            <a:ext cx="7467600" cy="7159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Vector Methods</a:t>
            </a:r>
            <a:endParaRPr/>
          </a:p>
        </p:txBody>
      </p:sp>
      <p:pic>
        <p:nvPicPr>
          <p:cNvPr id="256" name="Google Shape;256;p21"/>
          <p:cNvPicPr preferRelativeResize="0"/>
          <p:nvPr/>
        </p:nvPicPr>
        <p:blipFill rotWithShape="1">
          <a:blip r:embed="rId3">
            <a:alphaModFix/>
          </a:blip>
          <a:srcRect b="0" l="0" r="0" t="0"/>
          <a:stretch/>
        </p:blipFill>
        <p:spPr>
          <a:xfrm>
            <a:off x="1914099" y="1676400"/>
            <a:ext cx="7543800" cy="2686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2"/>
          <p:cNvSpPr txBox="1"/>
          <p:nvPr>
            <p:ph type="title"/>
          </p:nvPr>
        </p:nvSpPr>
        <p:spPr>
          <a:xfrm>
            <a:off x="1089765" y="214818"/>
            <a:ext cx="9870511" cy="874951"/>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lang="en-US"/>
              <a:t>Vector add() Method</a:t>
            </a:r>
            <a:endParaRPr/>
          </a:p>
        </p:txBody>
      </p:sp>
      <p:pic>
        <p:nvPicPr>
          <p:cNvPr id="262" name="Google Shape;262;p22"/>
          <p:cNvPicPr preferRelativeResize="0"/>
          <p:nvPr>
            <p:ph idx="1" type="body"/>
          </p:nvPr>
        </p:nvPicPr>
        <p:blipFill rotWithShape="1">
          <a:blip r:embed="rId3">
            <a:alphaModFix/>
          </a:blip>
          <a:srcRect b="0" l="0" r="0" t="0"/>
          <a:stretch/>
        </p:blipFill>
        <p:spPr>
          <a:xfrm>
            <a:off x="1982865" y="1468148"/>
            <a:ext cx="5067300" cy="1076325"/>
          </a:xfrm>
          <a:prstGeom prst="rect">
            <a:avLst/>
          </a:prstGeom>
          <a:noFill/>
          <a:ln>
            <a:noFill/>
          </a:ln>
        </p:spPr>
      </p:pic>
      <p:pic>
        <p:nvPicPr>
          <p:cNvPr id="263" name="Google Shape;263;p22"/>
          <p:cNvPicPr preferRelativeResize="0"/>
          <p:nvPr/>
        </p:nvPicPr>
        <p:blipFill rotWithShape="1">
          <a:blip r:embed="rId4">
            <a:alphaModFix/>
          </a:blip>
          <a:srcRect b="0" l="0" r="0" t="0"/>
          <a:stretch/>
        </p:blipFill>
        <p:spPr>
          <a:xfrm>
            <a:off x="1983419" y="2666294"/>
            <a:ext cx="6604986" cy="3689342"/>
          </a:xfrm>
          <a:prstGeom prst="rect">
            <a:avLst/>
          </a:prstGeom>
          <a:noFill/>
          <a:ln>
            <a:noFill/>
          </a:ln>
        </p:spPr>
      </p:pic>
      <p:pic>
        <p:nvPicPr>
          <p:cNvPr id="264" name="Google Shape;264;p22"/>
          <p:cNvPicPr preferRelativeResize="0"/>
          <p:nvPr/>
        </p:nvPicPr>
        <p:blipFill rotWithShape="1">
          <a:blip r:embed="rId5">
            <a:alphaModFix/>
          </a:blip>
          <a:srcRect b="0" l="0" r="0" t="0"/>
          <a:stretch/>
        </p:blipFill>
        <p:spPr>
          <a:xfrm>
            <a:off x="6277992" y="6159221"/>
            <a:ext cx="4385568" cy="5430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3"/>
          <p:cNvSpPr txBox="1"/>
          <p:nvPr>
            <p:ph type="title"/>
          </p:nvPr>
        </p:nvSpPr>
        <p:spPr>
          <a:xfrm>
            <a:off x="1828800" y="-304800"/>
            <a:ext cx="7467600" cy="1143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t/>
            </a:r>
            <a:endParaRPr/>
          </a:p>
          <a:p>
            <a:pPr indent="0" lvl="0" marL="0" rtl="0" algn="ctr">
              <a:lnSpc>
                <a:spcPct val="90000"/>
              </a:lnSpc>
              <a:spcBef>
                <a:spcPts val="0"/>
              </a:spcBef>
              <a:spcAft>
                <a:spcPts val="0"/>
              </a:spcAft>
              <a:buClr>
                <a:srgbClr val="930B0B"/>
              </a:buClr>
              <a:buSzPts val="3600"/>
              <a:buFont typeface="Times New Roman"/>
              <a:buNone/>
            </a:pPr>
            <a:r>
              <a:rPr lang="en-US"/>
              <a:t>Example: </a:t>
            </a:r>
            <a:r>
              <a:rPr lang="en-US" sz="3200"/>
              <a:t>boolean add(E e)</a:t>
            </a:r>
            <a:endParaRPr/>
          </a:p>
        </p:txBody>
      </p:sp>
      <p:sp>
        <p:nvSpPr>
          <p:cNvPr id="270" name="Google Shape;270;p23"/>
          <p:cNvSpPr txBox="1"/>
          <p:nvPr>
            <p:ph idx="1" type="body"/>
          </p:nvPr>
        </p:nvSpPr>
        <p:spPr>
          <a:xfrm>
            <a:off x="1828800" y="1143000"/>
            <a:ext cx="4267200" cy="4873752"/>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rmAutofit fontScale="47500" lnSpcReduction="20000"/>
          </a:bodyPr>
          <a:lstStyle/>
          <a:p>
            <a:pPr indent="0" lvl="0" marL="0" rtl="0" algn="l">
              <a:lnSpc>
                <a:spcPct val="90000"/>
              </a:lnSpc>
              <a:spcBef>
                <a:spcPts val="0"/>
              </a:spcBef>
              <a:spcAft>
                <a:spcPts val="0"/>
              </a:spcAft>
              <a:buClr>
                <a:schemeClr val="dk1"/>
              </a:buClr>
              <a:buSzPct val="100000"/>
              <a:buNone/>
            </a:pPr>
            <a:r>
              <a:rPr b="1" lang="en-US">
                <a:solidFill>
                  <a:schemeClr val="dk1"/>
                </a:solidFill>
                <a:latin typeface="Calibri"/>
                <a:ea typeface="Calibri"/>
                <a:cs typeface="Calibri"/>
                <a:sym typeface="Calibri"/>
              </a:rPr>
              <a:t>import</a:t>
            </a:r>
            <a:r>
              <a:rPr lang="en-US">
                <a:solidFill>
                  <a:schemeClr val="dk1"/>
                </a:solidFill>
                <a:latin typeface="Calibri"/>
                <a:ea typeface="Calibri"/>
                <a:cs typeface="Calibri"/>
                <a:sym typeface="Calibri"/>
              </a:rPr>
              <a:t> java.util.Vector;  </a:t>
            </a:r>
            <a:endParaRPr/>
          </a:p>
          <a:p>
            <a:pPr indent="0" lvl="0" marL="0" rtl="0" algn="l">
              <a:lnSpc>
                <a:spcPct val="90000"/>
              </a:lnSpc>
              <a:spcBef>
                <a:spcPts val="1000"/>
              </a:spcBef>
              <a:spcAft>
                <a:spcPts val="0"/>
              </a:spcAft>
              <a:buClr>
                <a:schemeClr val="dk1"/>
              </a:buClr>
              <a:buSzPct val="100000"/>
              <a:buNone/>
            </a:pPr>
            <a:r>
              <a:rPr b="1" lang="en-US">
                <a:solidFill>
                  <a:schemeClr val="dk1"/>
                </a:solidFill>
                <a:latin typeface="Calibri"/>
                <a:ea typeface="Calibri"/>
                <a:cs typeface="Calibri"/>
                <a:sym typeface="Calibri"/>
              </a:rPr>
              <a:t>public</a:t>
            </a: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class</a:t>
            </a:r>
            <a:r>
              <a:rPr lang="en-US">
                <a:solidFill>
                  <a:schemeClr val="dk1"/>
                </a:solidFill>
                <a:latin typeface="Calibri"/>
                <a:ea typeface="Calibri"/>
                <a:cs typeface="Calibri"/>
                <a:sym typeface="Calibri"/>
              </a:rPr>
              <a:t> VectorAddExample1 {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public</a:t>
            </a: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static</a:t>
            </a: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void</a:t>
            </a:r>
            <a:r>
              <a:rPr lang="en-US">
                <a:solidFill>
                  <a:schemeClr val="dk1"/>
                </a:solidFill>
                <a:latin typeface="Calibri"/>
                <a:ea typeface="Calibri"/>
                <a:cs typeface="Calibri"/>
                <a:sym typeface="Calibri"/>
              </a:rPr>
              <a:t> main(String arg[]) {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a:t>
            </a:r>
            <a:r>
              <a:rPr lang="en-US">
                <a:solidFill>
                  <a:srgbClr val="00B050"/>
                </a:solidFill>
                <a:latin typeface="Calibri"/>
                <a:ea typeface="Calibri"/>
                <a:cs typeface="Calibri"/>
                <a:sym typeface="Calibri"/>
              </a:rPr>
              <a:t>//Create an empty Vector with an initial capacity 5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Vector&lt;String&gt; vc = </a:t>
            </a:r>
            <a:r>
              <a:rPr b="1" lang="en-US">
                <a:solidFill>
                  <a:schemeClr val="dk1"/>
                </a:solidFill>
                <a:latin typeface="Calibri"/>
                <a:ea typeface="Calibri"/>
                <a:cs typeface="Calibri"/>
                <a:sym typeface="Calibri"/>
              </a:rPr>
              <a:t>new</a:t>
            </a:r>
            <a:r>
              <a:rPr lang="en-US">
                <a:solidFill>
                  <a:schemeClr val="dk1"/>
                </a:solidFill>
                <a:latin typeface="Calibri"/>
                <a:ea typeface="Calibri"/>
                <a:cs typeface="Calibri"/>
                <a:sym typeface="Calibri"/>
              </a:rPr>
              <a:t> Vector&lt;String&gt;(4);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vc.add("A");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vc.add("B");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vc.add("C");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vc.add("D");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vc.add("E");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System.out.println("Elements of Vector are");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a:t>
            </a:r>
            <a:r>
              <a:rPr b="1" lang="en-US">
                <a:solidFill>
                  <a:schemeClr val="dk1"/>
                </a:solidFill>
                <a:latin typeface="Calibri"/>
                <a:ea typeface="Calibri"/>
                <a:cs typeface="Calibri"/>
                <a:sym typeface="Calibri"/>
              </a:rPr>
              <a:t>for</a:t>
            </a:r>
            <a:r>
              <a:rPr lang="en-US">
                <a:solidFill>
                  <a:schemeClr val="dk1"/>
                </a:solidFill>
                <a:latin typeface="Calibri"/>
                <a:ea typeface="Calibri"/>
                <a:cs typeface="Calibri"/>
                <a:sym typeface="Calibri"/>
              </a:rPr>
              <a:t> (String str : vc) {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System.out.println("Alphabet= " +str);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      }  </a:t>
            </a:r>
            <a:endParaRPr/>
          </a:p>
          <a:p>
            <a:pPr indent="0" lvl="0" marL="0" rtl="0" algn="l">
              <a:lnSpc>
                <a:spcPct val="90000"/>
              </a:lnSpc>
              <a:spcBef>
                <a:spcPts val="1000"/>
              </a:spcBef>
              <a:spcAft>
                <a:spcPts val="0"/>
              </a:spcAft>
              <a:buClr>
                <a:schemeClr val="dk1"/>
              </a:buClr>
              <a:buSzPct val="100000"/>
              <a:buNone/>
            </a:pPr>
            <a:r>
              <a:rPr lang="en-US">
                <a:solidFill>
                  <a:schemeClr val="dk1"/>
                </a:solidFill>
                <a:latin typeface="Calibri"/>
                <a:ea typeface="Calibri"/>
                <a:cs typeface="Calibri"/>
                <a:sym typeface="Calibri"/>
              </a:rPr>
              <a:t>}</a:t>
            </a:r>
            <a:endParaRPr/>
          </a:p>
          <a:p>
            <a:pPr indent="-201295" lvl="0" marL="285750" rtl="0" algn="l">
              <a:lnSpc>
                <a:spcPct val="90000"/>
              </a:lnSpc>
              <a:spcBef>
                <a:spcPts val="1000"/>
              </a:spcBef>
              <a:spcAft>
                <a:spcPts val="0"/>
              </a:spcAft>
              <a:buClr>
                <a:schemeClr val="dk1"/>
              </a:buClr>
              <a:buSzPct val="100000"/>
              <a:buFont typeface="Arial"/>
              <a:buNone/>
            </a:pPr>
            <a:r>
              <a:t/>
            </a:r>
            <a:endParaRPr/>
          </a:p>
        </p:txBody>
      </p:sp>
      <p:sp>
        <p:nvSpPr>
          <p:cNvPr id="271" name="Google Shape;271;p23"/>
          <p:cNvSpPr txBox="1"/>
          <p:nvPr/>
        </p:nvSpPr>
        <p:spPr>
          <a:xfrm>
            <a:off x="6172200" y="1143001"/>
            <a:ext cx="4343400" cy="5078313"/>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import</a:t>
            </a:r>
            <a:r>
              <a:rPr lang="en-US" sz="1800">
                <a:solidFill>
                  <a:schemeClr val="dk1"/>
                </a:solidFill>
                <a:latin typeface="Calibri"/>
                <a:ea typeface="Calibri"/>
                <a:cs typeface="Calibri"/>
                <a:sym typeface="Calibri"/>
              </a:rPr>
              <a:t> java.util.*;  </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public</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class</a:t>
            </a:r>
            <a:r>
              <a:rPr lang="en-US" sz="1800">
                <a:solidFill>
                  <a:schemeClr val="dk1"/>
                </a:solidFill>
                <a:latin typeface="Calibri"/>
                <a:ea typeface="Calibri"/>
                <a:cs typeface="Calibri"/>
                <a:sym typeface="Calibri"/>
              </a:rPr>
              <a:t> TestJavaCollection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public</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static</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void</a:t>
            </a:r>
            <a:r>
              <a:rPr lang="en-US" sz="1800">
                <a:solidFill>
                  <a:schemeClr val="dk1"/>
                </a:solidFill>
                <a:latin typeface="Calibri"/>
                <a:ea typeface="Calibri"/>
                <a:cs typeface="Calibri"/>
                <a:sym typeface="Calibri"/>
              </a:rPr>
              <a:t> main(String args[]){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Vector&lt;String&gt; v=</a:t>
            </a:r>
            <a:r>
              <a:rPr b="1" lang="en-US" sz="1800">
                <a:solidFill>
                  <a:schemeClr val="dk1"/>
                </a:solidFill>
                <a:latin typeface="Calibri"/>
                <a:ea typeface="Calibri"/>
                <a:cs typeface="Calibri"/>
                <a:sym typeface="Calibri"/>
              </a:rPr>
              <a:t>new</a:t>
            </a:r>
            <a:r>
              <a:rPr lang="en-US" sz="1800">
                <a:solidFill>
                  <a:schemeClr val="dk1"/>
                </a:solidFill>
                <a:latin typeface="Calibri"/>
                <a:ea typeface="Calibri"/>
                <a:cs typeface="Calibri"/>
                <a:sym typeface="Calibri"/>
              </a:rPr>
              <a:t> Vector&lt;String&gt;();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v.add("Ayush");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v.add("Amit");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v.add("Ashish");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v.add("Garima");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Iterator&lt;String&gt; itr=v.iterator();  </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while</a:t>
            </a:r>
            <a:r>
              <a:rPr lang="en-US" sz="1800">
                <a:solidFill>
                  <a:schemeClr val="dk1"/>
                </a:solidFill>
                <a:latin typeface="Calibri"/>
                <a:ea typeface="Calibri"/>
                <a:cs typeface="Calibri"/>
                <a:sym typeface="Calibri"/>
              </a:rPr>
              <a:t>(itr.hasNext()){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System.out.println(itr.next());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4"/>
          <p:cNvSpPr txBox="1"/>
          <p:nvPr>
            <p:ph type="title"/>
          </p:nvPr>
        </p:nvSpPr>
        <p:spPr>
          <a:xfrm>
            <a:off x="1981200" y="351692"/>
            <a:ext cx="8229600" cy="59287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2000"/>
              <a:buFont typeface="Times New Roman"/>
              <a:buNone/>
            </a:pPr>
            <a:r>
              <a:rPr lang="en-US" sz="2000"/>
              <a:t>Example: </a:t>
            </a:r>
            <a:r>
              <a:rPr lang="en-US" sz="2400"/>
              <a:t>boolean addAll(int index, Collection&lt;? extends E&gt; c)</a:t>
            </a:r>
            <a:endParaRPr sz="2000"/>
          </a:p>
        </p:txBody>
      </p:sp>
      <p:pic>
        <p:nvPicPr>
          <p:cNvPr id="277" name="Google Shape;277;p24"/>
          <p:cNvPicPr preferRelativeResize="0"/>
          <p:nvPr>
            <p:ph idx="1" type="body"/>
          </p:nvPr>
        </p:nvPicPr>
        <p:blipFill rotWithShape="1">
          <a:blip r:embed="rId3">
            <a:alphaModFix/>
          </a:blip>
          <a:srcRect b="0" l="0" r="0" t="0"/>
          <a:stretch/>
        </p:blipFill>
        <p:spPr>
          <a:xfrm>
            <a:off x="2114365" y="1025264"/>
            <a:ext cx="7467600" cy="5379995"/>
          </a:xfrm>
          <a:prstGeom prst="rect">
            <a:avLst/>
          </a:prstGeom>
          <a:noFill/>
          <a:ln>
            <a:noFill/>
          </a:ln>
        </p:spPr>
      </p:pic>
      <p:sp>
        <p:nvSpPr>
          <p:cNvPr id="278" name="Google Shape;278;p24"/>
          <p:cNvSpPr/>
          <p:nvPr/>
        </p:nvSpPr>
        <p:spPr>
          <a:xfrm>
            <a:off x="3307025" y="5300800"/>
            <a:ext cx="2441359" cy="221942"/>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79" name="Google Shape;279;p24"/>
          <p:cNvPicPr preferRelativeResize="0"/>
          <p:nvPr/>
        </p:nvPicPr>
        <p:blipFill rotWithShape="1">
          <a:blip r:embed="rId4">
            <a:alphaModFix/>
          </a:blip>
          <a:srcRect b="0" l="0" r="0" t="0"/>
          <a:stretch/>
        </p:blipFill>
        <p:spPr>
          <a:xfrm>
            <a:off x="7121371" y="6320827"/>
            <a:ext cx="3175986" cy="4972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5"/>
          <p:cNvSpPr txBox="1"/>
          <p:nvPr>
            <p:ph type="title"/>
          </p:nvPr>
        </p:nvSpPr>
        <p:spPr>
          <a:xfrm>
            <a:off x="1981200" y="274638"/>
            <a:ext cx="7467600" cy="7921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2800"/>
              <a:buFont typeface="Times New Roman"/>
              <a:buNone/>
            </a:pPr>
            <a:r>
              <a:rPr b="1" lang="en-US" sz="2800"/>
              <a:t>Example: int capacity()</a:t>
            </a:r>
            <a:endParaRPr/>
          </a:p>
        </p:txBody>
      </p:sp>
      <p:pic>
        <p:nvPicPr>
          <p:cNvPr id="285" name="Google Shape;285;p25"/>
          <p:cNvPicPr preferRelativeResize="0"/>
          <p:nvPr>
            <p:ph idx="1" type="body"/>
          </p:nvPr>
        </p:nvPicPr>
        <p:blipFill rotWithShape="1">
          <a:blip r:embed="rId3">
            <a:alphaModFix/>
          </a:blip>
          <a:srcRect b="0" l="0" r="0" t="0"/>
          <a:stretch/>
        </p:blipFill>
        <p:spPr>
          <a:xfrm>
            <a:off x="1706733" y="1539963"/>
            <a:ext cx="8839200" cy="3780944"/>
          </a:xfrm>
          <a:prstGeom prst="rect">
            <a:avLst/>
          </a:prstGeom>
          <a:noFill/>
          <a:ln>
            <a:noFill/>
          </a:ln>
        </p:spPr>
      </p:pic>
      <p:pic>
        <p:nvPicPr>
          <p:cNvPr id="286" name="Google Shape;286;p25"/>
          <p:cNvPicPr preferRelativeResize="0"/>
          <p:nvPr/>
        </p:nvPicPr>
        <p:blipFill rotWithShape="1">
          <a:blip r:embed="rId4">
            <a:alphaModFix/>
          </a:blip>
          <a:srcRect b="0" l="0" r="0" t="0"/>
          <a:stretch/>
        </p:blipFill>
        <p:spPr>
          <a:xfrm>
            <a:off x="6899429" y="5732600"/>
            <a:ext cx="3642064" cy="663916"/>
          </a:xfrm>
          <a:prstGeom prst="rect">
            <a:avLst/>
          </a:prstGeom>
          <a:noFill/>
          <a:ln>
            <a:noFill/>
          </a:ln>
        </p:spPr>
      </p:pic>
      <p:sp>
        <p:nvSpPr>
          <p:cNvPr id="287" name="Google Shape;287;p25"/>
          <p:cNvSpPr/>
          <p:nvPr/>
        </p:nvSpPr>
        <p:spPr>
          <a:xfrm>
            <a:off x="7336655" y="4281256"/>
            <a:ext cx="2785369" cy="321816"/>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6"/>
          <p:cNvSpPr txBox="1"/>
          <p:nvPr>
            <p:ph type="title"/>
          </p:nvPr>
        </p:nvSpPr>
        <p:spPr>
          <a:xfrm>
            <a:off x="1981200" y="274638"/>
            <a:ext cx="7467600" cy="7159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800"/>
              <a:buFont typeface="Times New Roman"/>
              <a:buNone/>
            </a:pPr>
            <a:r>
              <a:rPr lang="en-US" sz="2800"/>
              <a:t>Example: </a:t>
            </a:r>
            <a:r>
              <a:rPr lang="en-US" sz="2800">
                <a:latin typeface="Times New Roman"/>
                <a:ea typeface="Times New Roman"/>
                <a:cs typeface="Times New Roman"/>
                <a:sym typeface="Times New Roman"/>
              </a:rPr>
              <a:t>int size()</a:t>
            </a:r>
            <a:endParaRPr sz="2800"/>
          </a:p>
        </p:txBody>
      </p:sp>
      <p:pic>
        <p:nvPicPr>
          <p:cNvPr id="293" name="Google Shape;293;p26"/>
          <p:cNvPicPr preferRelativeResize="0"/>
          <p:nvPr>
            <p:ph idx="1" type="body"/>
          </p:nvPr>
        </p:nvPicPr>
        <p:blipFill rotWithShape="1">
          <a:blip r:embed="rId3">
            <a:alphaModFix/>
          </a:blip>
          <a:srcRect b="0" l="0" r="0" t="0"/>
          <a:stretch/>
        </p:blipFill>
        <p:spPr>
          <a:xfrm>
            <a:off x="2081074" y="1553982"/>
            <a:ext cx="7467600" cy="3748557"/>
          </a:xfrm>
          <a:prstGeom prst="rect">
            <a:avLst/>
          </a:prstGeom>
          <a:noFill/>
          <a:ln>
            <a:noFill/>
          </a:ln>
        </p:spPr>
      </p:pic>
      <p:pic>
        <p:nvPicPr>
          <p:cNvPr id="294" name="Google Shape;294;p26"/>
          <p:cNvPicPr preferRelativeResize="0"/>
          <p:nvPr/>
        </p:nvPicPr>
        <p:blipFill rotWithShape="1">
          <a:blip r:embed="rId4">
            <a:alphaModFix/>
          </a:blip>
          <a:srcRect b="0" l="0" r="0" t="0"/>
          <a:stretch/>
        </p:blipFill>
        <p:spPr>
          <a:xfrm>
            <a:off x="7343313" y="5559095"/>
            <a:ext cx="2743200" cy="888858"/>
          </a:xfrm>
          <a:prstGeom prst="rect">
            <a:avLst/>
          </a:prstGeom>
          <a:noFill/>
          <a:ln>
            <a:noFill/>
          </a:ln>
        </p:spPr>
      </p:pic>
      <p:sp>
        <p:nvSpPr>
          <p:cNvPr id="295" name="Google Shape;295;p26"/>
          <p:cNvSpPr/>
          <p:nvPr/>
        </p:nvSpPr>
        <p:spPr>
          <a:xfrm>
            <a:off x="6892770" y="4558683"/>
            <a:ext cx="2352582" cy="255234"/>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7"/>
          <p:cNvSpPr txBox="1"/>
          <p:nvPr>
            <p:ph type="title"/>
          </p:nvPr>
        </p:nvSpPr>
        <p:spPr>
          <a:xfrm>
            <a:off x="1981200" y="274638"/>
            <a:ext cx="7467600" cy="6397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Example: void setSize(int size)</a:t>
            </a:r>
            <a:endParaRPr/>
          </a:p>
        </p:txBody>
      </p:sp>
      <p:pic>
        <p:nvPicPr>
          <p:cNvPr id="301" name="Google Shape;301;p27"/>
          <p:cNvPicPr preferRelativeResize="0"/>
          <p:nvPr>
            <p:ph idx="1" type="body"/>
          </p:nvPr>
        </p:nvPicPr>
        <p:blipFill rotWithShape="1">
          <a:blip r:embed="rId3">
            <a:alphaModFix/>
          </a:blip>
          <a:srcRect b="0" l="0" r="0" t="0"/>
          <a:stretch/>
        </p:blipFill>
        <p:spPr>
          <a:xfrm>
            <a:off x="1981200" y="1421342"/>
            <a:ext cx="7467600" cy="4210536"/>
          </a:xfrm>
          <a:prstGeom prst="rect">
            <a:avLst/>
          </a:prstGeom>
          <a:noFill/>
          <a:ln>
            <a:noFill/>
          </a:ln>
        </p:spPr>
      </p:pic>
      <p:pic>
        <p:nvPicPr>
          <p:cNvPr id="302" name="Google Shape;302;p27"/>
          <p:cNvPicPr preferRelativeResize="0"/>
          <p:nvPr/>
        </p:nvPicPr>
        <p:blipFill rotWithShape="1">
          <a:blip r:embed="rId4">
            <a:alphaModFix/>
          </a:blip>
          <a:srcRect b="0" l="0" r="0" t="0"/>
          <a:stretch/>
        </p:blipFill>
        <p:spPr>
          <a:xfrm>
            <a:off x="7964750" y="4215398"/>
            <a:ext cx="2743200" cy="2599710"/>
          </a:xfrm>
          <a:prstGeom prst="rect">
            <a:avLst/>
          </a:prstGeom>
          <a:noFill/>
          <a:ln>
            <a:noFill/>
          </a:ln>
        </p:spPr>
      </p:pic>
      <p:sp>
        <p:nvSpPr>
          <p:cNvPr id="303" name="Google Shape;303;p27"/>
          <p:cNvSpPr/>
          <p:nvPr/>
        </p:nvSpPr>
        <p:spPr>
          <a:xfrm>
            <a:off x="3164150" y="3748597"/>
            <a:ext cx="2130641" cy="221943"/>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8"/>
          <p:cNvSpPr txBox="1"/>
          <p:nvPr>
            <p:ph type="title"/>
          </p:nvPr>
        </p:nvSpPr>
        <p:spPr>
          <a:xfrm>
            <a:off x="1981200" y="274638"/>
            <a:ext cx="7467600" cy="7159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800"/>
              <a:buFont typeface="Times New Roman"/>
              <a:buNone/>
            </a:pPr>
            <a:r>
              <a:rPr lang="en-US" sz="2800"/>
              <a:t>Example: boolean contains(Object o)</a:t>
            </a:r>
            <a:endParaRPr sz="2800"/>
          </a:p>
        </p:txBody>
      </p:sp>
      <p:pic>
        <p:nvPicPr>
          <p:cNvPr id="309" name="Google Shape;309;p28"/>
          <p:cNvPicPr preferRelativeResize="0"/>
          <p:nvPr/>
        </p:nvPicPr>
        <p:blipFill rotWithShape="1">
          <a:blip r:embed="rId3">
            <a:alphaModFix/>
          </a:blip>
          <a:srcRect b="0" l="0" r="0" t="0"/>
          <a:stretch/>
        </p:blipFill>
        <p:spPr>
          <a:xfrm>
            <a:off x="1983419" y="1258685"/>
            <a:ext cx="7914442" cy="4562572"/>
          </a:xfrm>
          <a:prstGeom prst="rect">
            <a:avLst/>
          </a:prstGeom>
          <a:noFill/>
          <a:ln>
            <a:noFill/>
          </a:ln>
        </p:spPr>
      </p:pic>
      <p:sp>
        <p:nvSpPr>
          <p:cNvPr id="310" name="Google Shape;310;p28"/>
          <p:cNvSpPr/>
          <p:nvPr/>
        </p:nvSpPr>
        <p:spPr>
          <a:xfrm>
            <a:off x="7403236" y="4225770"/>
            <a:ext cx="1953088" cy="266330"/>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 name="Google Shape;311;p28"/>
          <p:cNvSpPr/>
          <p:nvPr/>
        </p:nvSpPr>
        <p:spPr>
          <a:xfrm>
            <a:off x="3541450" y="4003828"/>
            <a:ext cx="1531399" cy="221942"/>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2" name="Google Shape;312;p28"/>
          <p:cNvPicPr preferRelativeResize="0"/>
          <p:nvPr/>
        </p:nvPicPr>
        <p:blipFill rotWithShape="1">
          <a:blip r:embed="rId4">
            <a:alphaModFix/>
          </a:blip>
          <a:srcRect b="0" l="0" r="0" t="0"/>
          <a:stretch/>
        </p:blipFill>
        <p:spPr>
          <a:xfrm>
            <a:off x="7609642" y="6013196"/>
            <a:ext cx="2743200" cy="64648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txBox="1"/>
          <p:nvPr>
            <p:ph type="title"/>
          </p:nvPr>
        </p:nvSpPr>
        <p:spPr>
          <a:xfrm>
            <a:off x="1981200" y="274638"/>
            <a:ext cx="7467600" cy="334962"/>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930B0B"/>
              </a:buClr>
              <a:buSzPct val="100000"/>
              <a:buFont typeface="Times New Roman"/>
              <a:buNone/>
            </a:pPr>
            <a:r>
              <a:rPr lang="en-US" sz="2400"/>
              <a:t>Example: void copyInto(Object[ ] anArray)</a:t>
            </a:r>
            <a:endParaRPr sz="2400"/>
          </a:p>
        </p:txBody>
      </p:sp>
      <p:pic>
        <p:nvPicPr>
          <p:cNvPr id="318" name="Google Shape;318;p29"/>
          <p:cNvPicPr preferRelativeResize="0"/>
          <p:nvPr>
            <p:ph idx="1" type="body"/>
          </p:nvPr>
        </p:nvPicPr>
        <p:blipFill rotWithShape="1">
          <a:blip r:embed="rId3">
            <a:alphaModFix/>
          </a:blip>
          <a:srcRect b="0" l="0" r="0" t="0"/>
          <a:stretch/>
        </p:blipFill>
        <p:spPr>
          <a:xfrm>
            <a:off x="2179862" y="923278"/>
            <a:ext cx="6071539" cy="5484091"/>
          </a:xfrm>
          <a:prstGeom prst="rect">
            <a:avLst/>
          </a:prstGeom>
          <a:noFill/>
          <a:ln>
            <a:noFill/>
          </a:ln>
        </p:spPr>
      </p:pic>
      <p:sp>
        <p:nvSpPr>
          <p:cNvPr id="319" name="Google Shape;319;p29"/>
          <p:cNvSpPr/>
          <p:nvPr/>
        </p:nvSpPr>
        <p:spPr>
          <a:xfrm>
            <a:off x="3319507" y="4381130"/>
            <a:ext cx="1708952" cy="233039"/>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0" name="Google Shape;320;p29"/>
          <p:cNvPicPr preferRelativeResize="0"/>
          <p:nvPr/>
        </p:nvPicPr>
        <p:blipFill rotWithShape="1">
          <a:blip r:embed="rId4">
            <a:alphaModFix/>
          </a:blip>
          <a:srcRect b="0" l="0" r="0" t="0"/>
          <a:stretch/>
        </p:blipFill>
        <p:spPr>
          <a:xfrm>
            <a:off x="7864876" y="5225603"/>
            <a:ext cx="2743200" cy="15558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0"/>
          <p:cNvSpPr txBox="1"/>
          <p:nvPr>
            <p:ph type="title"/>
          </p:nvPr>
        </p:nvSpPr>
        <p:spPr>
          <a:xfrm>
            <a:off x="1981200" y="274638"/>
            <a:ext cx="7467600" cy="7921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400"/>
              <a:buFont typeface="Times New Roman"/>
              <a:buNone/>
            </a:pPr>
            <a:r>
              <a:rPr lang="en-US" sz="2400"/>
              <a:t>Example: E elementAt(int index) </a:t>
            </a:r>
            <a:endParaRPr/>
          </a:p>
        </p:txBody>
      </p:sp>
      <p:pic>
        <p:nvPicPr>
          <p:cNvPr id="326" name="Google Shape;326;p30"/>
          <p:cNvPicPr preferRelativeResize="0"/>
          <p:nvPr/>
        </p:nvPicPr>
        <p:blipFill rotWithShape="1">
          <a:blip r:embed="rId3">
            <a:alphaModFix/>
          </a:blip>
          <a:srcRect b="0" l="0" r="0" t="0"/>
          <a:stretch/>
        </p:blipFill>
        <p:spPr>
          <a:xfrm>
            <a:off x="2271945" y="1555904"/>
            <a:ext cx="7326297" cy="4156784"/>
          </a:xfrm>
          <a:prstGeom prst="rect">
            <a:avLst/>
          </a:prstGeom>
          <a:noFill/>
          <a:ln>
            <a:noFill/>
          </a:ln>
        </p:spPr>
      </p:pic>
      <p:sp>
        <p:nvSpPr>
          <p:cNvPr id="327" name="Google Shape;327;p30"/>
          <p:cNvSpPr/>
          <p:nvPr/>
        </p:nvSpPr>
        <p:spPr>
          <a:xfrm>
            <a:off x="7569691" y="4891596"/>
            <a:ext cx="1708952" cy="233039"/>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 name="Google Shape;328;p30"/>
          <p:cNvSpPr/>
          <p:nvPr/>
        </p:nvSpPr>
        <p:spPr>
          <a:xfrm>
            <a:off x="7566732" y="4478045"/>
            <a:ext cx="1708952" cy="233039"/>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29" name="Google Shape;329;p30"/>
          <p:cNvPicPr preferRelativeResize="0"/>
          <p:nvPr/>
        </p:nvPicPr>
        <p:blipFill rotWithShape="1">
          <a:blip r:embed="rId4">
            <a:alphaModFix/>
          </a:blip>
          <a:srcRect b="0" l="0" r="0" t="0"/>
          <a:stretch/>
        </p:blipFill>
        <p:spPr>
          <a:xfrm>
            <a:off x="7665128" y="5887851"/>
            <a:ext cx="2743200" cy="6974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1"/>
          <p:cNvSpPr txBox="1"/>
          <p:nvPr>
            <p:ph type="title"/>
          </p:nvPr>
        </p:nvSpPr>
        <p:spPr>
          <a:xfrm>
            <a:off x="1981200" y="274638"/>
            <a:ext cx="7467600" cy="7921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800"/>
              <a:buFont typeface="Times New Roman"/>
              <a:buNone/>
            </a:pPr>
            <a:r>
              <a:rPr lang="en-US" sz="2800"/>
              <a:t>Example: </a:t>
            </a:r>
            <a:r>
              <a:rPr lang="en-US" sz="2800">
                <a:latin typeface="Times New Roman"/>
                <a:ea typeface="Times New Roman"/>
                <a:cs typeface="Times New Roman"/>
                <a:sym typeface="Times New Roman"/>
              </a:rPr>
              <a:t>E firstElement()</a:t>
            </a:r>
            <a:endParaRPr sz="2800"/>
          </a:p>
        </p:txBody>
      </p:sp>
      <p:pic>
        <p:nvPicPr>
          <p:cNvPr id="335" name="Google Shape;335;p31"/>
          <p:cNvPicPr preferRelativeResize="0"/>
          <p:nvPr>
            <p:ph idx="1" type="body"/>
          </p:nvPr>
        </p:nvPicPr>
        <p:blipFill rotWithShape="1">
          <a:blip r:embed="rId3">
            <a:alphaModFix/>
          </a:blip>
          <a:srcRect b="0" l="0" r="0" t="0"/>
          <a:stretch/>
        </p:blipFill>
        <p:spPr>
          <a:xfrm>
            <a:off x="1981200" y="1408554"/>
            <a:ext cx="7467600" cy="4047463"/>
          </a:xfrm>
          <a:prstGeom prst="rect">
            <a:avLst/>
          </a:prstGeom>
          <a:noFill/>
          <a:ln>
            <a:noFill/>
          </a:ln>
        </p:spPr>
      </p:pic>
      <p:sp>
        <p:nvSpPr>
          <p:cNvPr id="336" name="Google Shape;336;p31"/>
          <p:cNvSpPr/>
          <p:nvPr/>
        </p:nvSpPr>
        <p:spPr>
          <a:xfrm>
            <a:off x="7514206" y="4725140"/>
            <a:ext cx="1708952" cy="233039"/>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7" name="Google Shape;337;p31"/>
          <p:cNvPicPr preferRelativeResize="0"/>
          <p:nvPr/>
        </p:nvPicPr>
        <p:blipFill rotWithShape="1">
          <a:blip r:embed="rId4">
            <a:alphaModFix/>
          </a:blip>
          <a:srcRect b="0" l="0" r="0" t="0"/>
          <a:stretch/>
        </p:blipFill>
        <p:spPr>
          <a:xfrm>
            <a:off x="6832847" y="5966413"/>
            <a:ext cx="2743200" cy="4515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2"/>
          <p:cNvSpPr txBox="1"/>
          <p:nvPr>
            <p:ph type="title"/>
          </p:nvPr>
        </p:nvSpPr>
        <p:spPr>
          <a:xfrm>
            <a:off x="1981200" y="274638"/>
            <a:ext cx="8077200" cy="11430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800"/>
              <a:buFont typeface="Times New Roman"/>
              <a:buNone/>
            </a:pPr>
            <a:r>
              <a:rPr lang="en-US" sz="2800"/>
              <a:t>Example: </a:t>
            </a:r>
            <a:r>
              <a:rPr lang="en-US" sz="2800">
                <a:latin typeface="Times New Roman"/>
                <a:ea typeface="Times New Roman"/>
                <a:cs typeface="Times New Roman"/>
                <a:sym typeface="Times New Roman"/>
              </a:rPr>
              <a:t>void insertElementAt(E obj, int index)</a:t>
            </a:r>
            <a:endParaRPr sz="2800"/>
          </a:p>
        </p:txBody>
      </p:sp>
      <p:pic>
        <p:nvPicPr>
          <p:cNvPr id="343" name="Google Shape;343;p32"/>
          <p:cNvPicPr preferRelativeResize="0"/>
          <p:nvPr>
            <p:ph idx="1" type="body"/>
          </p:nvPr>
        </p:nvPicPr>
        <p:blipFill rotWithShape="1">
          <a:blip r:embed="rId3">
            <a:alphaModFix/>
          </a:blip>
          <a:srcRect b="0" l="0" r="0" t="0"/>
          <a:stretch/>
        </p:blipFill>
        <p:spPr>
          <a:xfrm>
            <a:off x="1981200" y="1671570"/>
            <a:ext cx="7467600" cy="4187257"/>
          </a:xfrm>
          <a:prstGeom prst="rect">
            <a:avLst/>
          </a:prstGeom>
          <a:noFill/>
          <a:ln>
            <a:noFill/>
          </a:ln>
        </p:spPr>
      </p:pic>
      <p:pic>
        <p:nvPicPr>
          <p:cNvPr id="344" name="Google Shape;344;p32"/>
          <p:cNvPicPr preferRelativeResize="0"/>
          <p:nvPr/>
        </p:nvPicPr>
        <p:blipFill rotWithShape="1">
          <a:blip r:embed="rId4">
            <a:alphaModFix/>
          </a:blip>
          <a:srcRect b="0" l="0" r="0" t="0"/>
          <a:stretch/>
        </p:blipFill>
        <p:spPr>
          <a:xfrm>
            <a:off x="6522128" y="6068204"/>
            <a:ext cx="3786326" cy="414396"/>
          </a:xfrm>
          <a:prstGeom prst="rect">
            <a:avLst/>
          </a:prstGeom>
          <a:noFill/>
          <a:ln>
            <a:noFill/>
          </a:ln>
        </p:spPr>
      </p:pic>
      <p:sp>
        <p:nvSpPr>
          <p:cNvPr id="345" name="Google Shape;345;p32"/>
          <p:cNvSpPr/>
          <p:nvPr/>
        </p:nvSpPr>
        <p:spPr>
          <a:xfrm>
            <a:off x="3275119" y="4891595"/>
            <a:ext cx="2818660" cy="288524"/>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3"/>
          <p:cNvSpPr txBox="1"/>
          <p:nvPr>
            <p:ph type="title"/>
          </p:nvPr>
        </p:nvSpPr>
        <p:spPr>
          <a:xfrm>
            <a:off x="1981200" y="274638"/>
            <a:ext cx="7467600" cy="411162"/>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930B0B"/>
              </a:buClr>
              <a:buSzPct val="100000"/>
              <a:buFont typeface="Times New Roman"/>
              <a:buNone/>
            </a:pPr>
            <a:r>
              <a:rPr lang="en-US" sz="2800"/>
              <a:t>Example: </a:t>
            </a:r>
            <a:r>
              <a:rPr lang="en-US" sz="2800">
                <a:latin typeface="Times New Roman"/>
                <a:ea typeface="Times New Roman"/>
                <a:cs typeface="Times New Roman"/>
                <a:sym typeface="Times New Roman"/>
              </a:rPr>
              <a:t>boolean isEmpty()</a:t>
            </a:r>
            <a:endParaRPr sz="2800"/>
          </a:p>
        </p:txBody>
      </p:sp>
      <p:pic>
        <p:nvPicPr>
          <p:cNvPr id="351" name="Google Shape;351;p33"/>
          <p:cNvPicPr preferRelativeResize="0"/>
          <p:nvPr>
            <p:ph idx="1" type="body"/>
          </p:nvPr>
        </p:nvPicPr>
        <p:blipFill rotWithShape="1">
          <a:blip r:embed="rId3">
            <a:alphaModFix/>
          </a:blip>
          <a:srcRect b="0" l="0" r="0" t="0"/>
          <a:stretch/>
        </p:blipFill>
        <p:spPr>
          <a:xfrm>
            <a:off x="1979829" y="901083"/>
            <a:ext cx="7292788" cy="4873752"/>
          </a:xfrm>
          <a:prstGeom prst="rect">
            <a:avLst/>
          </a:prstGeom>
          <a:noFill/>
          <a:ln>
            <a:noFill/>
          </a:ln>
        </p:spPr>
      </p:pic>
      <p:sp>
        <p:nvSpPr>
          <p:cNvPr id="352" name="Google Shape;352;p33"/>
          <p:cNvSpPr/>
          <p:nvPr/>
        </p:nvSpPr>
        <p:spPr>
          <a:xfrm>
            <a:off x="7480916" y="3304711"/>
            <a:ext cx="1786631" cy="244136"/>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 name="Google Shape;353;p33"/>
          <p:cNvSpPr/>
          <p:nvPr/>
        </p:nvSpPr>
        <p:spPr>
          <a:xfrm>
            <a:off x="3252926" y="3959439"/>
            <a:ext cx="1786631" cy="244136"/>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 name="Google Shape;354;p33"/>
          <p:cNvSpPr/>
          <p:nvPr/>
        </p:nvSpPr>
        <p:spPr>
          <a:xfrm>
            <a:off x="7480916" y="5146827"/>
            <a:ext cx="1786631" cy="244136"/>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55" name="Google Shape;355;p33"/>
          <p:cNvPicPr preferRelativeResize="0"/>
          <p:nvPr/>
        </p:nvPicPr>
        <p:blipFill rotWithShape="1">
          <a:blip r:embed="rId4">
            <a:alphaModFix/>
          </a:blip>
          <a:srcRect b="0" l="0" r="0" t="0"/>
          <a:stretch/>
        </p:blipFill>
        <p:spPr>
          <a:xfrm>
            <a:off x="7554157" y="5979573"/>
            <a:ext cx="2743200" cy="624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4"/>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800"/>
              <a:buFont typeface="Times New Roman"/>
              <a:buNone/>
            </a:pPr>
            <a:r>
              <a:rPr lang="en-US" sz="2800"/>
              <a:t>Example: </a:t>
            </a:r>
            <a:r>
              <a:rPr lang="en-US" sz="2800">
                <a:latin typeface="Times New Roman"/>
                <a:ea typeface="Times New Roman"/>
                <a:cs typeface="Times New Roman"/>
                <a:sym typeface="Times New Roman"/>
              </a:rPr>
              <a:t>E lastElement()</a:t>
            </a:r>
            <a:endParaRPr sz="2800"/>
          </a:p>
        </p:txBody>
      </p:sp>
      <p:pic>
        <p:nvPicPr>
          <p:cNvPr id="361" name="Google Shape;361;p34"/>
          <p:cNvPicPr preferRelativeResize="0"/>
          <p:nvPr>
            <p:ph idx="1" type="body"/>
          </p:nvPr>
        </p:nvPicPr>
        <p:blipFill rotWithShape="1">
          <a:blip r:embed="rId3">
            <a:alphaModFix/>
          </a:blip>
          <a:srcRect b="0" l="0" r="0" t="0"/>
          <a:stretch/>
        </p:blipFill>
        <p:spPr>
          <a:xfrm>
            <a:off x="2058880" y="1624125"/>
            <a:ext cx="7467600" cy="4104590"/>
          </a:xfrm>
          <a:prstGeom prst="rect">
            <a:avLst/>
          </a:prstGeom>
          <a:noFill/>
          <a:ln>
            <a:noFill/>
          </a:ln>
        </p:spPr>
      </p:pic>
      <p:sp>
        <p:nvSpPr>
          <p:cNvPr id="362" name="Google Shape;362;p34"/>
          <p:cNvSpPr/>
          <p:nvPr/>
        </p:nvSpPr>
        <p:spPr>
          <a:xfrm>
            <a:off x="7569693" y="4825012"/>
            <a:ext cx="1786631" cy="244136"/>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63" name="Google Shape;363;p34"/>
          <p:cNvPicPr preferRelativeResize="0"/>
          <p:nvPr/>
        </p:nvPicPr>
        <p:blipFill rotWithShape="1">
          <a:blip r:embed="rId4">
            <a:alphaModFix/>
          </a:blip>
          <a:srcRect b="0" l="0" r="0" t="0"/>
          <a:stretch/>
        </p:blipFill>
        <p:spPr>
          <a:xfrm>
            <a:off x="6988206" y="5938923"/>
            <a:ext cx="2743200" cy="4843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5"/>
          <p:cNvSpPr txBox="1"/>
          <p:nvPr>
            <p:ph type="title"/>
          </p:nvPr>
        </p:nvSpPr>
        <p:spPr>
          <a:xfrm>
            <a:off x="1981200" y="274638"/>
            <a:ext cx="7467600" cy="7159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800"/>
              <a:buFont typeface="Times New Roman"/>
              <a:buNone/>
            </a:pPr>
            <a:r>
              <a:rPr lang="en-US" sz="2800"/>
              <a:t>Example: </a:t>
            </a:r>
            <a:r>
              <a:rPr lang="en-US" sz="2800">
                <a:latin typeface="Times New Roman"/>
                <a:ea typeface="Times New Roman"/>
                <a:cs typeface="Times New Roman"/>
                <a:sym typeface="Times New Roman"/>
              </a:rPr>
              <a:t>void removeAllElements()</a:t>
            </a:r>
            <a:endParaRPr sz="2800"/>
          </a:p>
        </p:txBody>
      </p:sp>
      <p:pic>
        <p:nvPicPr>
          <p:cNvPr id="369" name="Google Shape;369;p35"/>
          <p:cNvPicPr preferRelativeResize="0"/>
          <p:nvPr>
            <p:ph idx="1" type="body"/>
          </p:nvPr>
        </p:nvPicPr>
        <p:blipFill rotWithShape="1">
          <a:blip r:embed="rId3">
            <a:alphaModFix/>
          </a:blip>
          <a:srcRect b="0" l="0" r="0" t="0"/>
          <a:stretch/>
        </p:blipFill>
        <p:spPr>
          <a:xfrm>
            <a:off x="2089212" y="1259984"/>
            <a:ext cx="7162800" cy="3689875"/>
          </a:xfrm>
          <a:prstGeom prst="rect">
            <a:avLst/>
          </a:prstGeom>
          <a:noFill/>
          <a:ln>
            <a:noFill/>
          </a:ln>
        </p:spPr>
      </p:pic>
      <p:sp>
        <p:nvSpPr>
          <p:cNvPr id="370" name="Google Shape;370;p35"/>
          <p:cNvSpPr/>
          <p:nvPr/>
        </p:nvSpPr>
        <p:spPr>
          <a:xfrm>
            <a:off x="3752295" y="4214673"/>
            <a:ext cx="3428999" cy="277427"/>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71" name="Google Shape;371;p35"/>
          <p:cNvPicPr preferRelativeResize="0"/>
          <p:nvPr/>
        </p:nvPicPr>
        <p:blipFill rotWithShape="1">
          <a:blip r:embed="rId4">
            <a:alphaModFix/>
          </a:blip>
          <a:srcRect b="0" l="0" r="0" t="0"/>
          <a:stretch/>
        </p:blipFill>
        <p:spPr>
          <a:xfrm>
            <a:off x="7176856" y="5501219"/>
            <a:ext cx="2743200" cy="6716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6"/>
          <p:cNvSpPr txBox="1"/>
          <p:nvPr>
            <p:ph type="title"/>
          </p:nvPr>
        </p:nvSpPr>
        <p:spPr>
          <a:xfrm>
            <a:off x="1981200" y="274638"/>
            <a:ext cx="7467600" cy="7159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800"/>
              <a:buFont typeface="Times New Roman"/>
              <a:buNone/>
            </a:pPr>
            <a:r>
              <a:rPr lang="en-US" sz="2800"/>
              <a:t>Example:</a:t>
            </a:r>
            <a:r>
              <a:rPr lang="en-US" sz="2800">
                <a:latin typeface="Times New Roman"/>
                <a:ea typeface="Times New Roman"/>
                <a:cs typeface="Times New Roman"/>
                <a:sym typeface="Times New Roman"/>
              </a:rPr>
              <a:t>void removeElementAt(int index)</a:t>
            </a:r>
            <a:endParaRPr sz="2800"/>
          </a:p>
        </p:txBody>
      </p:sp>
      <p:pic>
        <p:nvPicPr>
          <p:cNvPr id="377" name="Google Shape;377;p36"/>
          <p:cNvPicPr preferRelativeResize="0"/>
          <p:nvPr>
            <p:ph idx="1" type="body"/>
          </p:nvPr>
        </p:nvPicPr>
        <p:blipFill rotWithShape="1">
          <a:blip r:embed="rId3">
            <a:alphaModFix/>
          </a:blip>
          <a:srcRect b="0" l="0" r="0" t="0"/>
          <a:stretch/>
        </p:blipFill>
        <p:spPr>
          <a:xfrm>
            <a:off x="1981200" y="1522488"/>
            <a:ext cx="7467600" cy="4540904"/>
          </a:xfrm>
          <a:prstGeom prst="rect">
            <a:avLst/>
          </a:prstGeom>
          <a:noFill/>
          <a:ln>
            <a:noFill/>
          </a:ln>
        </p:spPr>
      </p:pic>
      <p:sp>
        <p:nvSpPr>
          <p:cNvPr id="378" name="Google Shape;378;p36"/>
          <p:cNvSpPr/>
          <p:nvPr/>
        </p:nvSpPr>
        <p:spPr>
          <a:xfrm>
            <a:off x="3108664" y="4070411"/>
            <a:ext cx="2485747" cy="277427"/>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p36"/>
          <p:cNvSpPr/>
          <p:nvPr/>
        </p:nvSpPr>
        <p:spPr>
          <a:xfrm>
            <a:off x="3105705" y="4722179"/>
            <a:ext cx="2607815" cy="221942"/>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80" name="Google Shape;380;p36"/>
          <p:cNvPicPr preferRelativeResize="0"/>
          <p:nvPr/>
        </p:nvPicPr>
        <p:blipFill rotWithShape="1">
          <a:blip r:embed="rId4">
            <a:alphaModFix/>
          </a:blip>
          <a:srcRect b="0" l="0" r="0" t="0"/>
          <a:stretch/>
        </p:blipFill>
        <p:spPr>
          <a:xfrm>
            <a:off x="7121371" y="6326379"/>
            <a:ext cx="2743200" cy="2642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7"/>
          <p:cNvSpPr txBox="1"/>
          <p:nvPr>
            <p:ph type="title"/>
          </p:nvPr>
        </p:nvSpPr>
        <p:spPr>
          <a:xfrm>
            <a:off x="1981200" y="274638"/>
            <a:ext cx="7467600" cy="5635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800"/>
              <a:buFont typeface="Times New Roman"/>
              <a:buNone/>
            </a:pPr>
            <a:r>
              <a:rPr lang="en-US" sz="2800"/>
              <a:t>Example: </a:t>
            </a:r>
            <a:r>
              <a:rPr lang="en-US" sz="2800">
                <a:latin typeface="Times New Roman"/>
                <a:ea typeface="Times New Roman"/>
                <a:cs typeface="Times New Roman"/>
                <a:sym typeface="Times New Roman"/>
              </a:rPr>
              <a:t>E set(int index, E element)</a:t>
            </a:r>
            <a:endParaRPr sz="2800"/>
          </a:p>
        </p:txBody>
      </p:sp>
      <p:pic>
        <p:nvPicPr>
          <p:cNvPr id="386" name="Google Shape;386;p37"/>
          <p:cNvPicPr preferRelativeResize="0"/>
          <p:nvPr/>
        </p:nvPicPr>
        <p:blipFill rotWithShape="1">
          <a:blip r:embed="rId3">
            <a:alphaModFix/>
          </a:blip>
          <a:srcRect b="0" l="0" r="0" t="0"/>
          <a:stretch/>
        </p:blipFill>
        <p:spPr>
          <a:xfrm>
            <a:off x="2094391" y="1231937"/>
            <a:ext cx="7082161" cy="4149988"/>
          </a:xfrm>
          <a:prstGeom prst="rect">
            <a:avLst/>
          </a:prstGeom>
          <a:noFill/>
          <a:ln>
            <a:noFill/>
          </a:ln>
        </p:spPr>
      </p:pic>
      <p:sp>
        <p:nvSpPr>
          <p:cNvPr id="387" name="Google Shape;387;p37"/>
          <p:cNvSpPr/>
          <p:nvPr/>
        </p:nvSpPr>
        <p:spPr>
          <a:xfrm>
            <a:off x="6959353" y="3804081"/>
            <a:ext cx="2008573" cy="277427"/>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88" name="Google Shape;388;p37"/>
          <p:cNvPicPr preferRelativeResize="0"/>
          <p:nvPr/>
        </p:nvPicPr>
        <p:blipFill rotWithShape="1">
          <a:blip r:embed="rId4">
            <a:alphaModFix/>
          </a:blip>
          <a:srcRect b="0" l="0" r="0" t="0"/>
          <a:stretch/>
        </p:blipFill>
        <p:spPr>
          <a:xfrm>
            <a:off x="6300186" y="5892128"/>
            <a:ext cx="2743200" cy="4669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8"/>
          <p:cNvSpPr txBox="1"/>
          <p:nvPr>
            <p:ph type="title"/>
          </p:nvPr>
        </p:nvSpPr>
        <p:spPr>
          <a:xfrm>
            <a:off x="1981200" y="274638"/>
            <a:ext cx="7467600" cy="7921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Example: sublist from vector</a:t>
            </a:r>
            <a:endParaRPr/>
          </a:p>
        </p:txBody>
      </p:sp>
      <p:pic>
        <p:nvPicPr>
          <p:cNvPr id="394" name="Google Shape;394;p38"/>
          <p:cNvPicPr preferRelativeResize="0"/>
          <p:nvPr>
            <p:ph idx="1" type="body"/>
          </p:nvPr>
        </p:nvPicPr>
        <p:blipFill rotWithShape="1">
          <a:blip r:embed="rId3">
            <a:alphaModFix/>
          </a:blip>
          <a:srcRect b="0" l="0" r="0" t="0"/>
          <a:stretch/>
        </p:blipFill>
        <p:spPr>
          <a:xfrm>
            <a:off x="2046783" y="1378258"/>
            <a:ext cx="7158881" cy="4873752"/>
          </a:xfrm>
          <a:prstGeom prst="rect">
            <a:avLst/>
          </a:prstGeom>
          <a:noFill/>
          <a:ln>
            <a:noFill/>
          </a:ln>
        </p:spPr>
      </p:pic>
      <p:sp>
        <p:nvSpPr>
          <p:cNvPr id="395" name="Google Shape;395;p38"/>
          <p:cNvSpPr/>
          <p:nvPr/>
        </p:nvSpPr>
        <p:spPr>
          <a:xfrm>
            <a:off x="3408284" y="4869401"/>
            <a:ext cx="4960398" cy="410592"/>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96" name="Google Shape;396;p38"/>
          <p:cNvPicPr preferRelativeResize="0"/>
          <p:nvPr/>
        </p:nvPicPr>
        <p:blipFill rotWithShape="1">
          <a:blip r:embed="rId4">
            <a:alphaModFix/>
          </a:blip>
          <a:srcRect b="0" l="0" r="0" t="0"/>
          <a:stretch/>
        </p:blipFill>
        <p:spPr>
          <a:xfrm>
            <a:off x="6633099" y="5989432"/>
            <a:ext cx="4119238" cy="8826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9"/>
          <p:cNvSpPr txBox="1"/>
          <p:nvPr>
            <p:ph type="title"/>
          </p:nvPr>
        </p:nvSpPr>
        <p:spPr>
          <a:xfrm>
            <a:off x="1089765" y="214818"/>
            <a:ext cx="9870511" cy="874951"/>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930B0B"/>
              </a:buClr>
              <a:buSzPts val="3600"/>
              <a:buFont typeface="Times New Roman"/>
              <a:buNone/>
            </a:pPr>
            <a:r>
              <a:rPr b="1" lang="en-US"/>
              <a:t>ArrayList v/s Vector</a:t>
            </a:r>
            <a:endParaRPr/>
          </a:p>
        </p:txBody>
      </p:sp>
      <p:pic>
        <p:nvPicPr>
          <p:cNvPr id="402" name="Google Shape;402;p39"/>
          <p:cNvPicPr preferRelativeResize="0"/>
          <p:nvPr>
            <p:ph idx="1" type="body"/>
          </p:nvPr>
        </p:nvPicPr>
        <p:blipFill rotWithShape="1">
          <a:blip r:embed="rId3">
            <a:alphaModFix/>
          </a:blip>
          <a:srcRect b="0" l="0" r="0" t="0"/>
          <a:stretch/>
        </p:blipFill>
        <p:spPr>
          <a:xfrm>
            <a:off x="1981201" y="1521077"/>
            <a:ext cx="8033551" cy="437727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0"/>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Assignment:1 Vectors</a:t>
            </a:r>
            <a:endParaRPr/>
          </a:p>
        </p:txBody>
      </p:sp>
      <p:sp>
        <p:nvSpPr>
          <p:cNvPr id="408" name="Google Shape;408;p40"/>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2800"/>
              <a:buFont typeface="Arial"/>
              <a:buChar char="•"/>
            </a:pPr>
            <a:r>
              <a:rPr lang="en-US"/>
              <a:t>Write a program that accepts students names from command line and stores in vector</a:t>
            </a:r>
            <a:endParaRPr/>
          </a:p>
          <a:p>
            <a:pPr indent="-457200" lvl="0" marL="457200" rtl="0" algn="l">
              <a:lnSpc>
                <a:spcPct val="90000"/>
              </a:lnSpc>
              <a:spcBef>
                <a:spcPts val="1000"/>
              </a:spcBef>
              <a:spcAft>
                <a:spcPts val="0"/>
              </a:spcAft>
              <a:buClr>
                <a:schemeClr val="dk1"/>
              </a:buClr>
              <a:buSzPts val="2800"/>
              <a:buFont typeface="Calibri"/>
              <a:buAutoNum type="arabicPeriod"/>
            </a:pPr>
            <a:r>
              <a:rPr lang="en-US"/>
              <a:t>Set size() of  student vector</a:t>
            </a:r>
            <a:endParaRPr/>
          </a:p>
          <a:p>
            <a:pPr indent="-457200" lvl="0" marL="457200" rtl="0" algn="l">
              <a:lnSpc>
                <a:spcPct val="90000"/>
              </a:lnSpc>
              <a:spcBef>
                <a:spcPts val="1000"/>
              </a:spcBef>
              <a:spcAft>
                <a:spcPts val="0"/>
              </a:spcAft>
              <a:buClr>
                <a:schemeClr val="dk1"/>
              </a:buClr>
              <a:buSzPts val="2800"/>
              <a:buFont typeface="Calibri"/>
              <a:buAutoNum type="arabicPeriod"/>
            </a:pPr>
            <a:r>
              <a:rPr lang="en-US"/>
              <a:t>Add 10 records in student vector</a:t>
            </a:r>
            <a:endParaRPr/>
          </a:p>
          <a:p>
            <a:pPr indent="-457200" lvl="0" marL="457200" rtl="0" algn="l">
              <a:lnSpc>
                <a:spcPct val="90000"/>
              </a:lnSpc>
              <a:spcBef>
                <a:spcPts val="1000"/>
              </a:spcBef>
              <a:spcAft>
                <a:spcPts val="0"/>
              </a:spcAft>
              <a:buClr>
                <a:schemeClr val="dk1"/>
              </a:buClr>
              <a:buSzPts val="2800"/>
              <a:buFont typeface="Calibri"/>
              <a:buAutoNum type="arabicPeriod"/>
            </a:pPr>
            <a:r>
              <a:rPr lang="en-US"/>
              <a:t>Print last element in vector</a:t>
            </a:r>
            <a:endParaRPr/>
          </a:p>
          <a:p>
            <a:pPr indent="-457200" lvl="0" marL="457200" rtl="0" algn="l">
              <a:lnSpc>
                <a:spcPct val="90000"/>
              </a:lnSpc>
              <a:spcBef>
                <a:spcPts val="1000"/>
              </a:spcBef>
              <a:spcAft>
                <a:spcPts val="0"/>
              </a:spcAft>
              <a:buClr>
                <a:schemeClr val="dk1"/>
              </a:buClr>
              <a:buSzPts val="2800"/>
              <a:buFont typeface="Calibri"/>
              <a:buAutoNum type="arabicPeriod"/>
            </a:pPr>
            <a:r>
              <a:rPr lang="en-US"/>
              <a:t>Insert new element at index 3</a:t>
            </a:r>
            <a:endParaRPr/>
          </a:p>
          <a:p>
            <a:pPr indent="-457200" lvl="0" marL="457200" rtl="0" algn="l">
              <a:lnSpc>
                <a:spcPct val="90000"/>
              </a:lnSpc>
              <a:spcBef>
                <a:spcPts val="1000"/>
              </a:spcBef>
              <a:spcAft>
                <a:spcPts val="0"/>
              </a:spcAft>
              <a:buClr>
                <a:schemeClr val="dk1"/>
              </a:buClr>
              <a:buSzPts val="2800"/>
              <a:buFont typeface="Calibri"/>
              <a:buAutoNum type="arabicPeriod"/>
            </a:pPr>
            <a:r>
              <a:rPr lang="en-US"/>
              <a:t>Print sublist of vector from index 4 to 8</a:t>
            </a:r>
            <a:endParaRPr/>
          </a:p>
          <a:p>
            <a:pPr indent="-457200" lvl="0" marL="457200" rtl="0" algn="l">
              <a:lnSpc>
                <a:spcPct val="90000"/>
              </a:lnSpc>
              <a:spcBef>
                <a:spcPts val="1000"/>
              </a:spcBef>
              <a:spcAft>
                <a:spcPts val="0"/>
              </a:spcAft>
              <a:buClr>
                <a:schemeClr val="dk1"/>
              </a:buClr>
              <a:buSzPts val="2800"/>
              <a:buFont typeface="Calibri"/>
              <a:buAutoNum type="arabicPeriod"/>
            </a:pPr>
            <a:r>
              <a:rPr lang="en-US"/>
              <a:t>Remove all elements from vector</a:t>
            </a:r>
            <a:endParaRPr/>
          </a:p>
          <a:p>
            <a:pPr indent="-457200" lvl="0" marL="457200" rtl="0" algn="l">
              <a:lnSpc>
                <a:spcPct val="90000"/>
              </a:lnSpc>
              <a:spcBef>
                <a:spcPts val="1000"/>
              </a:spcBef>
              <a:spcAft>
                <a:spcPts val="0"/>
              </a:spcAft>
              <a:buClr>
                <a:schemeClr val="dk1"/>
              </a:buClr>
              <a:buSzPts val="2800"/>
              <a:buFont typeface="Calibri"/>
              <a:buAutoNum type="arabicPeriod"/>
            </a:pPr>
            <a:r>
              <a:rPr lang="en-US"/>
              <a:t>Check if vector is empty()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1"/>
          <p:cNvSpPr txBox="1"/>
          <p:nvPr>
            <p:ph idx="12" type="sldNum"/>
          </p:nvPr>
        </p:nvSpPr>
        <p:spPr>
          <a:xfrm>
            <a:off x="9144000" y="19051"/>
            <a:ext cx="1066800" cy="3286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414" name="Google Shape;414;p41"/>
          <p:cNvSpPr txBox="1"/>
          <p:nvPr>
            <p:ph type="title"/>
          </p:nvPr>
        </p:nvSpPr>
        <p:spPr>
          <a:xfrm>
            <a:off x="1905000" y="211014"/>
            <a:ext cx="8153400" cy="474785"/>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930B0B"/>
              </a:buClr>
              <a:buSzPct val="100000"/>
              <a:buFont typeface="Times New Roman"/>
              <a:buNone/>
            </a:pPr>
            <a:r>
              <a:rPr lang="en-US"/>
              <a:t>Methods of Vector Class</a:t>
            </a:r>
            <a:endParaRPr/>
          </a:p>
        </p:txBody>
      </p:sp>
      <p:sp>
        <p:nvSpPr>
          <p:cNvPr id="415" name="Google Shape;415;p41"/>
          <p:cNvSpPr txBox="1"/>
          <p:nvPr>
            <p:ph idx="1" type="body"/>
          </p:nvPr>
        </p:nvSpPr>
        <p:spPr>
          <a:xfrm>
            <a:off x="1869743" y="914400"/>
            <a:ext cx="8763000" cy="5334000"/>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Clr>
                <a:schemeClr val="dk1"/>
              </a:buClr>
              <a:buSzPts val="1800"/>
              <a:buFont typeface="Noto Sans Symbols"/>
              <a:buNone/>
            </a:pPr>
            <a:r>
              <a:rPr b="1" lang="en-US" sz="1800" u="sng">
                <a:solidFill>
                  <a:schemeClr val="hlink"/>
                </a:solidFill>
                <a:hlinkClick r:id="rId3"/>
              </a:rPr>
              <a:t>1. boolean add(E e)</a:t>
            </a:r>
            <a:r>
              <a:rPr b="1" lang="en-US" sz="1800"/>
              <a:t> </a:t>
            </a:r>
            <a:r>
              <a:rPr lang="en-US" sz="1800"/>
              <a:t>This method appends the specified element to the end of this Vector.</a:t>
            </a:r>
            <a:endParaRPr/>
          </a:p>
          <a:p>
            <a:pPr indent="-285750" lvl="0" marL="285750" rtl="0" algn="l">
              <a:lnSpc>
                <a:spcPct val="90000"/>
              </a:lnSpc>
              <a:spcBef>
                <a:spcPts val="1000"/>
              </a:spcBef>
              <a:spcAft>
                <a:spcPts val="0"/>
              </a:spcAft>
              <a:buClr>
                <a:schemeClr val="dk1"/>
              </a:buClr>
              <a:buSzPts val="1800"/>
              <a:buFont typeface="Noto Sans Symbols"/>
              <a:buNone/>
            </a:pPr>
            <a:r>
              <a:rPr b="1" lang="en-US" sz="1800" u="sng">
                <a:solidFill>
                  <a:schemeClr val="hlink"/>
                </a:solidFill>
                <a:hlinkClick r:id="rId4"/>
              </a:rPr>
              <a:t>2.void add(int index, E element)</a:t>
            </a:r>
            <a:r>
              <a:rPr b="1" lang="en-US" sz="1800"/>
              <a:t> </a:t>
            </a:r>
            <a:r>
              <a:rPr lang="en-US" sz="1800"/>
              <a:t>This method inserts the specified element at the specified position in this Vector.</a:t>
            </a:r>
            <a:endParaRPr/>
          </a:p>
          <a:p>
            <a:pPr indent="-285750" lvl="0" marL="285750" rtl="0" algn="l">
              <a:lnSpc>
                <a:spcPct val="90000"/>
              </a:lnSpc>
              <a:spcBef>
                <a:spcPts val="1000"/>
              </a:spcBef>
              <a:spcAft>
                <a:spcPts val="0"/>
              </a:spcAft>
              <a:buClr>
                <a:schemeClr val="dk1"/>
              </a:buClr>
              <a:buSzPts val="1800"/>
              <a:buFont typeface="Noto Sans Symbols"/>
              <a:buNone/>
            </a:pPr>
            <a:r>
              <a:rPr b="1" lang="en-US" sz="1800" u="sng">
                <a:solidFill>
                  <a:schemeClr val="hlink"/>
                </a:solidFill>
                <a:hlinkClick r:id="rId5"/>
              </a:rPr>
              <a:t>3.boolean addAll(Collection&lt;? extends E&gt; c)</a:t>
            </a:r>
            <a:r>
              <a:rPr b="1" lang="en-US" sz="1800"/>
              <a:t> </a:t>
            </a:r>
            <a:r>
              <a:rPr lang="en-US" sz="1800"/>
              <a:t>This method appends all of the elements in the specified Collection to the end of this Vector.</a:t>
            </a:r>
            <a:endParaRPr/>
          </a:p>
          <a:p>
            <a:pPr indent="-285750" lvl="0" marL="285750" rtl="0" algn="l">
              <a:lnSpc>
                <a:spcPct val="90000"/>
              </a:lnSpc>
              <a:spcBef>
                <a:spcPts val="1000"/>
              </a:spcBef>
              <a:spcAft>
                <a:spcPts val="0"/>
              </a:spcAft>
              <a:buClr>
                <a:schemeClr val="dk1"/>
              </a:buClr>
              <a:buSzPts val="1800"/>
              <a:buFont typeface="Noto Sans Symbols"/>
              <a:buNone/>
            </a:pPr>
            <a:r>
              <a:rPr b="1" lang="en-US" sz="1800" u="sng">
                <a:solidFill>
                  <a:schemeClr val="hlink"/>
                </a:solidFill>
                <a:hlinkClick r:id="rId6"/>
              </a:rPr>
              <a:t>4.boolean addAll(int index, Collection&lt;? extends E&gt; c)</a:t>
            </a:r>
            <a:r>
              <a:rPr b="1" lang="en-US" sz="1800"/>
              <a:t> </a:t>
            </a:r>
            <a:r>
              <a:rPr lang="en-US" sz="1800"/>
              <a:t>This method inserts all of the elements in the specified Collection into this Vector at the specified position.</a:t>
            </a:r>
            <a:endParaRPr/>
          </a:p>
          <a:p>
            <a:pPr indent="-285750" lvl="0" marL="285750" rtl="0" algn="l">
              <a:lnSpc>
                <a:spcPct val="90000"/>
              </a:lnSpc>
              <a:spcBef>
                <a:spcPts val="1000"/>
              </a:spcBef>
              <a:spcAft>
                <a:spcPts val="0"/>
              </a:spcAft>
              <a:buClr>
                <a:schemeClr val="dk1"/>
              </a:buClr>
              <a:buSzPts val="1800"/>
              <a:buFont typeface="Noto Sans Symbols"/>
              <a:buNone/>
            </a:pPr>
            <a:r>
              <a:rPr b="1" lang="en-US" sz="1800" u="sng">
                <a:solidFill>
                  <a:schemeClr val="hlink"/>
                </a:solidFill>
                <a:hlinkClick r:id="rId7"/>
              </a:rPr>
              <a:t>5.void addElement(E obj)</a:t>
            </a:r>
            <a:r>
              <a:rPr b="1" lang="en-US" sz="1800"/>
              <a:t> </a:t>
            </a:r>
            <a:r>
              <a:rPr lang="en-US" sz="1800"/>
              <a:t>This method adds the specified component to the end of this vector, increasing its size by one.</a:t>
            </a:r>
            <a:endParaRPr/>
          </a:p>
          <a:p>
            <a:pPr indent="-285750" lvl="0" marL="285750" rtl="0" algn="l">
              <a:lnSpc>
                <a:spcPct val="90000"/>
              </a:lnSpc>
              <a:spcBef>
                <a:spcPts val="1000"/>
              </a:spcBef>
              <a:spcAft>
                <a:spcPts val="0"/>
              </a:spcAft>
              <a:buClr>
                <a:schemeClr val="dk1"/>
              </a:buClr>
              <a:buSzPts val="1800"/>
              <a:buFont typeface="Noto Sans Symbols"/>
              <a:buNone/>
            </a:pPr>
            <a:r>
              <a:rPr b="1" lang="en-US" sz="1800" u="sng">
                <a:solidFill>
                  <a:schemeClr val="hlink"/>
                </a:solidFill>
                <a:hlinkClick r:id="rId8"/>
              </a:rPr>
              <a:t>6.int capacity()</a:t>
            </a:r>
            <a:r>
              <a:rPr b="1" lang="en-US" sz="1800"/>
              <a:t> </a:t>
            </a:r>
            <a:r>
              <a:rPr lang="en-US" sz="1800"/>
              <a:t>This method returns the current capacity of this vector.</a:t>
            </a:r>
            <a:endParaRPr/>
          </a:p>
          <a:p>
            <a:pPr indent="-285750" lvl="0" marL="285750" rtl="0" algn="l">
              <a:lnSpc>
                <a:spcPct val="90000"/>
              </a:lnSpc>
              <a:spcBef>
                <a:spcPts val="1000"/>
              </a:spcBef>
              <a:spcAft>
                <a:spcPts val="0"/>
              </a:spcAft>
              <a:buClr>
                <a:schemeClr val="dk1"/>
              </a:buClr>
              <a:buSzPts val="1800"/>
              <a:buFont typeface="Noto Sans Symbols"/>
              <a:buNone/>
            </a:pPr>
            <a:r>
              <a:rPr b="1" lang="en-US" sz="1800" u="sng">
                <a:solidFill>
                  <a:schemeClr val="hlink"/>
                </a:solidFill>
                <a:hlinkClick r:id="rId9"/>
              </a:rPr>
              <a:t>7.void clear()</a:t>
            </a:r>
            <a:r>
              <a:rPr b="1" lang="en-US" sz="1800"/>
              <a:t> </a:t>
            </a:r>
            <a:r>
              <a:rPr lang="en-US" sz="1800"/>
              <a:t>This method removes all of the elements from this vector.</a:t>
            </a:r>
            <a:endParaRPr/>
          </a:p>
          <a:p>
            <a:pPr indent="-285750" lvl="0" marL="285750" rtl="0" algn="l">
              <a:lnSpc>
                <a:spcPct val="90000"/>
              </a:lnSpc>
              <a:spcBef>
                <a:spcPts val="1000"/>
              </a:spcBef>
              <a:spcAft>
                <a:spcPts val="0"/>
              </a:spcAft>
              <a:buClr>
                <a:schemeClr val="dk1"/>
              </a:buClr>
              <a:buSzPts val="1800"/>
              <a:buFont typeface="Noto Sans Symbols"/>
              <a:buNone/>
            </a:pPr>
            <a:r>
              <a:rPr b="1" lang="en-US" sz="1800" u="sng">
                <a:solidFill>
                  <a:schemeClr val="hlink"/>
                </a:solidFill>
                <a:hlinkClick r:id="rId10"/>
              </a:rPr>
              <a:t>8.clone clone()</a:t>
            </a:r>
            <a:r>
              <a:rPr b="1" lang="en-US" sz="1800"/>
              <a:t> </a:t>
            </a:r>
            <a:r>
              <a:rPr lang="en-US" sz="1800"/>
              <a:t>This method returns a clone of this vector.</a:t>
            </a:r>
            <a:endParaRPr/>
          </a:p>
          <a:p>
            <a:pPr indent="-285750" lvl="0" marL="285750" rtl="0" algn="l">
              <a:lnSpc>
                <a:spcPct val="90000"/>
              </a:lnSpc>
              <a:spcBef>
                <a:spcPts val="1000"/>
              </a:spcBef>
              <a:spcAft>
                <a:spcPts val="0"/>
              </a:spcAft>
              <a:buClr>
                <a:schemeClr val="dk1"/>
              </a:buClr>
              <a:buSzPts val="1800"/>
              <a:buFont typeface="Noto Sans Symbols"/>
              <a:buNone/>
            </a:pPr>
            <a:r>
              <a:rPr b="1" lang="en-US" sz="1800" u="sng">
                <a:solidFill>
                  <a:schemeClr val="hlink"/>
                </a:solidFill>
                <a:hlinkClick r:id="rId11"/>
              </a:rPr>
              <a:t>9.boolean contains(Object o)</a:t>
            </a:r>
            <a:r>
              <a:rPr b="1" lang="en-US" sz="1800"/>
              <a:t> </a:t>
            </a:r>
            <a:r>
              <a:rPr lang="en-US" sz="1800"/>
              <a:t>This method returns true if this vector contains the specified element.</a:t>
            </a:r>
            <a:endParaRPr/>
          </a:p>
          <a:p>
            <a:pPr indent="-285750" lvl="0" marL="285750" rtl="0" algn="l">
              <a:lnSpc>
                <a:spcPct val="90000"/>
              </a:lnSpc>
              <a:spcBef>
                <a:spcPts val="1000"/>
              </a:spcBef>
              <a:spcAft>
                <a:spcPts val="0"/>
              </a:spcAft>
              <a:buClr>
                <a:schemeClr val="dk1"/>
              </a:buClr>
              <a:buSzPts val="1800"/>
              <a:buFont typeface="Noto Sans Symbols"/>
              <a:buNone/>
            </a:pPr>
            <a:r>
              <a:rPr b="1" lang="en-US" sz="1800" u="sng">
                <a:solidFill>
                  <a:schemeClr val="hlink"/>
                </a:solidFill>
                <a:hlinkClick r:id="rId12"/>
              </a:rPr>
              <a:t>10.boolean containsAll(Collection&lt;?&gt; c)</a:t>
            </a:r>
            <a:r>
              <a:rPr b="1" lang="en-US" sz="1800"/>
              <a:t> </a:t>
            </a:r>
            <a:r>
              <a:rPr lang="en-US" sz="1800"/>
              <a:t>This method returns true if this Vector contains all of the elements in the specified Collection.</a:t>
            </a:r>
            <a:endParaRPr/>
          </a:p>
          <a:p>
            <a:pPr indent="-285750" lvl="0" marL="285750" rtl="0" algn="l">
              <a:lnSpc>
                <a:spcPct val="90000"/>
              </a:lnSpc>
              <a:spcBef>
                <a:spcPts val="1000"/>
              </a:spcBef>
              <a:spcAft>
                <a:spcPts val="0"/>
              </a:spcAft>
              <a:buClr>
                <a:schemeClr val="dk1"/>
              </a:buClr>
              <a:buSzPts val="1800"/>
              <a:buFont typeface="Noto Sans Symbols"/>
              <a:buNone/>
            </a:pPr>
            <a:r>
              <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2"/>
          <p:cNvSpPr txBox="1"/>
          <p:nvPr>
            <p:ph idx="1" type="body"/>
          </p:nvPr>
        </p:nvSpPr>
        <p:spPr>
          <a:xfrm>
            <a:off x="1905000" y="381000"/>
            <a:ext cx="7467600" cy="4237994"/>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Clr>
                <a:schemeClr val="dk1"/>
              </a:buClr>
              <a:buSzPts val="1700"/>
              <a:buNone/>
            </a:pPr>
            <a:r>
              <a:rPr b="1" lang="en-US" sz="1700" u="sng">
                <a:solidFill>
                  <a:schemeClr val="hlink"/>
                </a:solidFill>
                <a:hlinkClick r:id="rId3"/>
              </a:rPr>
              <a:t>11.void copyInto(Object[ ] anArray)</a:t>
            </a:r>
            <a:r>
              <a:rPr b="1" lang="en-US" sz="1700"/>
              <a:t> </a:t>
            </a:r>
            <a:r>
              <a:rPr lang="en-US" sz="1700"/>
              <a:t>This method copies the components of this vector into the specified array.</a:t>
            </a:r>
            <a:endParaRPr/>
          </a:p>
          <a:p>
            <a:pPr indent="-285750" lvl="0" marL="285750" rtl="0" algn="l">
              <a:lnSpc>
                <a:spcPct val="90000"/>
              </a:lnSpc>
              <a:spcBef>
                <a:spcPts val="1000"/>
              </a:spcBef>
              <a:spcAft>
                <a:spcPts val="0"/>
              </a:spcAft>
              <a:buClr>
                <a:schemeClr val="dk1"/>
              </a:buClr>
              <a:buSzPts val="1700"/>
              <a:buNone/>
            </a:pPr>
            <a:r>
              <a:rPr b="1" lang="en-US" sz="1700" u="sng">
                <a:solidFill>
                  <a:schemeClr val="hlink"/>
                </a:solidFill>
                <a:hlinkClick r:id="rId4"/>
              </a:rPr>
              <a:t>12. E elementAt(int index)</a:t>
            </a:r>
            <a:r>
              <a:rPr b="1" lang="en-US" sz="1700"/>
              <a:t> </a:t>
            </a:r>
            <a:r>
              <a:rPr lang="en-US" sz="1700"/>
              <a:t>This method returns the component at the specified index.</a:t>
            </a:r>
            <a:endParaRPr/>
          </a:p>
          <a:p>
            <a:pPr indent="-285750" lvl="0" marL="285750" rtl="0" algn="l">
              <a:lnSpc>
                <a:spcPct val="90000"/>
              </a:lnSpc>
              <a:spcBef>
                <a:spcPts val="1000"/>
              </a:spcBef>
              <a:spcAft>
                <a:spcPts val="0"/>
              </a:spcAft>
              <a:buClr>
                <a:schemeClr val="dk1"/>
              </a:buClr>
              <a:buSzPts val="1700"/>
              <a:buNone/>
            </a:pPr>
            <a:r>
              <a:rPr b="1" lang="en-US" sz="1700" u="sng">
                <a:solidFill>
                  <a:schemeClr val="hlink"/>
                </a:solidFill>
                <a:hlinkClick r:id="rId5"/>
              </a:rPr>
              <a:t>13.Enumeration&lt;E&gt; elements()</a:t>
            </a:r>
            <a:r>
              <a:rPr b="1" lang="en-US" sz="1700"/>
              <a:t> </a:t>
            </a:r>
            <a:r>
              <a:rPr lang="en-US" sz="1700"/>
              <a:t>This method returns an enumeration of the components of this vector.</a:t>
            </a:r>
            <a:endParaRPr/>
          </a:p>
          <a:p>
            <a:pPr indent="-285750" lvl="0" marL="285750" rtl="0" algn="l">
              <a:lnSpc>
                <a:spcPct val="90000"/>
              </a:lnSpc>
              <a:spcBef>
                <a:spcPts val="1000"/>
              </a:spcBef>
              <a:spcAft>
                <a:spcPts val="0"/>
              </a:spcAft>
              <a:buClr>
                <a:schemeClr val="dk1"/>
              </a:buClr>
              <a:buSzPts val="1700"/>
              <a:buNone/>
            </a:pPr>
            <a:r>
              <a:rPr b="1" lang="en-US" sz="1700" u="sng">
                <a:solidFill>
                  <a:schemeClr val="hlink"/>
                </a:solidFill>
                <a:hlinkClick r:id="rId6"/>
              </a:rPr>
              <a:t>14.void ensureCapacity(int minCapacity)</a:t>
            </a:r>
            <a:r>
              <a:rPr b="1" lang="en-US" sz="1700"/>
              <a:t> </a:t>
            </a:r>
            <a:r>
              <a:rPr lang="en-US" sz="1700"/>
              <a:t>This method increases the capacity of this vector, if necessary, to ensure that it can hold at least the number of components specified by the minimum capacity argument.</a:t>
            </a:r>
            <a:endParaRPr/>
          </a:p>
          <a:p>
            <a:pPr indent="-285750" lvl="0" marL="285750" rtl="0" algn="l">
              <a:lnSpc>
                <a:spcPct val="90000"/>
              </a:lnSpc>
              <a:spcBef>
                <a:spcPts val="1000"/>
              </a:spcBef>
              <a:spcAft>
                <a:spcPts val="0"/>
              </a:spcAft>
              <a:buClr>
                <a:schemeClr val="dk1"/>
              </a:buClr>
              <a:buSzPts val="1700"/>
              <a:buNone/>
            </a:pPr>
            <a:r>
              <a:rPr b="1" lang="en-US" sz="1700" u="sng">
                <a:solidFill>
                  <a:schemeClr val="hlink"/>
                </a:solidFill>
                <a:latin typeface="Times New Roman"/>
                <a:ea typeface="Times New Roman"/>
                <a:cs typeface="Times New Roman"/>
                <a:sym typeface="Times New Roman"/>
                <a:hlinkClick r:id="rId7"/>
              </a:rPr>
              <a:t>15.boolean equals(Object o)</a:t>
            </a:r>
            <a:r>
              <a:rPr b="1" lang="en-US" sz="1700">
                <a:latin typeface="Times New Roman"/>
                <a:ea typeface="Times New Roman"/>
                <a:cs typeface="Times New Roman"/>
                <a:sym typeface="Times New Roman"/>
              </a:rPr>
              <a:t> </a:t>
            </a:r>
            <a:r>
              <a:rPr lang="en-US" sz="1700">
                <a:latin typeface="Times New Roman"/>
                <a:ea typeface="Times New Roman"/>
                <a:cs typeface="Times New Roman"/>
                <a:sym typeface="Times New Roman"/>
              </a:rPr>
              <a:t>This method compares the specified Object with this Vector for equality.</a:t>
            </a:r>
            <a:endParaRPr/>
          </a:p>
          <a:p>
            <a:pPr indent="-285750" lvl="0" marL="285750" rtl="0" algn="l">
              <a:lnSpc>
                <a:spcPct val="90000"/>
              </a:lnSpc>
              <a:spcBef>
                <a:spcPts val="1000"/>
              </a:spcBef>
              <a:spcAft>
                <a:spcPts val="0"/>
              </a:spcAft>
              <a:buClr>
                <a:schemeClr val="dk1"/>
              </a:buClr>
              <a:buSzPts val="1700"/>
              <a:buNone/>
            </a:pPr>
            <a:r>
              <a:rPr b="1" lang="en-US" sz="1700" u="sng">
                <a:solidFill>
                  <a:schemeClr val="hlink"/>
                </a:solidFill>
                <a:latin typeface="Times New Roman"/>
                <a:ea typeface="Times New Roman"/>
                <a:cs typeface="Times New Roman"/>
                <a:sym typeface="Times New Roman"/>
                <a:hlinkClick r:id="rId8"/>
              </a:rPr>
              <a:t>16.E firstElement()</a:t>
            </a:r>
            <a:r>
              <a:rPr b="1" lang="en-US" sz="1700">
                <a:latin typeface="Times New Roman"/>
                <a:ea typeface="Times New Roman"/>
                <a:cs typeface="Times New Roman"/>
                <a:sym typeface="Times New Roman"/>
              </a:rPr>
              <a:t> </a:t>
            </a:r>
            <a:r>
              <a:rPr lang="en-US" sz="1700">
                <a:latin typeface="Times New Roman"/>
                <a:ea typeface="Times New Roman"/>
                <a:cs typeface="Times New Roman"/>
                <a:sym typeface="Times New Roman"/>
              </a:rPr>
              <a:t>This method returns the first component (the item at index 0) of this vector.</a:t>
            </a:r>
            <a:endParaRPr/>
          </a:p>
          <a:p>
            <a:pPr indent="-285750" lvl="0" marL="285750" rtl="0" algn="l">
              <a:lnSpc>
                <a:spcPct val="90000"/>
              </a:lnSpc>
              <a:spcBef>
                <a:spcPts val="1000"/>
              </a:spcBef>
              <a:spcAft>
                <a:spcPts val="0"/>
              </a:spcAft>
              <a:buClr>
                <a:schemeClr val="dk1"/>
              </a:buClr>
              <a:buSzPts val="1700"/>
              <a:buNone/>
            </a:pPr>
            <a:r>
              <a:rPr b="1" lang="en-US" sz="1700" u="sng">
                <a:solidFill>
                  <a:schemeClr val="hlink"/>
                </a:solidFill>
                <a:latin typeface="Times New Roman"/>
                <a:ea typeface="Times New Roman"/>
                <a:cs typeface="Times New Roman"/>
                <a:sym typeface="Times New Roman"/>
                <a:hlinkClick r:id="rId9"/>
              </a:rPr>
              <a:t>17.E get(int index)</a:t>
            </a:r>
            <a:r>
              <a:rPr b="1" lang="en-US" sz="1700">
                <a:latin typeface="Times New Roman"/>
                <a:ea typeface="Times New Roman"/>
                <a:cs typeface="Times New Roman"/>
                <a:sym typeface="Times New Roman"/>
              </a:rPr>
              <a:t> </a:t>
            </a:r>
            <a:r>
              <a:rPr lang="en-US" sz="1700">
                <a:latin typeface="Times New Roman"/>
                <a:ea typeface="Times New Roman"/>
                <a:cs typeface="Times New Roman"/>
                <a:sym typeface="Times New Roman"/>
              </a:rPr>
              <a:t>This method returns the element at the specified position in this Vector.</a:t>
            </a:r>
            <a:endParaRPr/>
          </a:p>
          <a:p>
            <a:pPr indent="-285750" lvl="0" marL="285750" rtl="0" algn="l">
              <a:lnSpc>
                <a:spcPct val="90000"/>
              </a:lnSpc>
              <a:spcBef>
                <a:spcPts val="1000"/>
              </a:spcBef>
              <a:spcAft>
                <a:spcPts val="0"/>
              </a:spcAft>
              <a:buClr>
                <a:schemeClr val="dk1"/>
              </a:buClr>
              <a:buSzPts val="1700"/>
              <a:buNone/>
            </a:pPr>
            <a:r>
              <a:rPr lang="en-US" sz="1700">
                <a:latin typeface="Times New Roman"/>
                <a:ea typeface="Times New Roman"/>
                <a:cs typeface="Times New Roman"/>
                <a:sym typeface="Times New Roman"/>
              </a:rPr>
              <a:t>18</a:t>
            </a:r>
            <a:r>
              <a:rPr b="1" lang="en-US" sz="1700" u="sng">
                <a:solidFill>
                  <a:schemeClr val="hlink"/>
                </a:solidFill>
                <a:latin typeface="Times New Roman"/>
                <a:ea typeface="Times New Roman"/>
                <a:cs typeface="Times New Roman"/>
                <a:sym typeface="Times New Roman"/>
                <a:hlinkClick r:id="rId10"/>
              </a:rPr>
              <a:t>int hashCode()</a:t>
            </a:r>
            <a:r>
              <a:rPr lang="en-US" sz="1700">
                <a:latin typeface="Times New Roman"/>
                <a:ea typeface="Times New Roman"/>
                <a:cs typeface="Times New Roman"/>
                <a:sym typeface="Times New Roman"/>
              </a:rPr>
              <a:t>This method returns the hash code value for this Vector.</a:t>
            </a:r>
            <a:endParaRPr/>
          </a:p>
          <a:p>
            <a:pPr indent="-285750" lvl="0" marL="285750" rtl="0" algn="l">
              <a:lnSpc>
                <a:spcPct val="90000"/>
              </a:lnSpc>
              <a:spcBef>
                <a:spcPts val="1000"/>
              </a:spcBef>
              <a:spcAft>
                <a:spcPts val="0"/>
              </a:spcAft>
              <a:buClr>
                <a:schemeClr val="dk1"/>
              </a:buClr>
              <a:buSzPts val="1700"/>
              <a:buNone/>
            </a:pPr>
            <a:r>
              <a:rPr lang="en-US" sz="1700">
                <a:latin typeface="Times New Roman"/>
                <a:ea typeface="Times New Roman"/>
                <a:cs typeface="Times New Roman"/>
                <a:sym typeface="Times New Roman"/>
              </a:rPr>
              <a:t>19</a:t>
            </a:r>
            <a:r>
              <a:rPr b="1" lang="en-US" sz="1700" u="sng">
                <a:solidFill>
                  <a:schemeClr val="hlink"/>
                </a:solidFill>
                <a:latin typeface="Times New Roman"/>
                <a:ea typeface="Times New Roman"/>
                <a:cs typeface="Times New Roman"/>
                <a:sym typeface="Times New Roman"/>
                <a:hlinkClick r:id="rId11"/>
              </a:rPr>
              <a:t>int indexOf(Object o)</a:t>
            </a:r>
            <a:r>
              <a:rPr lang="en-US" sz="1700">
                <a:latin typeface="Times New Roman"/>
                <a:ea typeface="Times New Roman"/>
                <a:cs typeface="Times New Roman"/>
                <a:sym typeface="Times New Roman"/>
              </a:rPr>
              <a:t>This method returns the index of the first occurrence of the specified element in this vector, or -1 if this vector does not contain the element.</a:t>
            </a:r>
            <a:endParaRPr/>
          </a:p>
          <a:p>
            <a:pPr indent="-285750" lvl="0" marL="285750" rtl="0" algn="l">
              <a:lnSpc>
                <a:spcPct val="90000"/>
              </a:lnSpc>
              <a:spcBef>
                <a:spcPts val="1000"/>
              </a:spcBef>
              <a:spcAft>
                <a:spcPts val="0"/>
              </a:spcAft>
              <a:buClr>
                <a:schemeClr val="dk1"/>
              </a:buClr>
              <a:buSzPts val="1700"/>
              <a:buNone/>
            </a:pPr>
            <a:r>
              <a:rPr lang="en-US" sz="1700">
                <a:latin typeface="Times New Roman"/>
                <a:ea typeface="Times New Roman"/>
                <a:cs typeface="Times New Roman"/>
                <a:sym typeface="Times New Roman"/>
              </a:rPr>
              <a:t>20</a:t>
            </a:r>
            <a:r>
              <a:rPr b="1" lang="en-US" sz="1700" u="sng">
                <a:solidFill>
                  <a:schemeClr val="hlink"/>
                </a:solidFill>
                <a:latin typeface="Times New Roman"/>
                <a:ea typeface="Times New Roman"/>
                <a:cs typeface="Times New Roman"/>
                <a:sym typeface="Times New Roman"/>
                <a:hlinkClick r:id="rId12"/>
              </a:rPr>
              <a:t>int indexOf(Object o, int index)</a:t>
            </a:r>
            <a:r>
              <a:rPr lang="en-US" sz="1700">
                <a:latin typeface="Times New Roman"/>
                <a:ea typeface="Times New Roman"/>
                <a:cs typeface="Times New Roman"/>
                <a:sym typeface="Times New Roman"/>
              </a:rPr>
              <a:t>This method returns the index of the first occurrence of the specified element in this vector, searching forwards from index, or returns -1 if the element is not found.</a:t>
            </a:r>
            <a:endParaRPr sz="1700"/>
          </a:p>
          <a:p>
            <a:pPr indent="-177800" lvl="0" marL="285750" rtl="0" algn="l">
              <a:lnSpc>
                <a:spcPct val="90000"/>
              </a:lnSpc>
              <a:spcBef>
                <a:spcPts val="1000"/>
              </a:spcBef>
              <a:spcAft>
                <a:spcPts val="0"/>
              </a:spcAft>
              <a:buClr>
                <a:schemeClr val="dk1"/>
              </a:buClr>
              <a:buSzPts val="1700"/>
              <a:buFont typeface="Arial"/>
              <a:buNone/>
            </a:pPr>
            <a:r>
              <a:t/>
            </a:r>
            <a:endParaRPr sz="1700"/>
          </a:p>
        </p:txBody>
      </p:sp>
      <p:sp>
        <p:nvSpPr>
          <p:cNvPr id="421" name="Google Shape;421;p42"/>
          <p:cNvSpPr txBox="1"/>
          <p:nvPr/>
        </p:nvSpPr>
        <p:spPr>
          <a:xfrm>
            <a:off x="2286000" y="0"/>
            <a:ext cx="648286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Methods of Vector Class(Contd..)</a:t>
            </a:r>
            <a:endParaRPr b="1" sz="20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3"/>
          <p:cNvSpPr txBox="1"/>
          <p:nvPr>
            <p:ph idx="12" type="sldNum"/>
          </p:nvPr>
        </p:nvSpPr>
        <p:spPr>
          <a:xfrm>
            <a:off x="9144000" y="19051"/>
            <a:ext cx="1066800" cy="3286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200">
                <a:solidFill>
                  <a:srgbClr val="FEFEFE"/>
                </a:solidFill>
                <a:latin typeface="Times New Roman"/>
                <a:ea typeface="Times New Roman"/>
                <a:cs typeface="Times New Roman"/>
                <a:sym typeface="Times New Roman"/>
              </a:rPr>
              <a:t>‹#›</a:t>
            </a:fld>
            <a:endParaRPr sz="1200">
              <a:solidFill>
                <a:srgbClr val="FEFEFE"/>
              </a:solidFill>
              <a:latin typeface="Times New Roman"/>
              <a:ea typeface="Times New Roman"/>
              <a:cs typeface="Times New Roman"/>
              <a:sym typeface="Times New Roman"/>
            </a:endParaRPr>
          </a:p>
        </p:txBody>
      </p:sp>
      <p:sp>
        <p:nvSpPr>
          <p:cNvPr id="427" name="Google Shape;427;p43"/>
          <p:cNvSpPr txBox="1"/>
          <p:nvPr>
            <p:ph type="title"/>
          </p:nvPr>
        </p:nvSpPr>
        <p:spPr>
          <a:xfrm>
            <a:off x="1981200" y="0"/>
            <a:ext cx="7024688" cy="7620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400"/>
              <a:buFont typeface="Times New Roman"/>
              <a:buNone/>
            </a:pPr>
            <a:br>
              <a:rPr b="1" lang="en-US" sz="2400"/>
            </a:br>
            <a:r>
              <a:rPr b="1" lang="en-US" sz="2400"/>
              <a:t>Methods of Vector Class(Contd..)</a:t>
            </a:r>
            <a:endParaRPr b="1" sz="2400"/>
          </a:p>
        </p:txBody>
      </p:sp>
      <p:sp>
        <p:nvSpPr>
          <p:cNvPr id="428" name="Google Shape;428;p43"/>
          <p:cNvSpPr txBox="1"/>
          <p:nvPr>
            <p:ph idx="1" type="body"/>
          </p:nvPr>
        </p:nvSpPr>
        <p:spPr>
          <a:xfrm>
            <a:off x="1828800" y="838200"/>
            <a:ext cx="8610600" cy="5715000"/>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21</a:t>
            </a:r>
            <a:r>
              <a:rPr b="1" lang="en-US" sz="1800" u="sng">
                <a:solidFill>
                  <a:schemeClr val="hlink"/>
                </a:solidFill>
                <a:latin typeface="Times New Roman"/>
                <a:ea typeface="Times New Roman"/>
                <a:cs typeface="Times New Roman"/>
                <a:sym typeface="Times New Roman"/>
                <a:hlinkClick r:id="rId3"/>
              </a:rPr>
              <a:t>void insertElementAt(E obj, int index)</a:t>
            </a:r>
            <a:r>
              <a:rPr lang="en-US" sz="1800">
                <a:latin typeface="Times New Roman"/>
                <a:ea typeface="Times New Roman"/>
                <a:cs typeface="Times New Roman"/>
                <a:sym typeface="Times New Roman"/>
              </a:rPr>
              <a:t>This method inserts the specified object as a component in this vector at the specified index.</a:t>
            </a:r>
            <a:endParaRPr/>
          </a:p>
          <a:p>
            <a:pPr indent="-285750" lvl="0" marL="285750" rtl="0" algn="l">
              <a:lnSpc>
                <a:spcPct val="90000"/>
              </a:lnSpc>
              <a:spcBef>
                <a:spcPts val="100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22</a:t>
            </a:r>
            <a:r>
              <a:rPr b="1" lang="en-US" sz="1800" u="sng">
                <a:solidFill>
                  <a:schemeClr val="hlink"/>
                </a:solidFill>
                <a:latin typeface="Times New Roman"/>
                <a:ea typeface="Times New Roman"/>
                <a:cs typeface="Times New Roman"/>
                <a:sym typeface="Times New Roman"/>
                <a:hlinkClick r:id="rId4"/>
              </a:rPr>
              <a:t>boolean isEmpty()</a:t>
            </a:r>
            <a:r>
              <a:rPr lang="en-US" sz="1800">
                <a:latin typeface="Times New Roman"/>
                <a:ea typeface="Times New Roman"/>
                <a:cs typeface="Times New Roman"/>
                <a:sym typeface="Times New Roman"/>
              </a:rPr>
              <a:t>This method tests if this vector has no components.</a:t>
            </a:r>
            <a:endParaRPr/>
          </a:p>
          <a:p>
            <a:pPr indent="-285750" lvl="0" marL="285750" rtl="0" algn="l">
              <a:lnSpc>
                <a:spcPct val="90000"/>
              </a:lnSpc>
              <a:spcBef>
                <a:spcPts val="100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23</a:t>
            </a:r>
            <a:r>
              <a:rPr b="1" lang="en-US" sz="1800" u="sng">
                <a:solidFill>
                  <a:schemeClr val="hlink"/>
                </a:solidFill>
                <a:latin typeface="Times New Roman"/>
                <a:ea typeface="Times New Roman"/>
                <a:cs typeface="Times New Roman"/>
                <a:sym typeface="Times New Roman"/>
                <a:hlinkClick r:id="rId5"/>
              </a:rPr>
              <a:t>E lastElement()</a:t>
            </a:r>
            <a:r>
              <a:rPr lang="en-US" sz="1800">
                <a:latin typeface="Times New Roman"/>
                <a:ea typeface="Times New Roman"/>
                <a:cs typeface="Times New Roman"/>
                <a:sym typeface="Times New Roman"/>
              </a:rPr>
              <a:t>This method returns the last component of the vector.</a:t>
            </a:r>
            <a:endParaRPr/>
          </a:p>
          <a:p>
            <a:pPr indent="-285750" lvl="0" marL="285750" rtl="0" algn="l">
              <a:lnSpc>
                <a:spcPct val="90000"/>
              </a:lnSpc>
              <a:spcBef>
                <a:spcPts val="100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24</a:t>
            </a:r>
            <a:r>
              <a:rPr b="1" lang="en-US" sz="1800" u="sng">
                <a:solidFill>
                  <a:schemeClr val="hlink"/>
                </a:solidFill>
                <a:latin typeface="Times New Roman"/>
                <a:ea typeface="Times New Roman"/>
                <a:cs typeface="Times New Roman"/>
                <a:sym typeface="Times New Roman"/>
                <a:hlinkClick r:id="rId6"/>
              </a:rPr>
              <a:t>int lastIndexOf(Object o)</a:t>
            </a:r>
            <a:r>
              <a:rPr lang="en-US" sz="1800">
                <a:latin typeface="Times New Roman"/>
                <a:ea typeface="Times New Roman"/>
                <a:cs typeface="Times New Roman"/>
                <a:sym typeface="Times New Roman"/>
              </a:rPr>
              <a:t>This method returns the index of the last occurrence of the specified element in this vector, or -1 if this vector does not contain the element.</a:t>
            </a:r>
            <a:endParaRPr/>
          </a:p>
          <a:p>
            <a:pPr indent="-285750" lvl="0" marL="285750" rtl="0" algn="l">
              <a:lnSpc>
                <a:spcPct val="90000"/>
              </a:lnSpc>
              <a:spcBef>
                <a:spcPts val="100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25</a:t>
            </a:r>
            <a:r>
              <a:rPr b="1" lang="en-US" sz="1800" u="sng">
                <a:solidFill>
                  <a:schemeClr val="hlink"/>
                </a:solidFill>
                <a:latin typeface="Times New Roman"/>
                <a:ea typeface="Times New Roman"/>
                <a:cs typeface="Times New Roman"/>
                <a:sym typeface="Times New Roman"/>
                <a:hlinkClick r:id="rId7"/>
              </a:rPr>
              <a:t>int lastIndexOf(Object o, int index)</a:t>
            </a:r>
            <a:r>
              <a:rPr b="1"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This method returns the index of the last occurrence of the specified element in this vector, searching backwards from index, or returns -1 if the element is not found.</a:t>
            </a:r>
            <a:endParaRPr/>
          </a:p>
          <a:p>
            <a:pPr indent="-285750" lvl="0" marL="285750" rtl="0" algn="l">
              <a:lnSpc>
                <a:spcPct val="90000"/>
              </a:lnSpc>
              <a:spcBef>
                <a:spcPts val="100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26</a:t>
            </a:r>
            <a:r>
              <a:rPr b="1" lang="en-US" sz="1800" u="sng">
                <a:solidFill>
                  <a:schemeClr val="hlink"/>
                </a:solidFill>
                <a:latin typeface="Times New Roman"/>
                <a:ea typeface="Times New Roman"/>
                <a:cs typeface="Times New Roman"/>
                <a:sym typeface="Times New Roman"/>
                <a:hlinkClick r:id="rId8"/>
              </a:rPr>
              <a:t>E remove(int index)</a:t>
            </a:r>
            <a:r>
              <a:rPr b="1"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This method removes the element at the specified position in this Vector.</a:t>
            </a:r>
            <a:endParaRPr/>
          </a:p>
          <a:p>
            <a:pPr indent="-285750" lvl="0" marL="285750" rtl="0" algn="l">
              <a:lnSpc>
                <a:spcPct val="90000"/>
              </a:lnSpc>
              <a:spcBef>
                <a:spcPts val="100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27</a:t>
            </a:r>
            <a:r>
              <a:rPr b="1" lang="en-US" sz="1800" u="sng">
                <a:solidFill>
                  <a:schemeClr val="hlink"/>
                </a:solidFill>
                <a:latin typeface="Times New Roman"/>
                <a:ea typeface="Times New Roman"/>
                <a:cs typeface="Times New Roman"/>
                <a:sym typeface="Times New Roman"/>
                <a:hlinkClick r:id="rId9"/>
              </a:rPr>
              <a:t>boolean remove(Object o)</a:t>
            </a:r>
            <a:r>
              <a:rPr b="1"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This method removes the first occurrence of the specified element in this Vector If the Vector does not contain the element, it is unchanged.</a:t>
            </a:r>
            <a:endParaRPr/>
          </a:p>
          <a:p>
            <a:pPr indent="-285750" lvl="0" marL="285750" rtl="0" algn="l">
              <a:lnSpc>
                <a:spcPct val="90000"/>
              </a:lnSpc>
              <a:spcBef>
                <a:spcPts val="100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28</a:t>
            </a:r>
            <a:r>
              <a:rPr b="1" lang="en-US" sz="1800" u="sng">
                <a:solidFill>
                  <a:schemeClr val="hlink"/>
                </a:solidFill>
                <a:latin typeface="Times New Roman"/>
                <a:ea typeface="Times New Roman"/>
                <a:cs typeface="Times New Roman"/>
                <a:sym typeface="Times New Roman"/>
                <a:hlinkClick r:id="rId10"/>
              </a:rPr>
              <a:t>boolean removeAll(Collection&lt;?&gt; c)</a:t>
            </a:r>
            <a:r>
              <a:rPr b="1"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This method removes from this Vector all of its elements that are contained in the specified Collection.</a:t>
            </a:r>
            <a:endParaRPr/>
          </a:p>
          <a:p>
            <a:pPr indent="-285750" lvl="0" marL="285750" rtl="0" algn="l">
              <a:lnSpc>
                <a:spcPct val="90000"/>
              </a:lnSpc>
              <a:spcBef>
                <a:spcPts val="100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29</a:t>
            </a:r>
            <a:r>
              <a:rPr b="1" lang="en-US" sz="1800" u="sng">
                <a:solidFill>
                  <a:schemeClr val="hlink"/>
                </a:solidFill>
                <a:latin typeface="Times New Roman"/>
                <a:ea typeface="Times New Roman"/>
                <a:cs typeface="Times New Roman"/>
                <a:sym typeface="Times New Roman"/>
                <a:hlinkClick r:id="rId11"/>
              </a:rPr>
              <a:t>void removeAllElements()</a:t>
            </a:r>
            <a:r>
              <a:rPr b="1"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This method removes all components from this vector and sets its size to zero.</a:t>
            </a:r>
            <a:endParaRPr/>
          </a:p>
          <a:p>
            <a:pPr indent="-285750" lvl="0" marL="285750" rtl="0" algn="l">
              <a:lnSpc>
                <a:spcPct val="90000"/>
              </a:lnSpc>
              <a:spcBef>
                <a:spcPts val="1000"/>
              </a:spcBef>
              <a:spcAft>
                <a:spcPts val="0"/>
              </a:spcAft>
              <a:buClr>
                <a:schemeClr val="dk1"/>
              </a:buClr>
              <a:buSzPts val="1800"/>
              <a:buFont typeface="Noto Sans Symbols"/>
              <a:buNone/>
            </a:pPr>
            <a:r>
              <a:rPr lang="en-US" sz="1800">
                <a:latin typeface="Times New Roman"/>
                <a:ea typeface="Times New Roman"/>
                <a:cs typeface="Times New Roman"/>
                <a:sym typeface="Times New Roman"/>
              </a:rPr>
              <a:t>30</a:t>
            </a:r>
            <a:r>
              <a:rPr b="1" lang="en-US" sz="1800" u="sng">
                <a:solidFill>
                  <a:schemeClr val="hlink"/>
                </a:solidFill>
                <a:latin typeface="Times New Roman"/>
                <a:ea typeface="Times New Roman"/>
                <a:cs typeface="Times New Roman"/>
                <a:sym typeface="Times New Roman"/>
                <a:hlinkClick r:id="rId12"/>
              </a:rPr>
              <a:t>boolean removeElement(Object obj)</a:t>
            </a:r>
            <a:r>
              <a:rPr b="1"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This method removes the first occurrence of the argument from this vector.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4"/>
          <p:cNvSpPr txBox="1"/>
          <p:nvPr>
            <p:ph idx="12" type="sldNum"/>
          </p:nvPr>
        </p:nvSpPr>
        <p:spPr>
          <a:xfrm>
            <a:off x="9144000" y="19051"/>
            <a:ext cx="1066800" cy="3286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sz="1400">
                <a:solidFill>
                  <a:srgbClr val="FEFEFE"/>
                </a:solidFill>
                <a:latin typeface="Times New Roman"/>
                <a:ea typeface="Times New Roman"/>
                <a:cs typeface="Times New Roman"/>
                <a:sym typeface="Times New Roman"/>
              </a:rPr>
              <a:t>‹#›</a:t>
            </a:fld>
            <a:endParaRPr sz="1400">
              <a:solidFill>
                <a:srgbClr val="FEFEFE"/>
              </a:solidFill>
              <a:latin typeface="Times New Roman"/>
              <a:ea typeface="Times New Roman"/>
              <a:cs typeface="Times New Roman"/>
              <a:sym typeface="Times New Roman"/>
            </a:endParaRPr>
          </a:p>
        </p:txBody>
      </p:sp>
      <p:sp>
        <p:nvSpPr>
          <p:cNvPr id="434" name="Google Shape;434;p44"/>
          <p:cNvSpPr txBox="1"/>
          <p:nvPr>
            <p:ph type="title"/>
          </p:nvPr>
        </p:nvSpPr>
        <p:spPr>
          <a:xfrm>
            <a:off x="1981200" y="0"/>
            <a:ext cx="7024688" cy="6096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930B0B"/>
              </a:buClr>
              <a:buSzPct val="100000"/>
              <a:buFont typeface="Times New Roman"/>
              <a:buNone/>
            </a:pPr>
            <a:br>
              <a:rPr b="1" lang="en-US" sz="2400"/>
            </a:br>
            <a:r>
              <a:rPr b="1" lang="en-US" sz="2400"/>
              <a:t>Methods of Vector Class(Contd..)</a:t>
            </a:r>
            <a:endParaRPr b="1" sz="2400"/>
          </a:p>
        </p:txBody>
      </p:sp>
      <p:sp>
        <p:nvSpPr>
          <p:cNvPr id="435" name="Google Shape;435;p44"/>
          <p:cNvSpPr txBox="1"/>
          <p:nvPr>
            <p:ph idx="1" type="body"/>
          </p:nvPr>
        </p:nvSpPr>
        <p:spPr>
          <a:xfrm>
            <a:off x="1905001" y="685800"/>
            <a:ext cx="7286625" cy="5334000"/>
          </a:xfrm>
          <a:prstGeom prst="rect">
            <a:avLst/>
          </a:prstGeom>
          <a:noFill/>
          <a:ln>
            <a:noFill/>
          </a:ln>
        </p:spPr>
        <p:txBody>
          <a:bodyPr anchorCtr="0" anchor="t" bIns="45700" lIns="91425" spcFirstLastPara="1" rIns="91425" wrap="square" tIns="45700">
            <a:noAutofit/>
          </a:bodyPr>
          <a:lstStyle/>
          <a:p>
            <a:pPr indent="-285750" lvl="0" marL="285750" rtl="0" algn="l">
              <a:lnSpc>
                <a:spcPct val="90000"/>
              </a:lnSpc>
              <a:spcBef>
                <a:spcPts val="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31</a:t>
            </a:r>
            <a:r>
              <a:rPr b="1" lang="en-US" sz="1700" u="sng">
                <a:solidFill>
                  <a:schemeClr val="hlink"/>
                </a:solidFill>
                <a:latin typeface="Times New Roman"/>
                <a:ea typeface="Times New Roman"/>
                <a:cs typeface="Times New Roman"/>
                <a:sym typeface="Times New Roman"/>
                <a:hlinkClick r:id="rId3"/>
              </a:rPr>
              <a:t>void removeElementAt(int index)</a:t>
            </a:r>
            <a:r>
              <a:rPr lang="en-US" sz="1700">
                <a:latin typeface="Times New Roman"/>
                <a:ea typeface="Times New Roman"/>
                <a:cs typeface="Times New Roman"/>
                <a:sym typeface="Times New Roman"/>
              </a:rPr>
              <a:t>This method deletes the component at the specified index.</a:t>
            </a:r>
            <a:endParaRPr/>
          </a:p>
          <a:p>
            <a:pPr indent="-285750" lvl="0" marL="285750" rtl="0" algn="l">
              <a:lnSpc>
                <a:spcPct val="90000"/>
              </a:lnSpc>
              <a:spcBef>
                <a:spcPts val="100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32</a:t>
            </a:r>
            <a:r>
              <a:rPr b="1" lang="en-US" sz="1700" u="sng">
                <a:solidFill>
                  <a:schemeClr val="hlink"/>
                </a:solidFill>
                <a:latin typeface="Times New Roman"/>
                <a:ea typeface="Times New Roman"/>
                <a:cs typeface="Times New Roman"/>
                <a:sym typeface="Times New Roman"/>
                <a:hlinkClick r:id="rId4"/>
              </a:rPr>
              <a:t>protected void removeRange(int fromIndex, int toIndex)</a:t>
            </a:r>
            <a:r>
              <a:rPr lang="en-US" sz="1700">
                <a:latin typeface="Times New Roman"/>
                <a:ea typeface="Times New Roman"/>
                <a:cs typeface="Times New Roman"/>
                <a:sym typeface="Times New Roman"/>
              </a:rPr>
              <a:t>This method removes from this List all of the elements whose index is between fromIndex, inclusive and toIndex, exclusive.</a:t>
            </a:r>
            <a:endParaRPr/>
          </a:p>
          <a:p>
            <a:pPr indent="-285750" lvl="0" marL="285750" rtl="0" algn="l">
              <a:lnSpc>
                <a:spcPct val="90000"/>
              </a:lnSpc>
              <a:spcBef>
                <a:spcPts val="100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33</a:t>
            </a:r>
            <a:r>
              <a:rPr b="1" lang="en-US" sz="1700" u="sng">
                <a:solidFill>
                  <a:schemeClr val="hlink"/>
                </a:solidFill>
                <a:latin typeface="Times New Roman"/>
                <a:ea typeface="Times New Roman"/>
                <a:cs typeface="Times New Roman"/>
                <a:sym typeface="Times New Roman"/>
                <a:hlinkClick r:id="rId5"/>
              </a:rPr>
              <a:t>boolean retainAll(Collection&lt;?&gt; c)</a:t>
            </a:r>
            <a:r>
              <a:rPr lang="en-US" sz="1700">
                <a:latin typeface="Times New Roman"/>
                <a:ea typeface="Times New Roman"/>
                <a:cs typeface="Times New Roman"/>
                <a:sym typeface="Times New Roman"/>
              </a:rPr>
              <a:t>This method retains only the elements in this Vector that are contained in the specified Collection.</a:t>
            </a:r>
            <a:endParaRPr/>
          </a:p>
          <a:p>
            <a:pPr indent="-285750" lvl="0" marL="285750" rtl="0" algn="l">
              <a:lnSpc>
                <a:spcPct val="90000"/>
              </a:lnSpc>
              <a:spcBef>
                <a:spcPts val="100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34</a:t>
            </a:r>
            <a:r>
              <a:rPr b="1" lang="en-US" sz="1700" u="sng">
                <a:solidFill>
                  <a:schemeClr val="hlink"/>
                </a:solidFill>
                <a:latin typeface="Times New Roman"/>
                <a:ea typeface="Times New Roman"/>
                <a:cs typeface="Times New Roman"/>
                <a:sym typeface="Times New Roman"/>
                <a:hlinkClick r:id="rId6"/>
              </a:rPr>
              <a:t>E set(int index, E element)</a:t>
            </a:r>
            <a:r>
              <a:rPr lang="en-US" sz="1700">
                <a:latin typeface="Times New Roman"/>
                <a:ea typeface="Times New Roman"/>
                <a:cs typeface="Times New Roman"/>
                <a:sym typeface="Times New Roman"/>
              </a:rPr>
              <a:t>This method replaces the element at the specified position in this Vector with the specified element.</a:t>
            </a:r>
            <a:endParaRPr/>
          </a:p>
          <a:p>
            <a:pPr indent="-285750" lvl="0" marL="285750" rtl="0" algn="l">
              <a:lnSpc>
                <a:spcPct val="90000"/>
              </a:lnSpc>
              <a:spcBef>
                <a:spcPts val="100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35</a:t>
            </a:r>
            <a:r>
              <a:rPr b="1" lang="en-US" sz="1700" u="sng">
                <a:solidFill>
                  <a:schemeClr val="hlink"/>
                </a:solidFill>
                <a:latin typeface="Times New Roman"/>
                <a:ea typeface="Times New Roman"/>
                <a:cs typeface="Times New Roman"/>
                <a:sym typeface="Times New Roman"/>
                <a:hlinkClick r:id="rId7"/>
              </a:rPr>
              <a:t>void setElementAt(E obj, int index)</a:t>
            </a:r>
            <a:r>
              <a:rPr lang="en-US" sz="1700">
                <a:latin typeface="Times New Roman"/>
                <a:ea typeface="Times New Roman"/>
                <a:cs typeface="Times New Roman"/>
                <a:sym typeface="Times New Roman"/>
              </a:rPr>
              <a:t>This method sets the component at the specified index of this vector to be the specified object.</a:t>
            </a:r>
            <a:endParaRPr/>
          </a:p>
          <a:p>
            <a:pPr indent="-285750" lvl="0" marL="285750" rtl="0" algn="l">
              <a:lnSpc>
                <a:spcPct val="90000"/>
              </a:lnSpc>
              <a:spcBef>
                <a:spcPts val="100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36</a:t>
            </a:r>
            <a:r>
              <a:rPr b="1" lang="en-US" sz="1700" u="sng">
                <a:solidFill>
                  <a:schemeClr val="hlink"/>
                </a:solidFill>
                <a:latin typeface="Times New Roman"/>
                <a:ea typeface="Times New Roman"/>
                <a:cs typeface="Times New Roman"/>
                <a:sym typeface="Times New Roman"/>
                <a:hlinkClick r:id="rId8"/>
              </a:rPr>
              <a:t>void setSize(int newSize)</a:t>
            </a:r>
            <a:r>
              <a:rPr lang="en-US" sz="1700">
                <a:latin typeface="Times New Roman"/>
                <a:ea typeface="Times New Roman"/>
                <a:cs typeface="Times New Roman"/>
                <a:sym typeface="Times New Roman"/>
              </a:rPr>
              <a:t>This method sets the size of this vector.</a:t>
            </a:r>
            <a:endParaRPr/>
          </a:p>
          <a:p>
            <a:pPr indent="-285750" lvl="0" marL="285750" rtl="0" algn="l">
              <a:lnSpc>
                <a:spcPct val="90000"/>
              </a:lnSpc>
              <a:spcBef>
                <a:spcPts val="100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37</a:t>
            </a:r>
            <a:r>
              <a:rPr b="1" lang="en-US" sz="1700" u="sng">
                <a:solidFill>
                  <a:schemeClr val="hlink"/>
                </a:solidFill>
                <a:latin typeface="Times New Roman"/>
                <a:ea typeface="Times New Roman"/>
                <a:cs typeface="Times New Roman"/>
                <a:sym typeface="Times New Roman"/>
                <a:hlinkClick r:id="rId9"/>
              </a:rPr>
              <a:t>int size()</a:t>
            </a:r>
            <a:r>
              <a:rPr lang="en-US" sz="1700">
                <a:latin typeface="Times New Roman"/>
                <a:ea typeface="Times New Roman"/>
                <a:cs typeface="Times New Roman"/>
                <a:sym typeface="Times New Roman"/>
              </a:rPr>
              <a:t>This method returns the number of components in this vector.</a:t>
            </a:r>
            <a:endParaRPr/>
          </a:p>
          <a:p>
            <a:pPr indent="-285750" lvl="0" marL="285750" rtl="0" algn="l">
              <a:lnSpc>
                <a:spcPct val="90000"/>
              </a:lnSpc>
              <a:spcBef>
                <a:spcPts val="100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38</a:t>
            </a:r>
            <a:r>
              <a:rPr b="1" lang="en-US" sz="1700" u="sng">
                <a:solidFill>
                  <a:schemeClr val="hlink"/>
                </a:solidFill>
                <a:latin typeface="Times New Roman"/>
                <a:ea typeface="Times New Roman"/>
                <a:cs typeface="Times New Roman"/>
                <a:sym typeface="Times New Roman"/>
                <a:hlinkClick r:id="rId10"/>
              </a:rPr>
              <a:t>List &lt;E&gt; subList(int fromIndex, int toIndex)</a:t>
            </a:r>
            <a:r>
              <a:rPr lang="en-US" sz="1700">
                <a:latin typeface="Times New Roman"/>
                <a:ea typeface="Times New Roman"/>
                <a:cs typeface="Times New Roman"/>
                <a:sym typeface="Times New Roman"/>
              </a:rPr>
              <a:t>This method returns a view of the portion of this List between fromIndex, inclusive, and toIndex, exclusive.</a:t>
            </a:r>
            <a:endParaRPr/>
          </a:p>
          <a:p>
            <a:pPr indent="-285750" lvl="0" marL="285750" rtl="0" algn="l">
              <a:lnSpc>
                <a:spcPct val="90000"/>
              </a:lnSpc>
              <a:spcBef>
                <a:spcPts val="100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39</a:t>
            </a:r>
            <a:r>
              <a:rPr b="1" lang="en-US" sz="1700" u="sng">
                <a:solidFill>
                  <a:schemeClr val="hlink"/>
                </a:solidFill>
                <a:latin typeface="Times New Roman"/>
                <a:ea typeface="Times New Roman"/>
                <a:cs typeface="Times New Roman"/>
                <a:sym typeface="Times New Roman"/>
                <a:hlinkClick r:id="rId11"/>
              </a:rPr>
              <a:t>object[ ] toArray()</a:t>
            </a:r>
            <a:endParaRPr sz="1700">
              <a:latin typeface="Times New Roman"/>
              <a:ea typeface="Times New Roman"/>
              <a:cs typeface="Times New Roman"/>
              <a:sym typeface="Times New Roman"/>
            </a:endParaRPr>
          </a:p>
          <a:p>
            <a:pPr indent="-285750" lvl="0" marL="285750" rtl="0" algn="l">
              <a:lnSpc>
                <a:spcPct val="90000"/>
              </a:lnSpc>
              <a:spcBef>
                <a:spcPts val="1000"/>
              </a:spcBef>
              <a:spcAft>
                <a:spcPts val="0"/>
              </a:spcAft>
              <a:buClr>
                <a:schemeClr val="dk1"/>
              </a:buClr>
              <a:buSzPts val="1700"/>
              <a:buFont typeface="Noto Sans Symbols"/>
              <a:buNone/>
            </a:pPr>
            <a:r>
              <a:rPr lang="en-US" sz="1700">
                <a:latin typeface="Times New Roman"/>
                <a:ea typeface="Times New Roman"/>
                <a:cs typeface="Times New Roman"/>
                <a:sym typeface="Times New Roman"/>
              </a:rPr>
              <a:t>This method returns an array containing all of the elements in this Vector in the correct order.</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5"/>
          <p:cNvSpPr txBox="1"/>
          <p:nvPr>
            <p:ph type="title"/>
          </p:nvPr>
        </p:nvSpPr>
        <p:spPr>
          <a:xfrm>
            <a:off x="1981200" y="274638"/>
            <a:ext cx="7467600" cy="8683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930B0B"/>
              </a:buClr>
              <a:buSzPts val="2400"/>
              <a:buFont typeface="Times New Roman"/>
              <a:buNone/>
            </a:pPr>
            <a:r>
              <a:rPr b="1" lang="en-US" sz="2400"/>
              <a:t>Methods of Vector Class(Contd..)</a:t>
            </a:r>
            <a:endParaRPr sz="2400"/>
          </a:p>
        </p:txBody>
      </p:sp>
      <p:sp>
        <p:nvSpPr>
          <p:cNvPr id="441" name="Google Shape;441;p45"/>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a:bodyPr>
          <a:lstStyle/>
          <a:p>
            <a:pPr indent="-285750" lvl="0" marL="285750" rtl="0" algn="l">
              <a:lnSpc>
                <a:spcPct val="90000"/>
              </a:lnSpc>
              <a:spcBef>
                <a:spcPts val="0"/>
              </a:spcBef>
              <a:spcAft>
                <a:spcPts val="0"/>
              </a:spcAft>
              <a:buClr>
                <a:schemeClr val="dk1"/>
              </a:buClr>
              <a:buSzPts val="1800"/>
              <a:buNone/>
            </a:pPr>
            <a:r>
              <a:rPr lang="en-US" sz="1800">
                <a:latin typeface="Times New Roman"/>
                <a:ea typeface="Times New Roman"/>
                <a:cs typeface="Times New Roman"/>
                <a:sym typeface="Times New Roman"/>
              </a:rPr>
              <a:t>40</a:t>
            </a:r>
            <a:r>
              <a:rPr b="1" lang="en-US" sz="1800" u="sng">
                <a:solidFill>
                  <a:schemeClr val="hlink"/>
                </a:solidFill>
                <a:latin typeface="Times New Roman"/>
                <a:ea typeface="Times New Roman"/>
                <a:cs typeface="Times New Roman"/>
                <a:sym typeface="Times New Roman"/>
                <a:hlinkClick r:id="rId3"/>
              </a:rPr>
              <a:t>&lt;T&gt; T[ ] toArray(T[ ] a)</a:t>
            </a:r>
            <a:r>
              <a:rPr lang="en-US" sz="1800">
                <a:latin typeface="Times New Roman"/>
                <a:ea typeface="Times New Roman"/>
                <a:cs typeface="Times New Roman"/>
                <a:sym typeface="Times New Roman"/>
              </a:rPr>
              <a:t>This method returns an array containing all of the elements in this Vector in the correct order; the runtime type of the returned array is that of the specified array.</a:t>
            </a:r>
            <a:endParaRPr/>
          </a:p>
          <a:p>
            <a:pPr indent="-285750" lvl="0" marL="28575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41</a:t>
            </a:r>
            <a:r>
              <a:rPr b="1" lang="en-US" sz="1800" u="sng">
                <a:solidFill>
                  <a:schemeClr val="hlink"/>
                </a:solidFill>
                <a:latin typeface="Times New Roman"/>
                <a:ea typeface="Times New Roman"/>
                <a:cs typeface="Times New Roman"/>
                <a:sym typeface="Times New Roman"/>
                <a:hlinkClick r:id="rId4"/>
              </a:rPr>
              <a:t>String toString()</a:t>
            </a:r>
            <a:r>
              <a:rPr lang="en-US" sz="1800">
                <a:latin typeface="Times New Roman"/>
                <a:ea typeface="Times New Roman"/>
                <a:cs typeface="Times New Roman"/>
                <a:sym typeface="Times New Roman"/>
              </a:rPr>
              <a:t>This method returns a string representation of this Vector, containing the String representation of each element.</a:t>
            </a:r>
            <a:endParaRPr/>
          </a:p>
          <a:p>
            <a:pPr indent="-285750" lvl="0" marL="285750" rtl="0" algn="l">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42</a:t>
            </a:r>
            <a:r>
              <a:rPr b="1" lang="en-US" sz="1800" u="sng">
                <a:solidFill>
                  <a:schemeClr val="hlink"/>
                </a:solidFill>
                <a:latin typeface="Times New Roman"/>
                <a:ea typeface="Times New Roman"/>
                <a:cs typeface="Times New Roman"/>
                <a:sym typeface="Times New Roman"/>
                <a:hlinkClick r:id="rId5"/>
              </a:rPr>
              <a:t>void trimToSize()</a:t>
            </a:r>
            <a:r>
              <a:rPr lang="en-US" sz="1800">
                <a:latin typeface="Times New Roman"/>
                <a:ea typeface="Times New Roman"/>
                <a:cs typeface="Times New Roman"/>
                <a:sym typeface="Times New Roman"/>
              </a:rPr>
              <a:t>This method trims the capacity of this vector to be the vector's current size.</a:t>
            </a:r>
            <a:endParaRPr/>
          </a:p>
          <a:p>
            <a:pPr indent="-285750" lvl="0" marL="285750" rtl="0" algn="l">
              <a:lnSpc>
                <a:spcPct val="90000"/>
              </a:lnSpc>
              <a:spcBef>
                <a:spcPts val="1000"/>
              </a:spcBef>
              <a:spcAft>
                <a:spcPts val="0"/>
              </a:spcAft>
              <a:buClr>
                <a:schemeClr val="dk1"/>
              </a:buClr>
              <a:buSzPts val="2800"/>
              <a:buNone/>
            </a:pPr>
            <a:r>
              <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6"/>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Example:(2)</a:t>
            </a:r>
            <a:endParaRPr/>
          </a:p>
        </p:txBody>
      </p:sp>
      <p:sp>
        <p:nvSpPr>
          <p:cNvPr id="447" name="Google Shape;447;p46"/>
          <p:cNvSpPr txBox="1"/>
          <p:nvPr>
            <p:ph idx="1" type="body"/>
          </p:nvPr>
        </p:nvSpPr>
        <p:spPr>
          <a:xfrm>
            <a:off x="1981200" y="1600200"/>
            <a:ext cx="7696200" cy="4873752"/>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90000"/>
              </a:lnSpc>
              <a:spcBef>
                <a:spcPts val="0"/>
              </a:spcBef>
              <a:spcAft>
                <a:spcPts val="0"/>
              </a:spcAft>
              <a:buClr>
                <a:schemeClr val="dk1"/>
              </a:buClr>
              <a:buSzPts val="2000"/>
              <a:buNone/>
            </a:pPr>
            <a:r>
              <a:rPr lang="en-US" sz="2000"/>
              <a:t>import java.util.*; </a:t>
            </a:r>
            <a:endParaRPr/>
          </a:p>
          <a:p>
            <a:pPr indent="-285750" lvl="0" marL="285750" rtl="0" algn="l">
              <a:lnSpc>
                <a:spcPct val="90000"/>
              </a:lnSpc>
              <a:spcBef>
                <a:spcPts val="1000"/>
              </a:spcBef>
              <a:spcAft>
                <a:spcPts val="0"/>
              </a:spcAft>
              <a:buClr>
                <a:schemeClr val="dk1"/>
              </a:buClr>
              <a:buSzPts val="2000"/>
              <a:buNone/>
            </a:pPr>
            <a:r>
              <a:rPr lang="en-US" sz="2000"/>
              <a:t>public class VectorDemo </a:t>
            </a:r>
            <a:endParaRPr/>
          </a:p>
          <a:p>
            <a:pPr indent="-285750" lvl="0" marL="285750" rtl="0" algn="l">
              <a:lnSpc>
                <a:spcPct val="90000"/>
              </a:lnSpc>
              <a:spcBef>
                <a:spcPts val="1000"/>
              </a:spcBef>
              <a:spcAft>
                <a:spcPts val="0"/>
              </a:spcAft>
              <a:buClr>
                <a:schemeClr val="dk1"/>
              </a:buClr>
              <a:buSzPts val="2000"/>
              <a:buNone/>
            </a:pPr>
            <a:r>
              <a:rPr lang="en-US" sz="2000"/>
              <a:t>{</a:t>
            </a:r>
            <a:endParaRPr/>
          </a:p>
          <a:p>
            <a:pPr indent="-285750" lvl="0" marL="285750" rtl="0" algn="l">
              <a:lnSpc>
                <a:spcPct val="90000"/>
              </a:lnSpc>
              <a:spcBef>
                <a:spcPts val="1000"/>
              </a:spcBef>
              <a:spcAft>
                <a:spcPts val="0"/>
              </a:spcAft>
              <a:buClr>
                <a:schemeClr val="dk1"/>
              </a:buClr>
              <a:buSzPts val="2000"/>
              <a:buNone/>
            </a:pPr>
            <a:r>
              <a:rPr lang="en-US" sz="2000"/>
              <a:t> public static void main(String args[]) </a:t>
            </a:r>
            <a:endParaRPr/>
          </a:p>
          <a:p>
            <a:pPr indent="-285750" lvl="0" marL="285750" rtl="0" algn="l">
              <a:lnSpc>
                <a:spcPct val="90000"/>
              </a:lnSpc>
              <a:spcBef>
                <a:spcPts val="1000"/>
              </a:spcBef>
              <a:spcAft>
                <a:spcPts val="0"/>
              </a:spcAft>
              <a:buClr>
                <a:schemeClr val="dk1"/>
              </a:buClr>
              <a:buSzPts val="2000"/>
              <a:buNone/>
            </a:pPr>
            <a:r>
              <a:rPr lang="en-US" sz="2000"/>
              <a:t>{ </a:t>
            </a:r>
            <a:endParaRPr/>
          </a:p>
          <a:p>
            <a:pPr indent="-285750" lvl="0" marL="285750" rtl="0" algn="l">
              <a:lnSpc>
                <a:spcPct val="90000"/>
              </a:lnSpc>
              <a:spcBef>
                <a:spcPts val="1000"/>
              </a:spcBef>
              <a:spcAft>
                <a:spcPts val="0"/>
              </a:spcAft>
              <a:buClr>
                <a:schemeClr val="dk1"/>
              </a:buClr>
              <a:buSzPts val="2000"/>
              <a:buNone/>
            </a:pPr>
            <a:r>
              <a:rPr lang="en-US" sz="2000"/>
              <a:t>// initial size is 3, increment is 2</a:t>
            </a:r>
            <a:endParaRPr/>
          </a:p>
          <a:p>
            <a:pPr indent="-285750" lvl="0" marL="285750" rtl="0" algn="l">
              <a:lnSpc>
                <a:spcPct val="90000"/>
              </a:lnSpc>
              <a:spcBef>
                <a:spcPts val="1000"/>
              </a:spcBef>
              <a:spcAft>
                <a:spcPts val="0"/>
              </a:spcAft>
              <a:buClr>
                <a:schemeClr val="dk1"/>
              </a:buClr>
              <a:buSzPts val="2000"/>
              <a:buNone/>
            </a:pPr>
            <a:r>
              <a:rPr lang="en-US" sz="2000"/>
              <a:t> Vector v = new Vector(3, 2);</a:t>
            </a:r>
            <a:endParaRPr/>
          </a:p>
          <a:p>
            <a:pPr indent="-285750" lvl="0" marL="285750" rtl="0" algn="l">
              <a:lnSpc>
                <a:spcPct val="90000"/>
              </a:lnSpc>
              <a:spcBef>
                <a:spcPts val="1000"/>
              </a:spcBef>
              <a:spcAft>
                <a:spcPts val="0"/>
              </a:spcAft>
              <a:buClr>
                <a:schemeClr val="dk1"/>
              </a:buClr>
              <a:buSzPts val="2000"/>
              <a:buNone/>
            </a:pPr>
            <a:r>
              <a:rPr lang="en-US" sz="2000"/>
              <a:t> System.out.println("Initial size: " + v.size()); </a:t>
            </a:r>
            <a:endParaRPr/>
          </a:p>
          <a:p>
            <a:pPr indent="-285750" lvl="0" marL="285750" rtl="0" algn="l">
              <a:lnSpc>
                <a:spcPct val="90000"/>
              </a:lnSpc>
              <a:spcBef>
                <a:spcPts val="1000"/>
              </a:spcBef>
              <a:spcAft>
                <a:spcPts val="0"/>
              </a:spcAft>
              <a:buClr>
                <a:schemeClr val="dk1"/>
              </a:buClr>
              <a:buSzPts val="2000"/>
              <a:buNone/>
            </a:pPr>
            <a:r>
              <a:rPr lang="en-US" sz="2000"/>
              <a:t>System.out.println("Initial capacity: " + v.capacity());</a:t>
            </a:r>
            <a:endParaRPr/>
          </a:p>
          <a:p>
            <a:pPr indent="-285750" lvl="0" marL="285750" rtl="0" algn="l">
              <a:lnSpc>
                <a:spcPct val="90000"/>
              </a:lnSpc>
              <a:spcBef>
                <a:spcPts val="1000"/>
              </a:spcBef>
              <a:spcAft>
                <a:spcPts val="0"/>
              </a:spcAft>
              <a:buClr>
                <a:schemeClr val="dk1"/>
              </a:buClr>
              <a:buSzPts val="2000"/>
              <a:buNone/>
            </a:pPr>
            <a:r>
              <a:rPr lang="en-US" sz="2000"/>
              <a:t>v.addElement(new Integer(1)); </a:t>
            </a:r>
            <a:endParaRPr/>
          </a:p>
          <a:p>
            <a:pPr indent="-285750" lvl="0" marL="285750" rtl="0" algn="l">
              <a:lnSpc>
                <a:spcPct val="90000"/>
              </a:lnSpc>
              <a:spcBef>
                <a:spcPts val="1000"/>
              </a:spcBef>
              <a:spcAft>
                <a:spcPts val="0"/>
              </a:spcAft>
              <a:buClr>
                <a:schemeClr val="dk1"/>
              </a:buClr>
              <a:buSzPts val="2000"/>
              <a:buNone/>
            </a:pPr>
            <a:r>
              <a:rPr lang="en-US" sz="2000"/>
              <a:t>v.addElement(new Integer(2)); </a:t>
            </a:r>
            <a:endParaRPr/>
          </a:p>
          <a:p>
            <a:pPr indent="-285750" lvl="0" marL="285750" rtl="0" algn="l">
              <a:lnSpc>
                <a:spcPct val="90000"/>
              </a:lnSpc>
              <a:spcBef>
                <a:spcPts val="1000"/>
              </a:spcBef>
              <a:spcAft>
                <a:spcPts val="0"/>
              </a:spcAft>
              <a:buClr>
                <a:schemeClr val="dk1"/>
              </a:buClr>
              <a:buSzPts val="2000"/>
              <a:buNone/>
            </a:pPr>
            <a:r>
              <a:rPr lang="en-US" sz="2000"/>
              <a:t>v.addElement(new Integer(3));</a:t>
            </a:r>
            <a:endParaRPr/>
          </a:p>
          <a:p>
            <a:pPr indent="-285750" lvl="0" marL="285750" rtl="0" algn="l">
              <a:lnSpc>
                <a:spcPct val="90000"/>
              </a:lnSpc>
              <a:spcBef>
                <a:spcPts val="1000"/>
              </a:spcBef>
              <a:spcAft>
                <a:spcPts val="0"/>
              </a:spcAft>
              <a:buClr>
                <a:schemeClr val="dk1"/>
              </a:buClr>
              <a:buSzPts val="2000"/>
              <a:buNone/>
            </a:pPr>
            <a:r>
              <a:rPr lang="en-US" sz="2000"/>
              <a:t> v.addElement(new Integer(4));</a:t>
            </a:r>
            <a:endParaRPr/>
          </a:p>
          <a:p>
            <a:pPr indent="-107950" lvl="0" marL="285750" rtl="0" algn="l">
              <a:lnSpc>
                <a:spcPct val="90000"/>
              </a:lnSpc>
              <a:spcBef>
                <a:spcPts val="1000"/>
              </a:spcBef>
              <a:spcAft>
                <a:spcPts val="0"/>
              </a:spcAft>
              <a:buClr>
                <a:schemeClr val="dk1"/>
              </a:buClr>
              <a:buSzPts val="2800"/>
              <a:buFont typeface="Arial"/>
              <a:buNone/>
            </a:pPr>
            <a:r>
              <a:t/>
            </a:r>
            <a:endParaRPr/>
          </a:p>
        </p:txBody>
      </p:sp>
      <p:sp>
        <p:nvSpPr>
          <p:cNvPr id="448" name="Google Shape;448;p46"/>
          <p:cNvSpPr txBox="1"/>
          <p:nvPr/>
        </p:nvSpPr>
        <p:spPr>
          <a:xfrm>
            <a:off x="5943600" y="1600200"/>
            <a:ext cx="4114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7"/>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Example:(2)</a:t>
            </a:r>
            <a:endParaRPr/>
          </a:p>
        </p:txBody>
      </p:sp>
      <p:sp>
        <p:nvSpPr>
          <p:cNvPr id="454" name="Google Shape;454;p47"/>
          <p:cNvSpPr txBox="1"/>
          <p:nvPr>
            <p:ph idx="1" type="body"/>
          </p:nvPr>
        </p:nvSpPr>
        <p:spPr>
          <a:xfrm>
            <a:off x="1981200" y="1600200"/>
            <a:ext cx="8001000" cy="4873752"/>
          </a:xfrm>
          <a:prstGeom prst="rect">
            <a:avLst/>
          </a:prstGeom>
          <a:noFill/>
          <a:ln>
            <a:noFill/>
          </a:ln>
        </p:spPr>
        <p:txBody>
          <a:bodyPr anchorCtr="0" anchor="t" bIns="45700" lIns="91425" spcFirstLastPara="1" rIns="91425" wrap="square" tIns="45700">
            <a:normAutofit fontScale="70000" lnSpcReduction="20000"/>
          </a:bodyPr>
          <a:lstStyle/>
          <a:p>
            <a:pPr indent="-285750" lvl="0" marL="285750" rtl="0" algn="l">
              <a:lnSpc>
                <a:spcPct val="90000"/>
              </a:lnSpc>
              <a:spcBef>
                <a:spcPts val="0"/>
              </a:spcBef>
              <a:spcAft>
                <a:spcPts val="0"/>
              </a:spcAft>
              <a:buClr>
                <a:schemeClr val="dk1"/>
              </a:buClr>
              <a:buSzPct val="100000"/>
              <a:buNone/>
            </a:pPr>
            <a:r>
              <a:rPr lang="en-US"/>
              <a:t>System.out.println("Capacity after four additions: " + v.capacity());</a:t>
            </a:r>
            <a:endParaRPr/>
          </a:p>
          <a:p>
            <a:pPr indent="-285750" lvl="0" marL="285750" rtl="0" algn="l">
              <a:lnSpc>
                <a:spcPct val="90000"/>
              </a:lnSpc>
              <a:spcBef>
                <a:spcPts val="1000"/>
              </a:spcBef>
              <a:spcAft>
                <a:spcPts val="0"/>
              </a:spcAft>
              <a:buClr>
                <a:schemeClr val="dk1"/>
              </a:buClr>
              <a:buSzPct val="100000"/>
              <a:buNone/>
            </a:pPr>
            <a:r>
              <a:rPr lang="en-US"/>
              <a:t>v.addElement(new Double(5.45)); </a:t>
            </a:r>
            <a:endParaRPr/>
          </a:p>
          <a:p>
            <a:pPr indent="-285750" lvl="0" marL="285750" rtl="0" algn="l">
              <a:lnSpc>
                <a:spcPct val="90000"/>
              </a:lnSpc>
              <a:spcBef>
                <a:spcPts val="1000"/>
              </a:spcBef>
              <a:spcAft>
                <a:spcPts val="0"/>
              </a:spcAft>
              <a:buClr>
                <a:schemeClr val="dk1"/>
              </a:buClr>
              <a:buSzPct val="100000"/>
              <a:buNone/>
            </a:pPr>
            <a:r>
              <a:rPr lang="en-US"/>
              <a:t>System.out.println("Current capacity: " + v.capacity());</a:t>
            </a:r>
            <a:endParaRPr/>
          </a:p>
          <a:p>
            <a:pPr indent="-285750" lvl="0" marL="285750" rtl="0" algn="l">
              <a:lnSpc>
                <a:spcPct val="90000"/>
              </a:lnSpc>
              <a:spcBef>
                <a:spcPts val="1000"/>
              </a:spcBef>
              <a:spcAft>
                <a:spcPts val="0"/>
              </a:spcAft>
              <a:buClr>
                <a:schemeClr val="dk1"/>
              </a:buClr>
              <a:buSzPct val="100000"/>
              <a:buNone/>
            </a:pPr>
            <a:r>
              <a:rPr lang="en-US"/>
              <a:t> v.addElement(new Double(6.08)); </a:t>
            </a:r>
            <a:endParaRPr/>
          </a:p>
          <a:p>
            <a:pPr indent="-285750" lvl="0" marL="285750" rtl="0" algn="l">
              <a:lnSpc>
                <a:spcPct val="90000"/>
              </a:lnSpc>
              <a:spcBef>
                <a:spcPts val="1000"/>
              </a:spcBef>
              <a:spcAft>
                <a:spcPts val="0"/>
              </a:spcAft>
              <a:buClr>
                <a:schemeClr val="dk1"/>
              </a:buClr>
              <a:buSzPct val="100000"/>
              <a:buNone/>
            </a:pPr>
            <a:r>
              <a:rPr lang="en-US"/>
              <a:t>System.out.println("Current capacity: " + v.capacity()); </a:t>
            </a:r>
            <a:endParaRPr/>
          </a:p>
          <a:p>
            <a:pPr indent="-285750" lvl="0" marL="285750" rtl="0" algn="l">
              <a:lnSpc>
                <a:spcPct val="90000"/>
              </a:lnSpc>
              <a:spcBef>
                <a:spcPts val="1000"/>
              </a:spcBef>
              <a:spcAft>
                <a:spcPts val="0"/>
              </a:spcAft>
              <a:buClr>
                <a:schemeClr val="dk1"/>
              </a:buClr>
              <a:buSzPct val="100000"/>
              <a:buNone/>
            </a:pPr>
            <a:r>
              <a:rPr lang="en-US"/>
              <a:t>v.addElement(new Float(7.4)); </a:t>
            </a:r>
            <a:endParaRPr/>
          </a:p>
          <a:p>
            <a:pPr indent="-285750" lvl="0" marL="285750" rtl="0" algn="l">
              <a:lnSpc>
                <a:spcPct val="90000"/>
              </a:lnSpc>
              <a:spcBef>
                <a:spcPts val="1000"/>
              </a:spcBef>
              <a:spcAft>
                <a:spcPts val="0"/>
              </a:spcAft>
              <a:buClr>
                <a:schemeClr val="dk1"/>
              </a:buClr>
              <a:buSzPct val="100000"/>
              <a:buNone/>
            </a:pPr>
            <a:r>
              <a:rPr lang="en-US"/>
              <a:t>System.out.println("Current capacity: " + v.capacity());</a:t>
            </a:r>
            <a:endParaRPr/>
          </a:p>
          <a:p>
            <a:pPr indent="-285750" lvl="0" marL="285750" rtl="0" algn="l">
              <a:lnSpc>
                <a:spcPct val="90000"/>
              </a:lnSpc>
              <a:spcBef>
                <a:spcPts val="1000"/>
              </a:spcBef>
              <a:spcAft>
                <a:spcPts val="0"/>
              </a:spcAft>
              <a:buClr>
                <a:schemeClr val="dk1"/>
              </a:buClr>
              <a:buSzPct val="100000"/>
              <a:buNone/>
            </a:pPr>
            <a:r>
              <a:rPr lang="en-US"/>
              <a:t>if(v.contains(new Integer(3)))</a:t>
            </a:r>
            <a:endParaRPr/>
          </a:p>
          <a:p>
            <a:pPr indent="-285750" lvl="0" marL="285750" rtl="0" algn="l">
              <a:lnSpc>
                <a:spcPct val="90000"/>
              </a:lnSpc>
              <a:spcBef>
                <a:spcPts val="1000"/>
              </a:spcBef>
              <a:spcAft>
                <a:spcPts val="0"/>
              </a:spcAft>
              <a:buClr>
                <a:schemeClr val="dk1"/>
              </a:buClr>
              <a:buSzPct val="100000"/>
              <a:buNone/>
            </a:pPr>
            <a:r>
              <a:rPr lang="en-US"/>
              <a:t> System.out.println("Vector contains 3."); </a:t>
            </a:r>
            <a:endParaRPr/>
          </a:p>
          <a:p>
            <a:pPr indent="-285750" lvl="0" marL="285750" rtl="0" algn="l">
              <a:lnSpc>
                <a:spcPct val="90000"/>
              </a:lnSpc>
              <a:spcBef>
                <a:spcPts val="1000"/>
              </a:spcBef>
              <a:spcAft>
                <a:spcPts val="0"/>
              </a:spcAft>
              <a:buClr>
                <a:srgbClr val="00B050"/>
              </a:buClr>
              <a:buSzPct val="100000"/>
              <a:buNone/>
            </a:pPr>
            <a:r>
              <a:rPr lang="en-US">
                <a:solidFill>
                  <a:srgbClr val="00B050"/>
                </a:solidFill>
              </a:rPr>
              <a:t>// enumerate the elements in the vector. </a:t>
            </a:r>
            <a:endParaRPr/>
          </a:p>
          <a:p>
            <a:pPr indent="-285750" lvl="0" marL="285750" rtl="0" algn="l">
              <a:lnSpc>
                <a:spcPct val="90000"/>
              </a:lnSpc>
              <a:spcBef>
                <a:spcPts val="1000"/>
              </a:spcBef>
              <a:spcAft>
                <a:spcPts val="0"/>
              </a:spcAft>
              <a:buClr>
                <a:schemeClr val="dk1"/>
              </a:buClr>
              <a:buSzPct val="100000"/>
              <a:buNone/>
            </a:pPr>
            <a:r>
              <a:rPr lang="en-US"/>
              <a:t>Enumeration vEnum = v.elements(); </a:t>
            </a:r>
            <a:endParaRPr/>
          </a:p>
          <a:p>
            <a:pPr indent="-285750" lvl="0" marL="285750" rtl="0" algn="l">
              <a:lnSpc>
                <a:spcPct val="90000"/>
              </a:lnSpc>
              <a:spcBef>
                <a:spcPts val="1000"/>
              </a:spcBef>
              <a:spcAft>
                <a:spcPts val="0"/>
              </a:spcAft>
              <a:buClr>
                <a:schemeClr val="dk1"/>
              </a:buClr>
              <a:buSzPct val="100000"/>
              <a:buNone/>
            </a:pPr>
            <a:r>
              <a:rPr lang="en-US"/>
              <a:t>System.out.println("\nElements in vector:"); </a:t>
            </a:r>
            <a:endParaRPr/>
          </a:p>
          <a:p>
            <a:pPr indent="-285750" lvl="0" marL="285750" rtl="0" algn="l">
              <a:lnSpc>
                <a:spcPct val="90000"/>
              </a:lnSpc>
              <a:spcBef>
                <a:spcPts val="1000"/>
              </a:spcBef>
              <a:spcAft>
                <a:spcPts val="0"/>
              </a:spcAft>
              <a:buClr>
                <a:schemeClr val="dk1"/>
              </a:buClr>
              <a:buSzPct val="100000"/>
              <a:buNone/>
            </a:pPr>
            <a:r>
              <a:rPr lang="en-US"/>
              <a:t>while(vEnum.hasMoreElements()) </a:t>
            </a:r>
            <a:endParaRPr/>
          </a:p>
          <a:p>
            <a:pPr indent="-285750" lvl="0" marL="285750" rtl="0" algn="l">
              <a:lnSpc>
                <a:spcPct val="90000"/>
              </a:lnSpc>
              <a:spcBef>
                <a:spcPts val="1000"/>
              </a:spcBef>
              <a:spcAft>
                <a:spcPts val="0"/>
              </a:spcAft>
              <a:buClr>
                <a:schemeClr val="dk1"/>
              </a:buClr>
              <a:buSzPct val="100000"/>
              <a:buNone/>
            </a:pPr>
            <a:r>
              <a:rPr lang="en-US"/>
              <a:t>System.out.print(vEnum.nextElement() + " ");} }</a:t>
            </a:r>
            <a:endParaRPr>
              <a:latin typeface="Times New Roman"/>
              <a:ea typeface="Times New Roman"/>
              <a:cs typeface="Times New Roman"/>
              <a:sym typeface="Times New Roman"/>
            </a:endParaRPr>
          </a:p>
          <a:p>
            <a:pPr indent="-161290" lvl="0" marL="285750" rtl="0" algn="l">
              <a:lnSpc>
                <a:spcPct val="90000"/>
              </a:lnSpc>
              <a:spcBef>
                <a:spcPts val="1000"/>
              </a:spcBef>
              <a:spcAft>
                <a:spcPts val="0"/>
              </a:spcAft>
              <a:buClr>
                <a:schemeClr val="dk1"/>
              </a:buClr>
              <a:buSzPct val="100000"/>
              <a:buFont typeface="Arial"/>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8"/>
          <p:cNvSpPr txBox="1"/>
          <p:nvPr>
            <p:ph type="title"/>
          </p:nvPr>
        </p:nvSpPr>
        <p:spPr>
          <a:xfrm>
            <a:off x="1089765" y="214818"/>
            <a:ext cx="9870511" cy="874951"/>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930B0B"/>
              </a:buClr>
              <a:buSzPts val="3600"/>
              <a:buFont typeface="Times New Roman"/>
              <a:buNone/>
            </a:pPr>
            <a:r>
              <a:rPr lang="en-US"/>
              <a:t>Assignment:2 Vectors</a:t>
            </a:r>
            <a:endParaRPr/>
          </a:p>
        </p:txBody>
      </p:sp>
      <p:sp>
        <p:nvSpPr>
          <p:cNvPr id="460" name="Google Shape;460;p48"/>
          <p:cNvSpPr txBox="1"/>
          <p:nvPr>
            <p:ph idx="1" type="body"/>
          </p:nvPr>
        </p:nvSpPr>
        <p:spPr>
          <a:xfrm>
            <a:off x="933339" y="1324630"/>
            <a:ext cx="10972800" cy="4525963"/>
          </a:xfrm>
          <a:prstGeom prst="rect">
            <a:avLst/>
          </a:prstGeom>
          <a:noFill/>
          <a:ln>
            <a:noFill/>
          </a:ln>
        </p:spPr>
        <p:txBody>
          <a:bodyPr anchorCtr="0" anchor="t" bIns="45700" lIns="91425" spcFirstLastPara="1" rIns="91425" wrap="square" tIns="45700">
            <a:normAutofit/>
          </a:bodyPr>
          <a:lstStyle/>
          <a:p>
            <a:pPr indent="-107950" lvl="0" marL="285750" rtl="0" algn="l">
              <a:lnSpc>
                <a:spcPct val="90000"/>
              </a:lnSpc>
              <a:spcBef>
                <a:spcPts val="0"/>
              </a:spcBef>
              <a:spcAft>
                <a:spcPts val="0"/>
              </a:spcAft>
              <a:buClr>
                <a:schemeClr val="dk1"/>
              </a:buClr>
              <a:buSzPts val="2800"/>
              <a:buFont typeface="Arial"/>
              <a:buNone/>
            </a:pPr>
            <a:r>
              <a:t/>
            </a:r>
            <a:endParaRPr/>
          </a:p>
        </p:txBody>
      </p:sp>
      <p:pic>
        <p:nvPicPr>
          <p:cNvPr id="461" name="Google Shape;461;p48"/>
          <p:cNvPicPr preferRelativeResize="0"/>
          <p:nvPr/>
        </p:nvPicPr>
        <p:blipFill rotWithShape="1">
          <a:blip r:embed="rId3">
            <a:alphaModFix/>
          </a:blip>
          <a:srcRect b="0" l="0" r="0" t="0"/>
          <a:stretch/>
        </p:blipFill>
        <p:spPr>
          <a:xfrm>
            <a:off x="1981201" y="1600200"/>
            <a:ext cx="7467599" cy="48815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2013-07-15T20:26:40Z</dcterms:created>
  <dc:creator>Smita Sankhe</dc:creator>
</cp:coreProperties>
</file>