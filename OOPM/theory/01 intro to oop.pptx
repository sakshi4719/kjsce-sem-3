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9144000"/>
  <p:notesSz cx="6858000" cy="9144000"/>
  <p:embeddedFontLst>
    <p:embeddedFont>
      <p:font typeface="Tahoma"/>
      <p:regular r:id="rId23"/>
      <p:bold r:id="rId24"/>
    </p:embeddedFont>
    <p:embeddedFont>
      <p:font typeface="Noto Sans Symbols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Tahoma-bold.fntdata"/><Relationship Id="rId23" Type="http://schemas.openxmlformats.org/officeDocument/2006/relationships/font" Target="fonts/Tahom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NotoSansSymbols-bold.fntdata"/><Relationship Id="rId25" Type="http://schemas.openxmlformats.org/officeDocument/2006/relationships/font" Target="fonts/NotoSansSymbols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8" name="Google Shape;13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" name="Google Shape;139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>
            <p:ph type="ctrTitle"/>
          </p:nvPr>
        </p:nvSpPr>
        <p:spPr>
          <a:xfrm>
            <a:off x="685800" y="1868488"/>
            <a:ext cx="7772400" cy="16002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"/>
          <p:cNvSpPr txBox="1"/>
          <p:nvPr>
            <p:ph idx="1" type="subTitle"/>
          </p:nvPr>
        </p:nvSpPr>
        <p:spPr>
          <a:xfrm>
            <a:off x="1273175" y="3729038"/>
            <a:ext cx="6400800" cy="1371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Tahoma"/>
              <a:buNone/>
              <a:defRPr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"/>
          <p:cNvSpPr txBox="1"/>
          <p:nvPr>
            <p:ph idx="10" type="dt"/>
          </p:nvPr>
        </p:nvSpPr>
        <p:spPr>
          <a:xfrm>
            <a:off x="685800" y="63484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"/>
          <p:cNvSpPr txBox="1"/>
          <p:nvPr>
            <p:ph idx="11" type="ftr"/>
          </p:nvPr>
        </p:nvSpPr>
        <p:spPr>
          <a:xfrm>
            <a:off x="3124200" y="634841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"/>
          <p:cNvSpPr txBox="1"/>
          <p:nvPr>
            <p:ph idx="12" type="sldNum"/>
          </p:nvPr>
        </p:nvSpPr>
        <p:spPr>
          <a:xfrm>
            <a:off x="6553200" y="63484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"/>
          <p:cNvSpPr txBox="1"/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4"/>
          <p:cNvSpPr txBox="1"/>
          <p:nvPr>
            <p:ph idx="10" type="dt"/>
          </p:nvPr>
        </p:nvSpPr>
        <p:spPr>
          <a:xfrm>
            <a:off x="6651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4"/>
          <p:cNvSpPr txBox="1"/>
          <p:nvPr>
            <p:ph idx="11" type="ftr"/>
          </p:nvPr>
        </p:nvSpPr>
        <p:spPr>
          <a:xfrm>
            <a:off x="3103562" y="636746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"/>
          <p:cNvSpPr txBox="1"/>
          <p:nvPr>
            <p:ph idx="12" type="sldNum"/>
          </p:nvPr>
        </p:nvSpPr>
        <p:spPr>
          <a:xfrm>
            <a:off x="65325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"/>
          <p:cNvSpPr txBox="1"/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5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5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5"/>
          <p:cNvSpPr txBox="1"/>
          <p:nvPr>
            <p:ph idx="10" type="dt"/>
          </p:nvPr>
        </p:nvSpPr>
        <p:spPr>
          <a:xfrm>
            <a:off x="6651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5"/>
          <p:cNvSpPr txBox="1"/>
          <p:nvPr>
            <p:ph idx="11" type="ftr"/>
          </p:nvPr>
        </p:nvSpPr>
        <p:spPr>
          <a:xfrm>
            <a:off x="3103562" y="636746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"/>
          <p:cNvSpPr txBox="1"/>
          <p:nvPr>
            <p:ph idx="12" type="sldNum"/>
          </p:nvPr>
        </p:nvSpPr>
        <p:spPr>
          <a:xfrm>
            <a:off x="65325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"/>
          <p:cNvSpPr txBox="1"/>
          <p:nvPr>
            <p:ph type="title"/>
          </p:nvPr>
        </p:nvSpPr>
        <p:spPr>
          <a:xfrm rot="5400000">
            <a:off x="4822825" y="2460625"/>
            <a:ext cx="5327650" cy="1943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"/>
          <p:cNvSpPr txBox="1"/>
          <p:nvPr>
            <p:ph idx="1" type="body"/>
          </p:nvPr>
        </p:nvSpPr>
        <p:spPr>
          <a:xfrm rot="5400000">
            <a:off x="860425" y="593725"/>
            <a:ext cx="5327650" cy="56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6"/>
          <p:cNvSpPr txBox="1"/>
          <p:nvPr>
            <p:ph idx="10" type="dt"/>
          </p:nvPr>
        </p:nvSpPr>
        <p:spPr>
          <a:xfrm>
            <a:off x="6651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"/>
          <p:cNvSpPr txBox="1"/>
          <p:nvPr>
            <p:ph idx="11" type="ftr"/>
          </p:nvPr>
        </p:nvSpPr>
        <p:spPr>
          <a:xfrm>
            <a:off x="3103562" y="636746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"/>
          <p:cNvSpPr txBox="1"/>
          <p:nvPr>
            <p:ph idx="12" type="sldNum"/>
          </p:nvPr>
        </p:nvSpPr>
        <p:spPr>
          <a:xfrm>
            <a:off x="65325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 txBox="1"/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7"/>
          <p:cNvSpPr txBox="1"/>
          <p:nvPr>
            <p:ph idx="1" type="body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7"/>
          <p:cNvSpPr txBox="1"/>
          <p:nvPr>
            <p:ph idx="10" type="dt"/>
          </p:nvPr>
        </p:nvSpPr>
        <p:spPr>
          <a:xfrm>
            <a:off x="6651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7"/>
          <p:cNvSpPr txBox="1"/>
          <p:nvPr>
            <p:ph idx="11" type="ftr"/>
          </p:nvPr>
        </p:nvSpPr>
        <p:spPr>
          <a:xfrm>
            <a:off x="3103562" y="636746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7"/>
          <p:cNvSpPr txBox="1"/>
          <p:nvPr>
            <p:ph idx="12" type="sldNum"/>
          </p:nvPr>
        </p:nvSpPr>
        <p:spPr>
          <a:xfrm>
            <a:off x="65325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8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8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Tahoma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ahoma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840"/>
              <a:buFont typeface="Tahoma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ahoma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ahoma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2" name="Google Shape;102;p8"/>
          <p:cNvSpPr txBox="1"/>
          <p:nvPr>
            <p:ph idx="10" type="dt"/>
          </p:nvPr>
        </p:nvSpPr>
        <p:spPr>
          <a:xfrm>
            <a:off x="6651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8"/>
          <p:cNvSpPr txBox="1"/>
          <p:nvPr>
            <p:ph idx="11" type="ftr"/>
          </p:nvPr>
        </p:nvSpPr>
        <p:spPr>
          <a:xfrm>
            <a:off x="3103562" y="636746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8"/>
          <p:cNvSpPr txBox="1"/>
          <p:nvPr>
            <p:ph idx="12" type="sldNum"/>
          </p:nvPr>
        </p:nvSpPr>
        <p:spPr>
          <a:xfrm>
            <a:off x="65325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9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9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Tahoma"/>
              <a:buChar char="•"/>
              <a:defRPr sz="3200"/>
            </a:lvl1pPr>
            <a:lvl2pPr indent="-37084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ahoma"/>
              <a:buChar char="•"/>
              <a:defRPr sz="28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Tahoma"/>
              <a:buChar char="•"/>
              <a:defRPr sz="2400"/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•"/>
              <a:defRPr sz="2000"/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8" name="Google Shape;108;p9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440"/>
              <a:buFont typeface="Tahoma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ahoma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840"/>
              <a:buFont typeface="Tahoma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ahoma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Tahoma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09" name="Google Shape;109;p9"/>
          <p:cNvSpPr txBox="1"/>
          <p:nvPr>
            <p:ph idx="10" type="dt"/>
          </p:nvPr>
        </p:nvSpPr>
        <p:spPr>
          <a:xfrm>
            <a:off x="6651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9"/>
          <p:cNvSpPr txBox="1"/>
          <p:nvPr>
            <p:ph idx="11" type="ftr"/>
          </p:nvPr>
        </p:nvSpPr>
        <p:spPr>
          <a:xfrm>
            <a:off x="3103562" y="636746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9"/>
          <p:cNvSpPr txBox="1"/>
          <p:nvPr>
            <p:ph idx="12" type="sldNum"/>
          </p:nvPr>
        </p:nvSpPr>
        <p:spPr>
          <a:xfrm>
            <a:off x="65325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"/>
          <p:cNvSpPr txBox="1"/>
          <p:nvPr>
            <p:ph idx="10" type="dt"/>
          </p:nvPr>
        </p:nvSpPr>
        <p:spPr>
          <a:xfrm>
            <a:off x="6651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10"/>
          <p:cNvSpPr txBox="1"/>
          <p:nvPr>
            <p:ph idx="11" type="ftr"/>
          </p:nvPr>
        </p:nvSpPr>
        <p:spPr>
          <a:xfrm>
            <a:off x="3103562" y="636746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10"/>
          <p:cNvSpPr txBox="1"/>
          <p:nvPr>
            <p:ph idx="12" type="sldNum"/>
          </p:nvPr>
        </p:nvSpPr>
        <p:spPr>
          <a:xfrm>
            <a:off x="65325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1"/>
          <p:cNvSpPr txBox="1"/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1"/>
          <p:cNvSpPr txBox="1"/>
          <p:nvPr>
            <p:ph idx="10" type="dt"/>
          </p:nvPr>
        </p:nvSpPr>
        <p:spPr>
          <a:xfrm>
            <a:off x="6651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1"/>
          <p:cNvSpPr txBox="1"/>
          <p:nvPr>
            <p:ph idx="11" type="ftr"/>
          </p:nvPr>
        </p:nvSpPr>
        <p:spPr>
          <a:xfrm>
            <a:off x="3103562" y="636746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1"/>
          <p:cNvSpPr txBox="1"/>
          <p:nvPr>
            <p:ph idx="12" type="sldNum"/>
          </p:nvPr>
        </p:nvSpPr>
        <p:spPr>
          <a:xfrm>
            <a:off x="65325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12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Tahoma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Tahoma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ahoma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ahoma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4" name="Google Shape;124;p12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12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Tahoma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Tahoma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ahoma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ahoma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12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147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Char char="•"/>
              <a:defRPr/>
            </a:lvl1pPr>
            <a:lvl2pPr indent="-32004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440"/>
              <a:buChar char="•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12"/>
          <p:cNvSpPr txBox="1"/>
          <p:nvPr>
            <p:ph idx="10" type="dt"/>
          </p:nvPr>
        </p:nvSpPr>
        <p:spPr>
          <a:xfrm>
            <a:off x="6651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2"/>
          <p:cNvSpPr txBox="1"/>
          <p:nvPr>
            <p:ph idx="11" type="ftr"/>
          </p:nvPr>
        </p:nvSpPr>
        <p:spPr>
          <a:xfrm>
            <a:off x="3103562" y="636746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65325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Tahoma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ahoma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Tahoma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ahoma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120"/>
              <a:buFont typeface="Tahoma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13"/>
          <p:cNvSpPr txBox="1"/>
          <p:nvPr>
            <p:ph idx="10" type="dt"/>
          </p:nvPr>
        </p:nvSpPr>
        <p:spPr>
          <a:xfrm>
            <a:off x="6651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13"/>
          <p:cNvSpPr txBox="1"/>
          <p:nvPr>
            <p:ph idx="11" type="ftr"/>
          </p:nvPr>
        </p:nvSpPr>
        <p:spPr>
          <a:xfrm>
            <a:off x="3103562" y="636746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3"/>
          <p:cNvSpPr txBox="1"/>
          <p:nvPr>
            <p:ph idx="12" type="sldNum"/>
          </p:nvPr>
        </p:nvSpPr>
        <p:spPr>
          <a:xfrm>
            <a:off x="65325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3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3.jp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19050" y="1109662"/>
            <a:ext cx="9156700" cy="757237"/>
            <a:chOff x="0" y="0"/>
            <a:chExt cx="5768" cy="477"/>
          </a:xfrm>
        </p:grpSpPr>
        <p:sp>
          <p:nvSpPr>
            <p:cNvPr id="11" name="Google Shape;11;p1"/>
            <p:cNvSpPr/>
            <p:nvPr/>
          </p:nvSpPr>
          <p:spPr>
            <a:xfrm>
              <a:off x="5" y="0"/>
              <a:ext cx="5763" cy="477"/>
            </a:xfrm>
            <a:custGeom>
              <a:rect b="b" l="l" r="r" t="t"/>
              <a:pathLst>
                <a:path extrusionOk="0" h="477" w="5763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0" y="98"/>
              <a:ext cx="256" cy="253"/>
            </a:xfrm>
            <a:custGeom>
              <a:rect b="b" l="l" r="r" t="t"/>
              <a:pathLst>
                <a:path extrusionOk="0" h="253" w="256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56" y="0"/>
              <a:ext cx="708" cy="459"/>
            </a:xfrm>
            <a:custGeom>
              <a:rect b="b" l="l" r="r" t="t"/>
              <a:pathLst>
                <a:path extrusionOk="0" h="459" w="708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131" y="269"/>
              <a:ext cx="251" cy="194"/>
            </a:xfrm>
            <a:custGeom>
              <a:rect b="b" l="l" r="r" t="t"/>
              <a:pathLst>
                <a:path extrusionOk="0" h="194" w="251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341" y="0"/>
              <a:ext cx="159" cy="72"/>
            </a:xfrm>
            <a:custGeom>
              <a:rect b="b" l="l" r="r" t="t"/>
              <a:pathLst>
                <a:path extrusionOk="0" h="72" w="159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488" y="0"/>
              <a:ext cx="455" cy="216"/>
            </a:xfrm>
            <a:custGeom>
              <a:rect b="b" l="l" r="r" t="t"/>
              <a:pathLst>
                <a:path extrusionOk="0" h="216" w="455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1448" y="37"/>
              <a:ext cx="414" cy="108"/>
            </a:xfrm>
            <a:custGeom>
              <a:rect b="b" l="l" r="r" t="t"/>
              <a:pathLst>
                <a:path extrusionOk="0" h="108" w="414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1790" y="0"/>
              <a:ext cx="520" cy="225"/>
            </a:xfrm>
            <a:custGeom>
              <a:rect b="b" l="l" r="r" t="t"/>
              <a:pathLst>
                <a:path extrusionOk="0" h="225" w="520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1943" y="154"/>
              <a:ext cx="431" cy="233"/>
            </a:xfrm>
            <a:custGeom>
              <a:rect b="b" l="l" r="r" t="t"/>
              <a:pathLst>
                <a:path extrusionOk="0" h="233" w="431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2262" y="87"/>
              <a:ext cx="396" cy="227"/>
            </a:xfrm>
            <a:custGeom>
              <a:rect b="b" l="l" r="r" t="t"/>
              <a:pathLst>
                <a:path extrusionOk="0" h="227" w="396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2264" y="240"/>
              <a:ext cx="516" cy="223"/>
            </a:xfrm>
            <a:custGeom>
              <a:rect b="b" l="l" r="r" t="t"/>
              <a:pathLst>
                <a:path extrusionOk="0" h="223" w="516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2723" y="324"/>
              <a:ext cx="414" cy="100"/>
            </a:xfrm>
            <a:custGeom>
              <a:rect b="b" l="l" r="r" t="t"/>
              <a:pathLst>
                <a:path extrusionOk="0" h="100" w="414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3165" y="375"/>
              <a:ext cx="150" cy="72"/>
            </a:xfrm>
            <a:custGeom>
              <a:rect b="b" l="l" r="r" t="t"/>
              <a:pathLst>
                <a:path extrusionOk="0" h="72" w="150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3463" y="267"/>
              <a:ext cx="148" cy="91"/>
            </a:xfrm>
            <a:custGeom>
              <a:rect b="b" l="l" r="r" t="t"/>
              <a:pathLst>
                <a:path extrusionOk="0" h="91" w="148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3580" y="58"/>
              <a:ext cx="938" cy="158"/>
            </a:xfrm>
            <a:custGeom>
              <a:rect b="b" l="l" r="r" t="t"/>
              <a:pathLst>
                <a:path extrusionOk="0" h="158" w="93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3686" y="145"/>
              <a:ext cx="372" cy="98"/>
            </a:xfrm>
            <a:custGeom>
              <a:rect b="b" l="l" r="r" t="t"/>
              <a:pathLst>
                <a:path extrusionOk="0" h="98" w="372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3618" y="308"/>
              <a:ext cx="318" cy="158"/>
            </a:xfrm>
            <a:custGeom>
              <a:rect b="b" l="l" r="r" t="t"/>
              <a:pathLst>
                <a:path extrusionOk="0" h="158" w="31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3413" y="291"/>
              <a:ext cx="380" cy="174"/>
            </a:xfrm>
            <a:custGeom>
              <a:rect b="b" l="l" r="r" t="t"/>
              <a:pathLst>
                <a:path extrusionOk="0" h="174" w="380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4178" y="187"/>
              <a:ext cx="523" cy="69"/>
            </a:xfrm>
            <a:custGeom>
              <a:rect b="b" l="l" r="r" t="t"/>
              <a:pathLst>
                <a:path extrusionOk="0" h="69" w="523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0" name="Google Shape;30;p1"/>
            <p:cNvSpPr/>
            <p:nvPr/>
          </p:nvSpPr>
          <p:spPr>
            <a:xfrm>
              <a:off x="4689" y="186"/>
              <a:ext cx="537" cy="120"/>
            </a:xfrm>
            <a:custGeom>
              <a:rect b="b" l="l" r="r" t="t"/>
              <a:pathLst>
                <a:path extrusionOk="0" h="120" w="537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1" name="Google Shape;31;p1"/>
            <p:cNvSpPr/>
            <p:nvPr/>
          </p:nvSpPr>
          <p:spPr>
            <a:xfrm>
              <a:off x="4968" y="312"/>
              <a:ext cx="800" cy="143"/>
            </a:xfrm>
            <a:custGeom>
              <a:rect b="b" l="l" r="r" t="t"/>
              <a:pathLst>
                <a:path extrusionOk="0" h="143" w="800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2" name="Google Shape;32;p1"/>
            <p:cNvSpPr/>
            <p:nvPr/>
          </p:nvSpPr>
          <p:spPr>
            <a:xfrm>
              <a:off x="5318" y="240"/>
              <a:ext cx="402" cy="115"/>
            </a:xfrm>
            <a:custGeom>
              <a:rect b="b" l="l" r="r" t="t"/>
              <a:pathLst>
                <a:path extrusionOk="0" h="115" w="402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33" name="Google Shape;33;p1"/>
          <p:cNvSpPr txBox="1"/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4" name="Google Shape;34;p1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Tahoma"/>
              <a:buChar char="•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7084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ahoma"/>
              <a:buChar char="•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352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5" name="Google Shape;35;p1"/>
          <p:cNvSpPr txBox="1"/>
          <p:nvPr>
            <p:ph idx="10" type="dt"/>
          </p:nvPr>
        </p:nvSpPr>
        <p:spPr>
          <a:xfrm>
            <a:off x="685800" y="63484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6" name="Google Shape;36;p1"/>
          <p:cNvSpPr txBox="1"/>
          <p:nvPr>
            <p:ph idx="11" type="ftr"/>
          </p:nvPr>
        </p:nvSpPr>
        <p:spPr>
          <a:xfrm>
            <a:off x="3124200" y="634841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37" name="Google Shape;37;p1"/>
          <p:cNvSpPr txBox="1"/>
          <p:nvPr>
            <p:ph idx="12" type="sldNum"/>
          </p:nvPr>
        </p:nvSpPr>
        <p:spPr>
          <a:xfrm>
            <a:off x="6553200" y="63484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oogle Shape;45;p3"/>
          <p:cNvGrpSpPr/>
          <p:nvPr/>
        </p:nvGrpSpPr>
        <p:grpSpPr>
          <a:xfrm>
            <a:off x="0" y="0"/>
            <a:ext cx="9156700" cy="757237"/>
            <a:chOff x="0" y="0"/>
            <a:chExt cx="5768" cy="477"/>
          </a:xfrm>
        </p:grpSpPr>
        <p:sp>
          <p:nvSpPr>
            <p:cNvPr id="46" name="Google Shape;46;p3"/>
            <p:cNvSpPr/>
            <p:nvPr/>
          </p:nvSpPr>
          <p:spPr>
            <a:xfrm>
              <a:off x="5" y="0"/>
              <a:ext cx="5763" cy="477"/>
            </a:xfrm>
            <a:custGeom>
              <a:rect b="b" l="l" r="r" t="t"/>
              <a:pathLst>
                <a:path extrusionOk="0" h="477" w="5763">
                  <a:moveTo>
                    <a:pt x="0" y="450"/>
                  </a:moveTo>
                  <a:lnTo>
                    <a:pt x="3" y="0"/>
                  </a:lnTo>
                  <a:lnTo>
                    <a:pt x="5763" y="0"/>
                  </a:lnTo>
                  <a:lnTo>
                    <a:pt x="5763" y="465"/>
                  </a:lnTo>
                  <a:lnTo>
                    <a:pt x="4821" y="477"/>
                  </a:lnTo>
                  <a:lnTo>
                    <a:pt x="4326" y="447"/>
                  </a:lnTo>
                  <a:lnTo>
                    <a:pt x="3783" y="465"/>
                  </a:lnTo>
                  <a:lnTo>
                    <a:pt x="3417" y="456"/>
                  </a:lnTo>
                  <a:lnTo>
                    <a:pt x="2973" y="459"/>
                  </a:lnTo>
                  <a:lnTo>
                    <a:pt x="2451" y="453"/>
                  </a:lnTo>
                  <a:lnTo>
                    <a:pt x="2289" y="441"/>
                  </a:lnTo>
                  <a:lnTo>
                    <a:pt x="2010" y="453"/>
                  </a:lnTo>
                  <a:lnTo>
                    <a:pt x="1827" y="450"/>
                  </a:lnTo>
                  <a:lnTo>
                    <a:pt x="1215" y="465"/>
                  </a:lnTo>
                  <a:lnTo>
                    <a:pt x="660" y="456"/>
                  </a:lnTo>
                  <a:lnTo>
                    <a:pt x="0" y="450"/>
                  </a:lnTo>
                  <a:close/>
                </a:path>
              </a:pathLst>
            </a:custGeom>
            <a:solidFill>
              <a:schemeClr val="accent2">
                <a:alpha val="4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0" y="98"/>
              <a:ext cx="256" cy="253"/>
            </a:xfrm>
            <a:custGeom>
              <a:rect b="b" l="l" r="r" t="t"/>
              <a:pathLst>
                <a:path extrusionOk="0" h="253" w="256">
                  <a:moveTo>
                    <a:pt x="8" y="190"/>
                  </a:moveTo>
                  <a:cubicBezTo>
                    <a:pt x="16" y="168"/>
                    <a:pt x="38" y="144"/>
                    <a:pt x="71" y="115"/>
                  </a:cubicBezTo>
                  <a:cubicBezTo>
                    <a:pt x="104" y="86"/>
                    <a:pt x="173" y="32"/>
                    <a:pt x="203" y="16"/>
                  </a:cubicBezTo>
                  <a:cubicBezTo>
                    <a:pt x="233" y="0"/>
                    <a:pt x="246" y="14"/>
                    <a:pt x="251" y="19"/>
                  </a:cubicBezTo>
                  <a:cubicBezTo>
                    <a:pt x="256" y="24"/>
                    <a:pt x="249" y="35"/>
                    <a:pt x="236" y="46"/>
                  </a:cubicBezTo>
                  <a:cubicBezTo>
                    <a:pt x="223" y="57"/>
                    <a:pt x="200" y="64"/>
                    <a:pt x="176" y="82"/>
                  </a:cubicBezTo>
                  <a:cubicBezTo>
                    <a:pt x="152" y="100"/>
                    <a:pt x="118" y="126"/>
                    <a:pt x="92" y="154"/>
                  </a:cubicBezTo>
                  <a:cubicBezTo>
                    <a:pt x="66" y="182"/>
                    <a:pt x="36" y="241"/>
                    <a:pt x="23" y="247"/>
                  </a:cubicBezTo>
                  <a:cubicBezTo>
                    <a:pt x="10" y="253"/>
                    <a:pt x="0" y="212"/>
                    <a:pt x="8" y="190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56" y="0"/>
              <a:ext cx="708" cy="459"/>
            </a:xfrm>
            <a:custGeom>
              <a:rect b="b" l="l" r="r" t="t"/>
              <a:pathLst>
                <a:path extrusionOk="0" h="459" w="708">
                  <a:moveTo>
                    <a:pt x="0" y="432"/>
                  </a:moveTo>
                  <a:lnTo>
                    <a:pt x="0" y="453"/>
                  </a:lnTo>
                  <a:cubicBezTo>
                    <a:pt x="12" y="435"/>
                    <a:pt x="39" y="366"/>
                    <a:pt x="72" y="324"/>
                  </a:cubicBezTo>
                  <a:cubicBezTo>
                    <a:pt x="105" y="282"/>
                    <a:pt x="149" y="238"/>
                    <a:pt x="198" y="201"/>
                  </a:cubicBezTo>
                  <a:cubicBezTo>
                    <a:pt x="247" y="164"/>
                    <a:pt x="311" y="129"/>
                    <a:pt x="366" y="102"/>
                  </a:cubicBezTo>
                  <a:cubicBezTo>
                    <a:pt x="421" y="75"/>
                    <a:pt x="490" y="53"/>
                    <a:pt x="531" y="36"/>
                  </a:cubicBezTo>
                  <a:cubicBezTo>
                    <a:pt x="572" y="19"/>
                    <a:pt x="580" y="5"/>
                    <a:pt x="609" y="0"/>
                  </a:cubicBezTo>
                  <a:lnTo>
                    <a:pt x="708" y="3"/>
                  </a:lnTo>
                  <a:cubicBezTo>
                    <a:pt x="705" y="14"/>
                    <a:pt x="640" y="45"/>
                    <a:pt x="591" y="66"/>
                  </a:cubicBezTo>
                  <a:cubicBezTo>
                    <a:pt x="542" y="87"/>
                    <a:pt x="476" y="98"/>
                    <a:pt x="417" y="126"/>
                  </a:cubicBezTo>
                  <a:cubicBezTo>
                    <a:pt x="358" y="154"/>
                    <a:pt x="287" y="195"/>
                    <a:pt x="237" y="231"/>
                  </a:cubicBezTo>
                  <a:cubicBezTo>
                    <a:pt x="187" y="267"/>
                    <a:pt x="148" y="307"/>
                    <a:pt x="117" y="345"/>
                  </a:cubicBezTo>
                  <a:cubicBezTo>
                    <a:pt x="86" y="383"/>
                    <a:pt x="70" y="441"/>
                    <a:pt x="51" y="459"/>
                  </a:cubicBezTo>
                  <a:lnTo>
                    <a:pt x="0" y="453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131" y="269"/>
              <a:ext cx="251" cy="194"/>
            </a:xfrm>
            <a:custGeom>
              <a:rect b="b" l="l" r="r" t="t"/>
              <a:pathLst>
                <a:path extrusionOk="0" h="194" w="251">
                  <a:moveTo>
                    <a:pt x="21" y="163"/>
                  </a:moveTo>
                  <a:cubicBezTo>
                    <a:pt x="10" y="178"/>
                    <a:pt x="0" y="194"/>
                    <a:pt x="9" y="184"/>
                  </a:cubicBezTo>
                  <a:cubicBezTo>
                    <a:pt x="18" y="174"/>
                    <a:pt x="49" y="129"/>
                    <a:pt x="75" y="103"/>
                  </a:cubicBezTo>
                  <a:cubicBezTo>
                    <a:pt x="101" y="77"/>
                    <a:pt x="143" y="44"/>
                    <a:pt x="165" y="28"/>
                  </a:cubicBezTo>
                  <a:cubicBezTo>
                    <a:pt x="187" y="12"/>
                    <a:pt x="194" y="11"/>
                    <a:pt x="207" y="7"/>
                  </a:cubicBezTo>
                  <a:cubicBezTo>
                    <a:pt x="220" y="3"/>
                    <a:pt x="241" y="0"/>
                    <a:pt x="246" y="4"/>
                  </a:cubicBezTo>
                  <a:cubicBezTo>
                    <a:pt x="251" y="8"/>
                    <a:pt x="247" y="25"/>
                    <a:pt x="237" y="34"/>
                  </a:cubicBezTo>
                  <a:cubicBezTo>
                    <a:pt x="227" y="43"/>
                    <a:pt x="204" y="46"/>
                    <a:pt x="183" y="61"/>
                  </a:cubicBezTo>
                  <a:cubicBezTo>
                    <a:pt x="162" y="76"/>
                    <a:pt x="129" y="103"/>
                    <a:pt x="108" y="124"/>
                  </a:cubicBezTo>
                  <a:cubicBezTo>
                    <a:pt x="87" y="145"/>
                    <a:pt x="71" y="180"/>
                    <a:pt x="54" y="190"/>
                  </a:cubicBezTo>
                  <a:lnTo>
                    <a:pt x="6" y="184"/>
                  </a:ln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341" y="0"/>
              <a:ext cx="159" cy="72"/>
            </a:xfrm>
            <a:custGeom>
              <a:rect b="b" l="l" r="r" t="t"/>
              <a:pathLst>
                <a:path extrusionOk="0" h="72" w="159">
                  <a:moveTo>
                    <a:pt x="99" y="0"/>
                  </a:moveTo>
                  <a:cubicBezTo>
                    <a:pt x="75" y="6"/>
                    <a:pt x="30" y="26"/>
                    <a:pt x="15" y="36"/>
                  </a:cubicBezTo>
                  <a:cubicBezTo>
                    <a:pt x="0" y="46"/>
                    <a:pt x="3" y="55"/>
                    <a:pt x="6" y="60"/>
                  </a:cubicBezTo>
                  <a:cubicBezTo>
                    <a:pt x="9" y="65"/>
                    <a:pt x="23" y="72"/>
                    <a:pt x="36" y="69"/>
                  </a:cubicBezTo>
                  <a:cubicBezTo>
                    <a:pt x="49" y="66"/>
                    <a:pt x="67" y="53"/>
                    <a:pt x="87" y="42"/>
                  </a:cubicBezTo>
                  <a:cubicBezTo>
                    <a:pt x="107" y="31"/>
                    <a:pt x="158" y="6"/>
                    <a:pt x="159" y="0"/>
                  </a:cubicBezTo>
                  <a:lnTo>
                    <a:pt x="99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488" y="0"/>
              <a:ext cx="455" cy="216"/>
            </a:xfrm>
            <a:custGeom>
              <a:rect b="b" l="l" r="r" t="t"/>
              <a:pathLst>
                <a:path extrusionOk="0" h="216" w="455">
                  <a:moveTo>
                    <a:pt x="395" y="0"/>
                  </a:moveTo>
                  <a:cubicBezTo>
                    <a:pt x="376" y="8"/>
                    <a:pt x="364" y="31"/>
                    <a:pt x="338" y="48"/>
                  </a:cubicBezTo>
                  <a:cubicBezTo>
                    <a:pt x="312" y="65"/>
                    <a:pt x="281" y="86"/>
                    <a:pt x="242" y="102"/>
                  </a:cubicBezTo>
                  <a:cubicBezTo>
                    <a:pt x="203" y="118"/>
                    <a:pt x="138" y="136"/>
                    <a:pt x="104" y="147"/>
                  </a:cubicBezTo>
                  <a:cubicBezTo>
                    <a:pt x="70" y="158"/>
                    <a:pt x="51" y="161"/>
                    <a:pt x="35" y="168"/>
                  </a:cubicBezTo>
                  <a:cubicBezTo>
                    <a:pt x="19" y="175"/>
                    <a:pt x="12" y="185"/>
                    <a:pt x="8" y="192"/>
                  </a:cubicBezTo>
                  <a:cubicBezTo>
                    <a:pt x="4" y="199"/>
                    <a:pt x="0" y="210"/>
                    <a:pt x="8" y="213"/>
                  </a:cubicBezTo>
                  <a:cubicBezTo>
                    <a:pt x="16" y="216"/>
                    <a:pt x="46" y="216"/>
                    <a:pt x="59" y="213"/>
                  </a:cubicBezTo>
                  <a:cubicBezTo>
                    <a:pt x="72" y="210"/>
                    <a:pt x="67" y="201"/>
                    <a:pt x="86" y="192"/>
                  </a:cubicBezTo>
                  <a:cubicBezTo>
                    <a:pt x="105" y="183"/>
                    <a:pt x="138" y="170"/>
                    <a:pt x="173" y="159"/>
                  </a:cubicBezTo>
                  <a:cubicBezTo>
                    <a:pt x="208" y="148"/>
                    <a:pt x="263" y="140"/>
                    <a:pt x="299" y="126"/>
                  </a:cubicBezTo>
                  <a:cubicBezTo>
                    <a:pt x="335" y="112"/>
                    <a:pt x="366" y="93"/>
                    <a:pt x="392" y="72"/>
                  </a:cubicBezTo>
                  <a:cubicBezTo>
                    <a:pt x="418" y="51"/>
                    <a:pt x="454" y="12"/>
                    <a:pt x="455" y="0"/>
                  </a:cubicBezTo>
                  <a:lnTo>
                    <a:pt x="395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1448" y="37"/>
              <a:ext cx="414" cy="108"/>
            </a:xfrm>
            <a:custGeom>
              <a:rect b="b" l="l" r="r" t="t"/>
              <a:pathLst>
                <a:path extrusionOk="0" h="108" w="414">
                  <a:moveTo>
                    <a:pt x="0" y="11"/>
                  </a:moveTo>
                  <a:lnTo>
                    <a:pt x="24" y="11"/>
                  </a:lnTo>
                  <a:cubicBezTo>
                    <a:pt x="50" y="9"/>
                    <a:pt x="112" y="0"/>
                    <a:pt x="156" y="2"/>
                  </a:cubicBezTo>
                  <a:cubicBezTo>
                    <a:pt x="200" y="4"/>
                    <a:pt x="250" y="15"/>
                    <a:pt x="288" y="23"/>
                  </a:cubicBezTo>
                  <a:cubicBezTo>
                    <a:pt x="326" y="31"/>
                    <a:pt x="363" y="44"/>
                    <a:pt x="384" y="53"/>
                  </a:cubicBezTo>
                  <a:cubicBezTo>
                    <a:pt x="405" y="62"/>
                    <a:pt x="408" y="66"/>
                    <a:pt x="411" y="74"/>
                  </a:cubicBezTo>
                  <a:cubicBezTo>
                    <a:pt x="414" y="82"/>
                    <a:pt x="413" y="100"/>
                    <a:pt x="405" y="104"/>
                  </a:cubicBezTo>
                  <a:cubicBezTo>
                    <a:pt x="397" y="108"/>
                    <a:pt x="381" y="105"/>
                    <a:pt x="363" y="101"/>
                  </a:cubicBezTo>
                  <a:cubicBezTo>
                    <a:pt x="345" y="97"/>
                    <a:pt x="325" y="85"/>
                    <a:pt x="294" y="77"/>
                  </a:cubicBezTo>
                  <a:cubicBezTo>
                    <a:pt x="263" y="69"/>
                    <a:pt x="211" y="53"/>
                    <a:pt x="174" y="50"/>
                  </a:cubicBezTo>
                  <a:cubicBezTo>
                    <a:pt x="137" y="47"/>
                    <a:pt x="95" y="61"/>
                    <a:pt x="72" y="62"/>
                  </a:cubicBezTo>
                  <a:cubicBezTo>
                    <a:pt x="49" y="63"/>
                    <a:pt x="48" y="66"/>
                    <a:pt x="36" y="59"/>
                  </a:cubicBezTo>
                  <a:cubicBezTo>
                    <a:pt x="24" y="52"/>
                    <a:pt x="13" y="36"/>
                    <a:pt x="0" y="11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1790" y="0"/>
              <a:ext cx="520" cy="225"/>
            </a:xfrm>
            <a:custGeom>
              <a:rect b="b" l="l" r="r" t="t"/>
              <a:pathLst>
                <a:path extrusionOk="0" h="225" w="520">
                  <a:moveTo>
                    <a:pt x="42" y="0"/>
                  </a:moveTo>
                  <a:cubicBezTo>
                    <a:pt x="24" y="4"/>
                    <a:pt x="0" y="15"/>
                    <a:pt x="12" y="24"/>
                  </a:cubicBezTo>
                  <a:cubicBezTo>
                    <a:pt x="24" y="33"/>
                    <a:pt x="76" y="39"/>
                    <a:pt x="114" y="54"/>
                  </a:cubicBezTo>
                  <a:cubicBezTo>
                    <a:pt x="152" y="69"/>
                    <a:pt x="203" y="100"/>
                    <a:pt x="240" y="117"/>
                  </a:cubicBezTo>
                  <a:cubicBezTo>
                    <a:pt x="277" y="134"/>
                    <a:pt x="300" y="136"/>
                    <a:pt x="333" y="153"/>
                  </a:cubicBezTo>
                  <a:cubicBezTo>
                    <a:pt x="366" y="170"/>
                    <a:pt x="423" y="213"/>
                    <a:pt x="438" y="219"/>
                  </a:cubicBezTo>
                  <a:cubicBezTo>
                    <a:pt x="453" y="225"/>
                    <a:pt x="426" y="198"/>
                    <a:pt x="426" y="192"/>
                  </a:cubicBezTo>
                  <a:cubicBezTo>
                    <a:pt x="426" y="186"/>
                    <a:pt x="426" y="176"/>
                    <a:pt x="441" y="180"/>
                  </a:cubicBezTo>
                  <a:cubicBezTo>
                    <a:pt x="456" y="184"/>
                    <a:pt x="518" y="219"/>
                    <a:pt x="519" y="216"/>
                  </a:cubicBezTo>
                  <a:cubicBezTo>
                    <a:pt x="520" y="213"/>
                    <a:pt x="473" y="176"/>
                    <a:pt x="450" y="162"/>
                  </a:cubicBezTo>
                  <a:cubicBezTo>
                    <a:pt x="427" y="148"/>
                    <a:pt x="408" y="148"/>
                    <a:pt x="381" y="135"/>
                  </a:cubicBezTo>
                  <a:cubicBezTo>
                    <a:pt x="354" y="122"/>
                    <a:pt x="318" y="104"/>
                    <a:pt x="285" y="84"/>
                  </a:cubicBezTo>
                  <a:cubicBezTo>
                    <a:pt x="252" y="64"/>
                    <a:pt x="213" y="32"/>
                    <a:pt x="186" y="18"/>
                  </a:cubicBezTo>
                  <a:cubicBezTo>
                    <a:pt x="159" y="4"/>
                    <a:pt x="147" y="2"/>
                    <a:pt x="123" y="0"/>
                  </a:cubicBezTo>
                  <a:lnTo>
                    <a:pt x="42" y="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1943" y="154"/>
              <a:ext cx="431" cy="233"/>
            </a:xfrm>
            <a:custGeom>
              <a:rect b="b" l="l" r="r" t="t"/>
              <a:pathLst>
                <a:path extrusionOk="0" h="233" w="431">
                  <a:moveTo>
                    <a:pt x="6" y="38"/>
                  </a:moveTo>
                  <a:cubicBezTo>
                    <a:pt x="0" y="26"/>
                    <a:pt x="3" y="26"/>
                    <a:pt x="9" y="20"/>
                  </a:cubicBezTo>
                  <a:cubicBezTo>
                    <a:pt x="15" y="14"/>
                    <a:pt x="29" y="0"/>
                    <a:pt x="42" y="2"/>
                  </a:cubicBezTo>
                  <a:cubicBezTo>
                    <a:pt x="55" y="4"/>
                    <a:pt x="66" y="21"/>
                    <a:pt x="90" y="35"/>
                  </a:cubicBezTo>
                  <a:cubicBezTo>
                    <a:pt x="114" y="49"/>
                    <a:pt x="156" y="72"/>
                    <a:pt x="189" y="89"/>
                  </a:cubicBezTo>
                  <a:cubicBezTo>
                    <a:pt x="222" y="106"/>
                    <a:pt x="257" y="126"/>
                    <a:pt x="288" y="140"/>
                  </a:cubicBezTo>
                  <a:cubicBezTo>
                    <a:pt x="319" y="154"/>
                    <a:pt x="357" y="170"/>
                    <a:pt x="375" y="176"/>
                  </a:cubicBezTo>
                  <a:cubicBezTo>
                    <a:pt x="393" y="182"/>
                    <a:pt x="387" y="170"/>
                    <a:pt x="396" y="176"/>
                  </a:cubicBezTo>
                  <a:cubicBezTo>
                    <a:pt x="405" y="182"/>
                    <a:pt x="427" y="203"/>
                    <a:pt x="429" y="212"/>
                  </a:cubicBezTo>
                  <a:cubicBezTo>
                    <a:pt x="431" y="221"/>
                    <a:pt x="424" y="233"/>
                    <a:pt x="408" y="233"/>
                  </a:cubicBezTo>
                  <a:cubicBezTo>
                    <a:pt x="392" y="233"/>
                    <a:pt x="370" y="227"/>
                    <a:pt x="333" y="212"/>
                  </a:cubicBezTo>
                  <a:cubicBezTo>
                    <a:pt x="296" y="197"/>
                    <a:pt x="234" y="167"/>
                    <a:pt x="186" y="143"/>
                  </a:cubicBezTo>
                  <a:cubicBezTo>
                    <a:pt x="138" y="119"/>
                    <a:pt x="78" y="86"/>
                    <a:pt x="48" y="68"/>
                  </a:cubicBezTo>
                  <a:cubicBezTo>
                    <a:pt x="18" y="50"/>
                    <a:pt x="12" y="50"/>
                    <a:pt x="6" y="38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2262" y="87"/>
              <a:ext cx="396" cy="227"/>
            </a:xfrm>
            <a:custGeom>
              <a:rect b="b" l="l" r="r" t="t"/>
              <a:pathLst>
                <a:path extrusionOk="0" h="227" w="396">
                  <a:moveTo>
                    <a:pt x="2" y="9"/>
                  </a:moveTo>
                  <a:cubicBezTo>
                    <a:pt x="4" y="18"/>
                    <a:pt x="24" y="45"/>
                    <a:pt x="53" y="66"/>
                  </a:cubicBezTo>
                  <a:cubicBezTo>
                    <a:pt x="82" y="87"/>
                    <a:pt x="136" y="111"/>
                    <a:pt x="176" y="132"/>
                  </a:cubicBezTo>
                  <a:cubicBezTo>
                    <a:pt x="216" y="153"/>
                    <a:pt x="266" y="174"/>
                    <a:pt x="293" y="189"/>
                  </a:cubicBezTo>
                  <a:cubicBezTo>
                    <a:pt x="320" y="204"/>
                    <a:pt x="327" y="217"/>
                    <a:pt x="341" y="222"/>
                  </a:cubicBezTo>
                  <a:cubicBezTo>
                    <a:pt x="355" y="227"/>
                    <a:pt x="371" y="226"/>
                    <a:pt x="377" y="219"/>
                  </a:cubicBezTo>
                  <a:cubicBezTo>
                    <a:pt x="383" y="212"/>
                    <a:pt x="396" y="195"/>
                    <a:pt x="377" y="180"/>
                  </a:cubicBezTo>
                  <a:cubicBezTo>
                    <a:pt x="358" y="165"/>
                    <a:pt x="304" y="147"/>
                    <a:pt x="260" y="126"/>
                  </a:cubicBezTo>
                  <a:cubicBezTo>
                    <a:pt x="216" y="105"/>
                    <a:pt x="149" y="70"/>
                    <a:pt x="113" y="51"/>
                  </a:cubicBezTo>
                  <a:cubicBezTo>
                    <a:pt x="77" y="32"/>
                    <a:pt x="60" y="17"/>
                    <a:pt x="41" y="9"/>
                  </a:cubicBezTo>
                  <a:cubicBezTo>
                    <a:pt x="22" y="1"/>
                    <a:pt x="0" y="0"/>
                    <a:pt x="2" y="9"/>
                  </a:cubicBez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2264" y="240"/>
              <a:ext cx="516" cy="223"/>
            </a:xfrm>
            <a:custGeom>
              <a:rect b="b" l="l" r="r" t="t"/>
              <a:pathLst>
                <a:path extrusionOk="0" h="223" w="516">
                  <a:moveTo>
                    <a:pt x="3" y="10"/>
                  </a:moveTo>
                  <a:cubicBezTo>
                    <a:pt x="0" y="20"/>
                    <a:pt x="65" y="69"/>
                    <a:pt x="105" y="97"/>
                  </a:cubicBezTo>
                  <a:cubicBezTo>
                    <a:pt x="145" y="125"/>
                    <a:pt x="201" y="158"/>
                    <a:pt x="243" y="178"/>
                  </a:cubicBezTo>
                  <a:cubicBezTo>
                    <a:pt x="285" y="198"/>
                    <a:pt x="315" y="211"/>
                    <a:pt x="357" y="217"/>
                  </a:cubicBezTo>
                  <a:cubicBezTo>
                    <a:pt x="399" y="223"/>
                    <a:pt x="480" y="219"/>
                    <a:pt x="498" y="214"/>
                  </a:cubicBezTo>
                  <a:cubicBezTo>
                    <a:pt x="516" y="209"/>
                    <a:pt x="499" y="200"/>
                    <a:pt x="468" y="187"/>
                  </a:cubicBezTo>
                  <a:cubicBezTo>
                    <a:pt x="437" y="174"/>
                    <a:pt x="366" y="161"/>
                    <a:pt x="309" y="136"/>
                  </a:cubicBezTo>
                  <a:cubicBezTo>
                    <a:pt x="252" y="111"/>
                    <a:pt x="172" y="54"/>
                    <a:pt x="123" y="34"/>
                  </a:cubicBezTo>
                  <a:cubicBezTo>
                    <a:pt x="74" y="14"/>
                    <a:pt x="6" y="0"/>
                    <a:pt x="3" y="1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2723" y="324"/>
              <a:ext cx="414" cy="100"/>
            </a:xfrm>
            <a:custGeom>
              <a:rect b="b" l="l" r="r" t="t"/>
              <a:pathLst>
                <a:path extrusionOk="0" h="100" w="414">
                  <a:moveTo>
                    <a:pt x="69" y="60"/>
                  </a:moveTo>
                  <a:cubicBezTo>
                    <a:pt x="39" y="52"/>
                    <a:pt x="23" y="49"/>
                    <a:pt x="12" y="42"/>
                  </a:cubicBezTo>
                  <a:cubicBezTo>
                    <a:pt x="1" y="35"/>
                    <a:pt x="0" y="22"/>
                    <a:pt x="3" y="15"/>
                  </a:cubicBezTo>
                  <a:cubicBezTo>
                    <a:pt x="6" y="8"/>
                    <a:pt x="11" y="0"/>
                    <a:pt x="30" y="0"/>
                  </a:cubicBezTo>
                  <a:cubicBezTo>
                    <a:pt x="49" y="0"/>
                    <a:pt x="82" y="10"/>
                    <a:pt x="117" y="18"/>
                  </a:cubicBezTo>
                  <a:cubicBezTo>
                    <a:pt x="152" y="26"/>
                    <a:pt x="198" y="43"/>
                    <a:pt x="243" y="48"/>
                  </a:cubicBezTo>
                  <a:cubicBezTo>
                    <a:pt x="288" y="53"/>
                    <a:pt x="360" y="47"/>
                    <a:pt x="387" y="48"/>
                  </a:cubicBezTo>
                  <a:cubicBezTo>
                    <a:pt x="414" y="49"/>
                    <a:pt x="409" y="48"/>
                    <a:pt x="408" y="54"/>
                  </a:cubicBezTo>
                  <a:cubicBezTo>
                    <a:pt x="407" y="60"/>
                    <a:pt x="396" y="80"/>
                    <a:pt x="381" y="87"/>
                  </a:cubicBezTo>
                  <a:cubicBezTo>
                    <a:pt x="366" y="94"/>
                    <a:pt x="349" y="98"/>
                    <a:pt x="318" y="99"/>
                  </a:cubicBezTo>
                  <a:cubicBezTo>
                    <a:pt x="287" y="100"/>
                    <a:pt x="237" y="99"/>
                    <a:pt x="195" y="93"/>
                  </a:cubicBezTo>
                  <a:cubicBezTo>
                    <a:pt x="153" y="87"/>
                    <a:pt x="99" y="68"/>
                    <a:pt x="69" y="6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" name="Google Shape;58;p3"/>
            <p:cNvSpPr/>
            <p:nvPr/>
          </p:nvSpPr>
          <p:spPr>
            <a:xfrm>
              <a:off x="3165" y="375"/>
              <a:ext cx="150" cy="72"/>
            </a:xfrm>
            <a:custGeom>
              <a:rect b="b" l="l" r="r" t="t"/>
              <a:pathLst>
                <a:path extrusionOk="0" h="72" w="150">
                  <a:moveTo>
                    <a:pt x="3" y="67"/>
                  </a:moveTo>
                  <a:cubicBezTo>
                    <a:pt x="16" y="59"/>
                    <a:pt x="64" y="30"/>
                    <a:pt x="84" y="19"/>
                  </a:cubicBezTo>
                  <a:cubicBezTo>
                    <a:pt x="104" y="8"/>
                    <a:pt x="112" y="0"/>
                    <a:pt x="123" y="1"/>
                  </a:cubicBezTo>
                  <a:cubicBezTo>
                    <a:pt x="134" y="2"/>
                    <a:pt x="150" y="13"/>
                    <a:pt x="150" y="22"/>
                  </a:cubicBezTo>
                  <a:cubicBezTo>
                    <a:pt x="150" y="31"/>
                    <a:pt x="133" y="47"/>
                    <a:pt x="123" y="55"/>
                  </a:cubicBezTo>
                  <a:cubicBezTo>
                    <a:pt x="113" y="63"/>
                    <a:pt x="110" y="68"/>
                    <a:pt x="90" y="70"/>
                  </a:cubicBezTo>
                  <a:cubicBezTo>
                    <a:pt x="70" y="72"/>
                    <a:pt x="35" y="69"/>
                    <a:pt x="0" y="67"/>
                  </a:cubicBez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9" name="Google Shape;59;p3"/>
            <p:cNvSpPr/>
            <p:nvPr/>
          </p:nvSpPr>
          <p:spPr>
            <a:xfrm>
              <a:off x="3463" y="267"/>
              <a:ext cx="148" cy="91"/>
            </a:xfrm>
            <a:custGeom>
              <a:rect b="b" l="l" r="r" t="t"/>
              <a:pathLst>
                <a:path extrusionOk="0" h="91" w="148">
                  <a:moveTo>
                    <a:pt x="1" y="69"/>
                  </a:moveTo>
                  <a:cubicBezTo>
                    <a:pt x="2" y="63"/>
                    <a:pt x="9" y="61"/>
                    <a:pt x="25" y="51"/>
                  </a:cubicBezTo>
                  <a:cubicBezTo>
                    <a:pt x="41" y="41"/>
                    <a:pt x="82" y="17"/>
                    <a:pt x="100" y="9"/>
                  </a:cubicBezTo>
                  <a:cubicBezTo>
                    <a:pt x="118" y="1"/>
                    <a:pt x="127" y="0"/>
                    <a:pt x="133" y="3"/>
                  </a:cubicBezTo>
                  <a:cubicBezTo>
                    <a:pt x="139" y="6"/>
                    <a:pt x="148" y="15"/>
                    <a:pt x="136" y="27"/>
                  </a:cubicBezTo>
                  <a:cubicBezTo>
                    <a:pt x="124" y="39"/>
                    <a:pt x="80" y="65"/>
                    <a:pt x="61" y="75"/>
                  </a:cubicBezTo>
                  <a:cubicBezTo>
                    <a:pt x="42" y="85"/>
                    <a:pt x="29" y="91"/>
                    <a:pt x="19" y="90"/>
                  </a:cubicBezTo>
                  <a:cubicBezTo>
                    <a:pt x="9" y="89"/>
                    <a:pt x="0" y="75"/>
                    <a:pt x="1" y="6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60;p3"/>
            <p:cNvSpPr/>
            <p:nvPr/>
          </p:nvSpPr>
          <p:spPr>
            <a:xfrm>
              <a:off x="3580" y="58"/>
              <a:ext cx="938" cy="158"/>
            </a:xfrm>
            <a:custGeom>
              <a:rect b="b" l="l" r="r" t="t"/>
              <a:pathLst>
                <a:path extrusionOk="0" h="158" w="938">
                  <a:moveTo>
                    <a:pt x="172" y="86"/>
                  </a:moveTo>
                  <a:cubicBezTo>
                    <a:pt x="142" y="99"/>
                    <a:pt x="87" y="126"/>
                    <a:pt x="61" y="137"/>
                  </a:cubicBezTo>
                  <a:cubicBezTo>
                    <a:pt x="35" y="148"/>
                    <a:pt x="25" y="158"/>
                    <a:pt x="16" y="155"/>
                  </a:cubicBezTo>
                  <a:cubicBezTo>
                    <a:pt x="7" y="152"/>
                    <a:pt x="0" y="134"/>
                    <a:pt x="7" y="122"/>
                  </a:cubicBezTo>
                  <a:cubicBezTo>
                    <a:pt x="14" y="110"/>
                    <a:pt x="31" y="94"/>
                    <a:pt x="58" y="80"/>
                  </a:cubicBezTo>
                  <a:cubicBezTo>
                    <a:pt x="85" y="66"/>
                    <a:pt x="131" y="49"/>
                    <a:pt x="172" y="38"/>
                  </a:cubicBezTo>
                  <a:cubicBezTo>
                    <a:pt x="213" y="27"/>
                    <a:pt x="256" y="17"/>
                    <a:pt x="304" y="11"/>
                  </a:cubicBezTo>
                  <a:cubicBezTo>
                    <a:pt x="352" y="5"/>
                    <a:pt x="409" y="0"/>
                    <a:pt x="463" y="2"/>
                  </a:cubicBezTo>
                  <a:cubicBezTo>
                    <a:pt x="517" y="4"/>
                    <a:pt x="576" y="15"/>
                    <a:pt x="631" y="23"/>
                  </a:cubicBezTo>
                  <a:cubicBezTo>
                    <a:pt x="686" y="31"/>
                    <a:pt x="761" y="49"/>
                    <a:pt x="796" y="53"/>
                  </a:cubicBezTo>
                  <a:cubicBezTo>
                    <a:pt x="831" y="57"/>
                    <a:pt x="823" y="44"/>
                    <a:pt x="841" y="47"/>
                  </a:cubicBezTo>
                  <a:cubicBezTo>
                    <a:pt x="859" y="50"/>
                    <a:pt x="894" y="62"/>
                    <a:pt x="907" y="71"/>
                  </a:cubicBezTo>
                  <a:cubicBezTo>
                    <a:pt x="920" y="80"/>
                    <a:pt x="938" y="97"/>
                    <a:pt x="919" y="101"/>
                  </a:cubicBezTo>
                  <a:cubicBezTo>
                    <a:pt x="900" y="105"/>
                    <a:pt x="840" y="104"/>
                    <a:pt x="793" y="98"/>
                  </a:cubicBezTo>
                  <a:cubicBezTo>
                    <a:pt x="746" y="92"/>
                    <a:pt x="693" y="72"/>
                    <a:pt x="634" y="62"/>
                  </a:cubicBezTo>
                  <a:cubicBezTo>
                    <a:pt x="575" y="52"/>
                    <a:pt x="505" y="38"/>
                    <a:pt x="439" y="38"/>
                  </a:cubicBezTo>
                  <a:cubicBezTo>
                    <a:pt x="373" y="38"/>
                    <a:pt x="284" y="51"/>
                    <a:pt x="238" y="59"/>
                  </a:cubicBezTo>
                  <a:cubicBezTo>
                    <a:pt x="192" y="67"/>
                    <a:pt x="202" y="73"/>
                    <a:pt x="172" y="86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" name="Google Shape;61;p3"/>
            <p:cNvSpPr/>
            <p:nvPr/>
          </p:nvSpPr>
          <p:spPr>
            <a:xfrm>
              <a:off x="3686" y="145"/>
              <a:ext cx="372" cy="98"/>
            </a:xfrm>
            <a:custGeom>
              <a:rect b="b" l="l" r="r" t="t"/>
              <a:pathLst>
                <a:path extrusionOk="0" h="98" w="372">
                  <a:moveTo>
                    <a:pt x="18" y="47"/>
                  </a:moveTo>
                  <a:cubicBezTo>
                    <a:pt x="60" y="36"/>
                    <a:pt x="103" y="25"/>
                    <a:pt x="141" y="17"/>
                  </a:cubicBezTo>
                  <a:cubicBezTo>
                    <a:pt x="179" y="9"/>
                    <a:pt x="211" y="4"/>
                    <a:pt x="246" y="2"/>
                  </a:cubicBezTo>
                  <a:cubicBezTo>
                    <a:pt x="281" y="0"/>
                    <a:pt x="330" y="1"/>
                    <a:pt x="351" y="5"/>
                  </a:cubicBezTo>
                  <a:cubicBezTo>
                    <a:pt x="372" y="9"/>
                    <a:pt x="372" y="17"/>
                    <a:pt x="372" y="23"/>
                  </a:cubicBezTo>
                  <a:cubicBezTo>
                    <a:pt x="372" y="29"/>
                    <a:pt x="372" y="40"/>
                    <a:pt x="354" y="44"/>
                  </a:cubicBezTo>
                  <a:cubicBezTo>
                    <a:pt x="336" y="48"/>
                    <a:pt x="295" y="49"/>
                    <a:pt x="264" y="50"/>
                  </a:cubicBezTo>
                  <a:cubicBezTo>
                    <a:pt x="233" y="51"/>
                    <a:pt x="200" y="49"/>
                    <a:pt x="168" y="53"/>
                  </a:cubicBezTo>
                  <a:cubicBezTo>
                    <a:pt x="136" y="57"/>
                    <a:pt x="98" y="70"/>
                    <a:pt x="72" y="77"/>
                  </a:cubicBezTo>
                  <a:cubicBezTo>
                    <a:pt x="46" y="84"/>
                    <a:pt x="27" y="98"/>
                    <a:pt x="15" y="95"/>
                  </a:cubicBezTo>
                  <a:cubicBezTo>
                    <a:pt x="3" y="92"/>
                    <a:pt x="1" y="74"/>
                    <a:pt x="0" y="56"/>
                  </a:cubicBezTo>
                </a:path>
              </a:pathLst>
            </a:custGeom>
            <a:gradFill>
              <a:gsLst>
                <a:gs pos="0">
                  <a:schemeClr val="accent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62;p3"/>
            <p:cNvSpPr/>
            <p:nvPr/>
          </p:nvSpPr>
          <p:spPr>
            <a:xfrm>
              <a:off x="3618" y="308"/>
              <a:ext cx="318" cy="158"/>
            </a:xfrm>
            <a:custGeom>
              <a:rect b="b" l="l" r="r" t="t"/>
              <a:pathLst>
                <a:path extrusionOk="0" h="158" w="318">
                  <a:moveTo>
                    <a:pt x="0" y="158"/>
                  </a:moveTo>
                  <a:lnTo>
                    <a:pt x="12" y="137"/>
                  </a:lnTo>
                  <a:cubicBezTo>
                    <a:pt x="39" y="123"/>
                    <a:pt x="122" y="90"/>
                    <a:pt x="162" y="71"/>
                  </a:cubicBezTo>
                  <a:cubicBezTo>
                    <a:pt x="202" y="52"/>
                    <a:pt x="229" y="31"/>
                    <a:pt x="249" y="20"/>
                  </a:cubicBezTo>
                  <a:cubicBezTo>
                    <a:pt x="269" y="9"/>
                    <a:pt x="275" y="4"/>
                    <a:pt x="285" y="2"/>
                  </a:cubicBezTo>
                  <a:cubicBezTo>
                    <a:pt x="295" y="0"/>
                    <a:pt x="306" y="4"/>
                    <a:pt x="309" y="11"/>
                  </a:cubicBezTo>
                  <a:cubicBezTo>
                    <a:pt x="312" y="18"/>
                    <a:pt x="318" y="34"/>
                    <a:pt x="303" y="47"/>
                  </a:cubicBezTo>
                  <a:cubicBezTo>
                    <a:pt x="288" y="60"/>
                    <a:pt x="252" y="74"/>
                    <a:pt x="219" y="89"/>
                  </a:cubicBezTo>
                  <a:cubicBezTo>
                    <a:pt x="186" y="104"/>
                    <a:pt x="135" y="130"/>
                    <a:pt x="108" y="140"/>
                  </a:cubicBezTo>
                  <a:cubicBezTo>
                    <a:pt x="81" y="150"/>
                    <a:pt x="74" y="150"/>
                    <a:pt x="57" y="152"/>
                  </a:cubicBezTo>
                  <a:cubicBezTo>
                    <a:pt x="40" y="154"/>
                    <a:pt x="23" y="154"/>
                    <a:pt x="0" y="158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27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63;p3"/>
            <p:cNvSpPr/>
            <p:nvPr/>
          </p:nvSpPr>
          <p:spPr>
            <a:xfrm>
              <a:off x="3413" y="291"/>
              <a:ext cx="380" cy="174"/>
            </a:xfrm>
            <a:custGeom>
              <a:rect b="b" l="l" r="r" t="t"/>
              <a:pathLst>
                <a:path extrusionOk="0" h="174" w="380">
                  <a:moveTo>
                    <a:pt x="3" y="165"/>
                  </a:moveTo>
                  <a:cubicBezTo>
                    <a:pt x="24" y="153"/>
                    <a:pt x="86" y="115"/>
                    <a:pt x="129" y="93"/>
                  </a:cubicBezTo>
                  <a:cubicBezTo>
                    <a:pt x="172" y="71"/>
                    <a:pt x="224" y="45"/>
                    <a:pt x="261" y="30"/>
                  </a:cubicBezTo>
                  <a:cubicBezTo>
                    <a:pt x="298" y="15"/>
                    <a:pt x="332" y="0"/>
                    <a:pt x="351" y="0"/>
                  </a:cubicBezTo>
                  <a:cubicBezTo>
                    <a:pt x="370" y="0"/>
                    <a:pt x="380" y="19"/>
                    <a:pt x="378" y="27"/>
                  </a:cubicBezTo>
                  <a:cubicBezTo>
                    <a:pt x="376" y="35"/>
                    <a:pt x="350" y="46"/>
                    <a:pt x="336" y="51"/>
                  </a:cubicBezTo>
                  <a:cubicBezTo>
                    <a:pt x="322" y="56"/>
                    <a:pt x="307" y="56"/>
                    <a:pt x="291" y="60"/>
                  </a:cubicBezTo>
                  <a:cubicBezTo>
                    <a:pt x="275" y="64"/>
                    <a:pt x="257" y="65"/>
                    <a:pt x="240" y="75"/>
                  </a:cubicBezTo>
                  <a:cubicBezTo>
                    <a:pt x="223" y="85"/>
                    <a:pt x="212" y="104"/>
                    <a:pt x="189" y="120"/>
                  </a:cubicBezTo>
                  <a:cubicBezTo>
                    <a:pt x="166" y="136"/>
                    <a:pt x="133" y="167"/>
                    <a:pt x="102" y="174"/>
                  </a:cubicBezTo>
                  <a:lnTo>
                    <a:pt x="0" y="162"/>
                  </a:lnTo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64;p3"/>
            <p:cNvSpPr/>
            <p:nvPr/>
          </p:nvSpPr>
          <p:spPr>
            <a:xfrm>
              <a:off x="4178" y="187"/>
              <a:ext cx="523" cy="69"/>
            </a:xfrm>
            <a:custGeom>
              <a:rect b="b" l="l" r="r" t="t"/>
              <a:pathLst>
                <a:path extrusionOk="0" h="69" w="523">
                  <a:moveTo>
                    <a:pt x="84" y="11"/>
                  </a:moveTo>
                  <a:cubicBezTo>
                    <a:pt x="65" y="9"/>
                    <a:pt x="40" y="1"/>
                    <a:pt x="27" y="5"/>
                  </a:cubicBezTo>
                  <a:cubicBezTo>
                    <a:pt x="14" y="9"/>
                    <a:pt x="0" y="27"/>
                    <a:pt x="9" y="35"/>
                  </a:cubicBezTo>
                  <a:cubicBezTo>
                    <a:pt x="18" y="43"/>
                    <a:pt x="40" y="51"/>
                    <a:pt x="81" y="56"/>
                  </a:cubicBezTo>
                  <a:cubicBezTo>
                    <a:pt x="122" y="61"/>
                    <a:pt x="197" y="69"/>
                    <a:pt x="255" y="68"/>
                  </a:cubicBezTo>
                  <a:cubicBezTo>
                    <a:pt x="313" y="67"/>
                    <a:pt x="389" y="60"/>
                    <a:pt x="432" y="50"/>
                  </a:cubicBezTo>
                  <a:cubicBezTo>
                    <a:pt x="475" y="40"/>
                    <a:pt x="523" y="10"/>
                    <a:pt x="513" y="5"/>
                  </a:cubicBezTo>
                  <a:cubicBezTo>
                    <a:pt x="503" y="0"/>
                    <a:pt x="434" y="19"/>
                    <a:pt x="372" y="20"/>
                  </a:cubicBezTo>
                  <a:cubicBezTo>
                    <a:pt x="310" y="21"/>
                    <a:pt x="189" y="15"/>
                    <a:pt x="141" y="14"/>
                  </a:cubicBezTo>
                  <a:cubicBezTo>
                    <a:pt x="93" y="13"/>
                    <a:pt x="103" y="13"/>
                    <a:pt x="84" y="1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" name="Google Shape;65;p3"/>
            <p:cNvSpPr/>
            <p:nvPr/>
          </p:nvSpPr>
          <p:spPr>
            <a:xfrm>
              <a:off x="4689" y="186"/>
              <a:ext cx="537" cy="120"/>
            </a:xfrm>
            <a:custGeom>
              <a:rect b="b" l="l" r="r" t="t"/>
              <a:pathLst>
                <a:path extrusionOk="0" h="120" w="537">
                  <a:moveTo>
                    <a:pt x="23" y="6"/>
                  </a:moveTo>
                  <a:cubicBezTo>
                    <a:pt x="46" y="0"/>
                    <a:pt x="138" y="0"/>
                    <a:pt x="188" y="3"/>
                  </a:cubicBezTo>
                  <a:cubicBezTo>
                    <a:pt x="238" y="6"/>
                    <a:pt x="277" y="16"/>
                    <a:pt x="323" y="27"/>
                  </a:cubicBezTo>
                  <a:cubicBezTo>
                    <a:pt x="369" y="38"/>
                    <a:pt x="431" y="59"/>
                    <a:pt x="464" y="69"/>
                  </a:cubicBezTo>
                  <a:cubicBezTo>
                    <a:pt x="497" y="79"/>
                    <a:pt x="509" y="84"/>
                    <a:pt x="521" y="90"/>
                  </a:cubicBezTo>
                  <a:cubicBezTo>
                    <a:pt x="533" y="96"/>
                    <a:pt x="537" y="100"/>
                    <a:pt x="533" y="105"/>
                  </a:cubicBezTo>
                  <a:cubicBezTo>
                    <a:pt x="529" y="110"/>
                    <a:pt x="510" y="120"/>
                    <a:pt x="497" y="120"/>
                  </a:cubicBezTo>
                  <a:cubicBezTo>
                    <a:pt x="484" y="120"/>
                    <a:pt x="476" y="116"/>
                    <a:pt x="452" y="108"/>
                  </a:cubicBezTo>
                  <a:cubicBezTo>
                    <a:pt x="428" y="100"/>
                    <a:pt x="399" y="84"/>
                    <a:pt x="350" y="72"/>
                  </a:cubicBezTo>
                  <a:cubicBezTo>
                    <a:pt x="301" y="60"/>
                    <a:pt x="208" y="45"/>
                    <a:pt x="158" y="39"/>
                  </a:cubicBezTo>
                  <a:cubicBezTo>
                    <a:pt x="108" y="33"/>
                    <a:pt x="72" y="43"/>
                    <a:pt x="50" y="39"/>
                  </a:cubicBezTo>
                  <a:cubicBezTo>
                    <a:pt x="28" y="35"/>
                    <a:pt x="0" y="12"/>
                    <a:pt x="23" y="6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189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66;p3"/>
            <p:cNvSpPr/>
            <p:nvPr/>
          </p:nvSpPr>
          <p:spPr>
            <a:xfrm>
              <a:off x="4968" y="312"/>
              <a:ext cx="800" cy="143"/>
            </a:xfrm>
            <a:custGeom>
              <a:rect b="b" l="l" r="r" t="t"/>
              <a:pathLst>
                <a:path extrusionOk="0" h="143" w="800">
                  <a:moveTo>
                    <a:pt x="800" y="24"/>
                  </a:moveTo>
                  <a:lnTo>
                    <a:pt x="782" y="15"/>
                  </a:lnTo>
                  <a:cubicBezTo>
                    <a:pt x="759" y="21"/>
                    <a:pt x="706" y="51"/>
                    <a:pt x="659" y="63"/>
                  </a:cubicBezTo>
                  <a:cubicBezTo>
                    <a:pt x="612" y="75"/>
                    <a:pt x="555" y="83"/>
                    <a:pt x="500" y="84"/>
                  </a:cubicBezTo>
                  <a:cubicBezTo>
                    <a:pt x="445" y="85"/>
                    <a:pt x="393" y="79"/>
                    <a:pt x="326" y="69"/>
                  </a:cubicBezTo>
                  <a:cubicBezTo>
                    <a:pt x="259" y="59"/>
                    <a:pt x="150" y="31"/>
                    <a:pt x="98" y="21"/>
                  </a:cubicBezTo>
                  <a:cubicBezTo>
                    <a:pt x="46" y="11"/>
                    <a:pt x="22" y="0"/>
                    <a:pt x="11" y="6"/>
                  </a:cubicBezTo>
                  <a:cubicBezTo>
                    <a:pt x="0" y="12"/>
                    <a:pt x="8" y="45"/>
                    <a:pt x="32" y="60"/>
                  </a:cubicBezTo>
                  <a:cubicBezTo>
                    <a:pt x="56" y="75"/>
                    <a:pt x="92" y="83"/>
                    <a:pt x="155" y="96"/>
                  </a:cubicBezTo>
                  <a:cubicBezTo>
                    <a:pt x="218" y="109"/>
                    <a:pt x="337" y="133"/>
                    <a:pt x="410" y="138"/>
                  </a:cubicBezTo>
                  <a:cubicBezTo>
                    <a:pt x="483" y="143"/>
                    <a:pt x="542" y="137"/>
                    <a:pt x="596" y="129"/>
                  </a:cubicBezTo>
                  <a:cubicBezTo>
                    <a:pt x="650" y="121"/>
                    <a:pt x="705" y="100"/>
                    <a:pt x="737" y="90"/>
                  </a:cubicBezTo>
                  <a:cubicBezTo>
                    <a:pt x="769" y="80"/>
                    <a:pt x="780" y="80"/>
                    <a:pt x="788" y="69"/>
                  </a:cubicBezTo>
                  <a:cubicBezTo>
                    <a:pt x="796" y="58"/>
                    <a:pt x="792" y="39"/>
                    <a:pt x="800" y="24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50000">
                  <a:schemeClr val="accent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7" name="Google Shape;67;p3"/>
            <p:cNvSpPr/>
            <p:nvPr/>
          </p:nvSpPr>
          <p:spPr>
            <a:xfrm>
              <a:off x="5318" y="240"/>
              <a:ext cx="402" cy="115"/>
            </a:xfrm>
            <a:custGeom>
              <a:rect b="b" l="l" r="r" t="t"/>
              <a:pathLst>
                <a:path extrusionOk="0" h="115" w="402">
                  <a:moveTo>
                    <a:pt x="402" y="0"/>
                  </a:moveTo>
                  <a:lnTo>
                    <a:pt x="384" y="12"/>
                  </a:lnTo>
                  <a:cubicBezTo>
                    <a:pt x="363" y="20"/>
                    <a:pt x="312" y="42"/>
                    <a:pt x="276" y="51"/>
                  </a:cubicBezTo>
                  <a:cubicBezTo>
                    <a:pt x="240" y="60"/>
                    <a:pt x="202" y="65"/>
                    <a:pt x="165" y="66"/>
                  </a:cubicBezTo>
                  <a:cubicBezTo>
                    <a:pt x="128" y="67"/>
                    <a:pt x="76" y="59"/>
                    <a:pt x="51" y="57"/>
                  </a:cubicBezTo>
                  <a:cubicBezTo>
                    <a:pt x="26" y="55"/>
                    <a:pt x="23" y="52"/>
                    <a:pt x="15" y="54"/>
                  </a:cubicBezTo>
                  <a:cubicBezTo>
                    <a:pt x="7" y="56"/>
                    <a:pt x="4" y="63"/>
                    <a:pt x="3" y="69"/>
                  </a:cubicBezTo>
                  <a:cubicBezTo>
                    <a:pt x="2" y="75"/>
                    <a:pt x="0" y="88"/>
                    <a:pt x="9" y="93"/>
                  </a:cubicBezTo>
                  <a:cubicBezTo>
                    <a:pt x="18" y="98"/>
                    <a:pt x="22" y="99"/>
                    <a:pt x="54" y="102"/>
                  </a:cubicBezTo>
                  <a:cubicBezTo>
                    <a:pt x="86" y="105"/>
                    <a:pt x="151" y="115"/>
                    <a:pt x="198" y="111"/>
                  </a:cubicBezTo>
                  <a:cubicBezTo>
                    <a:pt x="245" y="107"/>
                    <a:pt x="307" y="84"/>
                    <a:pt x="336" y="75"/>
                  </a:cubicBezTo>
                  <a:cubicBezTo>
                    <a:pt x="365" y="66"/>
                    <a:pt x="365" y="65"/>
                    <a:pt x="375" y="54"/>
                  </a:cubicBezTo>
                  <a:cubicBezTo>
                    <a:pt x="385" y="43"/>
                    <a:pt x="392" y="26"/>
                    <a:pt x="402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68" name="Google Shape;68;p3"/>
          <p:cNvSpPr txBox="1"/>
          <p:nvPr>
            <p:ph type="title"/>
          </p:nvPr>
        </p:nvSpPr>
        <p:spPr>
          <a:xfrm>
            <a:off x="685800" y="76835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9" name="Google Shape;69;p3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1148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Tahoma"/>
              <a:buChar char="•"/>
              <a:defRPr b="0" i="0" sz="32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-37084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ahoma"/>
              <a:buChar char="•"/>
              <a:defRPr b="0" i="0" sz="2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-3352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680"/>
              <a:buFont typeface="Tahoma"/>
              <a:buChar char="•"/>
              <a:defRPr b="0" i="0" sz="24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ahoma"/>
              <a:buChar char="•"/>
              <a:defRPr b="0" i="0" sz="20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0" name="Google Shape;70;p3"/>
          <p:cNvSpPr txBox="1"/>
          <p:nvPr>
            <p:ph idx="10" type="dt"/>
          </p:nvPr>
        </p:nvSpPr>
        <p:spPr>
          <a:xfrm>
            <a:off x="6651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1" name="Google Shape;71;p3"/>
          <p:cNvSpPr txBox="1"/>
          <p:nvPr>
            <p:ph idx="11" type="ftr"/>
          </p:nvPr>
        </p:nvSpPr>
        <p:spPr>
          <a:xfrm>
            <a:off x="3103562" y="6367462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2" name="Google Shape;72;p3"/>
          <p:cNvSpPr txBox="1"/>
          <p:nvPr>
            <p:ph idx="12" type="sldNum"/>
          </p:nvPr>
        </p:nvSpPr>
        <p:spPr>
          <a:xfrm>
            <a:off x="65325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  <a:defRPr b="0" i="0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/>
        </p:nvSpPr>
        <p:spPr>
          <a:xfrm>
            <a:off x="6553200" y="63484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2" name="Google Shape;142;p14"/>
          <p:cNvSpPr txBox="1"/>
          <p:nvPr>
            <p:ph type="ctrTitle"/>
          </p:nvPr>
        </p:nvSpPr>
        <p:spPr>
          <a:xfrm>
            <a:off x="609600" y="228600"/>
            <a:ext cx="7772400" cy="12192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INTRODUCTION TO OOP</a:t>
            </a:r>
            <a:br>
              <a:rPr b="0" i="0" lang="en-US" sz="2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</a:b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384175" y="1981200"/>
            <a:ext cx="8916900" cy="48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Objective: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Know the difference between functional programming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and OOP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Know basic terminology in OOP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Know the importance of OOP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Know four design principles of OOP</a:t>
            </a:r>
            <a:endParaRPr/>
          </a:p>
          <a:p>
            <a:pPr indent="-17780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Know OOP programming languages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mp00640_" id="144" name="Google Shape;14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9400" y="304800"/>
            <a:ext cx="1436687" cy="1506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/>
        </p:nvSpPr>
        <p:spPr>
          <a:xfrm>
            <a:off x="6553200" y="63484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0" name="Google Shape;150;p15"/>
          <p:cNvSpPr txBox="1"/>
          <p:nvPr>
            <p:ph type="ctrTitle"/>
          </p:nvPr>
        </p:nvSpPr>
        <p:spPr>
          <a:xfrm>
            <a:off x="685800" y="4572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0" i="0" lang="en-US" sz="2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STRUCTURED vs. OO PROGRAMMING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609600" y="2133600"/>
            <a:ext cx="8001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457200" y="1981200"/>
            <a:ext cx="8458200" cy="3743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STRUCTURED PROGRAMMING</a:t>
            </a: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53" name="Google Shape;153;p15"/>
          <p:cNvGrpSpPr/>
          <p:nvPr/>
        </p:nvGrpSpPr>
        <p:grpSpPr>
          <a:xfrm>
            <a:off x="685800" y="2438400"/>
            <a:ext cx="7848600" cy="3581400"/>
            <a:chOff x="2880" y="1584"/>
            <a:chExt cx="7632" cy="2736"/>
          </a:xfrm>
        </p:grpSpPr>
        <p:sp>
          <p:nvSpPr>
            <p:cNvPr id="154" name="Google Shape;154;p15"/>
            <p:cNvSpPr txBox="1"/>
            <p:nvPr/>
          </p:nvSpPr>
          <p:spPr>
            <a:xfrm>
              <a:off x="5184" y="1584"/>
              <a:ext cx="2304" cy="43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MAIN PROGRAM</a:t>
              </a:r>
              <a:endParaRPr/>
            </a:p>
          </p:txBody>
        </p:sp>
        <p:sp>
          <p:nvSpPr>
            <p:cNvPr id="155" name="Google Shape;155;p15"/>
            <p:cNvSpPr txBox="1"/>
            <p:nvPr/>
          </p:nvSpPr>
          <p:spPr>
            <a:xfrm>
              <a:off x="6480" y="2592"/>
              <a:ext cx="1440" cy="43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FUNCTION 3</a:t>
              </a:r>
              <a:endParaRPr/>
            </a:p>
          </p:txBody>
        </p:sp>
        <p:sp>
          <p:nvSpPr>
            <p:cNvPr id="156" name="Google Shape;156;p15"/>
            <p:cNvSpPr txBox="1"/>
            <p:nvPr/>
          </p:nvSpPr>
          <p:spPr>
            <a:xfrm>
              <a:off x="4752" y="2592"/>
              <a:ext cx="1440" cy="43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FUNCTION 2</a:t>
              </a:r>
              <a:endParaRPr/>
            </a:p>
          </p:txBody>
        </p:sp>
        <p:sp>
          <p:nvSpPr>
            <p:cNvPr id="157" name="Google Shape;157;p15"/>
            <p:cNvSpPr txBox="1"/>
            <p:nvPr/>
          </p:nvSpPr>
          <p:spPr>
            <a:xfrm>
              <a:off x="8208" y="1584"/>
              <a:ext cx="2304" cy="43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GLOBAL DATA</a:t>
              </a:r>
              <a:endParaRPr/>
            </a:p>
          </p:txBody>
        </p:sp>
        <p:sp>
          <p:nvSpPr>
            <p:cNvPr id="158" name="Google Shape;158;p15"/>
            <p:cNvSpPr txBox="1"/>
            <p:nvPr/>
          </p:nvSpPr>
          <p:spPr>
            <a:xfrm>
              <a:off x="6336" y="3888"/>
              <a:ext cx="1440" cy="43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FUNCTION 5</a:t>
              </a:r>
              <a:endParaRPr/>
            </a:p>
          </p:txBody>
        </p:sp>
        <p:sp>
          <p:nvSpPr>
            <p:cNvPr id="159" name="Google Shape;159;p15"/>
            <p:cNvSpPr txBox="1"/>
            <p:nvPr/>
          </p:nvSpPr>
          <p:spPr>
            <a:xfrm>
              <a:off x="3312" y="3888"/>
              <a:ext cx="1440" cy="43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FUNCTION 4</a:t>
              </a:r>
              <a:endParaRPr/>
            </a:p>
          </p:txBody>
        </p:sp>
        <p:sp>
          <p:nvSpPr>
            <p:cNvPr id="160" name="Google Shape;160;p15"/>
            <p:cNvSpPr txBox="1"/>
            <p:nvPr/>
          </p:nvSpPr>
          <p:spPr>
            <a:xfrm>
              <a:off x="2880" y="2592"/>
              <a:ext cx="1296" cy="43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FUNCTION 1</a:t>
              </a:r>
              <a:endParaRPr/>
            </a:p>
          </p:txBody>
        </p:sp>
        <p:cxnSp>
          <p:nvCxnSpPr>
            <p:cNvPr id="161" name="Google Shape;161;p15"/>
            <p:cNvCxnSpPr/>
            <p:nvPr/>
          </p:nvCxnSpPr>
          <p:spPr>
            <a:xfrm flipH="1">
              <a:off x="3600" y="2016"/>
              <a:ext cx="2592" cy="57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62" name="Google Shape;162;p15"/>
            <p:cNvCxnSpPr/>
            <p:nvPr/>
          </p:nvCxnSpPr>
          <p:spPr>
            <a:xfrm flipH="1">
              <a:off x="6048" y="2016"/>
              <a:ext cx="144" cy="57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63" name="Google Shape;163;p15"/>
            <p:cNvCxnSpPr/>
            <p:nvPr/>
          </p:nvCxnSpPr>
          <p:spPr>
            <a:xfrm>
              <a:off x="6192" y="2016"/>
              <a:ext cx="1440" cy="57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64" name="Google Shape;164;p15"/>
            <p:cNvCxnSpPr/>
            <p:nvPr/>
          </p:nvCxnSpPr>
          <p:spPr>
            <a:xfrm>
              <a:off x="3600" y="3024"/>
              <a:ext cx="576" cy="86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65" name="Google Shape;165;p15"/>
            <p:cNvCxnSpPr/>
            <p:nvPr/>
          </p:nvCxnSpPr>
          <p:spPr>
            <a:xfrm flipH="1">
              <a:off x="4320" y="3024"/>
              <a:ext cx="1152" cy="86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66" name="Google Shape;166;p15"/>
            <p:cNvCxnSpPr/>
            <p:nvPr/>
          </p:nvCxnSpPr>
          <p:spPr>
            <a:xfrm flipH="1">
              <a:off x="4752" y="3024"/>
              <a:ext cx="2304" cy="86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67" name="Google Shape;167;p15"/>
            <p:cNvCxnSpPr/>
            <p:nvPr/>
          </p:nvCxnSpPr>
          <p:spPr>
            <a:xfrm>
              <a:off x="7056" y="3024"/>
              <a:ext cx="0" cy="864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68" name="Google Shape;168;p15"/>
            <p:cNvCxnSpPr/>
            <p:nvPr/>
          </p:nvCxnSpPr>
          <p:spPr>
            <a:xfrm rot="10800000">
              <a:off x="7488" y="1728"/>
              <a:ext cx="720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69" name="Google Shape;169;p15"/>
            <p:cNvCxnSpPr/>
            <p:nvPr/>
          </p:nvCxnSpPr>
          <p:spPr>
            <a:xfrm flipH="1">
              <a:off x="4176" y="2016"/>
              <a:ext cx="4032" cy="576"/>
            </a:xfrm>
            <a:prstGeom prst="straightConnector1">
              <a:avLst/>
            </a:prstGeom>
            <a:noFill/>
            <a:ln cap="rnd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70" name="Google Shape;170;p15"/>
            <p:cNvCxnSpPr/>
            <p:nvPr/>
          </p:nvCxnSpPr>
          <p:spPr>
            <a:xfrm flipH="1">
              <a:off x="6192" y="2016"/>
              <a:ext cx="2160" cy="57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71" name="Google Shape;171;p15"/>
            <p:cNvCxnSpPr/>
            <p:nvPr/>
          </p:nvCxnSpPr>
          <p:spPr>
            <a:xfrm flipH="1">
              <a:off x="7920" y="2016"/>
              <a:ext cx="864" cy="57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72" name="Google Shape;172;p15"/>
            <p:cNvCxnSpPr/>
            <p:nvPr/>
          </p:nvCxnSpPr>
          <p:spPr>
            <a:xfrm flipH="1">
              <a:off x="7344" y="2016"/>
              <a:ext cx="1728" cy="187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173" name="Google Shape;173;p15"/>
            <p:cNvCxnSpPr/>
            <p:nvPr/>
          </p:nvCxnSpPr>
          <p:spPr>
            <a:xfrm flipH="1">
              <a:off x="4608" y="2016"/>
              <a:ext cx="3600" cy="1872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pic>
        <p:nvPicPr>
          <p:cNvPr descr="pe03255_" id="174" name="Google Shape;17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19200"/>
            <a:ext cx="1524000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 txBox="1"/>
          <p:nvPr/>
        </p:nvSpPr>
        <p:spPr>
          <a:xfrm>
            <a:off x="65325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0" name="Google Shape;180;p16"/>
          <p:cNvSpPr txBox="1"/>
          <p:nvPr>
            <p:ph type="title"/>
          </p:nvPr>
        </p:nvSpPr>
        <p:spPr>
          <a:xfrm>
            <a:off x="685800" y="768350"/>
            <a:ext cx="7772400" cy="7556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Tahoma"/>
              <a:buNone/>
            </a:pPr>
            <a:r>
              <a:rPr b="1" i="0" lang="en-US" sz="24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Structured Programming</a:t>
            </a:r>
            <a:endParaRPr/>
          </a:p>
        </p:txBody>
      </p:sp>
      <p:sp>
        <p:nvSpPr>
          <p:cNvPr id="181" name="Google Shape;181;p16"/>
          <p:cNvSpPr txBox="1"/>
          <p:nvPr>
            <p:ph idx="1" type="body"/>
          </p:nvPr>
        </p:nvSpPr>
        <p:spPr>
          <a:xfrm>
            <a:off x="685800" y="2209800"/>
            <a:ext cx="77724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Using function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Function &amp; program is divided into modules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Every module has its own data and function which can be called by other modules.</a:t>
            </a:r>
            <a:endParaRPr/>
          </a:p>
        </p:txBody>
      </p:sp>
      <p:pic>
        <p:nvPicPr>
          <p:cNvPr descr="pe03255_" id="182" name="Google Shape;18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457200"/>
            <a:ext cx="1524000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/>
          <p:nvPr/>
        </p:nvSpPr>
        <p:spPr>
          <a:xfrm>
            <a:off x="6553200" y="63484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8" name="Google Shape;188;p17"/>
          <p:cNvSpPr txBox="1"/>
          <p:nvPr>
            <p:ph type="ctrTitle"/>
          </p:nvPr>
        </p:nvSpPr>
        <p:spPr>
          <a:xfrm>
            <a:off x="685800" y="6096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OBJECT ORIENTED PROGRAMMING</a:t>
            </a:r>
            <a:endParaRPr/>
          </a:p>
        </p:txBody>
      </p:sp>
      <p:grpSp>
        <p:nvGrpSpPr>
          <p:cNvPr id="189" name="Google Shape;189;p17"/>
          <p:cNvGrpSpPr/>
          <p:nvPr/>
        </p:nvGrpSpPr>
        <p:grpSpPr>
          <a:xfrm>
            <a:off x="1143000" y="1524000"/>
            <a:ext cx="7361237" cy="4678362"/>
            <a:chOff x="2448" y="5837"/>
            <a:chExt cx="6336" cy="6768"/>
          </a:xfrm>
        </p:grpSpPr>
        <p:sp>
          <p:nvSpPr>
            <p:cNvPr id="190" name="Google Shape;190;p17"/>
            <p:cNvSpPr txBox="1"/>
            <p:nvPr/>
          </p:nvSpPr>
          <p:spPr>
            <a:xfrm>
              <a:off x="2592" y="5981"/>
              <a:ext cx="1152" cy="43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US" sz="18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 1</a:t>
              </a:r>
              <a:endParaRPr/>
            </a:p>
          </p:txBody>
        </p:sp>
        <p:sp>
          <p:nvSpPr>
            <p:cNvPr id="191" name="Google Shape;191;p17"/>
            <p:cNvSpPr txBox="1"/>
            <p:nvPr/>
          </p:nvSpPr>
          <p:spPr>
            <a:xfrm>
              <a:off x="7344" y="5837"/>
              <a:ext cx="1152" cy="43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 2</a:t>
              </a:r>
              <a:endParaRPr/>
            </a:p>
          </p:txBody>
        </p:sp>
        <p:sp>
          <p:nvSpPr>
            <p:cNvPr id="192" name="Google Shape;192;p17"/>
            <p:cNvSpPr/>
            <p:nvPr/>
          </p:nvSpPr>
          <p:spPr>
            <a:xfrm>
              <a:off x="2448" y="6845"/>
              <a:ext cx="2016" cy="2016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3" name="Google Shape;193;p17"/>
            <p:cNvSpPr txBox="1"/>
            <p:nvPr/>
          </p:nvSpPr>
          <p:spPr>
            <a:xfrm>
              <a:off x="3024" y="7277"/>
              <a:ext cx="864" cy="43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</a:t>
              </a:r>
              <a:endParaRPr/>
            </a:p>
          </p:txBody>
        </p:sp>
        <p:sp>
          <p:nvSpPr>
            <p:cNvPr id="194" name="Google Shape;194;p17"/>
            <p:cNvSpPr txBox="1"/>
            <p:nvPr/>
          </p:nvSpPr>
          <p:spPr>
            <a:xfrm>
              <a:off x="3024" y="7997"/>
              <a:ext cx="1008" cy="43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Function</a:t>
              </a: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768" y="6845"/>
              <a:ext cx="2016" cy="2016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6" name="Google Shape;196;p17"/>
            <p:cNvSpPr txBox="1"/>
            <p:nvPr/>
          </p:nvSpPr>
          <p:spPr>
            <a:xfrm>
              <a:off x="7344" y="7277"/>
              <a:ext cx="864" cy="43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</a:t>
              </a:r>
              <a:endParaRPr/>
            </a:p>
          </p:txBody>
        </p:sp>
        <p:sp>
          <p:nvSpPr>
            <p:cNvPr id="197" name="Google Shape;197;p17"/>
            <p:cNvSpPr txBox="1"/>
            <p:nvPr/>
          </p:nvSpPr>
          <p:spPr>
            <a:xfrm>
              <a:off x="7200" y="7997"/>
              <a:ext cx="1008" cy="43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Function</a:t>
              </a:r>
              <a:endParaRPr/>
            </a:p>
          </p:txBody>
        </p:sp>
        <p:sp>
          <p:nvSpPr>
            <p:cNvPr id="198" name="Google Shape;198;p17"/>
            <p:cNvSpPr txBox="1"/>
            <p:nvPr/>
          </p:nvSpPr>
          <p:spPr>
            <a:xfrm>
              <a:off x="5040" y="9869"/>
              <a:ext cx="1152" cy="43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 3</a:t>
              </a: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4608" y="10589"/>
              <a:ext cx="2016" cy="2016"/>
            </a:xfrm>
            <a:prstGeom prst="ellipse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0" name="Google Shape;200;p17"/>
            <p:cNvSpPr txBox="1"/>
            <p:nvPr/>
          </p:nvSpPr>
          <p:spPr>
            <a:xfrm>
              <a:off x="5184" y="10877"/>
              <a:ext cx="864" cy="43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Data</a:t>
              </a:r>
              <a:endParaRPr/>
            </a:p>
          </p:txBody>
        </p:sp>
        <p:sp>
          <p:nvSpPr>
            <p:cNvPr id="201" name="Google Shape;201;p17"/>
            <p:cNvSpPr txBox="1"/>
            <p:nvPr/>
          </p:nvSpPr>
          <p:spPr>
            <a:xfrm>
              <a:off x="5184" y="11597"/>
              <a:ext cx="1008" cy="432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Times New Roman"/>
                <a:buNone/>
              </a:pPr>
              <a:r>
                <a:rPr b="0" i="0" lang="en-US" sz="1600" u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Function</a:t>
              </a:r>
              <a:endParaRPr/>
            </a:p>
          </p:txBody>
        </p:sp>
        <p:cxnSp>
          <p:nvCxnSpPr>
            <p:cNvPr id="202" name="Google Shape;202;p17"/>
            <p:cNvCxnSpPr/>
            <p:nvPr/>
          </p:nvCxnSpPr>
          <p:spPr>
            <a:xfrm>
              <a:off x="4464" y="7632"/>
              <a:ext cx="2304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03" name="Google Shape;203;p17"/>
            <p:cNvCxnSpPr/>
            <p:nvPr/>
          </p:nvCxnSpPr>
          <p:spPr>
            <a:xfrm flipH="1">
              <a:off x="6192" y="8784"/>
              <a:ext cx="1296" cy="201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  <p:cxnSp>
          <p:nvCxnSpPr>
            <p:cNvPr id="204" name="Google Shape;204;p17"/>
            <p:cNvCxnSpPr/>
            <p:nvPr/>
          </p:nvCxnSpPr>
          <p:spPr>
            <a:xfrm>
              <a:off x="3888" y="8784"/>
              <a:ext cx="1152" cy="2016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miter lim="800000"/>
              <a:headEnd len="med" w="med" type="none"/>
              <a:tailEnd len="med" w="med" type="triangle"/>
            </a:ln>
          </p:spPr>
        </p:cxnSp>
      </p:grpSp>
      <p:pic>
        <p:nvPicPr>
          <p:cNvPr descr="in00357_" id="205" name="Google Shape;20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304800"/>
            <a:ext cx="10668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"/>
          <p:cNvSpPr txBox="1"/>
          <p:nvPr/>
        </p:nvSpPr>
        <p:spPr>
          <a:xfrm>
            <a:off x="6553200" y="63484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1" name="Google Shape;211;p18"/>
          <p:cNvSpPr txBox="1"/>
          <p:nvPr>
            <p:ph type="ctrTitle"/>
          </p:nvPr>
        </p:nvSpPr>
        <p:spPr>
          <a:xfrm>
            <a:off x="685800" y="5334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OBJECT ORIENTED PROGRAMMING</a:t>
            </a:r>
            <a:endParaRPr/>
          </a:p>
        </p:txBody>
      </p:sp>
      <p:sp>
        <p:nvSpPr>
          <p:cNvPr id="212" name="Google Shape;212;p18"/>
          <p:cNvSpPr txBox="1"/>
          <p:nvPr>
            <p:ph idx="1" type="subTitle"/>
          </p:nvPr>
        </p:nvSpPr>
        <p:spPr>
          <a:xfrm>
            <a:off x="533400" y="1981200"/>
            <a:ext cx="7772400" cy="41910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-13716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Tahom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Objects have both data and methods</a:t>
            </a:r>
            <a:endParaRPr/>
          </a:p>
          <a:p>
            <a:pPr indent="-13716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Tahom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Objects of the same class have the same data elements and methods</a:t>
            </a:r>
            <a:endParaRPr/>
          </a:p>
          <a:p>
            <a:pPr indent="-13716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Tahoma"/>
              <a:buChar char="•"/>
            </a:pP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Objects send and receive </a:t>
            </a:r>
            <a:r>
              <a:rPr b="0" i="1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messages</a:t>
            </a:r>
            <a:r>
              <a:rPr b="0" i="0" lang="en-US" sz="24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to invoke actions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Tahoma"/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Times"/>
              <a:buNone/>
            </a:pPr>
            <a:r>
              <a:rPr b="1" i="0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Key idea in object-oriented:</a:t>
            </a:r>
            <a:endParaRPr b="0" i="0" sz="24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Times"/>
              <a:buNone/>
            </a:pPr>
            <a:r>
              <a:rPr b="0" i="0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 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Times"/>
              <a:buNone/>
            </a:pPr>
            <a:r>
              <a:rPr b="0" i="1" lang="en-US" sz="24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real world can be accurately described as a collection of objects that interact</a:t>
            </a:r>
            <a:r>
              <a:rPr b="0" i="1" lang="en-US" sz="18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.</a:t>
            </a:r>
            <a:endParaRPr/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620"/>
              <a:buFont typeface="Tahoma"/>
              <a:buNone/>
            </a:pPr>
            <a:r>
              <a:t/>
            </a:r>
            <a:endParaRPr b="0" i="1" sz="1800" u="none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descr="in00357_" id="213" name="Google Shape;21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3400" y="304800"/>
            <a:ext cx="1066800" cy="99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9"/>
          <p:cNvSpPr txBox="1"/>
          <p:nvPr/>
        </p:nvSpPr>
        <p:spPr>
          <a:xfrm>
            <a:off x="6553200" y="63484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19" name="Google Shape;219;p19"/>
          <p:cNvSpPr txBox="1"/>
          <p:nvPr>
            <p:ph idx="1" type="subTitle"/>
          </p:nvPr>
        </p:nvSpPr>
        <p:spPr>
          <a:xfrm>
            <a:off x="228600" y="609600"/>
            <a:ext cx="8534400" cy="53340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              Basic terminology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60020" lvl="0" marL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object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 usually a person, place or thing (</a:t>
            </a:r>
            <a:r>
              <a:rPr b="1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noun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)</a:t>
            </a:r>
            <a:endParaRPr/>
          </a:p>
          <a:p>
            <a:pPr indent="-16002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method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 an action performed by an object (</a:t>
            </a:r>
            <a:r>
              <a:rPr b="1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 verb)</a:t>
            </a:r>
            <a:endParaRPr/>
          </a:p>
          <a:p>
            <a:pPr indent="-16002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attribute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rPr b="0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description of objects in a class</a:t>
            </a:r>
            <a:endParaRPr/>
          </a:p>
          <a:p>
            <a:pPr indent="-16002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class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 a category of similar objects (such as </a:t>
            </a:r>
            <a:r>
              <a:rPr b="0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automobiles)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rPr b="0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 does not hold any values of the object’s attributes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t/>
            </a:r>
            <a:endParaRPr b="0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mp00640_" id="220" name="Google Shape;22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304800"/>
            <a:ext cx="1436687" cy="1506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 txBox="1"/>
          <p:nvPr/>
        </p:nvSpPr>
        <p:spPr>
          <a:xfrm>
            <a:off x="65325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26" name="Google Shape;226;p20"/>
          <p:cNvSpPr txBox="1"/>
          <p:nvPr>
            <p:ph type="title"/>
          </p:nvPr>
        </p:nvSpPr>
        <p:spPr>
          <a:xfrm>
            <a:off x="685800" y="768350"/>
            <a:ext cx="7772400" cy="8318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Example for attributes and methods</a:t>
            </a:r>
            <a:endParaRPr/>
          </a:p>
        </p:txBody>
      </p:sp>
      <p:sp>
        <p:nvSpPr>
          <p:cNvPr id="227" name="Google Shape;227;p20"/>
          <p:cNvSpPr txBox="1"/>
          <p:nvPr>
            <p:ph idx="1" type="body"/>
          </p:nvPr>
        </p:nvSpPr>
        <p:spPr>
          <a:xfrm>
            <a:off x="609600" y="1676400"/>
            <a:ext cx="38100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Attributes: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manufacturer’s name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model name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year made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color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number of doors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size of engine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etc.</a:t>
            </a:r>
            <a:endParaRPr/>
          </a:p>
          <a:p>
            <a:pPr indent="-18288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28" name="Google Shape;228;p20"/>
          <p:cNvSpPr txBox="1"/>
          <p:nvPr>
            <p:ph idx="1" type="body"/>
          </p:nvPr>
        </p:nvSpPr>
        <p:spPr>
          <a:xfrm>
            <a:off x="4648200" y="1752600"/>
            <a:ext cx="3810000" cy="35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Methods: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Define data items (specify manufacturer’s name, model, year, etc.)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Change a data item (color, engine, etc.)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Display data items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Calculate cost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etc.</a:t>
            </a:r>
            <a:endParaRPr/>
          </a:p>
          <a:p>
            <a:pPr indent="-18288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mp00640_" id="229" name="Google Shape;22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04800"/>
            <a:ext cx="1436687" cy="15065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Cj04241880000[1]" id="230" name="Google Shape;23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3537" y="5313362"/>
            <a:ext cx="1793875" cy="130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1"/>
          <p:cNvSpPr txBox="1"/>
          <p:nvPr/>
        </p:nvSpPr>
        <p:spPr>
          <a:xfrm>
            <a:off x="6553200" y="63484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36" name="Google Shape;236;p21"/>
          <p:cNvSpPr txBox="1"/>
          <p:nvPr>
            <p:ph type="ctrTitle"/>
          </p:nvPr>
        </p:nvSpPr>
        <p:spPr>
          <a:xfrm>
            <a:off x="685800" y="609600"/>
            <a:ext cx="7772400" cy="5334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Why OOP?</a:t>
            </a:r>
            <a:endParaRPr/>
          </a:p>
        </p:txBody>
      </p:sp>
      <p:sp>
        <p:nvSpPr>
          <p:cNvPr id="237" name="Google Shape;237;p21"/>
          <p:cNvSpPr txBox="1"/>
          <p:nvPr>
            <p:ph idx="1" type="subTitle"/>
          </p:nvPr>
        </p:nvSpPr>
        <p:spPr>
          <a:xfrm>
            <a:off x="381000" y="2133600"/>
            <a:ext cx="8458200" cy="36576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-16002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Save development time (and cost) by reusing code</a:t>
            </a:r>
            <a:endParaRPr/>
          </a:p>
          <a:p>
            <a:pPr indent="-14224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once an object class is created it can be used in other applications</a:t>
            </a:r>
            <a:endParaRPr/>
          </a:p>
          <a:p>
            <a:pPr indent="-16002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Easier debugging</a:t>
            </a:r>
            <a:endParaRPr/>
          </a:p>
          <a:p>
            <a:pPr indent="-14224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classes can be tested independently</a:t>
            </a:r>
            <a:endParaRPr/>
          </a:p>
          <a:p>
            <a:pPr indent="-142240" lvl="1" marL="4572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24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reused objects have already been tested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238" name="Google Shape;23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337" y="100012"/>
            <a:ext cx="6096000" cy="406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p00640_" id="239" name="Google Shape;23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19200" y="152400"/>
            <a:ext cx="1436687" cy="15065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2"/>
          <p:cNvSpPr txBox="1"/>
          <p:nvPr/>
        </p:nvSpPr>
        <p:spPr>
          <a:xfrm>
            <a:off x="6553200" y="63484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45" name="Google Shape;245;p22"/>
          <p:cNvSpPr txBox="1"/>
          <p:nvPr>
            <p:ph type="ctrTitle"/>
          </p:nvPr>
        </p:nvSpPr>
        <p:spPr>
          <a:xfrm>
            <a:off x="685800" y="5334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Design Principles of OOP</a:t>
            </a:r>
            <a:endParaRPr/>
          </a:p>
        </p:txBody>
      </p:sp>
      <p:sp>
        <p:nvSpPr>
          <p:cNvPr id="246" name="Google Shape;246;p22"/>
          <p:cNvSpPr txBox="1"/>
          <p:nvPr>
            <p:ph idx="1" type="subTitle"/>
          </p:nvPr>
        </p:nvSpPr>
        <p:spPr>
          <a:xfrm>
            <a:off x="762000" y="2057400"/>
            <a:ext cx="7772400" cy="3043237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Four main design principles of Object-Oriented Programming(OOP):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-16002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Encapsulation</a:t>
            </a:r>
            <a:endParaRPr/>
          </a:p>
          <a:p>
            <a:pPr indent="-16002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Abstraction</a:t>
            </a:r>
            <a:endParaRPr/>
          </a:p>
          <a:p>
            <a:pPr indent="-16002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Polymorphism</a:t>
            </a:r>
            <a:endParaRPr/>
          </a:p>
          <a:p>
            <a:pPr indent="-16002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Inheritance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bl00381_" id="247" name="Google Shape;24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304800"/>
            <a:ext cx="1143000" cy="12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3"/>
          <p:cNvSpPr txBox="1"/>
          <p:nvPr/>
        </p:nvSpPr>
        <p:spPr>
          <a:xfrm>
            <a:off x="6553200" y="63484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53" name="Google Shape;253;p23"/>
          <p:cNvSpPr txBox="1"/>
          <p:nvPr>
            <p:ph type="ctrTitle"/>
          </p:nvPr>
        </p:nvSpPr>
        <p:spPr>
          <a:xfrm>
            <a:off x="685800" y="3048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Encapsulation</a:t>
            </a:r>
            <a:endParaRPr/>
          </a:p>
        </p:txBody>
      </p:sp>
      <p:sp>
        <p:nvSpPr>
          <p:cNvPr id="254" name="Google Shape;254;p23"/>
          <p:cNvSpPr txBox="1"/>
          <p:nvPr>
            <p:ph idx="1" type="subTitle"/>
          </p:nvPr>
        </p:nvSpPr>
        <p:spPr>
          <a:xfrm>
            <a:off x="304800" y="1676400"/>
            <a:ext cx="8382000" cy="43434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-16002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Also known as </a:t>
            </a:r>
            <a:r>
              <a:rPr b="0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data hiding</a:t>
            </a:r>
            <a:endParaRPr/>
          </a:p>
          <a:p>
            <a:pPr indent="-16002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Only object’s methods can modify information in the object</a:t>
            </a:r>
            <a:r>
              <a:rPr b="0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.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t/>
            </a:r>
            <a:endParaRPr b="0" i="1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rPr b="1" i="0" lang="en-US" sz="28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Analogy:</a:t>
            </a:r>
            <a:endParaRPr/>
          </a:p>
          <a:p>
            <a:pPr indent="-16002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ATM machine can only </a:t>
            </a:r>
            <a:r>
              <a:rPr b="1" i="0" lang="en-US" sz="28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update accounts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of one person or object only.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con11" id="255" name="Google Shape;2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457200"/>
            <a:ext cx="593725" cy="59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4"/>
          <p:cNvSpPr txBox="1"/>
          <p:nvPr/>
        </p:nvSpPr>
        <p:spPr>
          <a:xfrm>
            <a:off x="65325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61" name="Google Shape;261;p24"/>
          <p:cNvSpPr txBox="1"/>
          <p:nvPr>
            <p:ph type="title"/>
          </p:nvPr>
        </p:nvSpPr>
        <p:spPr>
          <a:xfrm>
            <a:off x="6096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Abstraction</a:t>
            </a:r>
            <a:endParaRPr/>
          </a:p>
        </p:txBody>
      </p:sp>
      <p:sp>
        <p:nvSpPr>
          <p:cNvPr id="262" name="Google Shape;262;p24"/>
          <p:cNvSpPr txBox="1"/>
          <p:nvPr>
            <p:ph idx="1" type="body"/>
          </p:nvPr>
        </p:nvSpPr>
        <p:spPr>
          <a:xfrm>
            <a:off x="685800" y="9906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Focus only on the important facts about the problem at hand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to design, produce, and describe so that it can be easily used without knowing the details of how it works.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rPr b="1" i="0" lang="en-US" sz="28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Analogy: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When you drive a car, you don’t have to know how the gasoline and air are mixed and ignited.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Instead you only have to know how to use the controls.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Draw map</a:t>
            </a:r>
            <a:endParaRPr/>
          </a:p>
        </p:txBody>
      </p:sp>
      <p:pic>
        <p:nvPicPr>
          <p:cNvPr descr="bd05679_" id="263" name="Google Shape;26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33800" y="5334000"/>
            <a:ext cx="16764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con11" id="264" name="Google Shape;26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0" y="457200"/>
            <a:ext cx="593725" cy="59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 txBox="1"/>
          <p:nvPr/>
        </p:nvSpPr>
        <p:spPr>
          <a:xfrm>
            <a:off x="6553200" y="63484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70" name="Google Shape;270;p25"/>
          <p:cNvSpPr txBox="1"/>
          <p:nvPr>
            <p:ph type="ctrTitle"/>
          </p:nvPr>
        </p:nvSpPr>
        <p:spPr>
          <a:xfrm>
            <a:off x="685800" y="457200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Polymorphism</a:t>
            </a:r>
            <a:endParaRPr/>
          </a:p>
        </p:txBody>
      </p:sp>
      <p:sp>
        <p:nvSpPr>
          <p:cNvPr id="271" name="Google Shape;271;p25"/>
          <p:cNvSpPr txBox="1"/>
          <p:nvPr>
            <p:ph idx="1" type="subTitle"/>
          </p:nvPr>
        </p:nvSpPr>
        <p:spPr>
          <a:xfrm>
            <a:off x="304800" y="1676400"/>
            <a:ext cx="8153400" cy="42672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-16002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the same word or phrase can mean different things in different contexts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rPr b="1" i="0" lang="en-US" sz="28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Analogy: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  <a:p>
            <a:pPr indent="-16002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In English, </a:t>
            </a:r>
            <a:r>
              <a:rPr b="1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bank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can mean side of a river or a place to put money</a:t>
            </a:r>
            <a:endParaRPr/>
          </a:p>
          <a:p>
            <a:pPr indent="-16002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sng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move 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-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/>
          </a:p>
        </p:txBody>
      </p:sp>
      <p:pic>
        <p:nvPicPr>
          <p:cNvPr descr="icon11" id="272" name="Google Shape;27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457200"/>
            <a:ext cx="593725" cy="593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n00333_" id="273" name="Google Shape;27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09800" y="4572000"/>
            <a:ext cx="1158875" cy="1606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d07281_" id="274" name="Google Shape;27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33800" y="4572000"/>
            <a:ext cx="1597025" cy="1830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6"/>
          <p:cNvSpPr txBox="1"/>
          <p:nvPr/>
        </p:nvSpPr>
        <p:spPr>
          <a:xfrm>
            <a:off x="6532562" y="636746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80" name="Google Shape;280;p26"/>
          <p:cNvSpPr txBox="1"/>
          <p:nvPr>
            <p:ph type="title"/>
          </p:nvPr>
        </p:nvSpPr>
        <p:spPr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b="0" i="0" lang="en-US" sz="2800" u="sng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Function Overloading</a:t>
            </a:r>
            <a:endParaRPr/>
          </a:p>
        </p:txBody>
      </p:sp>
      <p:sp>
        <p:nvSpPr>
          <p:cNvPr id="281" name="Google Shape;281;p26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Times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The operation of one function depends on the argument passed to it. </a:t>
            </a:r>
            <a:endParaRPr/>
          </a:p>
          <a:p>
            <a:pPr indent="-342900" lvl="0" marL="34290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Times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 Example: Fly(), Fly(low), Fly(150)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6002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Tahoma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11" id="282" name="Google Shape;28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990600"/>
            <a:ext cx="593725" cy="59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7"/>
          <p:cNvSpPr txBox="1"/>
          <p:nvPr/>
        </p:nvSpPr>
        <p:spPr>
          <a:xfrm>
            <a:off x="6553200" y="63484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88" name="Google Shape;288;p27"/>
          <p:cNvSpPr txBox="1"/>
          <p:nvPr>
            <p:ph type="ctrTitle"/>
          </p:nvPr>
        </p:nvSpPr>
        <p:spPr>
          <a:xfrm>
            <a:off x="685800" y="4572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Inheritance</a:t>
            </a:r>
            <a:endParaRPr/>
          </a:p>
        </p:txBody>
      </p:sp>
      <p:sp>
        <p:nvSpPr>
          <p:cNvPr id="289" name="Google Shape;289;p27"/>
          <p:cNvSpPr txBox="1"/>
          <p:nvPr>
            <p:ph idx="1" type="subTitle"/>
          </p:nvPr>
        </p:nvSpPr>
        <p:spPr>
          <a:xfrm>
            <a:off x="457200" y="1676400"/>
            <a:ext cx="8229600" cy="41910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-16002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Inheritance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—a way of organizing classes</a:t>
            </a:r>
            <a:endParaRPr/>
          </a:p>
          <a:p>
            <a:pPr indent="-16002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Term comes from inheritance of traits like eye color, hair color, and so on.</a:t>
            </a:r>
            <a:endParaRPr/>
          </a:p>
          <a:p>
            <a:pPr indent="-16002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Classes with properties in common can be grouped so that their common properties are only defined once.</a:t>
            </a:r>
            <a:endParaRPr/>
          </a:p>
          <a:p>
            <a:pPr indent="-16002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Superclass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inherit its attributes &amp; methods to the subclass(es).</a:t>
            </a:r>
            <a:endParaRPr/>
          </a:p>
          <a:p>
            <a:pPr indent="-16002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i="1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Subclass</a:t>
            </a:r>
            <a:r>
              <a:rPr b="0" i="0" lang="en-US" sz="2800" u="non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– can inherit all its superclass attributes &amp; methods besides having its own unique attributes &amp; methods.</a:t>
            </a:r>
            <a:endParaRPr/>
          </a:p>
          <a:p>
            <a:pPr indent="0" lvl="0" marL="0" rtl="0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520"/>
              <a:buFont typeface="Tahoma"/>
              <a:buNone/>
            </a:pPr>
            <a:r>
              <a:t/>
            </a:r>
            <a:endParaRPr b="0" i="0" sz="2800" u="non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con11" id="290" name="Google Shape;29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457200"/>
            <a:ext cx="593725" cy="59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8"/>
          <p:cNvSpPr txBox="1"/>
          <p:nvPr/>
        </p:nvSpPr>
        <p:spPr>
          <a:xfrm>
            <a:off x="6553200" y="63484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96" name="Google Shape;296;p28"/>
          <p:cNvSpPr txBox="1"/>
          <p:nvPr>
            <p:ph type="ctrTitle"/>
          </p:nvPr>
        </p:nvSpPr>
        <p:spPr>
          <a:xfrm>
            <a:off x="685800" y="3810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An Inheritance Hierarchy</a:t>
            </a:r>
            <a:endParaRPr/>
          </a:p>
        </p:txBody>
      </p:sp>
      <p:sp>
        <p:nvSpPr>
          <p:cNvPr id="297" name="Google Shape;297;p28"/>
          <p:cNvSpPr txBox="1"/>
          <p:nvPr/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44450" lIns="90475" spcFirstLastPara="1" rIns="90475" wrap="square" tIns="44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8" name="Google Shape;298;p28"/>
          <p:cNvCxnSpPr/>
          <p:nvPr/>
        </p:nvCxnSpPr>
        <p:spPr>
          <a:xfrm flipH="1">
            <a:off x="1828800" y="2133600"/>
            <a:ext cx="3048000" cy="1066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299" name="Google Shape;299;p28"/>
          <p:cNvCxnSpPr/>
          <p:nvPr/>
        </p:nvCxnSpPr>
        <p:spPr>
          <a:xfrm>
            <a:off x="4419600" y="2057400"/>
            <a:ext cx="0" cy="12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0" name="Google Shape;300;p28"/>
          <p:cNvCxnSpPr/>
          <p:nvPr/>
        </p:nvCxnSpPr>
        <p:spPr>
          <a:xfrm>
            <a:off x="3810000" y="2133600"/>
            <a:ext cx="3657600" cy="990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1" name="Google Shape;301;p28"/>
          <p:cNvCxnSpPr/>
          <p:nvPr/>
        </p:nvCxnSpPr>
        <p:spPr>
          <a:xfrm flipH="1">
            <a:off x="1066800" y="3352800"/>
            <a:ext cx="990600" cy="12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2" name="Google Shape;302;p28"/>
          <p:cNvCxnSpPr/>
          <p:nvPr/>
        </p:nvCxnSpPr>
        <p:spPr>
          <a:xfrm>
            <a:off x="1752600" y="3276600"/>
            <a:ext cx="1371600" cy="14478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3" name="Google Shape;303;p28"/>
          <p:cNvCxnSpPr/>
          <p:nvPr/>
        </p:nvCxnSpPr>
        <p:spPr>
          <a:xfrm flipH="1">
            <a:off x="5486400" y="3352800"/>
            <a:ext cx="1752600" cy="12954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cxnSp>
        <p:nvCxnSpPr>
          <p:cNvPr id="304" name="Google Shape;304;p28"/>
          <p:cNvCxnSpPr/>
          <p:nvPr/>
        </p:nvCxnSpPr>
        <p:spPr>
          <a:xfrm>
            <a:off x="6934200" y="3352800"/>
            <a:ext cx="1066800" cy="137160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305" name="Google Shape;305;p28"/>
          <p:cNvSpPr/>
          <p:nvPr/>
        </p:nvSpPr>
        <p:spPr>
          <a:xfrm>
            <a:off x="3352800" y="1828800"/>
            <a:ext cx="2133600" cy="457200"/>
          </a:xfrm>
          <a:prstGeom prst="roundRect">
            <a:avLst>
              <a:gd fmla="val 10800" name="adj"/>
            </a:avLst>
          </a:prstGeom>
          <a:solidFill>
            <a:srgbClr val="CC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Vehicle</a:t>
            </a:r>
            <a:endParaRPr/>
          </a:p>
        </p:txBody>
      </p:sp>
      <p:sp>
        <p:nvSpPr>
          <p:cNvPr id="306" name="Google Shape;306;p28"/>
          <p:cNvSpPr/>
          <p:nvPr/>
        </p:nvSpPr>
        <p:spPr>
          <a:xfrm>
            <a:off x="838200" y="3048000"/>
            <a:ext cx="2133600" cy="457200"/>
          </a:xfrm>
          <a:prstGeom prst="roundRect">
            <a:avLst>
              <a:gd fmla="val 10800" name="adj"/>
            </a:avLst>
          </a:prstGeom>
          <a:solidFill>
            <a:srgbClr val="CC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Automobile</a:t>
            </a:r>
            <a:endParaRPr/>
          </a:p>
        </p:txBody>
      </p:sp>
      <p:sp>
        <p:nvSpPr>
          <p:cNvPr id="307" name="Google Shape;307;p28"/>
          <p:cNvSpPr/>
          <p:nvPr/>
        </p:nvSpPr>
        <p:spPr>
          <a:xfrm>
            <a:off x="3429000" y="3048000"/>
            <a:ext cx="2133600" cy="457200"/>
          </a:xfrm>
          <a:prstGeom prst="roundRect">
            <a:avLst>
              <a:gd fmla="val 10800" name="adj"/>
            </a:avLst>
          </a:prstGeom>
          <a:solidFill>
            <a:srgbClr val="CC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Motorcycle</a:t>
            </a:r>
            <a:endParaRPr/>
          </a:p>
        </p:txBody>
      </p:sp>
      <p:sp>
        <p:nvSpPr>
          <p:cNvPr id="308" name="Google Shape;308;p28"/>
          <p:cNvSpPr/>
          <p:nvPr/>
        </p:nvSpPr>
        <p:spPr>
          <a:xfrm>
            <a:off x="6096000" y="3048000"/>
            <a:ext cx="2133600" cy="457200"/>
          </a:xfrm>
          <a:prstGeom prst="roundRect">
            <a:avLst>
              <a:gd fmla="val 10800" name="adj"/>
            </a:avLst>
          </a:prstGeom>
          <a:solidFill>
            <a:srgbClr val="CC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</a:t>
            </a:r>
            <a:endParaRPr/>
          </a:p>
        </p:txBody>
      </p:sp>
      <p:sp>
        <p:nvSpPr>
          <p:cNvPr id="309" name="Google Shape;309;p28"/>
          <p:cNvSpPr/>
          <p:nvPr/>
        </p:nvSpPr>
        <p:spPr>
          <a:xfrm>
            <a:off x="381000" y="4419600"/>
            <a:ext cx="1447800" cy="457200"/>
          </a:xfrm>
          <a:prstGeom prst="roundRect">
            <a:avLst>
              <a:gd fmla="val 10800" name="adj"/>
            </a:avLst>
          </a:prstGeom>
          <a:solidFill>
            <a:srgbClr val="CC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Sedan</a:t>
            </a:r>
            <a:endParaRPr/>
          </a:p>
        </p:txBody>
      </p:sp>
      <p:sp>
        <p:nvSpPr>
          <p:cNvPr id="310" name="Google Shape;310;p28"/>
          <p:cNvSpPr/>
          <p:nvPr/>
        </p:nvSpPr>
        <p:spPr>
          <a:xfrm>
            <a:off x="2133600" y="4419600"/>
            <a:ext cx="1905000" cy="457200"/>
          </a:xfrm>
          <a:prstGeom prst="roundRect">
            <a:avLst>
              <a:gd fmla="val 10800" name="adj"/>
            </a:avLst>
          </a:prstGeom>
          <a:solidFill>
            <a:srgbClr val="CC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Sports Car</a:t>
            </a:r>
            <a:endParaRPr/>
          </a:p>
        </p:txBody>
      </p:sp>
      <p:sp>
        <p:nvSpPr>
          <p:cNvPr id="311" name="Google Shape;311;p28"/>
          <p:cNvSpPr/>
          <p:nvPr/>
        </p:nvSpPr>
        <p:spPr>
          <a:xfrm>
            <a:off x="6858000" y="4419600"/>
            <a:ext cx="1981200" cy="457200"/>
          </a:xfrm>
          <a:prstGeom prst="roundRect">
            <a:avLst>
              <a:gd fmla="val 10800" name="adj"/>
            </a:avLst>
          </a:prstGeom>
          <a:solidFill>
            <a:srgbClr val="CC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School Bus</a:t>
            </a:r>
            <a:endParaRPr/>
          </a:p>
        </p:txBody>
      </p:sp>
      <p:sp>
        <p:nvSpPr>
          <p:cNvPr id="312" name="Google Shape;312;p28"/>
          <p:cNvSpPr/>
          <p:nvPr/>
        </p:nvSpPr>
        <p:spPr>
          <a:xfrm>
            <a:off x="4495800" y="4419600"/>
            <a:ext cx="1981200" cy="457200"/>
          </a:xfrm>
          <a:prstGeom prst="roundRect">
            <a:avLst>
              <a:gd fmla="val 10800" name="adj"/>
            </a:avLst>
          </a:prstGeom>
          <a:solidFill>
            <a:srgbClr val="CCCCFF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Luxury Bus</a:t>
            </a:r>
            <a:endParaRPr/>
          </a:p>
        </p:txBody>
      </p:sp>
      <p:sp>
        <p:nvSpPr>
          <p:cNvPr id="313" name="Google Shape;313;p28"/>
          <p:cNvSpPr txBox="1"/>
          <p:nvPr/>
        </p:nvSpPr>
        <p:spPr>
          <a:xfrm>
            <a:off x="593725" y="5221287"/>
            <a:ext cx="7940675" cy="822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What properties does each vehicle inherit from the types of vehicles above it in the diagram?</a:t>
            </a:r>
            <a:endParaRPr/>
          </a:p>
        </p:txBody>
      </p:sp>
      <p:sp>
        <p:nvSpPr>
          <p:cNvPr id="314" name="Google Shape;314;p28"/>
          <p:cNvSpPr/>
          <p:nvPr/>
        </p:nvSpPr>
        <p:spPr>
          <a:xfrm>
            <a:off x="6096000" y="1447800"/>
            <a:ext cx="2362200" cy="6096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Superclass</a:t>
            </a:r>
            <a:endParaRPr/>
          </a:p>
        </p:txBody>
      </p:sp>
      <p:cxnSp>
        <p:nvCxnSpPr>
          <p:cNvPr id="315" name="Google Shape;315;p28"/>
          <p:cNvCxnSpPr/>
          <p:nvPr/>
        </p:nvCxnSpPr>
        <p:spPr>
          <a:xfrm flipH="1">
            <a:off x="5486400" y="1905000"/>
            <a:ext cx="685800" cy="1524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sp>
        <p:nvSpPr>
          <p:cNvPr id="316" name="Google Shape;316;p28"/>
          <p:cNvSpPr/>
          <p:nvPr/>
        </p:nvSpPr>
        <p:spPr>
          <a:xfrm>
            <a:off x="533400" y="2209800"/>
            <a:ext cx="1828800" cy="533400"/>
          </a:xfrm>
          <a:prstGeom prst="ellipse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Subclasses</a:t>
            </a:r>
            <a:endParaRPr/>
          </a:p>
        </p:txBody>
      </p:sp>
      <p:cxnSp>
        <p:nvCxnSpPr>
          <p:cNvPr id="317" name="Google Shape;317;p28"/>
          <p:cNvCxnSpPr/>
          <p:nvPr/>
        </p:nvCxnSpPr>
        <p:spPr>
          <a:xfrm flipH="1">
            <a:off x="1295400" y="2743200"/>
            <a:ext cx="76200" cy="3048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18" name="Google Shape;318;p28"/>
          <p:cNvCxnSpPr/>
          <p:nvPr/>
        </p:nvCxnSpPr>
        <p:spPr>
          <a:xfrm>
            <a:off x="1447800" y="2743200"/>
            <a:ext cx="2514600" cy="3048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19" name="Google Shape;319;p28"/>
          <p:cNvCxnSpPr/>
          <p:nvPr/>
        </p:nvCxnSpPr>
        <p:spPr>
          <a:xfrm>
            <a:off x="1447800" y="2743200"/>
            <a:ext cx="4953000" cy="3048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cxnSp>
        <p:nvCxnSpPr>
          <p:cNvPr id="320" name="Google Shape;320;p28"/>
          <p:cNvCxnSpPr/>
          <p:nvPr/>
        </p:nvCxnSpPr>
        <p:spPr>
          <a:xfrm flipH="1">
            <a:off x="457200" y="2743200"/>
            <a:ext cx="990600" cy="1752600"/>
          </a:xfrm>
          <a:prstGeom prst="straightConnector1">
            <a:avLst/>
          </a:prstGeom>
          <a:noFill/>
          <a:ln cap="rnd" cmpd="sng" w="9525">
            <a:solidFill>
              <a:schemeClr val="dk1"/>
            </a:solidFill>
            <a:prstDash val="solid"/>
            <a:miter lim="800000"/>
            <a:headEnd len="med" w="med" type="none"/>
            <a:tailEnd len="med" w="med" type="triangle"/>
          </a:ln>
        </p:spPr>
      </p:cxnSp>
      <p:pic>
        <p:nvPicPr>
          <p:cNvPr descr="icon11" id="321" name="Google Shape;321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52600" y="533400"/>
            <a:ext cx="593725" cy="593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9"/>
          <p:cNvSpPr txBox="1"/>
          <p:nvPr/>
        </p:nvSpPr>
        <p:spPr>
          <a:xfrm>
            <a:off x="6553200" y="63484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327" name="Google Shape;327;p29"/>
          <p:cNvSpPr txBox="1"/>
          <p:nvPr>
            <p:ph type="ctrTitle"/>
          </p:nvPr>
        </p:nvSpPr>
        <p:spPr>
          <a:xfrm>
            <a:off x="838200" y="533400"/>
            <a:ext cx="7772400" cy="6096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Tahoma"/>
              <a:buNone/>
            </a:pPr>
            <a:r>
              <a:rPr b="0" i="0" lang="en-US" sz="2800" u="none">
                <a:solidFill>
                  <a:schemeClr val="dk2"/>
                </a:solidFill>
                <a:latin typeface="Tahoma"/>
                <a:ea typeface="Tahoma"/>
                <a:cs typeface="Tahoma"/>
                <a:sym typeface="Tahoma"/>
              </a:rPr>
              <a:t>Object-Oriented Programming Languages</a:t>
            </a:r>
            <a:endParaRPr/>
          </a:p>
        </p:txBody>
      </p:sp>
      <p:sp>
        <p:nvSpPr>
          <p:cNvPr id="328" name="Google Shape;328;p29"/>
          <p:cNvSpPr txBox="1"/>
          <p:nvPr>
            <p:ph idx="1" type="subTitle"/>
          </p:nvPr>
        </p:nvSpPr>
        <p:spPr>
          <a:xfrm>
            <a:off x="685800" y="2362200"/>
            <a:ext cx="7924800" cy="3200400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None/>
            </a:pPr>
            <a:r>
              <a:rPr b="0" i="0" lang="en-US" sz="32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∙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Pure OO Languages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Times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	Smalltalk, Eiffel, Actor, Java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Times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 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Noto Sans Symbols"/>
              <a:buNone/>
            </a:pPr>
            <a:r>
              <a:rPr b="0" i="0" lang="en-US" sz="3200" u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∙</a:t>
            </a:r>
            <a:r>
              <a:rPr b="0" i="0" lang="en-US" sz="32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        </a:t>
            </a: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Hybrid OO Languages</a:t>
            </a:r>
            <a:endParaRPr b="0" i="0" sz="32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80"/>
              <a:buFont typeface="Times"/>
              <a:buNone/>
            </a:pPr>
            <a:r>
              <a:rPr b="0" i="0" lang="en-US" sz="3200" u="none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		C++, Objective-C, Object-Pascal</a:t>
            </a:r>
            <a:endParaRPr/>
          </a:p>
        </p:txBody>
      </p:sp>
      <p:pic>
        <p:nvPicPr>
          <p:cNvPr descr="bs00580_" id="329" name="Google Shape;32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762000"/>
            <a:ext cx="1373187" cy="12779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Sumi Painting">
  <a:themeElements>
    <a:clrScheme name="Sumi Painting 1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9595FF"/>
      </a:hlink>
      <a:folHlink>
        <a:srgbClr val="8888A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umi Painting">
  <a:themeElements>
    <a:clrScheme name="Sumi Painting 1">
      <a:dk1>
        <a:srgbClr val="545472"/>
      </a:dk1>
      <a:lt1>
        <a:srgbClr val="FFFFFF"/>
      </a:lt1>
      <a:dk2>
        <a:srgbClr val="660066"/>
      </a:dk2>
      <a:lt2>
        <a:srgbClr val="9797B7"/>
      </a:lt2>
      <a:accent1>
        <a:srgbClr val="A7CCD9"/>
      </a:accent1>
      <a:accent2>
        <a:srgbClr val="C7C7DF"/>
      </a:accent2>
      <a:accent3>
        <a:srgbClr val="FFFFFF"/>
      </a:accent3>
      <a:accent4>
        <a:srgbClr val="464660"/>
      </a:accent4>
      <a:accent5>
        <a:srgbClr val="D0E2E9"/>
      </a:accent5>
      <a:accent6>
        <a:srgbClr val="B4B4CA"/>
      </a:accent6>
      <a:hlink>
        <a:srgbClr val="9595FF"/>
      </a:hlink>
      <a:folHlink>
        <a:srgbClr val="8888A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