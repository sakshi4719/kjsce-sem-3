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6" name="Google Shape;56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7" name="Google Shape;57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8" name="Google Shape;58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64" name="Google Shape;64;p11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" name="Google Shape;77;p13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Inheritance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surface, inheritance is a code re-use issue.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 that is already written in a manageable manner.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is more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supports polymorphism at the language level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an existing object type (collection of fields and methods) and extend it.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special version of the code without re-writing any of the existing code (or even explicitly calling it!).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result is a more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 type, called the sub-class / derived class / child class.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code is called the superclass / parent class / base class.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Example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685800" y="19812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Employee: name, email, phone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FulltimeEmployee: also has salary, office, benefits, …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Manager: CompanyCar, can change salaries, rates contracts, offices, etc.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Contractor: HourlyRate, ContractDuration, …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special kind of FullTimeEmployee, which is a special kind of Employee.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Polymorphism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code that deals with general object types, without the need to know what specific type each object is.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 list of employee names: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objects derived from Employee have a name field since Employee has a name field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need to treat managers differently from anyone else.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Polymorphism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real power comes with methods/behaviors.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better example: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object types used by a drawing program.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want to be able to handle any kind of shape someone wants to code (in the future).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want to be able to write code now that can deal with shape objects (without knowing what they are!).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8" name="Google Shape;118;p1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Shapes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color, layer	fields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draw()   		draw itself on the screen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calcArea()	calculates it's own area.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serialize()	generate a string that can be saved and later used to re-generate the object.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5" name="Google Shape;125;p2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Kinds of Shapes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Rectangle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Circle</a:t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3657600" y="1676400"/>
            <a:ext cx="4800600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Each could be a kind of shape (could be specializations of the shape class).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Each knows how to draw itself,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Could write code to have all shapes draw themselves, or save the whole collection to a file.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3" name="Google Shape;133;p2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definition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1" i="1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b="1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 declarations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1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{ initialization code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1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Constructors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1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Methods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1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1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 modifier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modifier means that the class can be used as a superclass only.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objects of this class can be created.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have attributes, even code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are inherited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can be overridden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inheritance hierarchies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Interesting Method Modifiers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685800" y="19812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private/protected/public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means private to all but subclasses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none of these specified?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no implementation given, must be supplied by subclass.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class itself must also be declared </a:t>
            </a:r>
            <a:r>
              <a:rPr b="1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method cannot be changed by a subclass (no alternative implementation can be provided by a subclass).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Interesting Method Modifiers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(that have nothing to do with this slide set)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native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method is written in some local code (C/C++) - the implementation is not provided in Java (recall assembler routines linked with C)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synchronized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only one thread at a time can call the method (later)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1" name="Google Shape;161;p2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vs. Composition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one object type depends on another, the relationship could be: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is-a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has-a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Sometimes it's hard to define the relationship, but in general you use composition (aggregation) when the relationship is </a:t>
            </a: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has-a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Composition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class has instance variables that refer to object of another.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Sometimes we have a collection of objects, the class just provides the glue.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establishes the relationship between objects.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nothing special happening here (as far as the compiler is concerned).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5" name="Google Shape;175;p2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object type is defined as being a special version of some other object type.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specialization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more general class is called: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class, super class, parent class.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more specific class is called: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derived class, subclass, child class.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2" name="Google Shape;182;p2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derived class object is an object of the base class.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is-a,  not has-a.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fields and methods are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inherited.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derived class object also has some stuff that the base class does not provide (usually).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9" name="Google Shape;189;p2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Inheritance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kinds: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implementation: the code that defines methods.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interface: the method prototypes only.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OOP languages often provide the same capabilities (but not as an explicit option).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6" name="Google Shape;196;p3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Inheritance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Derived class inherits the implementations of all methods from base class.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replace some with alternatives.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methods in derived class can access all non-private base class fields and methods.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similar to (simple) C++ inheritance.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p3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superclass methods from derived class.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use </a:t>
            </a:r>
            <a:r>
              <a:rPr b="1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access all (non-private) superclass methods.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those replaced with new versions in the derived class.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use </a:t>
            </a:r>
            <a:r>
              <a:rPr b="1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call base class constructor.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arguments to specify desired constructor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0" name="Google Shape;210;p3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inheritance only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(implementation inheritance).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can't </a:t>
            </a: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more than one class!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derived class can't have more than one base class.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do multiple inheritance with </a:t>
            </a: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inheritance.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1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7" name="Google Shape;217;p3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Casting Objects</a:t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object of a derived class can be cast as an object of the base class.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much of the power!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method is called, the selection of which version of method is run is totally dynamic.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overridden methods are dynamic.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Selection of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overloaded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 is done at compile time. There are some situations in which this can cause confusion.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4" name="Google Shape;224;p3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class </a:t>
            </a:r>
            <a:r>
              <a:rPr b="1" i="0" lang="en-US" sz="4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Granddaddy of all Java classes.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methods defined in the class Object are available in every class.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object can be cast as an </a:t>
            </a:r>
            <a:r>
              <a:rPr b="0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1" name="Google Shape;231;p3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Interfaces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interface is a definition of method prototypes and possibly some constants (static final fields).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interface does not include the implementation of any methods, it just defines a set of methods that could be implemented.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8" name="Google Shape;238;p3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implementation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 can </a:t>
            </a:r>
            <a:r>
              <a:rPr b="1" i="0" lang="en-US" sz="2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implement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interface, this means that it provides implementations for all the methods in the interface.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classes can implement any number of interfaces (multiple interface inheritance).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5" name="Google Shape;245;p3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 can be extended</a:t>
            </a:r>
            <a:endParaRPr/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(definition) of interfaces can be done using inheritance: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interface can extend another.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Sometimes interfaces are used just as labeling mechanisms: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 in the Java API documentation for interfaces like </a:t>
            </a:r>
            <a:r>
              <a:rPr b="1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Cloneable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BubbleSort w/ SortInterfaceDemo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