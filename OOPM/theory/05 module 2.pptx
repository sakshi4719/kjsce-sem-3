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6858000" cx="9144000"/>
  <p:notesSz cx="6858000" cy="9144000"/>
  <p:embeddedFontLst>
    <p:embeddedFont>
      <p:font typeface="Book Antiqua"/>
      <p:regular r:id="rId53"/>
      <p:bold r:id="rId54"/>
      <p:italic r:id="rId55"/>
      <p:boldItalic r:id="rId56"/>
    </p:embeddedFont>
    <p:embeddedFont>
      <p:font typeface="Helvetica Neue"/>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37286C-C396-4E33-8FCD-44ADA3B4A79D}">
  <a:tblStyle styleId="{3937286C-C396-4E33-8FCD-44ADA3B4A79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HelveticaNeue-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BookAntiqua-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BookAntiqua-italic.fntdata"/><Relationship Id="rId10" Type="http://schemas.openxmlformats.org/officeDocument/2006/relationships/slide" Target="slides/slide4.xml"/><Relationship Id="rId54" Type="http://schemas.openxmlformats.org/officeDocument/2006/relationships/font" Target="fonts/BookAntiqua-bold.fntdata"/><Relationship Id="rId13" Type="http://schemas.openxmlformats.org/officeDocument/2006/relationships/slide" Target="slides/slide7.xml"/><Relationship Id="rId57" Type="http://schemas.openxmlformats.org/officeDocument/2006/relationships/font" Target="fonts/HelveticaNeue-regular.fntdata"/><Relationship Id="rId12" Type="http://schemas.openxmlformats.org/officeDocument/2006/relationships/slide" Target="slides/slide6.xml"/><Relationship Id="rId56" Type="http://schemas.openxmlformats.org/officeDocument/2006/relationships/font" Target="fonts/BookAntiqua-boldItalic.fntdata"/><Relationship Id="rId15" Type="http://schemas.openxmlformats.org/officeDocument/2006/relationships/slide" Target="slides/slide9.xml"/><Relationship Id="rId59" Type="http://schemas.openxmlformats.org/officeDocument/2006/relationships/font" Target="fonts/HelveticaNeue-italic.fntdata"/><Relationship Id="rId14" Type="http://schemas.openxmlformats.org/officeDocument/2006/relationships/slide" Target="slides/slide8.xml"/><Relationship Id="rId58" Type="http://schemas.openxmlformats.org/officeDocument/2006/relationships/font" Target="fonts/HelveticaNeue-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01" name="Google Shape;20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2"/>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2"/>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 name="Google Shape;27;p2"/>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2"/>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9" name="Shape 29"/>
        <p:cNvGrpSpPr/>
        <p:nvPr/>
      </p:nvGrpSpPr>
      <p:grpSpPr>
        <a:xfrm>
          <a:off x="0" y="0"/>
          <a:ext cx="0" cy="0"/>
          <a:chOff x="0" y="0"/>
          <a:chExt cx="0" cy="0"/>
        </a:xfrm>
      </p:grpSpPr>
      <p:sp>
        <p:nvSpPr>
          <p:cNvPr id="30" name="Google Shape;30;p3"/>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3"/>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3"/>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3" name="Google Shape;33;p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3"/>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type="twoObj">
  <p:cSld name="TWO_OBJECTS">
    <p:spTree>
      <p:nvGrpSpPr>
        <p:cNvPr id="35" name="Shape 35"/>
        <p:cNvGrpSpPr/>
        <p:nvPr/>
      </p:nvGrpSpPr>
      <p:grpSpPr>
        <a:xfrm>
          <a:off x="0" y="0"/>
          <a:ext cx="0" cy="0"/>
          <a:chOff x="0" y="0"/>
          <a:chExt cx="0" cy="0"/>
        </a:xfrm>
      </p:grpSpPr>
      <p:sp>
        <p:nvSpPr>
          <p:cNvPr id="36" name="Google Shape;36;p4"/>
          <p:cNvSpPr txBox="1"/>
          <p:nvPr>
            <p:ph type="title"/>
          </p:nvPr>
        </p:nvSpPr>
        <p:spPr>
          <a:xfrm>
            <a:off x="457200" y="533400"/>
            <a:ext cx="8229600" cy="990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4"/>
          <p:cNvSpPr txBox="1"/>
          <p:nvPr>
            <p:ph idx="1" type="body"/>
          </p:nvPr>
        </p:nvSpPr>
        <p:spPr>
          <a:xfrm>
            <a:off x="457200" y="1673352"/>
            <a:ext cx="4038600" cy="471830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 name="Google Shape;38;p4"/>
          <p:cNvSpPr txBox="1"/>
          <p:nvPr>
            <p:ph idx="2" type="body"/>
          </p:nvPr>
        </p:nvSpPr>
        <p:spPr>
          <a:xfrm>
            <a:off x="4648200" y="1673352"/>
            <a:ext cx="4038600" cy="471830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 name="Google Shape;39;p4"/>
          <p:cNvSpPr txBox="1"/>
          <p:nvPr>
            <p:ph idx="10" type="dt"/>
          </p:nvPr>
        </p:nvSpPr>
        <p:spPr>
          <a:xfrm>
            <a:off x="457200" y="18288"/>
            <a:ext cx="28956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4"/>
          <p:cNvSpPr txBox="1"/>
          <p:nvPr>
            <p:ph idx="11" type="ftr"/>
          </p:nvPr>
        </p:nvSpPr>
        <p:spPr>
          <a:xfrm>
            <a:off x="3429000" y="18288"/>
            <a:ext cx="4114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4"/>
          <p:cNvSpPr txBox="1"/>
          <p:nvPr>
            <p:ph idx="12" type="sldNum"/>
          </p:nvPr>
        </p:nvSpPr>
        <p:spPr>
          <a:xfrm>
            <a:off x="7620000" y="18288"/>
            <a:ext cx="1066800" cy="32918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42" name="Shape 42"/>
        <p:cNvGrpSpPr/>
        <p:nvPr/>
      </p:nvGrpSpPr>
      <p:grpSpPr>
        <a:xfrm>
          <a:off x="0" y="0"/>
          <a:ext cx="0" cy="0"/>
          <a:chOff x="0" y="0"/>
          <a:chExt cx="0" cy="0"/>
        </a:xfrm>
      </p:grpSpPr>
      <p:sp>
        <p:nvSpPr>
          <p:cNvPr id="43" name="Google Shape;43;p5"/>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5"/>
          <p:cNvSpPr txBox="1"/>
          <p:nvPr>
            <p:ph idx="1" type="subTitle"/>
          </p:nvPr>
        </p:nvSpPr>
        <p:spPr>
          <a:xfrm>
            <a:off x="685800" y="3886200"/>
            <a:ext cx="7086600" cy="1752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Noto Sans Symbols"/>
              <a:buNone/>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6"/>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7" name="Google Shape;47;p6"/>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8" name="Google Shape;48;p6"/>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6"/>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6"/>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1" name="Shape 51"/>
        <p:cNvGrpSpPr/>
        <p:nvPr/>
      </p:nvGrpSpPr>
      <p:grpSpPr>
        <a:xfrm>
          <a:off x="0" y="0"/>
          <a:ext cx="0" cy="0"/>
          <a:chOff x="0" y="0"/>
          <a:chExt cx="0" cy="0"/>
        </a:xfrm>
      </p:grpSpPr>
      <p:sp>
        <p:nvSpPr>
          <p:cNvPr id="52" name="Google Shape;52;p7"/>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7"/>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7"/>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55" name="Google Shape;55;p7"/>
          <p:cNvSpPr txBox="1"/>
          <p:nvPr>
            <p:ph idx="1" type="body"/>
          </p:nvPr>
        </p:nvSpPr>
        <p:spPr>
          <a:xfrm>
            <a:off x="728983" y="1324629"/>
            <a:ext cx="82296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56" name="Shape 5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7" name="Shape 57"/>
        <p:cNvGrpSpPr/>
        <p:nvPr/>
      </p:nvGrpSpPr>
      <p:grpSpPr>
        <a:xfrm>
          <a:off x="0" y="0"/>
          <a:ext cx="0" cy="0"/>
          <a:chOff x="0" y="0"/>
          <a:chExt cx="0" cy="0"/>
        </a:xfrm>
      </p:grpSpPr>
      <p:sp>
        <p:nvSpPr>
          <p:cNvPr id="58" name="Google Shape;58;p9"/>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9" name="Google Shape;59;p9"/>
          <p:cNvSpPr txBox="1"/>
          <p:nvPr>
            <p:ph idx="1" type="body"/>
          </p:nvPr>
        </p:nvSpPr>
        <p:spPr>
          <a:xfrm>
            <a:off x="655370" y="1189973"/>
            <a:ext cx="8248389" cy="489930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35280" lvl="1" marL="914400" marR="0" rtl="0" algn="l">
              <a:lnSpc>
                <a:spcPct val="90000"/>
              </a:lnSpc>
              <a:spcBef>
                <a:spcPts val="500"/>
              </a:spcBef>
              <a:spcAft>
                <a:spcPts val="0"/>
              </a:spcAft>
              <a:buClr>
                <a:srgbClr val="C55A11"/>
              </a:buClr>
              <a:buSzPts val="168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17500" lvl="2" marL="1371600" marR="0" rtl="0" algn="l">
              <a:lnSpc>
                <a:spcPct val="90000"/>
              </a:lnSpc>
              <a:spcBef>
                <a:spcPts val="500"/>
              </a:spcBef>
              <a:spcAft>
                <a:spcPts val="0"/>
              </a:spcAft>
              <a:buClr>
                <a:srgbClr val="8D4427"/>
              </a:buClr>
              <a:buSzPts val="14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10"/>
          <p:cNvSpPr txBox="1"/>
          <p:nvPr>
            <p:ph type="title"/>
          </p:nvPr>
        </p:nvSpPr>
        <p:spPr>
          <a:xfrm>
            <a:off x="629841"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10"/>
          <p:cNvSpPr txBox="1"/>
          <p:nvPr>
            <p:ph idx="1" type="body"/>
          </p:nvPr>
        </p:nvSpPr>
        <p:spPr>
          <a:xfrm>
            <a:off x="681575" y="1606006"/>
            <a:ext cx="3868340"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63" name="Google Shape;63;p10"/>
          <p:cNvSpPr txBox="1"/>
          <p:nvPr>
            <p:ph idx="2" type="body"/>
          </p:nvPr>
        </p:nvSpPr>
        <p:spPr>
          <a:xfrm>
            <a:off x="803704" y="2505075"/>
            <a:ext cx="3868340"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4" name="Google Shape;64;p10"/>
          <p:cNvSpPr txBox="1"/>
          <p:nvPr>
            <p:ph idx="3" type="body"/>
          </p:nvPr>
        </p:nvSpPr>
        <p:spPr>
          <a:xfrm>
            <a:off x="4803013" y="1681163"/>
            <a:ext cx="3887391"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65" name="Google Shape;65;p10"/>
          <p:cNvSpPr txBox="1"/>
          <p:nvPr>
            <p:ph idx="4" type="body"/>
          </p:nvPr>
        </p:nvSpPr>
        <p:spPr>
          <a:xfrm>
            <a:off x="4803013" y="2505075"/>
            <a:ext cx="3887391"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6" name="Google Shape;66;p10"/>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10"/>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0"/>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11"/>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11"/>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11"/>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3" name="Shape 73"/>
        <p:cNvGrpSpPr/>
        <p:nvPr/>
      </p:nvGrpSpPr>
      <p:grpSpPr>
        <a:xfrm>
          <a:off x="0" y="0"/>
          <a:ext cx="0" cy="0"/>
          <a:chOff x="0" y="0"/>
          <a:chExt cx="0" cy="0"/>
        </a:xfrm>
      </p:grpSpPr>
      <p:sp>
        <p:nvSpPr>
          <p:cNvPr id="74" name="Google Shape;74;p1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5" name="Google Shape;75;p12"/>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6" name="Google Shape;76;p12"/>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7" name="Google Shape;77;p12"/>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12"/>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9" name="Google Shape;79;p12"/>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0" name="Shape 80"/>
        <p:cNvGrpSpPr/>
        <p:nvPr/>
      </p:nvGrpSpPr>
      <p:grpSpPr>
        <a:xfrm>
          <a:off x="0" y="0"/>
          <a:ext cx="0" cy="0"/>
          <a:chOff x="0" y="0"/>
          <a:chExt cx="0" cy="0"/>
        </a:xfrm>
      </p:grpSpPr>
      <p:sp>
        <p:nvSpPr>
          <p:cNvPr id="81" name="Google Shape;81;p1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p13"/>
          <p:cNvSpPr/>
          <p:nvPr>
            <p:ph idx="2" type="pic"/>
          </p:nvPr>
        </p:nvSpPr>
        <p:spPr>
          <a:xfrm>
            <a:off x="3887391" y="987426"/>
            <a:ext cx="4629150" cy="4873625"/>
          </a:xfrm>
          <a:prstGeom prst="rect">
            <a:avLst/>
          </a:prstGeom>
          <a:noFill/>
          <a:ln>
            <a:noFill/>
          </a:ln>
        </p:spPr>
      </p:sp>
      <p:sp>
        <p:nvSpPr>
          <p:cNvPr id="83" name="Google Shape;83;p13"/>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84" name="Google Shape;84;p13"/>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p13"/>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6" name="Google Shape;86;p13"/>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14"/>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9" name="Google Shape;89;p14"/>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0" name="Google Shape;90;p14"/>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1" name="Google Shape;91;p14"/>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2" name="Google Shape;92;p14"/>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3" name="Shape 93"/>
        <p:cNvGrpSpPr/>
        <p:nvPr/>
      </p:nvGrpSpPr>
      <p:grpSpPr>
        <a:xfrm>
          <a:off x="0" y="0"/>
          <a:ext cx="0" cy="0"/>
          <a:chOff x="0" y="0"/>
          <a:chExt cx="0" cy="0"/>
        </a:xfrm>
      </p:grpSpPr>
      <p:sp>
        <p:nvSpPr>
          <p:cNvPr id="94" name="Google Shape;94;p15"/>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5" name="Google Shape;95;p15"/>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6" name="Google Shape;96;p15"/>
          <p:cNvSpPr txBox="1"/>
          <p:nvPr>
            <p:ph idx="10" type="dt"/>
          </p:nvPr>
        </p:nvSpPr>
        <p:spPr>
          <a:xfrm>
            <a:off x="628650" y="6356351"/>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15"/>
          <p:cNvSpPr txBox="1"/>
          <p:nvPr>
            <p:ph idx="11" type="ftr"/>
          </p:nvPr>
        </p:nvSpPr>
        <p:spPr>
          <a:xfrm>
            <a:off x="3028950" y="6356351"/>
            <a:ext cx="30861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15"/>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9" name="Shape 99"/>
        <p:cNvGrpSpPr/>
        <p:nvPr/>
      </p:nvGrpSpPr>
      <p:grpSpPr>
        <a:xfrm>
          <a:off x="0" y="0"/>
          <a:ext cx="0" cy="0"/>
          <a:chOff x="0" y="0"/>
          <a:chExt cx="0" cy="0"/>
        </a:xfrm>
      </p:grpSpPr>
      <p:sp>
        <p:nvSpPr>
          <p:cNvPr id="100" name="Google Shape;100;p1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01" name="Shape 101"/>
        <p:cNvGrpSpPr/>
        <p:nvPr/>
      </p:nvGrpSpPr>
      <p:grpSpPr>
        <a:xfrm>
          <a:off x="0" y="0"/>
          <a:ext cx="0" cy="0"/>
          <a:chOff x="0" y="0"/>
          <a:chExt cx="0" cy="0"/>
        </a:xfrm>
      </p:grpSpPr>
      <p:sp>
        <p:nvSpPr>
          <p:cNvPr id="102" name="Google Shape;102;p1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103" name="Shape 103"/>
        <p:cNvGrpSpPr/>
        <p:nvPr/>
      </p:nvGrpSpPr>
      <p:grpSpPr>
        <a:xfrm>
          <a:off x="0" y="0"/>
          <a:ext cx="0" cy="0"/>
          <a:chOff x="0" y="0"/>
          <a:chExt cx="0" cy="0"/>
        </a:xfrm>
      </p:grpSpPr>
      <p:sp>
        <p:nvSpPr>
          <p:cNvPr id="104" name="Google Shape;104;p18"/>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5" name="Google Shape;105;p18"/>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6" name="Google Shape;106;p1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1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08" name="Shape 108"/>
        <p:cNvGrpSpPr/>
        <p:nvPr/>
      </p:nvGrpSpPr>
      <p:grpSpPr>
        <a:xfrm>
          <a:off x="0" y="0"/>
          <a:ext cx="0" cy="0"/>
          <a:chOff x="0" y="0"/>
          <a:chExt cx="0" cy="0"/>
        </a:xfrm>
      </p:grpSpPr>
      <p:sp>
        <p:nvSpPr>
          <p:cNvPr id="109" name="Google Shape;109;p19"/>
          <p:cNvSpPr txBox="1"/>
          <p:nvPr>
            <p:ph type="title"/>
          </p:nvPr>
        </p:nvSpPr>
        <p:spPr>
          <a:xfrm>
            <a:off x="152400" y="304800"/>
            <a:ext cx="8763000" cy="609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0" name="Google Shape;110;p19"/>
          <p:cNvSpPr txBox="1"/>
          <p:nvPr>
            <p:ph idx="1" type="body"/>
          </p:nvPr>
        </p:nvSpPr>
        <p:spPr>
          <a:xfrm>
            <a:off x="304800" y="1295400"/>
            <a:ext cx="4114800" cy="5181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1" name="Google Shape;111;p19"/>
          <p:cNvSpPr txBox="1"/>
          <p:nvPr>
            <p:ph idx="2" type="body"/>
          </p:nvPr>
        </p:nvSpPr>
        <p:spPr>
          <a:xfrm>
            <a:off x="4572000" y="1295400"/>
            <a:ext cx="4114800" cy="2514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2" name="Google Shape;112;p19"/>
          <p:cNvSpPr txBox="1"/>
          <p:nvPr>
            <p:ph idx="3" type="body"/>
          </p:nvPr>
        </p:nvSpPr>
        <p:spPr>
          <a:xfrm>
            <a:off x="4572000" y="3962400"/>
            <a:ext cx="4114800" cy="2514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3" name="Google Shape;113;p19"/>
          <p:cNvSpPr txBox="1"/>
          <p:nvPr>
            <p:ph idx="10" type="dt"/>
          </p:nvPr>
        </p:nvSpPr>
        <p:spPr>
          <a:xfrm>
            <a:off x="152400" y="6477000"/>
            <a:ext cx="1905000" cy="381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4" name="Google Shape;114;p19"/>
          <p:cNvSpPr txBox="1"/>
          <p:nvPr>
            <p:ph idx="11" type="ftr"/>
          </p:nvPr>
        </p:nvSpPr>
        <p:spPr>
          <a:xfrm>
            <a:off x="3124200" y="6477000"/>
            <a:ext cx="2895600" cy="381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5" name="Google Shape;115;p19"/>
          <p:cNvSpPr txBox="1"/>
          <p:nvPr>
            <p:ph idx="12" type="sldNum"/>
          </p:nvPr>
        </p:nvSpPr>
        <p:spPr>
          <a:xfrm>
            <a:off x="7239000" y="6477000"/>
            <a:ext cx="1905000" cy="381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6.xml"/><Relationship Id="rId11" Type="http://schemas.openxmlformats.org/officeDocument/2006/relationships/slideLayout" Target="../slideLayouts/slideLayout7.xml"/><Relationship Id="rId22" Type="http://schemas.openxmlformats.org/officeDocument/2006/relationships/slideLayout" Target="../slideLayouts/slideLayout18.xml"/><Relationship Id="rId10" Type="http://schemas.openxmlformats.org/officeDocument/2006/relationships/slideLayout" Target="../slideLayouts/slideLayout6.xml"/><Relationship Id="rId21" Type="http://schemas.openxmlformats.org/officeDocument/2006/relationships/slideLayout" Target="../slideLayouts/slideLayout17.xml"/><Relationship Id="rId13" Type="http://schemas.openxmlformats.org/officeDocument/2006/relationships/slideLayout" Target="../slideLayouts/slideLayout9.xml"/><Relationship Id="rId12" Type="http://schemas.openxmlformats.org/officeDocument/2006/relationships/slideLayout" Target="../slideLayouts/slideLayout8.xml"/><Relationship Id="rId23" Type="http://schemas.openxmlformats.org/officeDocument/2006/relationships/theme" Target="../theme/theme1.xml"/><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5.jp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5" Type="http://schemas.openxmlformats.org/officeDocument/2006/relationships/slideLayout" Target="../slideLayouts/slideLayout1.xml"/><Relationship Id="rId19" Type="http://schemas.openxmlformats.org/officeDocument/2006/relationships/slideLayout" Target="../slideLayouts/slideLayout15.xml"/><Relationship Id="rId6" Type="http://schemas.openxmlformats.org/officeDocument/2006/relationships/slideLayout" Target="../slideLayouts/slideLayout2.xml"/><Relationship Id="rId18" Type="http://schemas.openxmlformats.org/officeDocument/2006/relationships/slideLayout" Target="../slideLayouts/slideLayout14.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nvSpPr>
        <p:spPr>
          <a:xfrm>
            <a:off x="1148443" y="294320"/>
            <a:ext cx="6847115" cy="73796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4400"/>
              <a:buFont typeface="Calibri"/>
              <a:buNone/>
            </a:pPr>
            <a:r>
              <a:t/>
            </a:r>
            <a:endParaRPr b="0" i="0" sz="4400" u="none" cap="none" strike="noStrike">
              <a:solidFill>
                <a:srgbClr val="000000"/>
              </a:solidFill>
              <a:latin typeface="Calibri"/>
              <a:ea typeface="Calibri"/>
              <a:cs typeface="Calibri"/>
              <a:sym typeface="Calibri"/>
            </a:endParaRPr>
          </a:p>
        </p:txBody>
      </p:sp>
      <p:sp>
        <p:nvSpPr>
          <p:cNvPr id="11" name="Google Shape;11;p1"/>
          <p:cNvSpPr txBox="1"/>
          <p:nvPr/>
        </p:nvSpPr>
        <p:spPr>
          <a:xfrm>
            <a:off x="324390" y="6373654"/>
            <a:ext cx="1455965"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Times New Roman"/>
                <a:ea typeface="Times New Roman"/>
                <a:cs typeface="Times New Roman"/>
                <a:sym typeface="Times New Roman"/>
              </a:rPr>
              <a:t>7/31/2023</a:t>
            </a:r>
            <a:endParaRPr b="1" i="0" sz="1400" u="none" cap="none" strike="noStrike">
              <a:solidFill>
                <a:srgbClr val="FFFFFF"/>
              </a:solidFill>
              <a:latin typeface="Times New Roman"/>
              <a:ea typeface="Times New Roman"/>
              <a:cs typeface="Times New Roman"/>
              <a:sym typeface="Times New Roman"/>
            </a:endParaRPr>
          </a:p>
        </p:txBody>
      </p:sp>
      <p:sp>
        <p:nvSpPr>
          <p:cNvPr id="12" name="Google Shape;12;p1"/>
          <p:cNvSpPr txBox="1"/>
          <p:nvPr/>
        </p:nvSpPr>
        <p:spPr>
          <a:xfrm>
            <a:off x="8240198" y="6347051"/>
            <a:ext cx="601436"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1" i="0" lang="en-US" sz="1400" u="none" cap="none" strike="noStrike">
                <a:solidFill>
                  <a:srgbClr val="FFFFFF"/>
                </a:solidFill>
                <a:latin typeface="Times New Roman"/>
                <a:ea typeface="Times New Roman"/>
                <a:cs typeface="Times New Roman"/>
                <a:sym typeface="Times New Roman"/>
              </a:rPr>
              <a:t>‹#›</a:t>
            </a:fld>
            <a:endParaRPr b="1" i="0" sz="1400" u="none" cap="none" strike="noStrike">
              <a:solidFill>
                <a:srgbClr val="FFFFFF"/>
              </a:solidFill>
              <a:latin typeface="Times New Roman"/>
              <a:ea typeface="Times New Roman"/>
              <a:cs typeface="Times New Roman"/>
              <a:sym typeface="Times New Roman"/>
            </a:endParaRPr>
          </a:p>
        </p:txBody>
      </p:sp>
      <p:cxnSp>
        <p:nvCxnSpPr>
          <p:cNvPr id="13" name="Google Shape;13;p1"/>
          <p:cNvCxnSpPr/>
          <p:nvPr/>
        </p:nvCxnSpPr>
        <p:spPr>
          <a:xfrm>
            <a:off x="173929" y="524443"/>
            <a:ext cx="15020" cy="5873873"/>
          </a:xfrm>
          <a:prstGeom prst="straightConnector1">
            <a:avLst/>
          </a:prstGeom>
          <a:noFill/>
          <a:ln cap="flat" cmpd="sng" w="9525">
            <a:solidFill>
              <a:schemeClr val="accent2"/>
            </a:solidFill>
            <a:prstDash val="solid"/>
            <a:miter lim="800000"/>
            <a:headEnd len="sm" w="sm" type="none"/>
            <a:tailEnd len="sm" w="sm" type="none"/>
          </a:ln>
        </p:spPr>
      </p:cxnSp>
      <p:cxnSp>
        <p:nvCxnSpPr>
          <p:cNvPr id="14" name="Google Shape;14;p1"/>
          <p:cNvCxnSpPr/>
          <p:nvPr/>
        </p:nvCxnSpPr>
        <p:spPr>
          <a:xfrm>
            <a:off x="8958782" y="135448"/>
            <a:ext cx="14374" cy="6100958"/>
          </a:xfrm>
          <a:prstGeom prst="straightConnector1">
            <a:avLst/>
          </a:prstGeom>
          <a:noFill/>
          <a:ln cap="flat" cmpd="sng" w="9525">
            <a:solidFill>
              <a:schemeClr val="accent2"/>
            </a:solidFill>
            <a:prstDash val="solid"/>
            <a:miter lim="800000"/>
            <a:headEnd len="sm" w="sm" type="none"/>
            <a:tailEnd len="sm" w="sm" type="none"/>
          </a:ln>
        </p:spPr>
      </p:cxnSp>
      <p:cxnSp>
        <p:nvCxnSpPr>
          <p:cNvPr id="15" name="Google Shape;15;p1"/>
          <p:cNvCxnSpPr/>
          <p:nvPr/>
        </p:nvCxnSpPr>
        <p:spPr>
          <a:xfrm>
            <a:off x="429274" y="135448"/>
            <a:ext cx="8536694" cy="0"/>
          </a:xfrm>
          <a:prstGeom prst="straightConnector1">
            <a:avLst/>
          </a:prstGeom>
          <a:noFill/>
          <a:ln cap="flat" cmpd="sng" w="9525">
            <a:solidFill>
              <a:schemeClr val="accent2"/>
            </a:solidFill>
            <a:prstDash val="solid"/>
            <a:miter lim="800000"/>
            <a:headEnd len="sm" w="sm" type="none"/>
            <a:tailEnd len="sm" w="sm" type="none"/>
          </a:ln>
        </p:spPr>
      </p:cxnSp>
      <p:cxnSp>
        <p:nvCxnSpPr>
          <p:cNvPr id="16" name="Google Shape;16;p1"/>
          <p:cNvCxnSpPr/>
          <p:nvPr/>
        </p:nvCxnSpPr>
        <p:spPr>
          <a:xfrm flipH="1" rot="-5400000">
            <a:off x="162549" y="6424715"/>
            <a:ext cx="293100" cy="240300"/>
          </a:xfrm>
          <a:prstGeom prst="curvedConnector3">
            <a:avLst>
              <a:gd fmla="val 50000" name="adj1"/>
            </a:avLst>
          </a:prstGeom>
          <a:noFill/>
          <a:ln cap="flat" cmpd="sng" w="9525">
            <a:solidFill>
              <a:schemeClr val="accent2"/>
            </a:solidFill>
            <a:prstDash val="solid"/>
            <a:miter lim="800000"/>
            <a:headEnd len="sm" w="sm" type="none"/>
            <a:tailEnd len="sm" w="sm" type="none"/>
          </a:ln>
        </p:spPr>
      </p:cxnSp>
      <p:cxnSp>
        <p:nvCxnSpPr>
          <p:cNvPr id="17" name="Google Shape;17;p1"/>
          <p:cNvCxnSpPr/>
          <p:nvPr/>
        </p:nvCxnSpPr>
        <p:spPr>
          <a:xfrm rot="5400000">
            <a:off x="8611957" y="6330007"/>
            <a:ext cx="454800" cy="267600"/>
          </a:xfrm>
          <a:prstGeom prst="curvedConnector3">
            <a:avLst>
              <a:gd fmla="val 50000" name="adj1"/>
            </a:avLst>
          </a:prstGeom>
          <a:noFill/>
          <a:ln cap="flat" cmpd="sng" w="9525">
            <a:solidFill>
              <a:schemeClr val="accent2"/>
            </a:solidFill>
            <a:prstDash val="solid"/>
            <a:miter lim="800000"/>
            <a:headEnd len="sm" w="sm" type="none"/>
            <a:tailEnd len="sm" w="sm" type="none"/>
          </a:ln>
        </p:spPr>
      </p:cxnSp>
      <p:pic>
        <p:nvPicPr>
          <p:cNvPr id="18" name="Google Shape;18;p1"/>
          <p:cNvPicPr preferRelativeResize="0"/>
          <p:nvPr/>
        </p:nvPicPr>
        <p:blipFill rotWithShape="1">
          <a:blip r:embed="rId1">
            <a:alphaModFix/>
          </a:blip>
          <a:srcRect b="0" l="0" r="0" t="0"/>
          <a:stretch/>
        </p:blipFill>
        <p:spPr>
          <a:xfrm>
            <a:off x="454" y="135448"/>
            <a:ext cx="425219" cy="6722552"/>
          </a:xfrm>
          <a:prstGeom prst="rect">
            <a:avLst/>
          </a:prstGeom>
          <a:noFill/>
          <a:ln>
            <a:noFill/>
          </a:ln>
        </p:spPr>
      </p:pic>
      <p:pic>
        <p:nvPicPr>
          <p:cNvPr id="19" name="Google Shape;19;p1"/>
          <p:cNvPicPr preferRelativeResize="0"/>
          <p:nvPr/>
        </p:nvPicPr>
        <p:blipFill rotWithShape="1">
          <a:blip r:embed="rId2">
            <a:alphaModFix/>
          </a:blip>
          <a:srcRect b="0" l="0" r="0" t="0"/>
          <a:stretch/>
        </p:blipFill>
        <p:spPr>
          <a:xfrm>
            <a:off x="429588" y="135448"/>
            <a:ext cx="153343" cy="5305232"/>
          </a:xfrm>
          <a:prstGeom prst="rect">
            <a:avLst/>
          </a:prstGeom>
          <a:noFill/>
          <a:ln>
            <a:noFill/>
          </a:ln>
        </p:spPr>
      </p:pic>
      <p:pic>
        <p:nvPicPr>
          <p:cNvPr descr="A close up of a sign&#10;&#10;Description automatically generated" id="20" name="Google Shape;20;p1"/>
          <p:cNvPicPr preferRelativeResize="0"/>
          <p:nvPr/>
        </p:nvPicPr>
        <p:blipFill rotWithShape="1">
          <a:blip r:embed="rId3">
            <a:alphaModFix/>
          </a:blip>
          <a:srcRect b="0" l="0" r="0" t="0"/>
          <a:stretch/>
        </p:blipFill>
        <p:spPr>
          <a:xfrm>
            <a:off x="8321645" y="6043825"/>
            <a:ext cx="651512" cy="647487"/>
          </a:xfrm>
          <a:prstGeom prst="rect">
            <a:avLst/>
          </a:prstGeom>
          <a:noFill/>
          <a:ln>
            <a:noFill/>
          </a:ln>
        </p:spPr>
      </p:pic>
      <p:pic>
        <p:nvPicPr>
          <p:cNvPr descr="A picture containing drawing&#10;&#10;Description automatically generated" id="21" name="Google Shape;21;p1"/>
          <p:cNvPicPr preferRelativeResize="0"/>
          <p:nvPr/>
        </p:nvPicPr>
        <p:blipFill rotWithShape="1">
          <a:blip r:embed="rId4">
            <a:alphaModFix/>
          </a:blip>
          <a:srcRect b="0" l="0" r="0" t="0"/>
          <a:stretch/>
        </p:blipFill>
        <p:spPr>
          <a:xfrm>
            <a:off x="454" y="6214968"/>
            <a:ext cx="1991676" cy="663892"/>
          </a:xfrm>
          <a:prstGeom prst="rect">
            <a:avLst/>
          </a:prstGeom>
          <a:noFill/>
          <a:ln>
            <a:noFill/>
          </a:ln>
        </p:spPr>
      </p:pic>
      <p:pic>
        <p:nvPicPr>
          <p:cNvPr id="22" name="Google Shape;22;p1"/>
          <p:cNvPicPr preferRelativeResize="0"/>
          <p:nvPr/>
        </p:nvPicPr>
        <p:blipFill rotWithShape="1">
          <a:blip r:embed="rId1">
            <a:alphaModFix/>
          </a:blip>
          <a:srcRect b="0" l="0" r="0" t="0"/>
          <a:stretch/>
        </p:blipFill>
        <p:spPr>
          <a:xfrm rot="5400000">
            <a:off x="4987623" y="3550281"/>
            <a:ext cx="385984" cy="6282060"/>
          </a:xfrm>
          <a:prstGeom prst="rect">
            <a:avLst/>
          </a:prstGeom>
          <a:noFill/>
          <a:ln>
            <a:noFill/>
          </a:ln>
        </p:spPr>
      </p:pic>
      <p:pic>
        <p:nvPicPr>
          <p:cNvPr id="23" name="Google Shape;23;p1"/>
          <p:cNvPicPr preferRelativeResize="0"/>
          <p:nvPr/>
        </p:nvPicPr>
        <p:blipFill rotWithShape="1">
          <a:blip r:embed="rId2">
            <a:alphaModFix/>
          </a:blip>
          <a:srcRect b="0" l="0" r="0" t="0"/>
          <a:stretch/>
        </p:blipFill>
        <p:spPr>
          <a:xfrm rot="5400000">
            <a:off x="5093663" y="3283949"/>
            <a:ext cx="173904" cy="628205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5"/>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21" name="Google Shape;121;p20"/>
          <p:cNvSpPr txBox="1"/>
          <p:nvPr/>
        </p:nvSpPr>
        <p:spPr>
          <a:xfrm>
            <a:off x="685800" y="1637425"/>
            <a:ext cx="8296200" cy="13257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3200"/>
              <a:buFont typeface="Helvetica Neue"/>
              <a:buNone/>
            </a:pPr>
            <a:r>
              <a:rPr lang="en-US" sz="3200">
                <a:solidFill>
                  <a:srgbClr val="C00000"/>
                </a:solidFill>
                <a:latin typeface="Helvetica Neue"/>
                <a:ea typeface="Helvetica Neue"/>
                <a:cs typeface="Helvetica Neue"/>
                <a:sym typeface="Helvetica Neue"/>
              </a:rPr>
              <a:t>Introduction to Object Oriented Programming and Methodology </a:t>
            </a:r>
            <a:endParaRPr sz="3200">
              <a:solidFill>
                <a:schemeClr val="dk1"/>
              </a:solidFill>
              <a:latin typeface="Calibri"/>
              <a:ea typeface="Calibri"/>
              <a:cs typeface="Calibri"/>
              <a:sym typeface="Calibri"/>
            </a:endParaRPr>
          </a:p>
        </p:txBody>
      </p:sp>
      <p:sp>
        <p:nvSpPr>
          <p:cNvPr id="122" name="Google Shape;122;p20"/>
          <p:cNvSpPr/>
          <p:nvPr/>
        </p:nvSpPr>
        <p:spPr>
          <a:xfrm>
            <a:off x="685800" y="2963000"/>
            <a:ext cx="8230800" cy="2568000"/>
          </a:xfrm>
          <a:prstGeom prst="rect">
            <a:avLst/>
          </a:prstGeom>
          <a:noFill/>
          <a:ln>
            <a:noFill/>
          </a:ln>
        </p:spPr>
        <p:txBody>
          <a:bodyPr anchorCtr="0" anchor="t" bIns="45700" lIns="91425" spcFirstLastPara="1" rIns="91425" wrap="square" tIns="45700">
            <a:noAutofit/>
          </a:bodyPr>
          <a:lstStyle/>
          <a:p>
            <a:pPr indent="830580" lvl="0" marL="1049020" marR="1038225" rtl="0" algn="ctr">
              <a:lnSpc>
                <a:spcPct val="131800"/>
              </a:lnSpc>
              <a:spcBef>
                <a:spcPts val="0"/>
              </a:spcBef>
              <a:spcAft>
                <a:spcPts val="0"/>
              </a:spcAft>
              <a:buNone/>
            </a:pPr>
            <a:r>
              <a:rPr lang="en-US" sz="1900">
                <a:solidFill>
                  <a:srgbClr val="FF0000"/>
                </a:solidFill>
                <a:latin typeface="Helvetica Neue"/>
                <a:ea typeface="Helvetica Neue"/>
                <a:cs typeface="Helvetica Neue"/>
                <a:sym typeface="Helvetica Neue"/>
              </a:rPr>
              <a:t>             By  </a:t>
            </a:r>
            <a:endParaRPr sz="1300"/>
          </a:p>
          <a:p>
            <a:pPr indent="830580" lvl="0" marL="1049020" marR="1038225" rtl="0" algn="ctr">
              <a:lnSpc>
                <a:spcPct val="131800"/>
              </a:lnSpc>
              <a:spcBef>
                <a:spcPts val="90"/>
              </a:spcBef>
              <a:spcAft>
                <a:spcPts val="0"/>
              </a:spcAft>
              <a:buNone/>
            </a:pPr>
            <a:r>
              <a:rPr lang="en-US" sz="1900">
                <a:solidFill>
                  <a:srgbClr val="FF0000"/>
                </a:solidFill>
                <a:latin typeface="Helvetica Neue"/>
                <a:ea typeface="Helvetica Neue"/>
                <a:cs typeface="Helvetica Neue"/>
                <a:sym typeface="Helvetica Neue"/>
              </a:rPr>
              <a:t>                 SMITA SANKHE </a:t>
            </a:r>
            <a:endParaRPr sz="1300"/>
          </a:p>
          <a:p>
            <a:pPr indent="830580" lvl="0" marL="1049020" marR="1038225" rtl="0" algn="ctr">
              <a:lnSpc>
                <a:spcPct val="131800"/>
              </a:lnSpc>
              <a:spcBef>
                <a:spcPts val="90"/>
              </a:spcBef>
              <a:spcAft>
                <a:spcPts val="0"/>
              </a:spcAft>
              <a:buNone/>
            </a:pPr>
            <a:r>
              <a:rPr lang="en-US" sz="1900">
                <a:solidFill>
                  <a:srgbClr val="FF0000"/>
                </a:solidFill>
                <a:latin typeface="Helvetica Neue"/>
                <a:ea typeface="Helvetica Neue"/>
                <a:cs typeface="Helvetica Neue"/>
                <a:sym typeface="Helvetica Neue"/>
              </a:rPr>
              <a:t>                          Assistant Professor</a:t>
            </a:r>
            <a:endParaRPr sz="1900">
              <a:solidFill>
                <a:srgbClr val="FF0000"/>
              </a:solidFill>
              <a:latin typeface="Helvetica Neue"/>
              <a:ea typeface="Helvetica Neue"/>
              <a:cs typeface="Helvetica Neue"/>
              <a:sym typeface="Helvetica Neue"/>
            </a:endParaRPr>
          </a:p>
          <a:p>
            <a:pPr indent="0" lvl="0" marL="0" marR="0" rtl="0" algn="ctr">
              <a:lnSpc>
                <a:spcPct val="100000"/>
              </a:lnSpc>
              <a:spcBef>
                <a:spcPts val="755"/>
              </a:spcBef>
              <a:spcAft>
                <a:spcPts val="0"/>
              </a:spcAft>
              <a:buNone/>
            </a:pPr>
            <a:r>
              <a:rPr lang="en-US" sz="1900">
                <a:solidFill>
                  <a:srgbClr val="FF0000"/>
                </a:solidFill>
                <a:latin typeface="Helvetica Neue"/>
                <a:ea typeface="Helvetica Neue"/>
                <a:cs typeface="Helvetica Neue"/>
                <a:sym typeface="Helvetica Neue"/>
              </a:rPr>
              <a:t>                                 Department of Computer Engineering</a:t>
            </a:r>
            <a:endParaRPr sz="1900">
              <a:solidFill>
                <a:srgbClr val="FF0000"/>
              </a:solidFill>
              <a:latin typeface="Helvetica Neue"/>
              <a:ea typeface="Helvetica Neue"/>
              <a:cs typeface="Helvetica Neue"/>
              <a:sym typeface="Helvetica Neue"/>
            </a:endParaRPr>
          </a:p>
          <a:p>
            <a:pPr indent="0" lvl="0" marL="0" marR="0" rtl="0" algn="ctr">
              <a:lnSpc>
                <a:spcPct val="100000"/>
              </a:lnSpc>
              <a:spcBef>
                <a:spcPts val="760"/>
              </a:spcBef>
              <a:spcAft>
                <a:spcPts val="0"/>
              </a:spcAft>
              <a:buNone/>
            </a:pPr>
            <a:r>
              <a:rPr lang="en-US" sz="1900">
                <a:solidFill>
                  <a:srgbClr val="FF0000"/>
                </a:solidFill>
                <a:latin typeface="Helvetica Neue"/>
                <a:ea typeface="Helvetica Neue"/>
                <a:cs typeface="Helvetica Neue"/>
                <a:sym typeface="Helvetica Neue"/>
              </a:rPr>
              <a:t>                                           K. J. Somaiya College of Engineering</a:t>
            </a:r>
            <a:endParaRPr sz="1900">
              <a:solidFill>
                <a:srgbClr val="FF0000"/>
              </a:solidFill>
              <a:latin typeface="Helvetica Neue"/>
              <a:ea typeface="Helvetica Neue"/>
              <a:cs typeface="Helvetica Neue"/>
              <a:sym typeface="Helvetica Neue"/>
            </a:endParaRPr>
          </a:p>
          <a:p>
            <a:pPr indent="0" lvl="0" marL="635" marR="0" rtl="0" algn="ctr">
              <a:lnSpc>
                <a:spcPct val="100000"/>
              </a:lnSpc>
              <a:spcBef>
                <a:spcPts val="765"/>
              </a:spcBef>
              <a:spcAft>
                <a:spcPts val="0"/>
              </a:spcAft>
              <a:buNone/>
            </a:pPr>
            <a:r>
              <a:rPr lang="en-US" sz="1900">
                <a:solidFill>
                  <a:srgbClr val="FF0000"/>
                </a:solidFill>
                <a:latin typeface="Helvetica Neue"/>
                <a:ea typeface="Helvetica Neue"/>
                <a:cs typeface="Helvetica Neue"/>
                <a:sym typeface="Helvetica Neue"/>
              </a:rPr>
              <a:t>                                     Somaiya Vidyavihar University</a:t>
            </a:r>
            <a:endParaRPr sz="1900">
              <a:solidFill>
                <a:srgbClr val="FF0000"/>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533400" y="2133600"/>
            <a:ext cx="8229600" cy="11430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Calibri"/>
              <a:buNone/>
            </a:pPr>
            <a:r>
              <a:rPr b="1" lang="en-US">
                <a:solidFill>
                  <a:srgbClr val="FF0000"/>
                </a:solidFill>
              </a:rPr>
              <a:t>Tutorial 2</a:t>
            </a:r>
            <a:endParaRPr b="1">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Outline</a:t>
            </a:r>
            <a:endParaRPr/>
          </a:p>
        </p:txBody>
      </p:sp>
      <p:sp>
        <p:nvSpPr>
          <p:cNvPr id="133" name="Google Shape;133;p22"/>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Read input from user:</a:t>
            </a:r>
            <a:endParaRPr/>
          </a:p>
          <a:p>
            <a:pPr indent="-285750" lvl="1" marL="742950" rtl="0" algn="l">
              <a:lnSpc>
                <a:spcPct val="90000"/>
              </a:lnSpc>
              <a:spcBef>
                <a:spcPts val="500"/>
              </a:spcBef>
              <a:spcAft>
                <a:spcPts val="0"/>
              </a:spcAft>
              <a:buClr>
                <a:schemeClr val="dk1"/>
              </a:buClr>
              <a:buSzPts val="2400"/>
              <a:buChar char="o"/>
            </a:pPr>
            <a:r>
              <a:rPr lang="en-US"/>
              <a:t>Command line interpreter</a:t>
            </a:r>
            <a:endParaRPr/>
          </a:p>
          <a:p>
            <a:pPr indent="-285750" lvl="1" marL="742950" rtl="0" algn="l">
              <a:lnSpc>
                <a:spcPct val="90000"/>
              </a:lnSpc>
              <a:spcBef>
                <a:spcPts val="500"/>
              </a:spcBef>
              <a:spcAft>
                <a:spcPts val="0"/>
              </a:spcAft>
              <a:buClr>
                <a:schemeClr val="dk1"/>
              </a:buClr>
              <a:buSzPts val="2400"/>
              <a:buChar char="o"/>
            </a:pPr>
            <a:r>
              <a:rPr lang="en-US"/>
              <a:t>Buffered reader Class</a:t>
            </a:r>
            <a:endParaRPr/>
          </a:p>
          <a:p>
            <a:pPr indent="-285750" lvl="1" marL="742950" rtl="0" algn="l">
              <a:lnSpc>
                <a:spcPct val="90000"/>
              </a:lnSpc>
              <a:spcBef>
                <a:spcPts val="500"/>
              </a:spcBef>
              <a:spcAft>
                <a:spcPts val="0"/>
              </a:spcAft>
              <a:buClr>
                <a:schemeClr val="dk1"/>
              </a:buClr>
              <a:buSzPts val="2400"/>
              <a:buChar char="o"/>
            </a:pPr>
            <a:r>
              <a:rPr lang="en-US"/>
              <a:t>Scanner Class</a:t>
            </a:r>
            <a:endParaRPr/>
          </a:p>
          <a:p>
            <a:pPr indent="-285750" lvl="0" marL="285750" rtl="0" algn="l">
              <a:lnSpc>
                <a:spcPct val="90000"/>
              </a:lnSpc>
              <a:spcBef>
                <a:spcPts val="1000"/>
              </a:spcBef>
              <a:spcAft>
                <a:spcPts val="0"/>
              </a:spcAft>
              <a:buClr>
                <a:schemeClr val="dk1"/>
              </a:buClr>
              <a:buSzPts val="2800"/>
              <a:buFont typeface="Arial"/>
              <a:buChar char="•"/>
            </a:pPr>
            <a:r>
              <a:rPr lang="en-US"/>
              <a:t>Static variable, method, class</a:t>
            </a:r>
            <a:endParaRPr/>
          </a:p>
          <a:p>
            <a:pPr indent="-285750" lvl="0" marL="285750" rtl="0" algn="l">
              <a:lnSpc>
                <a:spcPct val="90000"/>
              </a:lnSpc>
              <a:spcBef>
                <a:spcPts val="1000"/>
              </a:spcBef>
              <a:spcAft>
                <a:spcPts val="0"/>
              </a:spcAft>
              <a:buClr>
                <a:schemeClr val="dk1"/>
              </a:buClr>
              <a:buSzPts val="2800"/>
              <a:buFont typeface="Arial"/>
              <a:buChar char="•"/>
            </a:pPr>
            <a:r>
              <a:rPr lang="en-US"/>
              <a:t>Operators in Java</a:t>
            </a:r>
            <a:endParaRPr/>
          </a:p>
          <a:p>
            <a:pPr indent="-285750" lvl="0" marL="285750" rtl="0" algn="l">
              <a:lnSpc>
                <a:spcPct val="90000"/>
              </a:lnSpc>
              <a:spcBef>
                <a:spcPts val="1000"/>
              </a:spcBef>
              <a:spcAft>
                <a:spcPts val="0"/>
              </a:spcAft>
              <a:buClr>
                <a:schemeClr val="dk1"/>
              </a:buClr>
              <a:buSzPts val="2800"/>
              <a:buFont typeface="Arial"/>
              <a:buChar char="•"/>
            </a:pPr>
            <a:r>
              <a:rPr lang="en-US"/>
              <a:t>Control Statements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002060"/>
              </a:buClr>
              <a:buSzPts val="3200"/>
              <a:buFont typeface="Times New Roman"/>
              <a:buNone/>
            </a:pPr>
            <a:r>
              <a:rPr lang="en-US" sz="3200">
                <a:solidFill>
                  <a:srgbClr val="002060"/>
                </a:solidFill>
              </a:rPr>
              <a:t>To read input Data :</a:t>
            </a:r>
            <a:br>
              <a:rPr lang="en-US" sz="3200">
                <a:solidFill>
                  <a:srgbClr val="002060"/>
                </a:solidFill>
              </a:rPr>
            </a:br>
            <a:r>
              <a:rPr lang="en-US" sz="3200">
                <a:solidFill>
                  <a:srgbClr val="002060"/>
                </a:solidFill>
              </a:rPr>
              <a:t>1. command line interpreter</a:t>
            </a:r>
            <a:endParaRPr/>
          </a:p>
        </p:txBody>
      </p:sp>
      <p:sp>
        <p:nvSpPr>
          <p:cNvPr id="139" name="Google Shape;139;p23"/>
          <p:cNvSpPr txBox="1"/>
          <p:nvPr>
            <p:ph idx="1" type="body"/>
          </p:nvPr>
        </p:nvSpPr>
        <p:spPr>
          <a:xfrm>
            <a:off x="457200" y="1828800"/>
            <a:ext cx="8229600" cy="4876800"/>
          </a:xfrm>
          <a:prstGeom prst="rect">
            <a:avLst/>
          </a:prstGeom>
          <a:noFill/>
          <a:ln>
            <a:noFill/>
          </a:ln>
        </p:spPr>
        <p:txBody>
          <a:bodyPr anchorCtr="0" anchor="t" bIns="45700" lIns="91425" spcFirstLastPara="1" rIns="91425" wrap="square" tIns="45700">
            <a:normAutofit/>
          </a:bodyPr>
          <a:lstStyle/>
          <a:p>
            <a:pPr indent="0" lvl="0" marL="69850" rtl="0" algn="l">
              <a:lnSpc>
                <a:spcPct val="90000"/>
              </a:lnSpc>
              <a:spcBef>
                <a:spcPts val="0"/>
              </a:spcBef>
              <a:spcAft>
                <a:spcPts val="0"/>
              </a:spcAft>
              <a:buClr>
                <a:schemeClr val="dk1"/>
              </a:buClr>
              <a:buSzPts val="2800"/>
              <a:buFont typeface="Noto Sans Symbols"/>
              <a:buNone/>
            </a:pPr>
            <a:r>
              <a:rPr lang="en-US"/>
              <a:t>Class Sample</a:t>
            </a:r>
            <a:endParaRPr/>
          </a:p>
          <a:p>
            <a:pPr indent="0" lvl="0" marL="69850" rtl="0" algn="l">
              <a:lnSpc>
                <a:spcPct val="90000"/>
              </a:lnSpc>
              <a:spcBef>
                <a:spcPts val="1000"/>
              </a:spcBef>
              <a:spcAft>
                <a:spcPts val="0"/>
              </a:spcAft>
              <a:buClr>
                <a:schemeClr val="dk1"/>
              </a:buClr>
              <a:buSzPts val="2800"/>
              <a:buFont typeface="Noto Sans Symbols"/>
              <a:buNone/>
            </a:pPr>
            <a:r>
              <a:rPr lang="en-US"/>
              <a:t>{</a:t>
            </a:r>
            <a:endParaRPr/>
          </a:p>
          <a:p>
            <a:pPr indent="0" lvl="0" marL="69850" rtl="0" algn="l">
              <a:lnSpc>
                <a:spcPct val="90000"/>
              </a:lnSpc>
              <a:spcBef>
                <a:spcPts val="1000"/>
              </a:spcBef>
              <a:spcAft>
                <a:spcPts val="0"/>
              </a:spcAft>
              <a:buClr>
                <a:schemeClr val="dk1"/>
              </a:buClr>
              <a:buSzPts val="2800"/>
              <a:buFont typeface="Noto Sans Symbols"/>
              <a:buNone/>
            </a:pPr>
            <a:r>
              <a:rPr lang="en-US"/>
              <a:t>public static void main</a:t>
            </a:r>
            <a:r>
              <a:rPr b="1" lang="en-US">
                <a:solidFill>
                  <a:srgbClr val="C00000"/>
                </a:solidFill>
              </a:rPr>
              <a:t>(String args[])</a:t>
            </a:r>
            <a:br>
              <a:rPr lang="en-US"/>
            </a:br>
            <a:r>
              <a:rPr lang="en-US"/>
              <a:t>{</a:t>
            </a:r>
            <a:endParaRPr/>
          </a:p>
          <a:p>
            <a:pPr indent="0" lvl="0" marL="69850" rtl="0" algn="l">
              <a:lnSpc>
                <a:spcPct val="90000"/>
              </a:lnSpc>
              <a:spcBef>
                <a:spcPts val="1000"/>
              </a:spcBef>
              <a:spcAft>
                <a:spcPts val="0"/>
              </a:spcAft>
              <a:buClr>
                <a:schemeClr val="dk1"/>
              </a:buClr>
              <a:buSzPts val="2800"/>
              <a:buFont typeface="Noto Sans Symbols"/>
              <a:buNone/>
            </a:pPr>
            <a:r>
              <a:rPr lang="en-US"/>
              <a:t>For(int i=0;i&lt;args.length();i++)</a:t>
            </a:r>
            <a:endParaRPr/>
          </a:p>
          <a:p>
            <a:pPr indent="0" lvl="0" marL="69850" rtl="0" algn="l">
              <a:lnSpc>
                <a:spcPct val="90000"/>
              </a:lnSpc>
              <a:spcBef>
                <a:spcPts val="1000"/>
              </a:spcBef>
              <a:spcAft>
                <a:spcPts val="0"/>
              </a:spcAft>
              <a:buClr>
                <a:schemeClr val="dk1"/>
              </a:buClr>
              <a:buSzPts val="2800"/>
              <a:buFont typeface="Noto Sans Symbols"/>
              <a:buNone/>
            </a:pPr>
            <a:r>
              <a:rPr lang="en-US"/>
              <a:t>System.out.println(args[i]);</a:t>
            </a:r>
            <a:endParaRPr/>
          </a:p>
          <a:p>
            <a:pPr indent="0" lvl="0" marL="69850" rtl="0" algn="l">
              <a:lnSpc>
                <a:spcPct val="90000"/>
              </a:lnSpc>
              <a:spcBef>
                <a:spcPts val="1000"/>
              </a:spcBef>
              <a:spcAft>
                <a:spcPts val="0"/>
              </a:spcAft>
              <a:buClr>
                <a:schemeClr val="dk1"/>
              </a:buClr>
              <a:buSzPts val="2800"/>
              <a:buFont typeface="Noto Sans Symbols"/>
              <a:buNone/>
            </a:pPr>
            <a:r>
              <a:rPr lang="en-US"/>
              <a:t>}</a:t>
            </a:r>
            <a:endParaRPr/>
          </a:p>
          <a:p>
            <a:pPr indent="0" lvl="0" marL="69850" rtl="0" algn="l">
              <a:lnSpc>
                <a:spcPct val="90000"/>
              </a:lnSpc>
              <a:spcBef>
                <a:spcPts val="1000"/>
              </a:spcBef>
              <a:spcAft>
                <a:spcPts val="0"/>
              </a:spcAft>
              <a:buClr>
                <a:schemeClr val="dk1"/>
              </a:buClr>
              <a:buSzPts val="2800"/>
              <a:buFont typeface="Noto Sans Symbols"/>
              <a:buNone/>
            </a:pPr>
            <a:r>
              <a:rPr lang="en-US"/>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145" name="Google Shape;145;p24"/>
          <p:cNvSpPr txBox="1"/>
          <p:nvPr>
            <p:ph type="title"/>
          </p:nvPr>
        </p:nvSpPr>
        <p:spPr>
          <a:xfrm>
            <a:off x="533400" y="228600"/>
            <a:ext cx="8287072" cy="18288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002060"/>
              </a:buClr>
              <a:buSzPts val="2800"/>
              <a:buFont typeface="Times New Roman"/>
              <a:buNone/>
            </a:pPr>
            <a:r>
              <a:rPr b="1" lang="en-US" sz="2800">
                <a:solidFill>
                  <a:srgbClr val="002060"/>
                </a:solidFill>
              </a:rPr>
              <a:t>To read input Data :</a:t>
            </a:r>
            <a:br>
              <a:rPr b="1" lang="en-US" sz="2800">
                <a:solidFill>
                  <a:srgbClr val="002060"/>
                </a:solidFill>
              </a:rPr>
            </a:br>
            <a:r>
              <a:rPr b="1" lang="en-US" sz="2800">
                <a:solidFill>
                  <a:srgbClr val="002060"/>
                </a:solidFill>
              </a:rPr>
              <a:t>2. Using BufferedReader and InputStreamReader</a:t>
            </a:r>
            <a:endParaRPr b="1" sz="2800">
              <a:solidFill>
                <a:srgbClr val="002060"/>
              </a:solidFill>
            </a:endParaRPr>
          </a:p>
        </p:txBody>
      </p:sp>
      <p:sp>
        <p:nvSpPr>
          <p:cNvPr id="146" name="Google Shape;146;p24"/>
          <p:cNvSpPr txBox="1"/>
          <p:nvPr>
            <p:ph idx="1" type="body"/>
          </p:nvPr>
        </p:nvSpPr>
        <p:spPr>
          <a:xfrm>
            <a:off x="457200" y="2057400"/>
            <a:ext cx="8229600" cy="4232275"/>
          </a:xfrm>
          <a:prstGeom prst="rect">
            <a:avLst/>
          </a:prstGeom>
          <a:noFill/>
          <a:ln>
            <a:noFill/>
          </a:ln>
        </p:spPr>
        <p:txBody>
          <a:bodyPr anchorCtr="0" anchor="t" bIns="45700" lIns="91425" spcFirstLastPara="1" rIns="91425" wrap="square" tIns="45700">
            <a:normAutofit fontScale="85000" lnSpcReduction="20000"/>
          </a:bodyPr>
          <a:lstStyle/>
          <a:p>
            <a:pPr indent="0" lvl="0" marL="69850" rtl="0" algn="l">
              <a:lnSpc>
                <a:spcPct val="90000"/>
              </a:lnSpc>
              <a:spcBef>
                <a:spcPts val="0"/>
              </a:spcBef>
              <a:spcAft>
                <a:spcPts val="0"/>
              </a:spcAft>
              <a:buClr>
                <a:schemeClr val="dk1"/>
              </a:buClr>
              <a:buSzPct val="100000"/>
              <a:buFont typeface="Noto Sans Symbols"/>
              <a:buNone/>
            </a:pPr>
            <a:r>
              <a:rPr b="1" lang="en-US" sz="1900">
                <a:latin typeface="Times New Roman"/>
                <a:ea typeface="Times New Roman"/>
                <a:cs typeface="Times New Roman"/>
                <a:sym typeface="Times New Roman"/>
              </a:rPr>
              <a:t>import java.io.*;  </a:t>
            </a:r>
            <a:endParaRPr/>
          </a:p>
          <a:p>
            <a:pPr indent="0" lvl="0" marL="69850" rtl="0" algn="l">
              <a:lnSpc>
                <a:spcPct val="90000"/>
              </a:lnSpc>
              <a:spcBef>
                <a:spcPts val="1000"/>
              </a:spcBef>
              <a:spcAft>
                <a:spcPts val="0"/>
              </a:spcAft>
              <a:buClr>
                <a:schemeClr val="dk1"/>
              </a:buClr>
              <a:buSzPct val="100000"/>
              <a:buFont typeface="Noto Sans Symbols"/>
              <a:buNone/>
            </a:pPr>
            <a:r>
              <a:rPr lang="en-US" sz="1900">
                <a:latin typeface="Times New Roman"/>
                <a:ea typeface="Times New Roman"/>
                <a:cs typeface="Times New Roman"/>
                <a:sym typeface="Times New Roman"/>
              </a:rPr>
              <a:t>class Sample{  </a:t>
            </a:r>
            <a:endParaRPr/>
          </a:p>
          <a:p>
            <a:pPr indent="0" lvl="0" marL="69850" rtl="0" algn="l">
              <a:lnSpc>
                <a:spcPct val="90000"/>
              </a:lnSpc>
              <a:spcBef>
                <a:spcPts val="1000"/>
              </a:spcBef>
              <a:spcAft>
                <a:spcPts val="0"/>
              </a:spcAft>
              <a:buClr>
                <a:schemeClr val="dk1"/>
              </a:buClr>
              <a:buSzPct val="100000"/>
              <a:buFont typeface="Noto Sans Symbols"/>
              <a:buNone/>
            </a:pPr>
            <a:r>
              <a:rPr lang="en-US" sz="1900">
                <a:latin typeface="Times New Roman"/>
                <a:ea typeface="Times New Roman"/>
                <a:cs typeface="Times New Roman"/>
                <a:sym typeface="Times New Roman"/>
              </a:rPr>
              <a:t>public static void main(String args[])throws Exception</a:t>
            </a:r>
            <a:endParaRPr/>
          </a:p>
          <a:p>
            <a:pPr indent="0" lvl="0" marL="69850" rtl="0" algn="l">
              <a:lnSpc>
                <a:spcPct val="90000"/>
              </a:lnSpc>
              <a:spcBef>
                <a:spcPts val="1000"/>
              </a:spcBef>
              <a:spcAft>
                <a:spcPts val="0"/>
              </a:spcAft>
              <a:buClr>
                <a:schemeClr val="dk1"/>
              </a:buClr>
              <a:buSzPct val="100000"/>
              <a:buFont typeface="Noto Sans Symbols"/>
              <a:buNone/>
            </a:pPr>
            <a:r>
              <a:rPr lang="en-US" sz="19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rgbClr val="C00000"/>
              </a:buClr>
              <a:buSzPct val="100000"/>
              <a:buFont typeface="Noto Sans Symbols"/>
              <a:buNone/>
            </a:pPr>
            <a:r>
              <a:rPr b="1" lang="en-US" sz="1900">
                <a:solidFill>
                  <a:srgbClr val="C00000"/>
                </a:solidFill>
                <a:latin typeface="Times New Roman"/>
                <a:ea typeface="Times New Roman"/>
                <a:cs typeface="Times New Roman"/>
                <a:sym typeface="Times New Roman"/>
              </a:rPr>
              <a:t>BufferedReader br=new BufferedReader(new InputStreamReader(System.in));  </a:t>
            </a:r>
            <a:endParaRPr/>
          </a:p>
          <a:p>
            <a:pPr indent="0" lvl="0" marL="69850" rtl="0" algn="l">
              <a:lnSpc>
                <a:spcPct val="90000"/>
              </a:lnSpc>
              <a:spcBef>
                <a:spcPts val="1000"/>
              </a:spcBef>
              <a:spcAft>
                <a:spcPts val="0"/>
              </a:spcAft>
              <a:buClr>
                <a:schemeClr val="dk1"/>
              </a:buClr>
              <a:buSzPct val="100000"/>
              <a:buFont typeface="Noto Sans Symbols"/>
              <a:buNone/>
            </a:pPr>
            <a:r>
              <a:rPr lang="en-US" sz="19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chemeClr val="dk1"/>
              </a:buClr>
              <a:buSzPct val="100000"/>
              <a:buFont typeface="Noto Sans Symbols"/>
              <a:buNone/>
            </a:pPr>
            <a:r>
              <a:rPr lang="en-US" sz="1900">
                <a:latin typeface="Times New Roman"/>
                <a:ea typeface="Times New Roman"/>
                <a:cs typeface="Times New Roman"/>
                <a:sym typeface="Times New Roman"/>
              </a:rPr>
              <a:t>System.out.println("Enter your name");  </a:t>
            </a:r>
            <a:endParaRPr/>
          </a:p>
          <a:p>
            <a:pPr indent="0" lvl="0" marL="69850" rtl="0" algn="l">
              <a:lnSpc>
                <a:spcPct val="90000"/>
              </a:lnSpc>
              <a:spcBef>
                <a:spcPts val="1000"/>
              </a:spcBef>
              <a:spcAft>
                <a:spcPts val="0"/>
              </a:spcAft>
              <a:buClr>
                <a:srgbClr val="C00000"/>
              </a:buClr>
              <a:buSzPct val="100000"/>
              <a:buFont typeface="Noto Sans Symbols"/>
              <a:buNone/>
            </a:pPr>
            <a:r>
              <a:rPr b="1" lang="en-US" sz="1900">
                <a:solidFill>
                  <a:srgbClr val="C00000"/>
                </a:solidFill>
                <a:latin typeface="Times New Roman"/>
                <a:ea typeface="Times New Roman"/>
                <a:cs typeface="Times New Roman"/>
                <a:sym typeface="Times New Roman"/>
              </a:rPr>
              <a:t>String name=br.readLine();  </a:t>
            </a:r>
            <a:endParaRPr/>
          </a:p>
          <a:p>
            <a:pPr indent="0" lvl="0" marL="69850" rtl="0" algn="l">
              <a:lnSpc>
                <a:spcPct val="90000"/>
              </a:lnSpc>
              <a:spcBef>
                <a:spcPts val="1000"/>
              </a:spcBef>
              <a:spcAft>
                <a:spcPts val="0"/>
              </a:spcAft>
              <a:buClr>
                <a:schemeClr val="dk1"/>
              </a:buClr>
              <a:buSzPct val="100000"/>
              <a:buFont typeface="Noto Sans Symbols"/>
              <a:buNone/>
            </a:pPr>
            <a:r>
              <a:rPr lang="en-US" sz="1900">
                <a:latin typeface="Times New Roman"/>
                <a:ea typeface="Times New Roman"/>
                <a:cs typeface="Times New Roman"/>
                <a:sym typeface="Times New Roman"/>
              </a:rPr>
              <a:t>System.out.println("Welcome "+name);  </a:t>
            </a:r>
            <a:endParaRPr/>
          </a:p>
          <a:p>
            <a:pPr indent="0" lvl="0" marL="69850" rtl="0" algn="l">
              <a:lnSpc>
                <a:spcPct val="90000"/>
              </a:lnSpc>
              <a:spcBef>
                <a:spcPts val="1000"/>
              </a:spcBef>
              <a:spcAft>
                <a:spcPts val="0"/>
              </a:spcAft>
              <a:buClr>
                <a:schemeClr val="dk1"/>
              </a:buClr>
              <a:buSzPct val="100000"/>
              <a:buFont typeface="Noto Sans Symbols"/>
              <a:buNone/>
            </a:pPr>
            <a:r>
              <a:rPr lang="en-US" sz="1900">
                <a:latin typeface="Times New Roman"/>
                <a:ea typeface="Times New Roman"/>
                <a:cs typeface="Times New Roman"/>
                <a:sym typeface="Times New Roman"/>
              </a:rPr>
              <a:t>System.out.println("Enter your number");  </a:t>
            </a:r>
            <a:endParaRPr/>
          </a:p>
          <a:p>
            <a:pPr indent="0" lvl="0" marL="69850" rtl="0" algn="l">
              <a:lnSpc>
                <a:spcPct val="90000"/>
              </a:lnSpc>
              <a:spcBef>
                <a:spcPts val="1000"/>
              </a:spcBef>
              <a:spcAft>
                <a:spcPts val="0"/>
              </a:spcAft>
              <a:buClr>
                <a:schemeClr val="dk1"/>
              </a:buClr>
              <a:buSzPct val="100000"/>
              <a:buFont typeface="Noto Sans Symbols"/>
              <a:buNone/>
            </a:pPr>
            <a:r>
              <a:rPr lang="en-US" sz="1900">
                <a:latin typeface="Times New Roman"/>
                <a:ea typeface="Times New Roman"/>
                <a:cs typeface="Times New Roman"/>
                <a:sym typeface="Times New Roman"/>
              </a:rPr>
              <a:t>int n=Integer.parseInt(br.readLine());  </a:t>
            </a:r>
            <a:endParaRPr/>
          </a:p>
          <a:p>
            <a:pPr indent="0" lvl="0" marL="69850" rtl="0" algn="l">
              <a:lnSpc>
                <a:spcPct val="90000"/>
              </a:lnSpc>
              <a:spcBef>
                <a:spcPts val="1000"/>
              </a:spcBef>
              <a:spcAft>
                <a:spcPts val="0"/>
              </a:spcAft>
              <a:buClr>
                <a:schemeClr val="dk1"/>
              </a:buClr>
              <a:buSzPct val="100000"/>
              <a:buFont typeface="Noto Sans Symbols"/>
              <a:buNone/>
            </a:pPr>
            <a:r>
              <a:rPr lang="en-US" sz="1900">
                <a:latin typeface="Times New Roman"/>
                <a:ea typeface="Times New Roman"/>
                <a:cs typeface="Times New Roman"/>
                <a:sym typeface="Times New Roman"/>
              </a:rPr>
              <a:t>System.out.println(“Number is "+n);  </a:t>
            </a:r>
            <a:endParaRPr/>
          </a:p>
          <a:p>
            <a:pPr indent="0" lvl="0" marL="69850" rtl="0" algn="l">
              <a:lnSpc>
                <a:spcPct val="90000"/>
              </a:lnSpc>
              <a:spcBef>
                <a:spcPts val="1000"/>
              </a:spcBef>
              <a:spcAft>
                <a:spcPts val="0"/>
              </a:spcAft>
              <a:buClr>
                <a:schemeClr val="dk1"/>
              </a:buClr>
              <a:buSzPct val="100000"/>
              <a:buFont typeface="Noto Sans Symbols"/>
              <a:buNone/>
            </a:pPr>
            <a:r>
              <a:rPr lang="en-US" sz="1900">
                <a:latin typeface="Times New Roman"/>
                <a:ea typeface="Times New Roman"/>
                <a:cs typeface="Times New Roman"/>
                <a:sym typeface="Times New Roman"/>
              </a:rPr>
              <a:t> }  </a:t>
            </a:r>
            <a:endParaRPr/>
          </a:p>
          <a:p>
            <a:pPr indent="0" lvl="0" marL="69850" rtl="0" algn="l">
              <a:lnSpc>
                <a:spcPct val="90000"/>
              </a:lnSpc>
              <a:spcBef>
                <a:spcPts val="1000"/>
              </a:spcBef>
              <a:spcAft>
                <a:spcPts val="0"/>
              </a:spcAft>
              <a:buClr>
                <a:schemeClr val="dk1"/>
              </a:buClr>
              <a:buSzPct val="100000"/>
              <a:buFont typeface="Noto Sans Symbols"/>
              <a:buNone/>
            </a:pPr>
            <a:r>
              <a:rPr lang="en-US" sz="19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chemeClr val="dk1"/>
              </a:buClr>
              <a:buSzPct val="100000"/>
              <a:buFont typeface="Noto Sans Symbols"/>
              <a:buNone/>
            </a:pPr>
            <a:r>
              <a:t/>
            </a:r>
            <a:endParaRPr sz="19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152" name="Google Shape;152;p25"/>
          <p:cNvSpPr txBox="1"/>
          <p:nvPr>
            <p:ph type="title"/>
          </p:nvPr>
        </p:nvSpPr>
        <p:spPr>
          <a:xfrm>
            <a:off x="914400" y="685800"/>
            <a:ext cx="7024688" cy="64928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002060"/>
              </a:buClr>
              <a:buSzPts val="2400"/>
              <a:buFont typeface="Times New Roman"/>
              <a:buNone/>
            </a:pPr>
            <a:r>
              <a:rPr b="1" lang="en-US" sz="2400">
                <a:solidFill>
                  <a:srgbClr val="002060"/>
                </a:solidFill>
              </a:rPr>
              <a:t>Using BufferedReader and InputStreamReader </a:t>
            </a:r>
            <a:br>
              <a:rPr b="1" lang="en-US" sz="2400">
                <a:solidFill>
                  <a:srgbClr val="002060"/>
                </a:solidFill>
              </a:rPr>
            </a:br>
            <a:r>
              <a:rPr b="1" lang="en-US" sz="2400">
                <a:solidFill>
                  <a:srgbClr val="002060"/>
                </a:solidFill>
              </a:rPr>
              <a:t>(Contd)…</a:t>
            </a:r>
            <a:endParaRPr/>
          </a:p>
        </p:txBody>
      </p:sp>
      <p:sp>
        <p:nvSpPr>
          <p:cNvPr id="153" name="Google Shape;153;p25"/>
          <p:cNvSpPr txBox="1"/>
          <p:nvPr>
            <p:ph idx="1" type="body"/>
          </p:nvPr>
        </p:nvSpPr>
        <p:spPr>
          <a:xfrm>
            <a:off x="1042988" y="1524000"/>
            <a:ext cx="6777037" cy="4724400"/>
          </a:xfrm>
          <a:prstGeom prst="rect">
            <a:avLst/>
          </a:prstGeom>
          <a:noFill/>
          <a:ln>
            <a:noFill/>
          </a:ln>
        </p:spPr>
        <p:txBody>
          <a:bodyPr anchorCtr="0" anchor="t" bIns="45700" lIns="91425" spcFirstLastPara="1" rIns="91425" wrap="square" tIns="45700">
            <a:normAutofit/>
          </a:bodyPr>
          <a:lstStyle/>
          <a:p>
            <a:pPr indent="0" lvl="0" marL="69850" rtl="0" algn="l">
              <a:lnSpc>
                <a:spcPct val="90000"/>
              </a:lnSpc>
              <a:spcBef>
                <a:spcPts val="0"/>
              </a:spcBef>
              <a:spcAft>
                <a:spcPts val="0"/>
              </a:spcAft>
              <a:buClr>
                <a:srgbClr val="FF0000"/>
              </a:buClr>
              <a:buSzPts val="2000"/>
              <a:buFont typeface="Noto Sans Symbols"/>
              <a:buNone/>
            </a:pPr>
            <a:r>
              <a:rPr lang="en-US" sz="2000">
                <a:solidFill>
                  <a:srgbClr val="FF0000"/>
                </a:solidFill>
              </a:rPr>
              <a:t>InputStreamReader class</a:t>
            </a:r>
            <a:endParaRPr/>
          </a:p>
          <a:p>
            <a:pPr indent="0" lvl="0" marL="69850" rtl="0" algn="l">
              <a:lnSpc>
                <a:spcPct val="90000"/>
              </a:lnSpc>
              <a:spcBef>
                <a:spcPts val="1000"/>
              </a:spcBef>
              <a:spcAft>
                <a:spcPts val="0"/>
              </a:spcAft>
              <a:buClr>
                <a:schemeClr val="dk1"/>
              </a:buClr>
              <a:buSzPts val="2000"/>
              <a:buFont typeface="Noto Sans Symbols"/>
              <a:buNone/>
            </a:pPr>
            <a:r>
              <a:rPr lang="en-US" sz="2000"/>
              <a:t>InputStreamReader class can be used to read data from keyboard. It performs two tasks:</a:t>
            </a:r>
            <a:endParaRPr/>
          </a:p>
          <a:p>
            <a:pPr indent="-182880" lvl="0" marL="182880" rtl="0" algn="l">
              <a:lnSpc>
                <a:spcPct val="90000"/>
              </a:lnSpc>
              <a:spcBef>
                <a:spcPts val="1000"/>
              </a:spcBef>
              <a:spcAft>
                <a:spcPts val="0"/>
              </a:spcAft>
              <a:buClr>
                <a:schemeClr val="dk1"/>
              </a:buClr>
              <a:buSzPts val="2000"/>
              <a:buChar char="•"/>
            </a:pPr>
            <a:r>
              <a:rPr lang="en-US" sz="2000"/>
              <a:t>connects to input stream of keyboard</a:t>
            </a:r>
            <a:endParaRPr/>
          </a:p>
          <a:p>
            <a:pPr indent="-182880" lvl="0" marL="182880" rtl="0" algn="l">
              <a:lnSpc>
                <a:spcPct val="90000"/>
              </a:lnSpc>
              <a:spcBef>
                <a:spcPts val="1000"/>
              </a:spcBef>
              <a:spcAft>
                <a:spcPts val="0"/>
              </a:spcAft>
              <a:buClr>
                <a:schemeClr val="dk1"/>
              </a:buClr>
              <a:buSzPts val="2000"/>
              <a:buChar char="•"/>
            </a:pPr>
            <a:r>
              <a:rPr lang="en-US" sz="2000"/>
              <a:t>converts the byte-oriented stream into character-oriented stream</a:t>
            </a:r>
            <a:endParaRPr/>
          </a:p>
          <a:p>
            <a:pPr indent="0" lvl="0" marL="69850" rtl="0" algn="l">
              <a:lnSpc>
                <a:spcPct val="90000"/>
              </a:lnSpc>
              <a:spcBef>
                <a:spcPts val="1000"/>
              </a:spcBef>
              <a:spcAft>
                <a:spcPts val="0"/>
              </a:spcAft>
              <a:buClr>
                <a:srgbClr val="FF0000"/>
              </a:buClr>
              <a:buSzPts val="2000"/>
              <a:buFont typeface="Noto Sans Symbols"/>
              <a:buNone/>
            </a:pPr>
            <a:r>
              <a:rPr lang="en-US" sz="2000">
                <a:solidFill>
                  <a:srgbClr val="FF0000"/>
                </a:solidFill>
              </a:rPr>
              <a:t>BufferedReader class</a:t>
            </a:r>
            <a:endParaRPr/>
          </a:p>
          <a:p>
            <a:pPr indent="0" lvl="0" marL="69850" rtl="0" algn="l">
              <a:lnSpc>
                <a:spcPct val="90000"/>
              </a:lnSpc>
              <a:spcBef>
                <a:spcPts val="1000"/>
              </a:spcBef>
              <a:spcAft>
                <a:spcPts val="0"/>
              </a:spcAft>
              <a:buClr>
                <a:schemeClr val="dk1"/>
              </a:buClr>
              <a:buSzPts val="2000"/>
              <a:buFont typeface="Noto Sans Symbols"/>
              <a:buNone/>
            </a:pPr>
            <a:r>
              <a:rPr lang="en-US" sz="2000"/>
              <a:t>BufferedReader class can be used to read data line by line by readLine() method.</a:t>
            </a:r>
            <a:endParaRPr/>
          </a:p>
          <a:p>
            <a:pPr indent="0" lvl="0" marL="69850" rtl="0" algn="l">
              <a:lnSpc>
                <a:spcPct val="90000"/>
              </a:lnSpc>
              <a:spcBef>
                <a:spcPts val="1000"/>
              </a:spcBef>
              <a:spcAft>
                <a:spcPts val="0"/>
              </a:spcAft>
              <a:buClr>
                <a:srgbClr val="FF0000"/>
              </a:buClr>
              <a:buSzPts val="2000"/>
              <a:buFont typeface="Noto Sans Symbols"/>
              <a:buNone/>
            </a:pPr>
            <a:r>
              <a:rPr lang="en-US" sz="2000">
                <a:solidFill>
                  <a:srgbClr val="FF0000"/>
                </a:solidFill>
              </a:rPr>
              <a:t>System.in</a:t>
            </a:r>
            <a:endParaRPr/>
          </a:p>
          <a:p>
            <a:pPr indent="0" lvl="0" marL="69850" rtl="0" algn="l">
              <a:lnSpc>
                <a:spcPct val="90000"/>
              </a:lnSpc>
              <a:spcBef>
                <a:spcPts val="1000"/>
              </a:spcBef>
              <a:spcAft>
                <a:spcPts val="0"/>
              </a:spcAft>
              <a:buClr>
                <a:schemeClr val="dk1"/>
              </a:buClr>
              <a:buSzPts val="2000"/>
              <a:buFont typeface="Noto Sans Symbols"/>
              <a:buNone/>
            </a:pPr>
            <a:r>
              <a:rPr lang="en-US" sz="2000"/>
              <a:t>When you type a value in a program, to retrieve it, you can store in the </a:t>
            </a:r>
            <a:r>
              <a:rPr b="1" lang="en-US" sz="2000"/>
              <a:t>in</a:t>
            </a:r>
            <a:r>
              <a:rPr lang="en-US" sz="2000"/>
              <a:t> object of the </a:t>
            </a:r>
            <a:r>
              <a:rPr b="1" lang="en-US" sz="2000"/>
              <a:t>System class .</a:t>
            </a:r>
            <a:endParaRPr sz="2000"/>
          </a:p>
          <a:p>
            <a:pPr indent="0" lvl="0" marL="69850" rtl="0" algn="l">
              <a:lnSpc>
                <a:spcPct val="90000"/>
              </a:lnSpc>
              <a:spcBef>
                <a:spcPts val="1000"/>
              </a:spcBef>
              <a:spcAft>
                <a:spcPts val="0"/>
              </a:spcAft>
              <a:buClr>
                <a:schemeClr val="dk1"/>
              </a:buClr>
              <a:buSzPts val="2000"/>
              <a:buFont typeface="Noto Sans Symbols"/>
              <a:buNone/>
            </a:pPr>
            <a:r>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159" name="Google Shape;159;p26"/>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002060"/>
              </a:buClr>
              <a:buSzPts val="2800"/>
              <a:buFont typeface="Times New Roman"/>
              <a:buNone/>
            </a:pPr>
            <a:r>
              <a:rPr b="1" lang="en-US" sz="2800">
                <a:solidFill>
                  <a:srgbClr val="002060"/>
                </a:solidFill>
              </a:rPr>
              <a:t>To read input Data</a:t>
            </a:r>
            <a:br>
              <a:rPr b="1" lang="en-US" sz="2800">
                <a:solidFill>
                  <a:srgbClr val="002060"/>
                </a:solidFill>
              </a:rPr>
            </a:br>
            <a:r>
              <a:rPr b="1" lang="en-US" sz="2800">
                <a:solidFill>
                  <a:srgbClr val="002060"/>
                </a:solidFill>
              </a:rPr>
              <a:t>3. Using Scanner class</a:t>
            </a:r>
            <a:endParaRPr sz="2800">
              <a:solidFill>
                <a:srgbClr val="002060"/>
              </a:solidFill>
            </a:endParaRPr>
          </a:p>
        </p:txBody>
      </p:sp>
      <p:sp>
        <p:nvSpPr>
          <p:cNvPr id="160" name="Google Shape;160;p26"/>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0" lvl="0" marL="69850" rtl="0" algn="l">
              <a:lnSpc>
                <a:spcPct val="90000"/>
              </a:lnSpc>
              <a:spcBef>
                <a:spcPts val="0"/>
              </a:spcBef>
              <a:spcAft>
                <a:spcPts val="0"/>
              </a:spcAft>
              <a:buClr>
                <a:schemeClr val="dk1"/>
              </a:buClr>
              <a:buSzPts val="1600"/>
              <a:buFont typeface="Noto Sans Symbols"/>
              <a:buNone/>
            </a:pPr>
            <a:r>
              <a:rPr b="1" lang="en-US" sz="1600">
                <a:latin typeface="Times New Roman"/>
                <a:ea typeface="Times New Roman"/>
                <a:cs typeface="Times New Roman"/>
                <a:sym typeface="Times New Roman"/>
              </a:rPr>
              <a:t>import</a:t>
            </a:r>
            <a:r>
              <a:rPr lang="en-US" sz="1600">
                <a:latin typeface="Times New Roman"/>
                <a:ea typeface="Times New Roman"/>
                <a:cs typeface="Times New Roman"/>
                <a:sym typeface="Times New Roman"/>
              </a:rPr>
              <a:t> java.util.Scanner;  </a:t>
            </a:r>
            <a:endParaRPr/>
          </a:p>
          <a:p>
            <a:pPr indent="0" lvl="0" marL="69850" rtl="0" algn="l">
              <a:lnSpc>
                <a:spcPct val="90000"/>
              </a:lnSpc>
              <a:spcBef>
                <a:spcPts val="1000"/>
              </a:spcBef>
              <a:spcAft>
                <a:spcPts val="0"/>
              </a:spcAft>
              <a:buClr>
                <a:schemeClr val="dk1"/>
              </a:buClr>
              <a:buSzPts val="1600"/>
              <a:buFont typeface="Noto Sans Symbols"/>
              <a:buNone/>
            </a:pPr>
            <a:r>
              <a:rPr b="1" lang="en-US" sz="1600">
                <a:latin typeface="Times New Roman"/>
                <a:ea typeface="Times New Roman"/>
                <a:cs typeface="Times New Roman"/>
                <a:sym typeface="Times New Roman"/>
              </a:rPr>
              <a:t>class</a:t>
            </a:r>
            <a:r>
              <a:rPr lang="en-US" sz="1600">
                <a:latin typeface="Times New Roman"/>
                <a:ea typeface="Times New Roman"/>
                <a:cs typeface="Times New Roman"/>
                <a:sym typeface="Times New Roman"/>
              </a:rPr>
              <a:t> Sample{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public</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static</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void</a:t>
            </a:r>
            <a:r>
              <a:rPr lang="en-US" sz="1600">
                <a:latin typeface="Times New Roman"/>
                <a:ea typeface="Times New Roman"/>
                <a:cs typeface="Times New Roman"/>
                <a:sym typeface="Times New Roman"/>
              </a:rPr>
              <a:t> main(String args[]){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Scanner sc=</a:t>
            </a:r>
            <a:r>
              <a:rPr b="1" lang="en-US" sz="1600">
                <a:latin typeface="Times New Roman"/>
                <a:ea typeface="Times New Roman"/>
                <a:cs typeface="Times New Roman"/>
                <a:sym typeface="Times New Roman"/>
              </a:rPr>
              <a:t>new</a:t>
            </a:r>
            <a:r>
              <a:rPr lang="en-US" sz="1600">
                <a:latin typeface="Times New Roman"/>
                <a:ea typeface="Times New Roman"/>
                <a:cs typeface="Times New Roman"/>
                <a:sym typeface="Times New Roman"/>
              </a:rPr>
              <a:t> Scanner(System.in);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System.out.println("Enter your id");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int</a:t>
            </a:r>
            <a:r>
              <a:rPr lang="en-US" sz="1600">
                <a:latin typeface="Times New Roman"/>
                <a:ea typeface="Times New Roman"/>
                <a:cs typeface="Times New Roman"/>
                <a:sym typeface="Times New Roman"/>
              </a:rPr>
              <a:t> id=sc.nextInt();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System.out.println("Enter your name");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String name=sc.nextLine();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System.out.println("Enter your salary");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double</a:t>
            </a:r>
            <a:r>
              <a:rPr lang="en-US" sz="1600">
                <a:latin typeface="Times New Roman"/>
                <a:ea typeface="Times New Roman"/>
                <a:cs typeface="Times New Roman"/>
                <a:sym typeface="Times New Roman"/>
              </a:rPr>
              <a:t> salary=sc.nextDouble();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System.out.println(“Id:"+id+" name:"+name+" Salary:"+salary);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sc.close();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  </a:t>
            </a:r>
            <a:endParaRPr/>
          </a:p>
          <a:p>
            <a:pPr indent="0" lvl="0" marL="69850" rtl="0" algn="l">
              <a:lnSpc>
                <a:spcPct val="90000"/>
              </a:lnSpc>
              <a:spcBef>
                <a:spcPts val="1000"/>
              </a:spcBef>
              <a:spcAft>
                <a:spcPts val="0"/>
              </a:spcAft>
              <a:buClr>
                <a:schemeClr val="dk1"/>
              </a:buClr>
              <a:buSzPts val="1600"/>
              <a:buFont typeface="Noto Sans Symbols"/>
              <a:buNone/>
            </a:pPr>
            <a:r>
              <a:t/>
            </a:r>
            <a:endParaRPr sz="16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166" name="Google Shape;166;p27"/>
          <p:cNvSpPr txBox="1"/>
          <p:nvPr>
            <p:ph type="title"/>
          </p:nvPr>
        </p:nvSpPr>
        <p:spPr>
          <a:xfrm>
            <a:off x="457200" y="381000"/>
            <a:ext cx="7024688" cy="11430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002060"/>
              </a:buClr>
              <a:buSzPts val="2800"/>
              <a:buFont typeface="Times New Roman"/>
              <a:buNone/>
            </a:pPr>
            <a:r>
              <a:rPr b="1" lang="en-US" sz="2800">
                <a:solidFill>
                  <a:srgbClr val="002060"/>
                </a:solidFill>
              </a:rPr>
              <a:t>Using Scanner class(contd..)</a:t>
            </a:r>
            <a:endParaRPr sz="2800"/>
          </a:p>
        </p:txBody>
      </p:sp>
      <p:sp>
        <p:nvSpPr>
          <p:cNvPr id="167" name="Google Shape;167;p27"/>
          <p:cNvSpPr txBox="1"/>
          <p:nvPr>
            <p:ph idx="1" type="body"/>
          </p:nvPr>
        </p:nvSpPr>
        <p:spPr>
          <a:xfrm>
            <a:off x="609600" y="1524000"/>
            <a:ext cx="7210500" cy="4308600"/>
          </a:xfrm>
          <a:prstGeom prst="rect">
            <a:avLst/>
          </a:prstGeom>
          <a:noFill/>
          <a:ln>
            <a:noFill/>
          </a:ln>
        </p:spPr>
        <p:txBody>
          <a:bodyPr anchorCtr="0" anchor="t" bIns="45700" lIns="91425" spcFirstLastPara="1" rIns="91425" wrap="square" tIns="45700">
            <a:normAutofit/>
          </a:bodyPr>
          <a:lstStyle/>
          <a:p>
            <a:pPr indent="-241300" lvl="0" marL="285750" rtl="0" algn="l">
              <a:spcBef>
                <a:spcPts val="1000"/>
              </a:spcBef>
              <a:spcAft>
                <a:spcPts val="0"/>
              </a:spcAft>
              <a:buSzPts val="2100"/>
              <a:buChar char="•"/>
            </a:pPr>
            <a:r>
              <a:rPr lang="en-US" sz="2100"/>
              <a:t>The Java Scanner class breaks the input into tokens using a delimiter that is whitespace by default. It provides many methods to read and parse various primitive values.</a:t>
            </a:r>
            <a:endParaRPr sz="2100"/>
          </a:p>
          <a:p>
            <a:pPr indent="0" lvl="0" marL="69850" rtl="0" algn="l">
              <a:lnSpc>
                <a:spcPct val="90000"/>
              </a:lnSpc>
              <a:spcBef>
                <a:spcPts val="1000"/>
              </a:spcBef>
              <a:spcAft>
                <a:spcPts val="0"/>
              </a:spcAft>
              <a:buClr>
                <a:schemeClr val="dk1"/>
              </a:buClr>
              <a:buSzPts val="2800"/>
              <a:buFont typeface="Noto Sans Symbols"/>
              <a:buNone/>
            </a:pPr>
            <a:r>
              <a:t/>
            </a:r>
            <a:endParaRPr/>
          </a:p>
        </p:txBody>
      </p:sp>
      <p:graphicFrame>
        <p:nvGraphicFramePr>
          <p:cNvPr id="168" name="Google Shape;168;p27"/>
          <p:cNvGraphicFramePr/>
          <p:nvPr/>
        </p:nvGraphicFramePr>
        <p:xfrm>
          <a:off x="838200" y="2590800"/>
          <a:ext cx="3000000" cy="3000000"/>
        </p:xfrm>
        <a:graphic>
          <a:graphicData uri="http://schemas.openxmlformats.org/drawingml/2006/table">
            <a:tbl>
              <a:tblPr>
                <a:noFill/>
                <a:tableStyleId>{3937286C-C396-4E33-8FCD-44ADA3B4A79D}</a:tableStyleId>
              </a:tblPr>
              <a:tblGrid>
                <a:gridCol w="4068450"/>
                <a:gridCol w="4068450"/>
              </a:tblGrid>
              <a:tr h="271300">
                <a:tc>
                  <a:txBody>
                    <a:bodyPr/>
                    <a:lstStyle/>
                    <a:p>
                      <a:pPr indent="0" lvl="0" marL="0" marR="0" rtl="0" algn="l">
                        <a:spcBef>
                          <a:spcPts val="0"/>
                        </a:spcBef>
                        <a:spcAft>
                          <a:spcPts val="0"/>
                        </a:spcAft>
                        <a:buNone/>
                      </a:pPr>
                      <a:r>
                        <a:rPr lang="en-US" sz="1100" u="none" cap="none" strike="noStrike">
                          <a:solidFill>
                            <a:srgbClr val="000000"/>
                          </a:solidFill>
                          <a:latin typeface="times new roman"/>
                          <a:ea typeface="times new roman"/>
                          <a:cs typeface="times new roman"/>
                          <a:sym typeface="times new roman"/>
                        </a:rPr>
                        <a:t>Method</a:t>
                      </a:r>
                      <a:endParaRPr/>
                    </a:p>
                  </a:txBody>
                  <a:tcPr marT="30275" marB="30275" marR="30275" marL="30275">
                    <a:lnL cap="flat" cmpd="sng" w="9525">
                      <a:solidFill>
                        <a:srgbClr val="D01CDD"/>
                      </a:solidFill>
                      <a:prstDash val="solid"/>
                      <a:round/>
                      <a:headEnd len="sm" w="sm" type="none"/>
                      <a:tailEnd len="sm" w="sm" type="none"/>
                    </a:lnL>
                    <a:lnR cap="flat" cmpd="sng" w="9525">
                      <a:solidFill>
                        <a:srgbClr val="D01CDD"/>
                      </a:solidFill>
                      <a:prstDash val="solid"/>
                      <a:round/>
                      <a:headEnd len="sm" w="sm" type="none"/>
                      <a:tailEnd len="sm" w="sm" type="none"/>
                    </a:lnR>
                    <a:lnT cap="flat" cmpd="sng" w="9525">
                      <a:solidFill>
                        <a:srgbClr val="D01CDD"/>
                      </a:solidFill>
                      <a:prstDash val="solid"/>
                      <a:round/>
                      <a:headEnd len="sm" w="sm" type="none"/>
                      <a:tailEnd len="sm" w="sm" type="none"/>
                    </a:lnT>
                    <a:lnB cap="flat" cmpd="sng" w="9525">
                      <a:solidFill>
                        <a:srgbClr val="FFC0CB"/>
                      </a:solidFill>
                      <a:prstDash val="solid"/>
                      <a:round/>
                      <a:headEnd len="sm" w="sm" type="none"/>
                      <a:tailEnd len="sm" w="sm" type="none"/>
                    </a:lnB>
                    <a:solidFill>
                      <a:srgbClr val="F6FFE1"/>
                    </a:solidFill>
                  </a:tcPr>
                </a:tc>
                <a:tc>
                  <a:txBody>
                    <a:bodyPr/>
                    <a:lstStyle/>
                    <a:p>
                      <a:pPr indent="0" lvl="0" marL="0" marR="0" rtl="0" algn="l">
                        <a:spcBef>
                          <a:spcPts val="0"/>
                        </a:spcBef>
                        <a:spcAft>
                          <a:spcPts val="0"/>
                        </a:spcAft>
                        <a:buNone/>
                      </a:pPr>
                      <a:r>
                        <a:rPr lang="en-US" sz="1100" u="none" cap="none" strike="noStrike">
                          <a:solidFill>
                            <a:srgbClr val="000000"/>
                          </a:solidFill>
                          <a:latin typeface="times new roman"/>
                          <a:ea typeface="times new roman"/>
                          <a:cs typeface="times new roman"/>
                          <a:sym typeface="times new roman"/>
                        </a:rPr>
                        <a:t>Description</a:t>
                      </a:r>
                      <a:endParaRPr/>
                    </a:p>
                  </a:txBody>
                  <a:tcPr marT="30275" marB="30275" marR="30275" marL="30275">
                    <a:lnL cap="flat" cmpd="sng" w="9525">
                      <a:solidFill>
                        <a:srgbClr val="D01CDD"/>
                      </a:solidFill>
                      <a:prstDash val="solid"/>
                      <a:round/>
                      <a:headEnd len="sm" w="sm" type="none"/>
                      <a:tailEnd len="sm" w="sm" type="none"/>
                    </a:lnL>
                    <a:lnR cap="flat" cmpd="sng" w="9525">
                      <a:solidFill>
                        <a:srgbClr val="D01CDD"/>
                      </a:solidFill>
                      <a:prstDash val="solid"/>
                      <a:round/>
                      <a:headEnd len="sm" w="sm" type="none"/>
                      <a:tailEnd len="sm" w="sm" type="none"/>
                    </a:lnR>
                    <a:lnT cap="flat" cmpd="sng" w="9525">
                      <a:solidFill>
                        <a:srgbClr val="D01CDD"/>
                      </a:solidFill>
                      <a:prstDash val="solid"/>
                      <a:round/>
                      <a:headEnd len="sm" w="sm" type="none"/>
                      <a:tailEnd len="sm" w="sm" type="none"/>
                    </a:lnT>
                    <a:lnB cap="flat" cmpd="sng" w="9525">
                      <a:solidFill>
                        <a:srgbClr val="FFC0CB"/>
                      </a:solidFill>
                      <a:prstDash val="solid"/>
                      <a:round/>
                      <a:headEnd len="sm" w="sm" type="none"/>
                      <a:tailEnd len="sm" w="sm" type="none"/>
                    </a:lnB>
                    <a:solidFill>
                      <a:srgbClr val="F6FFE1"/>
                    </a:solidFill>
                  </a:tcPr>
                </a:tc>
              </a:tr>
              <a:tr h="472700">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public String next()</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it returns the next token from the scanner.</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FFFFF"/>
                    </a:solidFill>
                  </a:tcPr>
                </a:tc>
              </a:tr>
              <a:tr h="674075">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public String nextLine()</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6FFE1"/>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it moves the scanner position to the next line and returns the value as a string.</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6FFE1"/>
                    </a:solidFill>
                  </a:tcPr>
                </a:tc>
              </a:tr>
              <a:tr h="271300">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public byte nextByte()</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it scans the next token as a byte.</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FFFFF"/>
                    </a:solidFill>
                  </a:tcPr>
                </a:tc>
              </a:tr>
              <a:tr h="472700">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public short nextShort()</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6FFE1"/>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it scans the next token as a short value.</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6FFE1"/>
                    </a:solidFill>
                  </a:tcPr>
                </a:tc>
              </a:tr>
              <a:tr h="472700">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public int nextInt()</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it scans the next token as an int value.</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FFFFF"/>
                    </a:solidFill>
                  </a:tcPr>
                </a:tc>
              </a:tr>
              <a:tr h="472700">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public long nextLong()</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6FFE1"/>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it scans the next token as a long value.</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6FFE1"/>
                    </a:solidFill>
                  </a:tcPr>
                </a:tc>
              </a:tr>
              <a:tr h="472700">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public float nextFloat()</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it scans the next token as a float value.</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FFFFF"/>
                    </a:solidFill>
                  </a:tcPr>
                </a:tc>
              </a:tr>
              <a:tr h="472700">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public double nextDouble()</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6FFE1"/>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verdana"/>
                          <a:ea typeface="verdana"/>
                          <a:cs typeface="verdana"/>
                          <a:sym typeface="verdana"/>
                        </a:rPr>
                        <a:t>it scans the next token as a double value.</a:t>
                      </a:r>
                      <a:endParaRPr/>
                    </a:p>
                  </a:txBody>
                  <a:tcPr marT="30275" marB="30275" marR="30275" marL="30275">
                    <a:lnL cap="flat" cmpd="sng" w="9525">
                      <a:solidFill>
                        <a:srgbClr val="FFC0CB"/>
                      </a:solidFill>
                      <a:prstDash val="solid"/>
                      <a:round/>
                      <a:headEnd len="sm" w="sm" type="none"/>
                      <a:tailEnd len="sm" w="sm" type="none"/>
                    </a:lnL>
                    <a:lnR cap="flat" cmpd="sng" w="9525">
                      <a:solidFill>
                        <a:srgbClr val="FFC0CB"/>
                      </a:solidFill>
                      <a:prstDash val="solid"/>
                      <a:round/>
                      <a:headEnd len="sm" w="sm" type="none"/>
                      <a:tailEnd len="sm" w="sm" type="none"/>
                    </a:lnR>
                    <a:lnT cap="flat" cmpd="sng" w="9525">
                      <a:solidFill>
                        <a:srgbClr val="FFC0CB"/>
                      </a:solidFill>
                      <a:prstDash val="solid"/>
                      <a:round/>
                      <a:headEnd len="sm" w="sm" type="none"/>
                      <a:tailEnd len="sm" w="sm" type="none"/>
                    </a:lnT>
                    <a:lnB cap="flat" cmpd="sng" w="9525">
                      <a:solidFill>
                        <a:srgbClr val="FFC0CB"/>
                      </a:solidFill>
                      <a:prstDash val="solid"/>
                      <a:round/>
                      <a:headEnd len="sm" w="sm" type="none"/>
                      <a:tailEnd len="sm" w="sm" type="none"/>
                    </a:lnB>
                    <a:solidFill>
                      <a:srgbClr val="F6FFE1"/>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174" name="Google Shape;174;p28"/>
          <p:cNvSpPr txBox="1"/>
          <p:nvPr>
            <p:ph type="title"/>
          </p:nvPr>
        </p:nvSpPr>
        <p:spPr>
          <a:xfrm>
            <a:off x="584055" y="533400"/>
            <a:ext cx="7024688" cy="5334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930B0B"/>
              </a:buClr>
              <a:buSzPct val="100000"/>
              <a:buFont typeface="Times New Roman"/>
              <a:buNone/>
            </a:pPr>
            <a:r>
              <a:rPr lang="en-US"/>
              <a:t>Static variable</a:t>
            </a:r>
            <a:endParaRPr/>
          </a:p>
        </p:txBody>
      </p:sp>
      <p:sp>
        <p:nvSpPr>
          <p:cNvPr id="175" name="Google Shape;175;p28"/>
          <p:cNvSpPr txBox="1"/>
          <p:nvPr>
            <p:ph idx="1" type="body"/>
          </p:nvPr>
        </p:nvSpPr>
        <p:spPr>
          <a:xfrm>
            <a:off x="609600" y="1295400"/>
            <a:ext cx="7210425" cy="4537075"/>
          </a:xfrm>
          <a:prstGeom prst="rect">
            <a:avLst/>
          </a:prstGeom>
          <a:noFill/>
          <a:ln>
            <a:noFill/>
          </a:ln>
        </p:spPr>
        <p:txBody>
          <a:bodyPr anchorCtr="0" anchor="t" bIns="45700" lIns="91425" spcFirstLastPara="1" rIns="91425" wrap="square" tIns="45700">
            <a:normAutofit/>
          </a:bodyPr>
          <a:lstStyle/>
          <a:p>
            <a:pPr indent="-182880" lvl="0" marL="182880" rtl="0" algn="just">
              <a:lnSpc>
                <a:spcPct val="90000"/>
              </a:lnSpc>
              <a:spcBef>
                <a:spcPts val="0"/>
              </a:spcBef>
              <a:spcAft>
                <a:spcPts val="0"/>
              </a:spcAft>
              <a:buClr>
                <a:schemeClr val="dk1"/>
              </a:buClr>
              <a:buSzPts val="2000"/>
              <a:buChar char="•"/>
            </a:pPr>
            <a:r>
              <a:rPr lang="en-US" sz="2000"/>
              <a:t>When a variable is declared with the keyword “static”, its called a “</a:t>
            </a:r>
            <a:r>
              <a:rPr b="1" lang="en-US" sz="2000"/>
              <a:t>class variable</a:t>
            </a:r>
            <a:r>
              <a:rPr lang="en-US" sz="2000"/>
              <a:t>”. </a:t>
            </a:r>
            <a:endParaRPr sz="2000"/>
          </a:p>
          <a:p>
            <a:pPr indent="-182880" lvl="0" marL="182880" rtl="0" algn="just">
              <a:lnSpc>
                <a:spcPct val="90000"/>
              </a:lnSpc>
              <a:spcBef>
                <a:spcPts val="1000"/>
              </a:spcBef>
              <a:spcAft>
                <a:spcPts val="0"/>
              </a:spcAft>
              <a:buClr>
                <a:schemeClr val="dk1"/>
              </a:buClr>
              <a:buSzPts val="2000"/>
              <a:buChar char="•"/>
            </a:pPr>
            <a:r>
              <a:rPr lang="en-US" sz="2000"/>
              <a:t>All instances share the same copy of the variable. A class variable can be accessed directly with the class, without the need to create a instance. It makes your program </a:t>
            </a:r>
            <a:r>
              <a:rPr b="1" lang="en-US" sz="2000"/>
              <a:t>memory efficient.</a:t>
            </a:r>
            <a:endParaRPr/>
          </a:p>
          <a:p>
            <a:pPr indent="0" lvl="0" marL="69850" rtl="0" algn="just">
              <a:lnSpc>
                <a:spcPct val="90000"/>
              </a:lnSpc>
              <a:spcBef>
                <a:spcPts val="1000"/>
              </a:spcBef>
              <a:spcAft>
                <a:spcPts val="0"/>
              </a:spcAft>
              <a:buClr>
                <a:schemeClr val="dk1"/>
              </a:buClr>
              <a:buSzPts val="2800"/>
              <a:buFont typeface="Noto Sans Symbols"/>
              <a:buNone/>
            </a:pPr>
            <a:r>
              <a:t/>
            </a:r>
            <a:endParaRPr/>
          </a:p>
        </p:txBody>
      </p:sp>
      <p:pic>
        <p:nvPicPr>
          <p:cNvPr descr="C:\Users\test\Desktop\static-variable-functions1.jpg" id="176" name="Google Shape;176;p28"/>
          <p:cNvPicPr preferRelativeResize="0"/>
          <p:nvPr/>
        </p:nvPicPr>
        <p:blipFill rotWithShape="1">
          <a:blip r:embed="rId3">
            <a:alphaModFix/>
          </a:blip>
          <a:srcRect b="0" l="0" r="0" t="0"/>
          <a:stretch/>
        </p:blipFill>
        <p:spPr>
          <a:xfrm>
            <a:off x="914400" y="3581400"/>
            <a:ext cx="6715125" cy="2895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457200" y="304800"/>
            <a:ext cx="7024688" cy="6096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Example</a:t>
            </a:r>
            <a:endParaRPr/>
          </a:p>
        </p:txBody>
      </p:sp>
      <p:sp>
        <p:nvSpPr>
          <p:cNvPr id="182" name="Google Shape;182;p29"/>
          <p:cNvSpPr txBox="1"/>
          <p:nvPr>
            <p:ph idx="1" type="body"/>
          </p:nvPr>
        </p:nvSpPr>
        <p:spPr>
          <a:xfrm>
            <a:off x="685800" y="1143000"/>
            <a:ext cx="3776663" cy="4892675"/>
          </a:xfrm>
          <a:prstGeom prst="rect">
            <a:avLst/>
          </a:prstGeom>
          <a:noFill/>
          <a:ln>
            <a:noFill/>
          </a:ln>
        </p:spPr>
        <p:txBody>
          <a:bodyPr anchorCtr="0" anchor="t" bIns="45700" lIns="91425" spcFirstLastPara="1" rIns="91425" wrap="square" tIns="45700">
            <a:normAutofit fontScale="92500" lnSpcReduction="20000"/>
          </a:bodyPr>
          <a:lstStyle/>
          <a:p>
            <a:pPr indent="0" lvl="0" marL="69850" rtl="0" algn="l">
              <a:lnSpc>
                <a:spcPct val="90000"/>
              </a:lnSpc>
              <a:spcBef>
                <a:spcPts val="0"/>
              </a:spcBef>
              <a:spcAft>
                <a:spcPts val="0"/>
              </a:spcAft>
              <a:buClr>
                <a:schemeClr val="dk1"/>
              </a:buClr>
              <a:buSzPct val="100000"/>
              <a:buFont typeface="Noto Sans Symbols"/>
              <a:buNone/>
            </a:pPr>
            <a:r>
              <a:rPr b="1" lang="en-US" sz="1400">
                <a:latin typeface="Times New Roman"/>
                <a:ea typeface="Times New Roman"/>
                <a:cs typeface="Times New Roman"/>
                <a:sym typeface="Times New Roman"/>
              </a:rPr>
              <a:t>class</a:t>
            </a:r>
            <a:r>
              <a:rPr lang="en-US" sz="1400">
                <a:latin typeface="Times New Roman"/>
                <a:ea typeface="Times New Roman"/>
                <a:cs typeface="Times New Roman"/>
                <a:sym typeface="Times New Roman"/>
              </a:rPr>
              <a:t> Counter{  </a:t>
            </a:r>
            <a:endParaRPr/>
          </a:p>
          <a:p>
            <a:pPr indent="0" lvl="0" marL="69850" rtl="0" algn="l">
              <a:lnSpc>
                <a:spcPct val="90000"/>
              </a:lnSpc>
              <a:spcBef>
                <a:spcPts val="1000"/>
              </a:spcBef>
              <a:spcAft>
                <a:spcPts val="0"/>
              </a:spcAft>
              <a:buClr>
                <a:srgbClr val="FF0000"/>
              </a:buClr>
              <a:buSzPct val="100000"/>
              <a:buFont typeface="Noto Sans Symbols"/>
              <a:buNone/>
            </a:pPr>
            <a:r>
              <a:rPr b="1" lang="en-US" sz="1400">
                <a:solidFill>
                  <a:srgbClr val="FF0000"/>
                </a:solidFill>
                <a:latin typeface="Times New Roman"/>
                <a:ea typeface="Times New Roman"/>
                <a:cs typeface="Times New Roman"/>
                <a:sym typeface="Times New Roman"/>
              </a:rPr>
              <a:t>int</a:t>
            </a:r>
            <a:r>
              <a:rPr lang="en-US" sz="1400">
                <a:solidFill>
                  <a:srgbClr val="FF0000"/>
                </a:solidFill>
                <a:latin typeface="Times New Roman"/>
                <a:ea typeface="Times New Roman"/>
                <a:cs typeface="Times New Roman"/>
                <a:sym typeface="Times New Roman"/>
              </a:rPr>
              <a:t> count=0</a:t>
            </a:r>
            <a:r>
              <a:rPr lang="en-US" sz="1400">
                <a:latin typeface="Times New Roman"/>
                <a:ea typeface="Times New Roman"/>
                <a:cs typeface="Times New Roman"/>
                <a:sym typeface="Times New Roman"/>
              </a:rPr>
              <a:t>;//will get memory when instance is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created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Counter(){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count++;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System.out.println(count);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chemeClr val="dk1"/>
              </a:buClr>
              <a:buSzPct val="100000"/>
              <a:buFont typeface="Noto Sans Symbols"/>
              <a:buNone/>
            </a:pPr>
            <a:r>
              <a:rPr b="1" lang="en-US" sz="1400">
                <a:latin typeface="Times New Roman"/>
                <a:ea typeface="Times New Roman"/>
                <a:cs typeface="Times New Roman"/>
                <a:sym typeface="Times New Roman"/>
              </a:rPr>
              <a:t>public</a:t>
            </a:r>
            <a:r>
              <a:rPr lang="en-US" sz="1400">
                <a:latin typeface="Times New Roman"/>
                <a:ea typeface="Times New Roman"/>
                <a:cs typeface="Times New Roman"/>
                <a:sym typeface="Times New Roman"/>
              </a:rPr>
              <a:t> </a:t>
            </a:r>
            <a:r>
              <a:rPr b="1" lang="en-US" sz="1400">
                <a:latin typeface="Times New Roman"/>
                <a:ea typeface="Times New Roman"/>
                <a:cs typeface="Times New Roman"/>
                <a:sym typeface="Times New Roman"/>
              </a:rPr>
              <a:t>static</a:t>
            </a:r>
            <a:r>
              <a:rPr lang="en-US" sz="1400">
                <a:latin typeface="Times New Roman"/>
                <a:ea typeface="Times New Roman"/>
                <a:cs typeface="Times New Roman"/>
                <a:sym typeface="Times New Roman"/>
              </a:rPr>
              <a:t> </a:t>
            </a:r>
            <a:r>
              <a:rPr b="1" lang="en-US" sz="1400">
                <a:latin typeface="Times New Roman"/>
                <a:ea typeface="Times New Roman"/>
                <a:cs typeface="Times New Roman"/>
                <a:sym typeface="Times New Roman"/>
              </a:rPr>
              <a:t>void</a:t>
            </a:r>
            <a:r>
              <a:rPr lang="en-US" sz="1400">
                <a:latin typeface="Times New Roman"/>
                <a:ea typeface="Times New Roman"/>
                <a:cs typeface="Times New Roman"/>
                <a:sym typeface="Times New Roman"/>
              </a:rPr>
              <a:t> main(String args[]){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Counter c1=</a:t>
            </a:r>
            <a:r>
              <a:rPr b="1" lang="en-US" sz="1400">
                <a:latin typeface="Times New Roman"/>
                <a:ea typeface="Times New Roman"/>
                <a:cs typeface="Times New Roman"/>
                <a:sym typeface="Times New Roman"/>
              </a:rPr>
              <a:t>new</a:t>
            </a:r>
            <a:r>
              <a:rPr lang="en-US" sz="1400">
                <a:latin typeface="Times New Roman"/>
                <a:ea typeface="Times New Roman"/>
                <a:cs typeface="Times New Roman"/>
                <a:sym typeface="Times New Roman"/>
              </a:rPr>
              <a:t> Counter();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Counter c2=</a:t>
            </a:r>
            <a:r>
              <a:rPr b="1" lang="en-US" sz="1400">
                <a:latin typeface="Times New Roman"/>
                <a:ea typeface="Times New Roman"/>
                <a:cs typeface="Times New Roman"/>
                <a:sym typeface="Times New Roman"/>
              </a:rPr>
              <a:t>new</a:t>
            </a:r>
            <a:r>
              <a:rPr lang="en-US" sz="1400">
                <a:latin typeface="Times New Roman"/>
                <a:ea typeface="Times New Roman"/>
                <a:cs typeface="Times New Roman"/>
                <a:sym typeface="Times New Roman"/>
              </a:rPr>
              <a:t> Counter();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Counter c3=</a:t>
            </a:r>
            <a:r>
              <a:rPr b="1" lang="en-US" sz="1400">
                <a:latin typeface="Times New Roman"/>
                <a:ea typeface="Times New Roman"/>
                <a:cs typeface="Times New Roman"/>
                <a:sym typeface="Times New Roman"/>
              </a:rPr>
              <a:t>new</a:t>
            </a:r>
            <a:r>
              <a:rPr lang="en-US" sz="1400">
                <a:latin typeface="Times New Roman"/>
                <a:ea typeface="Times New Roman"/>
                <a:cs typeface="Times New Roman"/>
                <a:sym typeface="Times New Roman"/>
              </a:rPr>
              <a:t> Counter();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 }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  </a:t>
            </a:r>
            <a:r>
              <a:rPr lang="en-US" sz="1400"/>
              <a:t>Output:1 1 1</a:t>
            </a:r>
            <a:endParaRPr sz="1400">
              <a:latin typeface="Times New Roman"/>
              <a:ea typeface="Times New Roman"/>
              <a:cs typeface="Times New Roman"/>
              <a:sym typeface="Times New Roman"/>
            </a:endParaRPr>
          </a:p>
          <a:p>
            <a:pPr indent="0" lvl="0" marL="69850" rtl="0" algn="just">
              <a:lnSpc>
                <a:spcPct val="90000"/>
              </a:lnSpc>
              <a:spcBef>
                <a:spcPts val="1000"/>
              </a:spcBef>
              <a:spcAft>
                <a:spcPts val="0"/>
              </a:spcAft>
              <a:buClr>
                <a:schemeClr val="dk1"/>
              </a:buClr>
              <a:buSzPct val="100000"/>
              <a:buFont typeface="Noto Sans Symbols"/>
              <a:buNone/>
            </a:pPr>
            <a:r>
              <a:rPr lang="en-US" sz="1400"/>
              <a:t>Since instance variable gets the memory at the time of object creation, each object will have the copy of the instance variable, if it is incremented, it won't reflect to other objects. So each objects will have the value 1 in the count variable.</a:t>
            </a:r>
            <a:endParaRPr sz="1400">
              <a:latin typeface="Times New Roman"/>
              <a:ea typeface="Times New Roman"/>
              <a:cs typeface="Times New Roman"/>
              <a:sym typeface="Times New Roman"/>
            </a:endParaRPr>
          </a:p>
        </p:txBody>
      </p:sp>
      <p:sp>
        <p:nvSpPr>
          <p:cNvPr id="183" name="Google Shape;183;p29"/>
          <p:cNvSpPr txBox="1"/>
          <p:nvPr>
            <p:ph idx="2" type="body"/>
          </p:nvPr>
        </p:nvSpPr>
        <p:spPr>
          <a:xfrm>
            <a:off x="4724400" y="1295400"/>
            <a:ext cx="3736975" cy="4892675"/>
          </a:xfrm>
          <a:prstGeom prst="rect">
            <a:avLst/>
          </a:prstGeom>
          <a:noFill/>
          <a:ln>
            <a:noFill/>
          </a:ln>
        </p:spPr>
        <p:txBody>
          <a:bodyPr anchorCtr="0" anchor="t" bIns="45700" lIns="91425" spcFirstLastPara="1" rIns="91425" wrap="square" tIns="45700">
            <a:normAutofit fontScale="92500" lnSpcReduction="20000"/>
          </a:bodyPr>
          <a:lstStyle/>
          <a:p>
            <a:pPr indent="0" lvl="0" marL="69850" rtl="0" algn="l">
              <a:lnSpc>
                <a:spcPct val="90000"/>
              </a:lnSpc>
              <a:spcBef>
                <a:spcPts val="0"/>
              </a:spcBef>
              <a:spcAft>
                <a:spcPts val="0"/>
              </a:spcAft>
              <a:buClr>
                <a:schemeClr val="dk1"/>
              </a:buClr>
              <a:buSzPct val="100000"/>
              <a:buFont typeface="Noto Sans Symbols"/>
              <a:buNone/>
            </a:pPr>
            <a:r>
              <a:rPr b="1" lang="en-US" sz="1400">
                <a:latin typeface="Times New Roman"/>
                <a:ea typeface="Times New Roman"/>
                <a:cs typeface="Times New Roman"/>
                <a:sym typeface="Times New Roman"/>
              </a:rPr>
              <a:t>class</a:t>
            </a:r>
            <a:r>
              <a:rPr lang="en-US" sz="1400">
                <a:latin typeface="Times New Roman"/>
                <a:ea typeface="Times New Roman"/>
                <a:cs typeface="Times New Roman"/>
                <a:sym typeface="Times New Roman"/>
              </a:rPr>
              <a:t> Counter2{  </a:t>
            </a:r>
            <a:endParaRPr/>
          </a:p>
          <a:p>
            <a:pPr indent="0" lvl="0" marL="69850" rtl="0" algn="l">
              <a:lnSpc>
                <a:spcPct val="90000"/>
              </a:lnSpc>
              <a:spcBef>
                <a:spcPts val="1000"/>
              </a:spcBef>
              <a:spcAft>
                <a:spcPts val="0"/>
              </a:spcAft>
              <a:buClr>
                <a:srgbClr val="FF0000"/>
              </a:buClr>
              <a:buSzPct val="100000"/>
              <a:buFont typeface="Noto Sans Symbols"/>
              <a:buNone/>
            </a:pPr>
            <a:r>
              <a:rPr b="1" lang="en-US" sz="1400">
                <a:solidFill>
                  <a:srgbClr val="FF0000"/>
                </a:solidFill>
                <a:latin typeface="Times New Roman"/>
                <a:ea typeface="Times New Roman"/>
                <a:cs typeface="Times New Roman"/>
                <a:sym typeface="Times New Roman"/>
              </a:rPr>
              <a:t>static</a:t>
            </a:r>
            <a:r>
              <a:rPr lang="en-US" sz="1400">
                <a:solidFill>
                  <a:srgbClr val="FF0000"/>
                </a:solidFill>
                <a:latin typeface="Times New Roman"/>
                <a:ea typeface="Times New Roman"/>
                <a:cs typeface="Times New Roman"/>
                <a:sym typeface="Times New Roman"/>
              </a:rPr>
              <a:t> </a:t>
            </a:r>
            <a:r>
              <a:rPr b="1" lang="en-US" sz="1400">
                <a:solidFill>
                  <a:srgbClr val="FF0000"/>
                </a:solidFill>
                <a:latin typeface="Times New Roman"/>
                <a:ea typeface="Times New Roman"/>
                <a:cs typeface="Times New Roman"/>
                <a:sym typeface="Times New Roman"/>
              </a:rPr>
              <a:t>int</a:t>
            </a:r>
            <a:r>
              <a:rPr lang="en-US" sz="1400">
                <a:solidFill>
                  <a:srgbClr val="FF0000"/>
                </a:solidFill>
                <a:latin typeface="Times New Roman"/>
                <a:ea typeface="Times New Roman"/>
                <a:cs typeface="Times New Roman"/>
                <a:sym typeface="Times New Roman"/>
              </a:rPr>
              <a:t> count=0</a:t>
            </a:r>
            <a:r>
              <a:rPr lang="en-US" sz="1400">
                <a:latin typeface="Times New Roman"/>
                <a:ea typeface="Times New Roman"/>
                <a:cs typeface="Times New Roman"/>
                <a:sym typeface="Times New Roman"/>
              </a:rPr>
              <a:t>;//will get memory only once and retain its value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Counter2(){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count++;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System.out.println(count);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chemeClr val="dk1"/>
              </a:buClr>
              <a:buSzPct val="100000"/>
              <a:buFont typeface="Noto Sans Symbols"/>
              <a:buNone/>
            </a:pPr>
            <a:r>
              <a:rPr b="1" lang="en-US" sz="1400">
                <a:latin typeface="Times New Roman"/>
                <a:ea typeface="Times New Roman"/>
                <a:cs typeface="Times New Roman"/>
                <a:sym typeface="Times New Roman"/>
              </a:rPr>
              <a:t>public</a:t>
            </a:r>
            <a:r>
              <a:rPr lang="en-US" sz="1400">
                <a:latin typeface="Times New Roman"/>
                <a:ea typeface="Times New Roman"/>
                <a:cs typeface="Times New Roman"/>
                <a:sym typeface="Times New Roman"/>
              </a:rPr>
              <a:t> </a:t>
            </a:r>
            <a:r>
              <a:rPr b="1" lang="en-US" sz="1400">
                <a:latin typeface="Times New Roman"/>
                <a:ea typeface="Times New Roman"/>
                <a:cs typeface="Times New Roman"/>
                <a:sym typeface="Times New Roman"/>
              </a:rPr>
              <a:t>static</a:t>
            </a:r>
            <a:r>
              <a:rPr lang="en-US" sz="1400">
                <a:latin typeface="Times New Roman"/>
                <a:ea typeface="Times New Roman"/>
                <a:cs typeface="Times New Roman"/>
                <a:sym typeface="Times New Roman"/>
              </a:rPr>
              <a:t> </a:t>
            </a:r>
            <a:r>
              <a:rPr b="1" lang="en-US" sz="1400">
                <a:latin typeface="Times New Roman"/>
                <a:ea typeface="Times New Roman"/>
                <a:cs typeface="Times New Roman"/>
                <a:sym typeface="Times New Roman"/>
              </a:rPr>
              <a:t>void</a:t>
            </a:r>
            <a:r>
              <a:rPr lang="en-US" sz="1400">
                <a:latin typeface="Times New Roman"/>
                <a:ea typeface="Times New Roman"/>
                <a:cs typeface="Times New Roman"/>
                <a:sym typeface="Times New Roman"/>
              </a:rPr>
              <a:t> main(String args[]){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Counter2 c1=</a:t>
            </a:r>
            <a:r>
              <a:rPr b="1" lang="en-US" sz="1400">
                <a:latin typeface="Times New Roman"/>
                <a:ea typeface="Times New Roman"/>
                <a:cs typeface="Times New Roman"/>
                <a:sym typeface="Times New Roman"/>
              </a:rPr>
              <a:t>new</a:t>
            </a:r>
            <a:r>
              <a:rPr lang="en-US" sz="1400">
                <a:latin typeface="Times New Roman"/>
                <a:ea typeface="Times New Roman"/>
                <a:cs typeface="Times New Roman"/>
                <a:sym typeface="Times New Roman"/>
              </a:rPr>
              <a:t> Counter2();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Counter2 c2=</a:t>
            </a:r>
            <a:r>
              <a:rPr b="1" lang="en-US" sz="1400">
                <a:latin typeface="Times New Roman"/>
                <a:ea typeface="Times New Roman"/>
                <a:cs typeface="Times New Roman"/>
                <a:sym typeface="Times New Roman"/>
              </a:rPr>
              <a:t>new</a:t>
            </a:r>
            <a:r>
              <a:rPr lang="en-US" sz="1400">
                <a:latin typeface="Times New Roman"/>
                <a:ea typeface="Times New Roman"/>
                <a:cs typeface="Times New Roman"/>
                <a:sym typeface="Times New Roman"/>
              </a:rPr>
              <a:t> Counter2();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Counter2 c3=</a:t>
            </a:r>
            <a:r>
              <a:rPr b="1" lang="en-US" sz="1400">
                <a:latin typeface="Times New Roman"/>
                <a:ea typeface="Times New Roman"/>
                <a:cs typeface="Times New Roman"/>
                <a:sym typeface="Times New Roman"/>
              </a:rPr>
              <a:t>new</a:t>
            </a:r>
            <a:r>
              <a:rPr lang="en-US" sz="1400">
                <a:latin typeface="Times New Roman"/>
                <a:ea typeface="Times New Roman"/>
                <a:cs typeface="Times New Roman"/>
                <a:sym typeface="Times New Roman"/>
              </a:rPr>
              <a:t> Counter2();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 }  </a:t>
            </a:r>
            <a:endParaRPr/>
          </a:p>
          <a:p>
            <a:pPr indent="0" lvl="0" marL="69850" rtl="0" algn="l">
              <a:lnSpc>
                <a:spcPct val="90000"/>
              </a:lnSpc>
              <a:spcBef>
                <a:spcPts val="1000"/>
              </a:spcBef>
              <a:spcAft>
                <a:spcPts val="0"/>
              </a:spcAft>
              <a:buClr>
                <a:schemeClr val="dk1"/>
              </a:buClr>
              <a:buSzPct val="100000"/>
              <a:buFont typeface="Noto Sans Symbols"/>
              <a:buNone/>
            </a:pPr>
            <a:r>
              <a:rPr lang="en-US" sz="1400">
                <a:latin typeface="Times New Roman"/>
                <a:ea typeface="Times New Roman"/>
                <a:cs typeface="Times New Roman"/>
                <a:sym typeface="Times New Roman"/>
              </a:rPr>
              <a:t>}  </a:t>
            </a:r>
            <a:r>
              <a:rPr lang="en-US" sz="1400"/>
              <a:t>Output:1 2 3</a:t>
            </a:r>
            <a:endParaRPr sz="1400">
              <a:latin typeface="Times New Roman"/>
              <a:ea typeface="Times New Roman"/>
              <a:cs typeface="Times New Roman"/>
              <a:sym typeface="Times New Roman"/>
            </a:endParaRPr>
          </a:p>
          <a:p>
            <a:pPr indent="0" lvl="0" marL="69850" rtl="0" algn="l">
              <a:lnSpc>
                <a:spcPct val="90000"/>
              </a:lnSpc>
              <a:spcBef>
                <a:spcPts val="1000"/>
              </a:spcBef>
              <a:spcAft>
                <a:spcPts val="0"/>
              </a:spcAft>
              <a:buClr>
                <a:schemeClr val="dk1"/>
              </a:buClr>
              <a:buSzPct val="100000"/>
              <a:buFont typeface="Noto Sans Symbols"/>
              <a:buNone/>
            </a:pPr>
            <a:r>
              <a:rPr lang="en-US" sz="1400"/>
              <a:t>static variable will get the memory only once, if any object changes the value of the static variable, it will retain its value.  So its value is incremented</a:t>
            </a:r>
            <a:endParaRPr sz="1400">
              <a:latin typeface="Times New Roman"/>
              <a:ea typeface="Times New Roman"/>
              <a:cs typeface="Times New Roman"/>
              <a:sym typeface="Times New Roman"/>
            </a:endParaRPr>
          </a:p>
        </p:txBody>
      </p:sp>
      <p:sp>
        <p:nvSpPr>
          <p:cNvPr id="184" name="Google Shape;184;p29"/>
          <p:cNvSpPr txBox="1"/>
          <p:nvPr>
            <p:ph idx="12" type="sldNum"/>
          </p:nvPr>
        </p:nvSpPr>
        <p:spPr>
          <a:xfrm>
            <a:off x="7620000" y="18288"/>
            <a:ext cx="1066800" cy="32918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0" st="0"/>
                                            </p:txEl>
                                          </p:spTgt>
                                        </p:tgtEl>
                                        <p:attrNameLst>
                                          <p:attrName>style.visibility</p:attrName>
                                        </p:attrNameLst>
                                      </p:cBhvr>
                                      <p:to>
                                        <p:strVal val="visible"/>
                                      </p:to>
                                    </p:set>
                                    <p:anim calcmode="lin" valueType="num">
                                      <p:cBhvr additive="base">
                                        <p:cTn dur="500"/>
                                        <p:tgtEl>
                                          <p:spTgt spid="18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1" st="1"/>
                                            </p:txEl>
                                          </p:spTgt>
                                        </p:tgtEl>
                                        <p:attrNameLst>
                                          <p:attrName>style.visibility</p:attrName>
                                        </p:attrNameLst>
                                      </p:cBhvr>
                                      <p:to>
                                        <p:strVal val="visible"/>
                                      </p:to>
                                    </p:set>
                                    <p:anim calcmode="lin" valueType="num">
                                      <p:cBhvr additive="base">
                                        <p:cTn dur="500"/>
                                        <p:tgtEl>
                                          <p:spTgt spid="18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2" st="2"/>
                                            </p:txEl>
                                          </p:spTgt>
                                        </p:tgtEl>
                                        <p:attrNameLst>
                                          <p:attrName>style.visibility</p:attrName>
                                        </p:attrNameLst>
                                      </p:cBhvr>
                                      <p:to>
                                        <p:strVal val="visible"/>
                                      </p:to>
                                    </p:set>
                                    <p:anim calcmode="lin" valueType="num">
                                      <p:cBhvr additive="base">
                                        <p:cTn dur="500"/>
                                        <p:tgtEl>
                                          <p:spTgt spid="18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3" st="3"/>
                                            </p:txEl>
                                          </p:spTgt>
                                        </p:tgtEl>
                                        <p:attrNameLst>
                                          <p:attrName>style.visibility</p:attrName>
                                        </p:attrNameLst>
                                      </p:cBhvr>
                                      <p:to>
                                        <p:strVal val="visible"/>
                                      </p:to>
                                    </p:set>
                                    <p:anim calcmode="lin" valueType="num">
                                      <p:cBhvr additive="base">
                                        <p:cTn dur="500"/>
                                        <p:tgtEl>
                                          <p:spTgt spid="18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4" st="4"/>
                                            </p:txEl>
                                          </p:spTgt>
                                        </p:tgtEl>
                                        <p:attrNameLst>
                                          <p:attrName>style.visibility</p:attrName>
                                        </p:attrNameLst>
                                      </p:cBhvr>
                                      <p:to>
                                        <p:strVal val="visible"/>
                                      </p:to>
                                    </p:set>
                                    <p:anim calcmode="lin" valueType="num">
                                      <p:cBhvr additive="base">
                                        <p:cTn dur="500"/>
                                        <p:tgtEl>
                                          <p:spTgt spid="18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5" st="5"/>
                                            </p:txEl>
                                          </p:spTgt>
                                        </p:tgtEl>
                                        <p:attrNameLst>
                                          <p:attrName>style.visibility</p:attrName>
                                        </p:attrNameLst>
                                      </p:cBhvr>
                                      <p:to>
                                        <p:strVal val="visible"/>
                                      </p:to>
                                    </p:set>
                                    <p:anim calcmode="lin" valueType="num">
                                      <p:cBhvr additive="base">
                                        <p:cTn dur="500"/>
                                        <p:tgtEl>
                                          <p:spTgt spid="18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6" st="6"/>
                                            </p:txEl>
                                          </p:spTgt>
                                        </p:tgtEl>
                                        <p:attrNameLst>
                                          <p:attrName>style.visibility</p:attrName>
                                        </p:attrNameLst>
                                      </p:cBhvr>
                                      <p:to>
                                        <p:strVal val="visible"/>
                                      </p:to>
                                    </p:set>
                                    <p:anim calcmode="lin" valueType="num">
                                      <p:cBhvr additive="base">
                                        <p:cTn dur="500"/>
                                        <p:tgtEl>
                                          <p:spTgt spid="18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7" st="7"/>
                                            </p:txEl>
                                          </p:spTgt>
                                        </p:tgtEl>
                                        <p:attrNameLst>
                                          <p:attrName>style.visibility</p:attrName>
                                        </p:attrNameLst>
                                      </p:cBhvr>
                                      <p:to>
                                        <p:strVal val="visible"/>
                                      </p:to>
                                    </p:set>
                                    <p:anim calcmode="lin" valueType="num">
                                      <p:cBhvr additive="base">
                                        <p:cTn dur="500"/>
                                        <p:tgtEl>
                                          <p:spTgt spid="18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8" st="8"/>
                                            </p:txEl>
                                          </p:spTgt>
                                        </p:tgtEl>
                                        <p:attrNameLst>
                                          <p:attrName>style.visibility</p:attrName>
                                        </p:attrNameLst>
                                      </p:cBhvr>
                                      <p:to>
                                        <p:strVal val="visible"/>
                                      </p:to>
                                    </p:set>
                                    <p:anim calcmode="lin" valueType="num">
                                      <p:cBhvr additive="base">
                                        <p:cTn dur="500"/>
                                        <p:tgtEl>
                                          <p:spTgt spid="18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9" st="9"/>
                                            </p:txEl>
                                          </p:spTgt>
                                        </p:tgtEl>
                                        <p:attrNameLst>
                                          <p:attrName>style.visibility</p:attrName>
                                        </p:attrNameLst>
                                      </p:cBhvr>
                                      <p:to>
                                        <p:strVal val="visible"/>
                                      </p:to>
                                    </p:set>
                                    <p:anim calcmode="lin" valueType="num">
                                      <p:cBhvr additive="base">
                                        <p:cTn dur="500"/>
                                        <p:tgtEl>
                                          <p:spTgt spid="182">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10" st="10"/>
                                            </p:txEl>
                                          </p:spTgt>
                                        </p:tgtEl>
                                        <p:attrNameLst>
                                          <p:attrName>style.visibility</p:attrName>
                                        </p:attrNameLst>
                                      </p:cBhvr>
                                      <p:to>
                                        <p:strVal val="visible"/>
                                      </p:to>
                                    </p:set>
                                    <p:anim calcmode="lin" valueType="num">
                                      <p:cBhvr additive="base">
                                        <p:cTn dur="500"/>
                                        <p:tgtEl>
                                          <p:spTgt spid="182">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11" st="11"/>
                                            </p:txEl>
                                          </p:spTgt>
                                        </p:tgtEl>
                                        <p:attrNameLst>
                                          <p:attrName>style.visibility</p:attrName>
                                        </p:attrNameLst>
                                      </p:cBhvr>
                                      <p:to>
                                        <p:strVal val="visible"/>
                                      </p:to>
                                    </p:set>
                                    <p:anim calcmode="lin" valueType="num">
                                      <p:cBhvr additive="base">
                                        <p:cTn dur="500"/>
                                        <p:tgtEl>
                                          <p:spTgt spid="182">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12" st="12"/>
                                            </p:txEl>
                                          </p:spTgt>
                                        </p:tgtEl>
                                        <p:attrNameLst>
                                          <p:attrName>style.visibility</p:attrName>
                                        </p:attrNameLst>
                                      </p:cBhvr>
                                      <p:to>
                                        <p:strVal val="visible"/>
                                      </p:to>
                                    </p:set>
                                    <p:anim calcmode="lin" valueType="num">
                                      <p:cBhvr additive="base">
                                        <p:cTn dur="500"/>
                                        <p:tgtEl>
                                          <p:spTgt spid="182">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13" st="13"/>
                                            </p:txEl>
                                          </p:spTgt>
                                        </p:tgtEl>
                                        <p:attrNameLst>
                                          <p:attrName>style.visibility</p:attrName>
                                        </p:attrNameLst>
                                      </p:cBhvr>
                                      <p:to>
                                        <p:strVal val="visible"/>
                                      </p:to>
                                    </p:set>
                                    <p:anim calcmode="lin" valueType="num">
                                      <p:cBhvr additive="base">
                                        <p:cTn dur="500"/>
                                        <p:tgtEl>
                                          <p:spTgt spid="182">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14" st="14"/>
                                            </p:txEl>
                                          </p:spTgt>
                                        </p:tgtEl>
                                        <p:attrNameLst>
                                          <p:attrName>style.visibility</p:attrName>
                                        </p:attrNameLst>
                                      </p:cBhvr>
                                      <p:to>
                                        <p:strVal val="visible"/>
                                      </p:to>
                                    </p:set>
                                    <p:anim calcmode="lin" valueType="num">
                                      <p:cBhvr additive="base">
                                        <p:cTn dur="500"/>
                                        <p:tgtEl>
                                          <p:spTgt spid="182">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15" st="15"/>
                                            </p:txEl>
                                          </p:spTgt>
                                        </p:tgtEl>
                                        <p:attrNameLst>
                                          <p:attrName>style.visibility</p:attrName>
                                        </p:attrNameLst>
                                      </p:cBhvr>
                                      <p:to>
                                        <p:strVal val="visible"/>
                                      </p:to>
                                    </p:set>
                                    <p:anim calcmode="lin" valueType="num">
                                      <p:cBhvr additive="base">
                                        <p:cTn dur="500"/>
                                        <p:tgtEl>
                                          <p:spTgt spid="182">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 calcmode="lin" valueType="num">
                                      <p:cBhvr additive="base">
                                        <p:cTn dur="500"/>
                                        <p:tgtEl>
                                          <p:spTgt spid="18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anim calcmode="lin" valueType="num">
                                      <p:cBhvr additive="base">
                                        <p:cTn dur="500"/>
                                        <p:tgtEl>
                                          <p:spTgt spid="18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anim calcmode="lin" valueType="num">
                                      <p:cBhvr additive="base">
                                        <p:cTn dur="500"/>
                                        <p:tgtEl>
                                          <p:spTgt spid="18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anim calcmode="lin" valueType="num">
                                      <p:cBhvr additive="base">
                                        <p:cTn dur="500"/>
                                        <p:tgtEl>
                                          <p:spTgt spid="18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anim calcmode="lin" valueType="num">
                                      <p:cBhvr additive="base">
                                        <p:cTn dur="500"/>
                                        <p:tgtEl>
                                          <p:spTgt spid="18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anim calcmode="lin" valueType="num">
                                      <p:cBhvr additive="base">
                                        <p:cTn dur="500"/>
                                        <p:tgtEl>
                                          <p:spTgt spid="18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6" st="6"/>
                                            </p:txEl>
                                          </p:spTgt>
                                        </p:tgtEl>
                                        <p:attrNameLst>
                                          <p:attrName>style.visibility</p:attrName>
                                        </p:attrNameLst>
                                      </p:cBhvr>
                                      <p:to>
                                        <p:strVal val="visible"/>
                                      </p:to>
                                    </p:set>
                                    <p:anim calcmode="lin" valueType="num">
                                      <p:cBhvr additive="base">
                                        <p:cTn dur="500"/>
                                        <p:tgtEl>
                                          <p:spTgt spid="18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7" st="7"/>
                                            </p:txEl>
                                          </p:spTgt>
                                        </p:tgtEl>
                                        <p:attrNameLst>
                                          <p:attrName>style.visibility</p:attrName>
                                        </p:attrNameLst>
                                      </p:cBhvr>
                                      <p:to>
                                        <p:strVal val="visible"/>
                                      </p:to>
                                    </p:set>
                                    <p:anim calcmode="lin" valueType="num">
                                      <p:cBhvr additive="base">
                                        <p:cTn dur="500"/>
                                        <p:tgtEl>
                                          <p:spTgt spid="18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8" st="8"/>
                                            </p:txEl>
                                          </p:spTgt>
                                        </p:tgtEl>
                                        <p:attrNameLst>
                                          <p:attrName>style.visibility</p:attrName>
                                        </p:attrNameLst>
                                      </p:cBhvr>
                                      <p:to>
                                        <p:strVal val="visible"/>
                                      </p:to>
                                    </p:set>
                                    <p:anim calcmode="lin" valueType="num">
                                      <p:cBhvr additive="base">
                                        <p:cTn dur="500"/>
                                        <p:tgtEl>
                                          <p:spTgt spid="183">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9" st="9"/>
                                            </p:txEl>
                                          </p:spTgt>
                                        </p:tgtEl>
                                        <p:attrNameLst>
                                          <p:attrName>style.visibility</p:attrName>
                                        </p:attrNameLst>
                                      </p:cBhvr>
                                      <p:to>
                                        <p:strVal val="visible"/>
                                      </p:to>
                                    </p:set>
                                    <p:anim calcmode="lin" valueType="num">
                                      <p:cBhvr additive="base">
                                        <p:cTn dur="500"/>
                                        <p:tgtEl>
                                          <p:spTgt spid="183">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10" st="10"/>
                                            </p:txEl>
                                          </p:spTgt>
                                        </p:tgtEl>
                                        <p:attrNameLst>
                                          <p:attrName>style.visibility</p:attrName>
                                        </p:attrNameLst>
                                      </p:cBhvr>
                                      <p:to>
                                        <p:strVal val="visible"/>
                                      </p:to>
                                    </p:set>
                                    <p:anim calcmode="lin" valueType="num">
                                      <p:cBhvr additive="base">
                                        <p:cTn dur="500"/>
                                        <p:tgtEl>
                                          <p:spTgt spid="183">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11" st="11"/>
                                            </p:txEl>
                                          </p:spTgt>
                                        </p:tgtEl>
                                        <p:attrNameLst>
                                          <p:attrName>style.visibility</p:attrName>
                                        </p:attrNameLst>
                                      </p:cBhvr>
                                      <p:to>
                                        <p:strVal val="visible"/>
                                      </p:to>
                                    </p:set>
                                    <p:anim calcmode="lin" valueType="num">
                                      <p:cBhvr additive="base">
                                        <p:cTn dur="500"/>
                                        <p:tgtEl>
                                          <p:spTgt spid="183">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12" st="12"/>
                                            </p:txEl>
                                          </p:spTgt>
                                        </p:tgtEl>
                                        <p:attrNameLst>
                                          <p:attrName>style.visibility</p:attrName>
                                        </p:attrNameLst>
                                      </p:cBhvr>
                                      <p:to>
                                        <p:strVal val="visible"/>
                                      </p:to>
                                    </p:set>
                                    <p:anim calcmode="lin" valueType="num">
                                      <p:cBhvr additive="base">
                                        <p:cTn dur="500"/>
                                        <p:tgtEl>
                                          <p:spTgt spid="183">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13" st="13"/>
                                            </p:txEl>
                                          </p:spTgt>
                                        </p:tgtEl>
                                        <p:attrNameLst>
                                          <p:attrName>style.visibility</p:attrName>
                                        </p:attrNameLst>
                                      </p:cBhvr>
                                      <p:to>
                                        <p:strVal val="visible"/>
                                      </p:to>
                                    </p:set>
                                    <p:anim calcmode="lin" valueType="num">
                                      <p:cBhvr additive="base">
                                        <p:cTn dur="500"/>
                                        <p:tgtEl>
                                          <p:spTgt spid="183">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14" st="14"/>
                                            </p:txEl>
                                          </p:spTgt>
                                        </p:tgtEl>
                                        <p:attrNameLst>
                                          <p:attrName>style.visibility</p:attrName>
                                        </p:attrNameLst>
                                      </p:cBhvr>
                                      <p:to>
                                        <p:strVal val="visible"/>
                                      </p:to>
                                    </p:set>
                                    <p:anim calcmode="lin" valueType="num">
                                      <p:cBhvr additive="base">
                                        <p:cTn dur="500"/>
                                        <p:tgtEl>
                                          <p:spTgt spid="183">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190" name="Google Shape;190;p30"/>
          <p:cNvSpPr txBox="1"/>
          <p:nvPr>
            <p:ph type="title"/>
          </p:nvPr>
        </p:nvSpPr>
        <p:spPr>
          <a:xfrm>
            <a:off x="533400" y="685800"/>
            <a:ext cx="7024688" cy="5334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930B0B"/>
              </a:buClr>
              <a:buSzPct val="100000"/>
              <a:buFont typeface="Times New Roman"/>
              <a:buNone/>
            </a:pPr>
            <a:r>
              <a:rPr lang="en-US"/>
              <a:t>Static method</a:t>
            </a:r>
            <a:endParaRPr/>
          </a:p>
        </p:txBody>
      </p:sp>
      <p:sp>
        <p:nvSpPr>
          <p:cNvPr id="191" name="Google Shape;191;p30"/>
          <p:cNvSpPr txBox="1"/>
          <p:nvPr>
            <p:ph idx="1" type="body"/>
          </p:nvPr>
        </p:nvSpPr>
        <p:spPr>
          <a:xfrm>
            <a:off x="609600" y="1752600"/>
            <a:ext cx="7058025" cy="4689475"/>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Char char="•"/>
            </a:pPr>
            <a:r>
              <a:rPr lang="en-US"/>
              <a:t>A static method belongs to the class rather than object of a class.</a:t>
            </a:r>
            <a:endParaRPr/>
          </a:p>
          <a:p>
            <a:pPr indent="-285750" lvl="0" marL="285750" rtl="0" algn="l">
              <a:lnSpc>
                <a:spcPct val="90000"/>
              </a:lnSpc>
              <a:spcBef>
                <a:spcPts val="1000"/>
              </a:spcBef>
              <a:spcAft>
                <a:spcPts val="0"/>
              </a:spcAft>
              <a:buClr>
                <a:schemeClr val="dk1"/>
              </a:buClr>
              <a:buSzPts val="2800"/>
              <a:buChar char="•"/>
            </a:pPr>
            <a:r>
              <a:rPr lang="en-US"/>
              <a:t>A static method can be invoked without the need for creating an instance of a class.</a:t>
            </a:r>
            <a:endParaRPr/>
          </a:p>
          <a:p>
            <a:pPr indent="-285750" lvl="0" marL="285750" rtl="0" algn="l">
              <a:lnSpc>
                <a:spcPct val="90000"/>
              </a:lnSpc>
              <a:spcBef>
                <a:spcPts val="1000"/>
              </a:spcBef>
              <a:spcAft>
                <a:spcPts val="0"/>
              </a:spcAft>
              <a:buClr>
                <a:schemeClr val="dk1"/>
              </a:buClr>
              <a:buSzPts val="2800"/>
              <a:buChar char="•"/>
            </a:pPr>
            <a:r>
              <a:rPr lang="en-US"/>
              <a:t>static method can access static data member and can change the value of it.</a:t>
            </a:r>
            <a:endParaRPr/>
          </a:p>
          <a:p>
            <a:pPr indent="-285750" lvl="0" marL="285750" rtl="0" algn="l">
              <a:lnSpc>
                <a:spcPct val="90000"/>
              </a:lnSpc>
              <a:spcBef>
                <a:spcPts val="1000"/>
              </a:spcBef>
              <a:spcAft>
                <a:spcPts val="0"/>
              </a:spcAft>
              <a:buClr>
                <a:schemeClr val="dk1"/>
              </a:buClr>
              <a:buSzPts val="2800"/>
              <a:buChar char="•"/>
            </a:pPr>
            <a:r>
              <a:rPr lang="en-US"/>
              <a:t>There are two main restrictions for the static method. They are:</a:t>
            </a:r>
            <a:endParaRPr/>
          </a:p>
          <a:p>
            <a:pPr indent="-228600" lvl="3" marL="1600200" rtl="0" algn="l">
              <a:lnSpc>
                <a:spcPct val="90000"/>
              </a:lnSpc>
              <a:spcBef>
                <a:spcPts val="500"/>
              </a:spcBef>
              <a:spcAft>
                <a:spcPts val="0"/>
              </a:spcAft>
              <a:buClr>
                <a:schemeClr val="dk1"/>
              </a:buClr>
              <a:buSzPts val="1800"/>
              <a:buChar char="•"/>
            </a:pPr>
            <a:r>
              <a:rPr lang="en-US" sz="1800"/>
              <a:t>The static method can not use non static data member or call non-static method directly.</a:t>
            </a:r>
            <a:endParaRPr/>
          </a:p>
          <a:p>
            <a:pPr indent="-228600" lvl="3" marL="1600200" rtl="0" algn="l">
              <a:lnSpc>
                <a:spcPct val="90000"/>
              </a:lnSpc>
              <a:spcBef>
                <a:spcPts val="500"/>
              </a:spcBef>
              <a:spcAft>
                <a:spcPts val="0"/>
              </a:spcAft>
              <a:buClr>
                <a:schemeClr val="dk1"/>
              </a:buClr>
              <a:buSzPts val="1800"/>
              <a:buChar char="•"/>
            </a:pPr>
            <a:r>
              <a:rPr lang="en-US" sz="1800"/>
              <a:t>this and super cannot be used in static context</a:t>
            </a:r>
            <a:endParaRPr/>
          </a:p>
          <a:p>
            <a:pPr indent="-10160" lvl="2" marL="1200150" rtl="0" algn="l">
              <a:lnSpc>
                <a:spcPct val="90000"/>
              </a:lnSpc>
              <a:spcBef>
                <a:spcPts val="500"/>
              </a:spcBef>
              <a:spcAft>
                <a:spcPts val="0"/>
              </a:spcAft>
              <a:buClr>
                <a:schemeClr val="dk1"/>
              </a:buClr>
              <a:buSzPts val="2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197" name="Google Shape;197;p31"/>
          <p:cNvSpPr txBox="1"/>
          <p:nvPr>
            <p:ph type="title"/>
          </p:nvPr>
        </p:nvSpPr>
        <p:spPr>
          <a:xfrm>
            <a:off x="609600" y="381000"/>
            <a:ext cx="7024688" cy="76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Example</a:t>
            </a:r>
            <a:endParaRPr/>
          </a:p>
        </p:txBody>
      </p:sp>
      <p:sp>
        <p:nvSpPr>
          <p:cNvPr id="198" name="Google Shape;198;p31"/>
          <p:cNvSpPr txBox="1"/>
          <p:nvPr>
            <p:ph idx="1" type="body"/>
          </p:nvPr>
        </p:nvSpPr>
        <p:spPr>
          <a:xfrm>
            <a:off x="685800" y="1676400"/>
            <a:ext cx="7058025" cy="4689475"/>
          </a:xfrm>
          <a:prstGeom prst="rect">
            <a:avLst/>
          </a:prstGeom>
          <a:noFill/>
          <a:ln>
            <a:noFill/>
          </a:ln>
        </p:spPr>
        <p:txBody>
          <a:bodyPr anchorCtr="0" anchor="t" bIns="45700" lIns="91425" spcFirstLastPara="1" rIns="91425" wrap="square" tIns="45700">
            <a:normAutofit/>
          </a:bodyPr>
          <a:lstStyle/>
          <a:p>
            <a:pPr indent="0" lvl="0" marL="69850" rtl="0" algn="l">
              <a:lnSpc>
                <a:spcPct val="90000"/>
              </a:lnSpc>
              <a:spcBef>
                <a:spcPts val="0"/>
              </a:spcBef>
              <a:spcAft>
                <a:spcPts val="0"/>
              </a:spcAft>
              <a:buClr>
                <a:schemeClr val="dk1"/>
              </a:buClr>
              <a:buSzPts val="1600"/>
              <a:buFont typeface="Noto Sans Symbols"/>
              <a:buNone/>
            </a:pPr>
            <a:r>
              <a:rPr b="1" lang="en-US" sz="1600">
                <a:latin typeface="Times New Roman"/>
                <a:ea typeface="Times New Roman"/>
                <a:cs typeface="Times New Roman"/>
                <a:sym typeface="Times New Roman"/>
              </a:rPr>
              <a:t>class</a:t>
            </a:r>
            <a:r>
              <a:rPr lang="en-US" sz="1600">
                <a:latin typeface="Times New Roman"/>
                <a:ea typeface="Times New Roman"/>
                <a:cs typeface="Times New Roman"/>
                <a:sym typeface="Times New Roman"/>
              </a:rPr>
              <a:t> Difference {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public</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static</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void</a:t>
            </a:r>
            <a:r>
              <a:rPr lang="en-US" sz="1600">
                <a:latin typeface="Times New Roman"/>
                <a:ea typeface="Times New Roman"/>
                <a:cs typeface="Times New Roman"/>
                <a:sym typeface="Times New Roman"/>
              </a:rPr>
              <a:t> main(String[] args)</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display(); </a:t>
            </a:r>
            <a:r>
              <a:rPr i="1" lang="en-US" sz="1600">
                <a:latin typeface="Times New Roman"/>
                <a:ea typeface="Times New Roman"/>
                <a:cs typeface="Times New Roman"/>
                <a:sym typeface="Times New Roman"/>
              </a:rPr>
              <a:t>//calling without object</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Difference t = </a:t>
            </a:r>
            <a:r>
              <a:rPr b="1" lang="en-US" sz="1600">
                <a:latin typeface="Times New Roman"/>
                <a:ea typeface="Times New Roman"/>
                <a:cs typeface="Times New Roman"/>
                <a:sym typeface="Times New Roman"/>
              </a:rPr>
              <a:t>new</a:t>
            </a:r>
            <a:r>
              <a:rPr lang="en-US" sz="1600">
                <a:latin typeface="Times New Roman"/>
                <a:ea typeface="Times New Roman"/>
                <a:cs typeface="Times New Roman"/>
                <a:sym typeface="Times New Roman"/>
              </a:rPr>
              <a:t> Difference();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t.show(); </a:t>
            </a:r>
            <a:r>
              <a:rPr i="1" lang="en-US" sz="1600">
                <a:latin typeface="Times New Roman"/>
                <a:ea typeface="Times New Roman"/>
                <a:cs typeface="Times New Roman"/>
                <a:sym typeface="Times New Roman"/>
              </a:rPr>
              <a:t>//calling using object</a:t>
            </a:r>
            <a:r>
              <a:rPr lang="en-US" sz="16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static</a:t>
            </a:r>
            <a:r>
              <a:rPr lang="en-US" sz="1600">
                <a:latin typeface="Times New Roman"/>
                <a:ea typeface="Times New Roman"/>
                <a:cs typeface="Times New Roman"/>
                <a:sym typeface="Times New Roman"/>
              </a:rPr>
              <a:t> </a:t>
            </a:r>
            <a:r>
              <a:rPr b="1" lang="en-US" sz="1600">
                <a:latin typeface="Times New Roman"/>
                <a:ea typeface="Times New Roman"/>
                <a:cs typeface="Times New Roman"/>
                <a:sym typeface="Times New Roman"/>
              </a:rPr>
              <a:t>void</a:t>
            </a:r>
            <a:r>
              <a:rPr lang="en-US" sz="1600">
                <a:latin typeface="Times New Roman"/>
                <a:ea typeface="Times New Roman"/>
                <a:cs typeface="Times New Roman"/>
                <a:sym typeface="Times New Roman"/>
              </a:rPr>
              <a:t> display() { System.out.println("Programming is amazing."); }   </a:t>
            </a:r>
            <a:endParaRPr/>
          </a:p>
          <a:p>
            <a:pPr indent="0" lvl="0" marL="69850" rtl="0" algn="l">
              <a:lnSpc>
                <a:spcPct val="90000"/>
              </a:lnSpc>
              <a:spcBef>
                <a:spcPts val="1000"/>
              </a:spcBef>
              <a:spcAft>
                <a:spcPts val="0"/>
              </a:spcAft>
              <a:buClr>
                <a:schemeClr val="dk1"/>
              </a:buClr>
              <a:buSzPts val="1600"/>
              <a:buFont typeface="Noto Sans Symbols"/>
              <a:buNone/>
            </a:pPr>
            <a:r>
              <a:rPr b="1" lang="en-US" sz="1600">
                <a:latin typeface="Times New Roman"/>
                <a:ea typeface="Times New Roman"/>
                <a:cs typeface="Times New Roman"/>
                <a:sym typeface="Times New Roman"/>
              </a:rPr>
              <a:t>void</a:t>
            </a:r>
            <a:r>
              <a:rPr lang="en-US" sz="1600">
                <a:latin typeface="Times New Roman"/>
                <a:ea typeface="Times New Roman"/>
                <a:cs typeface="Times New Roman"/>
                <a:sym typeface="Times New Roman"/>
              </a:rPr>
              <a:t> show(){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System.out.println("Java is awesome."); </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a:t>
            </a:r>
            <a:endParaRPr/>
          </a:p>
          <a:p>
            <a:pPr indent="0" lvl="0" marL="69850" rtl="0" algn="l">
              <a:lnSpc>
                <a:spcPct val="90000"/>
              </a:lnSpc>
              <a:spcBef>
                <a:spcPts val="1000"/>
              </a:spcBef>
              <a:spcAft>
                <a:spcPts val="0"/>
              </a:spcAft>
              <a:buClr>
                <a:schemeClr val="dk1"/>
              </a:buClr>
              <a:buSzPts val="1600"/>
              <a:buFont typeface="Noto Sans Symbols"/>
              <a:buNone/>
            </a:pPr>
            <a:r>
              <a:rPr lang="en-US" sz="1600">
                <a:latin typeface="Times New Roman"/>
                <a:ea typeface="Times New Roman"/>
                <a:cs typeface="Times New Roman"/>
                <a:sym typeface="Times New Roman"/>
              </a:rPr>
              <a:t> }</a:t>
            </a:r>
            <a:endParaRPr/>
          </a:p>
          <a:p>
            <a:pPr indent="0" lvl="0" marL="69850" rtl="0" algn="l">
              <a:lnSpc>
                <a:spcPct val="90000"/>
              </a:lnSpc>
              <a:spcBef>
                <a:spcPts val="1000"/>
              </a:spcBef>
              <a:spcAft>
                <a:spcPts val="0"/>
              </a:spcAft>
              <a:buClr>
                <a:schemeClr val="dk1"/>
              </a:buClr>
              <a:buSzPts val="1600"/>
              <a:buFont typeface="Noto Sans Symbols"/>
              <a:buNone/>
            </a:pPr>
            <a:r>
              <a:rPr b="1" lang="en-US" sz="1600"/>
              <a:t>If you wish to call static method of another class then you have to write class name while calling static method</a:t>
            </a:r>
            <a:endParaRPr/>
          </a:p>
          <a:p>
            <a:pPr indent="0" lvl="0" marL="69850" rtl="0" algn="l">
              <a:lnSpc>
                <a:spcPct val="90000"/>
              </a:lnSpc>
              <a:spcBef>
                <a:spcPts val="1000"/>
              </a:spcBef>
              <a:spcAft>
                <a:spcPts val="0"/>
              </a:spcAft>
              <a:buClr>
                <a:schemeClr val="dk1"/>
              </a:buClr>
              <a:buSzPts val="1600"/>
              <a:buFont typeface="Noto Sans Symbols"/>
              <a:buNone/>
            </a:pPr>
            <a:r>
              <a:t/>
            </a:r>
            <a:endParaRPr b="1" sz="1600"/>
          </a:p>
          <a:p>
            <a:pPr indent="0" lvl="0" marL="69850" rtl="0" algn="l">
              <a:lnSpc>
                <a:spcPct val="90000"/>
              </a:lnSpc>
              <a:spcBef>
                <a:spcPts val="1000"/>
              </a:spcBef>
              <a:spcAft>
                <a:spcPts val="0"/>
              </a:spcAft>
              <a:buClr>
                <a:schemeClr val="dk1"/>
              </a:buClr>
              <a:buSzPts val="1600"/>
              <a:buFont typeface="Noto Sans Symbols"/>
              <a:buNone/>
            </a:pPr>
            <a:r>
              <a:t/>
            </a:r>
            <a:endParaRPr sz="16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204" name="Google Shape;204;p32"/>
          <p:cNvSpPr txBox="1"/>
          <p:nvPr>
            <p:ph type="title"/>
          </p:nvPr>
        </p:nvSpPr>
        <p:spPr>
          <a:xfrm>
            <a:off x="609600" y="533400"/>
            <a:ext cx="7024688" cy="1143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Static block</a:t>
            </a:r>
            <a:endParaRPr/>
          </a:p>
        </p:txBody>
      </p:sp>
      <p:sp>
        <p:nvSpPr>
          <p:cNvPr id="205" name="Google Shape;205;p32"/>
          <p:cNvSpPr txBox="1"/>
          <p:nvPr>
            <p:ph idx="1" type="body"/>
          </p:nvPr>
        </p:nvSpPr>
        <p:spPr>
          <a:xfrm>
            <a:off x="1042988" y="1828800"/>
            <a:ext cx="6777037" cy="4003675"/>
          </a:xfrm>
          <a:prstGeom prst="rect">
            <a:avLst/>
          </a:prstGeom>
          <a:noFill/>
          <a:ln>
            <a:noFill/>
          </a:ln>
        </p:spPr>
        <p:txBody>
          <a:bodyPr anchorCtr="0" anchor="t" bIns="45700" lIns="91425" spcFirstLastPara="1" rIns="91425" wrap="square" tIns="45700">
            <a:normAutofit fontScale="92500" lnSpcReduction="20000"/>
          </a:bodyPr>
          <a:lstStyle/>
          <a:p>
            <a:pPr indent="-182880" lvl="0" marL="182880" rtl="0" algn="l">
              <a:lnSpc>
                <a:spcPct val="90000"/>
              </a:lnSpc>
              <a:spcBef>
                <a:spcPts val="0"/>
              </a:spcBef>
              <a:spcAft>
                <a:spcPts val="0"/>
              </a:spcAft>
              <a:buClr>
                <a:schemeClr val="dk1"/>
              </a:buClr>
              <a:buSzPct val="100000"/>
              <a:buChar char="•"/>
            </a:pPr>
            <a:r>
              <a:rPr lang="en-US"/>
              <a:t>Is used to initialize the static data member.</a:t>
            </a:r>
            <a:endParaRPr/>
          </a:p>
          <a:p>
            <a:pPr indent="-182880" lvl="0" marL="182880" rtl="0" algn="l">
              <a:lnSpc>
                <a:spcPct val="90000"/>
              </a:lnSpc>
              <a:spcBef>
                <a:spcPts val="1000"/>
              </a:spcBef>
              <a:spcAft>
                <a:spcPts val="0"/>
              </a:spcAft>
              <a:buClr>
                <a:schemeClr val="dk1"/>
              </a:buClr>
              <a:buSzPct val="100000"/>
              <a:buChar char="•"/>
            </a:pPr>
            <a:r>
              <a:rPr lang="en-US"/>
              <a:t>It is executed </a:t>
            </a:r>
            <a:r>
              <a:rPr lang="en-US">
                <a:solidFill>
                  <a:srgbClr val="FF0000"/>
                </a:solidFill>
              </a:rPr>
              <a:t>before main method </a:t>
            </a:r>
            <a:r>
              <a:rPr lang="en-US"/>
              <a:t>at the time of classloading.</a:t>
            </a:r>
            <a:endParaRPr/>
          </a:p>
          <a:p>
            <a:pPr indent="-182880" lvl="0" marL="182880" rtl="0" algn="l">
              <a:lnSpc>
                <a:spcPct val="90000"/>
              </a:lnSpc>
              <a:spcBef>
                <a:spcPts val="1000"/>
              </a:spcBef>
              <a:spcAft>
                <a:spcPts val="0"/>
              </a:spcAft>
              <a:buClr>
                <a:schemeClr val="dk1"/>
              </a:buClr>
              <a:buSzPct val="100000"/>
              <a:buChar char="•"/>
            </a:pPr>
            <a:r>
              <a:rPr lang="en-US"/>
              <a:t> So this is one of the way to </a:t>
            </a:r>
            <a:r>
              <a:rPr b="1" lang="en-US">
                <a:solidFill>
                  <a:srgbClr val="FF0000"/>
                </a:solidFill>
              </a:rPr>
              <a:t>execute a program without main() method</a:t>
            </a:r>
            <a:endParaRPr/>
          </a:p>
          <a:p>
            <a:pPr indent="0" lvl="0" marL="69850" rtl="0" algn="l">
              <a:lnSpc>
                <a:spcPct val="90000"/>
              </a:lnSpc>
              <a:spcBef>
                <a:spcPts val="1000"/>
              </a:spcBef>
              <a:spcAft>
                <a:spcPts val="0"/>
              </a:spcAft>
              <a:buClr>
                <a:schemeClr val="dk1"/>
              </a:buClr>
              <a:buSzPct val="100000"/>
              <a:buFont typeface="Noto Sans Symbols"/>
              <a:buNone/>
            </a:pPr>
            <a:r>
              <a:rPr b="1" lang="en-US" sz="1800">
                <a:latin typeface="Times New Roman"/>
                <a:ea typeface="Times New Roman"/>
                <a:cs typeface="Times New Roman"/>
                <a:sym typeface="Times New Roman"/>
              </a:rPr>
              <a:t>class</a:t>
            </a:r>
            <a:r>
              <a:rPr lang="en-US" sz="1800">
                <a:latin typeface="Times New Roman"/>
                <a:ea typeface="Times New Roman"/>
                <a:cs typeface="Times New Roman"/>
                <a:sym typeface="Times New Roman"/>
              </a:rPr>
              <a:t> A2{  </a:t>
            </a:r>
            <a:endParaRPr/>
          </a:p>
          <a:p>
            <a:pPr indent="0" lvl="0" marL="69850" rtl="0" algn="l">
              <a:lnSpc>
                <a:spcPct val="90000"/>
              </a:lnSpc>
              <a:spcBef>
                <a:spcPts val="1000"/>
              </a:spcBef>
              <a:spcAft>
                <a:spcPts val="0"/>
              </a:spcAft>
              <a:buClr>
                <a:schemeClr val="dk1"/>
              </a:buClr>
              <a:buSzPct val="100000"/>
              <a:buFont typeface="Noto Sans Symbols"/>
              <a:buNone/>
            </a:pP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static</a:t>
            </a:r>
            <a:r>
              <a:rPr lang="en-US" sz="1800">
                <a:latin typeface="Times New Roman"/>
                <a:ea typeface="Times New Roman"/>
                <a:cs typeface="Times New Roman"/>
                <a:sym typeface="Times New Roman"/>
              </a:rPr>
              <a:t>{System.out.println("static block is invoked");}  </a:t>
            </a:r>
            <a:endParaRPr/>
          </a:p>
          <a:p>
            <a:pPr indent="0" lvl="0" marL="69850" rtl="0" algn="l">
              <a:lnSpc>
                <a:spcPct val="90000"/>
              </a:lnSpc>
              <a:spcBef>
                <a:spcPts val="1000"/>
              </a:spcBef>
              <a:spcAft>
                <a:spcPts val="0"/>
              </a:spcAft>
              <a:buClr>
                <a:schemeClr val="dk1"/>
              </a:buClr>
              <a:buSzPct val="100000"/>
              <a:buFont typeface="Noto Sans Symbols"/>
              <a:buNone/>
            </a:pP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public</a:t>
            </a: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static</a:t>
            </a: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void</a:t>
            </a:r>
            <a:r>
              <a:rPr lang="en-US" sz="1800">
                <a:latin typeface="Times New Roman"/>
                <a:ea typeface="Times New Roman"/>
                <a:cs typeface="Times New Roman"/>
                <a:sym typeface="Times New Roman"/>
              </a:rPr>
              <a:t> main(String args[]){  </a:t>
            </a:r>
            <a:endParaRPr/>
          </a:p>
          <a:p>
            <a:pPr indent="0" lvl="0" marL="69850" rtl="0" algn="l">
              <a:lnSpc>
                <a:spcPct val="90000"/>
              </a:lnSpc>
              <a:spcBef>
                <a:spcPts val="1000"/>
              </a:spcBef>
              <a:spcAft>
                <a:spcPts val="0"/>
              </a:spcAft>
              <a:buClr>
                <a:schemeClr val="dk1"/>
              </a:buClr>
              <a:buSzPct val="100000"/>
              <a:buFont typeface="Noto Sans Symbols"/>
              <a:buNone/>
            </a:pPr>
            <a:r>
              <a:rPr lang="en-US" sz="1800">
                <a:latin typeface="Times New Roman"/>
                <a:ea typeface="Times New Roman"/>
                <a:cs typeface="Times New Roman"/>
                <a:sym typeface="Times New Roman"/>
              </a:rPr>
              <a:t>   System.out.println("Hello main");  </a:t>
            </a:r>
            <a:endParaRPr/>
          </a:p>
          <a:p>
            <a:pPr indent="0" lvl="0" marL="69850" rtl="0" algn="l">
              <a:lnSpc>
                <a:spcPct val="90000"/>
              </a:lnSpc>
              <a:spcBef>
                <a:spcPts val="1000"/>
              </a:spcBef>
              <a:spcAft>
                <a:spcPts val="0"/>
              </a:spcAft>
              <a:buClr>
                <a:schemeClr val="dk1"/>
              </a:buClr>
              <a:buSzPct val="100000"/>
              <a:buFont typeface="Noto Sans Symbols"/>
              <a:buNone/>
            </a:pPr>
            <a:r>
              <a:rPr lang="en-US" sz="1800">
                <a:latin typeface="Times New Roman"/>
                <a:ea typeface="Times New Roman"/>
                <a:cs typeface="Times New Roman"/>
                <a:sym typeface="Times New Roman"/>
              </a:rPr>
              <a:t>  }  </a:t>
            </a:r>
            <a:endParaRPr/>
          </a:p>
          <a:p>
            <a:pPr indent="0" lvl="0" marL="69850" rtl="0" algn="l">
              <a:lnSpc>
                <a:spcPct val="90000"/>
              </a:lnSpc>
              <a:spcBef>
                <a:spcPts val="1000"/>
              </a:spcBef>
              <a:spcAft>
                <a:spcPts val="0"/>
              </a:spcAft>
              <a:buClr>
                <a:schemeClr val="dk1"/>
              </a:buClr>
              <a:buSzPct val="100000"/>
              <a:buFont typeface="Noto Sans Symbols"/>
              <a:buNone/>
            </a:pPr>
            <a:r>
              <a:rPr lang="en-US" sz="1800"/>
              <a:t>}  OUTPUT: static block is invoked</a:t>
            </a:r>
            <a:endParaRPr/>
          </a:p>
          <a:p>
            <a:pPr indent="0" lvl="0" marL="69850" rtl="0" algn="l">
              <a:lnSpc>
                <a:spcPct val="90000"/>
              </a:lnSpc>
              <a:spcBef>
                <a:spcPts val="1000"/>
              </a:spcBef>
              <a:spcAft>
                <a:spcPts val="0"/>
              </a:spcAft>
              <a:buClr>
                <a:schemeClr val="dk1"/>
              </a:buClr>
              <a:buSzPct val="100000"/>
              <a:buFont typeface="Noto Sans Symbols"/>
              <a:buNone/>
            </a:pPr>
            <a:r>
              <a:rPr lang="en-US" sz="1800"/>
              <a:t>	     Hello main</a:t>
            </a:r>
            <a:endParaRPr sz="1800"/>
          </a:p>
          <a:p>
            <a:pPr indent="0" lvl="0" marL="69850" rtl="0" algn="l">
              <a:lnSpc>
                <a:spcPct val="90000"/>
              </a:lnSpc>
              <a:spcBef>
                <a:spcPts val="1000"/>
              </a:spcBef>
              <a:spcAft>
                <a:spcPts val="0"/>
              </a:spcAft>
              <a:buClr>
                <a:schemeClr val="dk1"/>
              </a:buClr>
              <a:buSzPct val="100000"/>
              <a:buFont typeface="Noto Sans Symbols"/>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Operators in Java</a:t>
            </a:r>
            <a:endParaRPr/>
          </a:p>
        </p:txBody>
      </p:sp>
      <p:sp>
        <p:nvSpPr>
          <p:cNvPr id="211" name="Google Shape;211;p33"/>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90000"/>
              </a:lnSpc>
              <a:spcBef>
                <a:spcPts val="0"/>
              </a:spcBef>
              <a:spcAft>
                <a:spcPts val="0"/>
              </a:spcAft>
              <a:buClr>
                <a:schemeClr val="dk1"/>
              </a:buClr>
              <a:buSzPct val="100000"/>
              <a:buFont typeface="Arial"/>
              <a:buChar char="•"/>
            </a:pPr>
            <a:r>
              <a:rPr b="1" lang="en-US"/>
              <a:t>Operator</a:t>
            </a:r>
            <a:r>
              <a:rPr lang="en-US"/>
              <a:t> in java is a symbol that is used to perform operations. </a:t>
            </a:r>
            <a:endParaRPr/>
          </a:p>
          <a:p>
            <a:pPr indent="-285750" lvl="0" marL="285750" rtl="0" algn="l">
              <a:lnSpc>
                <a:spcPct val="90000"/>
              </a:lnSpc>
              <a:spcBef>
                <a:spcPts val="1000"/>
              </a:spcBef>
              <a:spcAft>
                <a:spcPts val="0"/>
              </a:spcAft>
              <a:buClr>
                <a:schemeClr val="dk1"/>
              </a:buClr>
              <a:buSzPct val="100000"/>
              <a:buFont typeface="Arial"/>
              <a:buChar char="•"/>
            </a:pPr>
            <a:r>
              <a:rPr lang="en-US"/>
              <a:t>For example: +, -, *, / etc.</a:t>
            </a:r>
            <a:endParaRPr/>
          </a:p>
          <a:p>
            <a:pPr indent="-285750" lvl="0" marL="285750" rtl="0" algn="l">
              <a:lnSpc>
                <a:spcPct val="90000"/>
              </a:lnSpc>
              <a:spcBef>
                <a:spcPts val="1000"/>
              </a:spcBef>
              <a:spcAft>
                <a:spcPts val="0"/>
              </a:spcAft>
              <a:buClr>
                <a:schemeClr val="dk1"/>
              </a:buClr>
              <a:buSzPct val="100000"/>
              <a:buFont typeface="Arial"/>
              <a:buChar char="•"/>
            </a:pPr>
            <a:r>
              <a:rPr lang="en-US"/>
              <a:t>There are many types of operators in java which are given below:</a:t>
            </a:r>
            <a:endParaRPr/>
          </a:p>
          <a:p>
            <a:pPr indent="-285750" lvl="1" marL="742950" rtl="0" algn="l">
              <a:lnSpc>
                <a:spcPct val="90000"/>
              </a:lnSpc>
              <a:spcBef>
                <a:spcPts val="500"/>
              </a:spcBef>
              <a:spcAft>
                <a:spcPts val="0"/>
              </a:spcAft>
              <a:buClr>
                <a:schemeClr val="dk1"/>
              </a:buClr>
              <a:buSzPct val="100000"/>
              <a:buChar char="o"/>
            </a:pPr>
            <a:r>
              <a:rPr lang="en-US"/>
              <a:t>Unary Operator</a:t>
            </a:r>
            <a:endParaRPr/>
          </a:p>
          <a:p>
            <a:pPr indent="-285750" lvl="1" marL="742950" rtl="0" algn="l">
              <a:lnSpc>
                <a:spcPct val="90000"/>
              </a:lnSpc>
              <a:spcBef>
                <a:spcPts val="500"/>
              </a:spcBef>
              <a:spcAft>
                <a:spcPts val="0"/>
              </a:spcAft>
              <a:buClr>
                <a:schemeClr val="dk1"/>
              </a:buClr>
              <a:buSzPct val="100000"/>
              <a:buChar char="o"/>
            </a:pPr>
            <a:r>
              <a:rPr lang="en-US"/>
              <a:t>Arithmetic Operator</a:t>
            </a:r>
            <a:endParaRPr/>
          </a:p>
          <a:p>
            <a:pPr indent="-285750" lvl="1" marL="742950" rtl="0" algn="l">
              <a:lnSpc>
                <a:spcPct val="90000"/>
              </a:lnSpc>
              <a:spcBef>
                <a:spcPts val="500"/>
              </a:spcBef>
              <a:spcAft>
                <a:spcPts val="0"/>
              </a:spcAft>
              <a:buClr>
                <a:schemeClr val="dk1"/>
              </a:buClr>
              <a:buSzPct val="100000"/>
              <a:buChar char="o"/>
            </a:pPr>
            <a:r>
              <a:rPr lang="en-US"/>
              <a:t>Shift Operator</a:t>
            </a:r>
            <a:endParaRPr/>
          </a:p>
          <a:p>
            <a:pPr indent="-285750" lvl="1" marL="742950" rtl="0" algn="l">
              <a:lnSpc>
                <a:spcPct val="90000"/>
              </a:lnSpc>
              <a:spcBef>
                <a:spcPts val="500"/>
              </a:spcBef>
              <a:spcAft>
                <a:spcPts val="0"/>
              </a:spcAft>
              <a:buClr>
                <a:schemeClr val="dk1"/>
              </a:buClr>
              <a:buSzPct val="100000"/>
              <a:buChar char="o"/>
            </a:pPr>
            <a:r>
              <a:rPr lang="en-US"/>
              <a:t>Relational Operator</a:t>
            </a:r>
            <a:endParaRPr/>
          </a:p>
          <a:p>
            <a:pPr indent="-285750" lvl="1" marL="742950" rtl="0" algn="l">
              <a:lnSpc>
                <a:spcPct val="90000"/>
              </a:lnSpc>
              <a:spcBef>
                <a:spcPts val="500"/>
              </a:spcBef>
              <a:spcAft>
                <a:spcPts val="0"/>
              </a:spcAft>
              <a:buClr>
                <a:schemeClr val="dk1"/>
              </a:buClr>
              <a:buSzPct val="100000"/>
              <a:buChar char="o"/>
            </a:pPr>
            <a:r>
              <a:rPr lang="en-US"/>
              <a:t>Bitwise Operator</a:t>
            </a:r>
            <a:endParaRPr/>
          </a:p>
          <a:p>
            <a:pPr indent="-285750" lvl="1" marL="742950" rtl="0" algn="l">
              <a:lnSpc>
                <a:spcPct val="90000"/>
              </a:lnSpc>
              <a:spcBef>
                <a:spcPts val="500"/>
              </a:spcBef>
              <a:spcAft>
                <a:spcPts val="0"/>
              </a:spcAft>
              <a:buClr>
                <a:schemeClr val="dk1"/>
              </a:buClr>
              <a:buSzPct val="100000"/>
              <a:buChar char="o"/>
            </a:pPr>
            <a:r>
              <a:rPr lang="en-US"/>
              <a:t>Logical Operator</a:t>
            </a:r>
            <a:endParaRPr/>
          </a:p>
          <a:p>
            <a:pPr indent="-285750" lvl="1" marL="742950" rtl="0" algn="l">
              <a:lnSpc>
                <a:spcPct val="90000"/>
              </a:lnSpc>
              <a:spcBef>
                <a:spcPts val="500"/>
              </a:spcBef>
              <a:spcAft>
                <a:spcPts val="0"/>
              </a:spcAft>
              <a:buClr>
                <a:schemeClr val="dk1"/>
              </a:buClr>
              <a:buSzPct val="100000"/>
              <a:buChar char="o"/>
            </a:pPr>
            <a:r>
              <a:rPr lang="en-US"/>
              <a:t>Ternary Operator </a:t>
            </a:r>
            <a:endParaRPr/>
          </a:p>
          <a:p>
            <a:pPr indent="-285750" lvl="1" marL="742950" rtl="0" algn="l">
              <a:lnSpc>
                <a:spcPct val="90000"/>
              </a:lnSpc>
              <a:spcBef>
                <a:spcPts val="500"/>
              </a:spcBef>
              <a:spcAft>
                <a:spcPts val="0"/>
              </a:spcAft>
              <a:buClr>
                <a:schemeClr val="dk1"/>
              </a:buClr>
              <a:buSzPct val="100000"/>
              <a:buChar char="o"/>
            </a:pPr>
            <a:r>
              <a:rPr lang="en-US"/>
              <a:t>Assignment Operator</a:t>
            </a:r>
            <a:endParaRPr/>
          </a:p>
          <a:p>
            <a:pPr indent="-121285" lvl="0" marL="285750" rtl="0" algn="l">
              <a:lnSpc>
                <a:spcPct val="90000"/>
              </a:lnSpc>
              <a:spcBef>
                <a:spcPts val="1000"/>
              </a:spcBef>
              <a:spcAft>
                <a:spcPts val="0"/>
              </a:spcAft>
              <a:buClr>
                <a:schemeClr val="dk1"/>
              </a:buClr>
              <a:buSzPct val="100000"/>
              <a:buFont typeface="Arial"/>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217" name="Google Shape;217;p34"/>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107950" lvl="0" marL="285750" rtl="0" algn="l">
              <a:lnSpc>
                <a:spcPct val="90000"/>
              </a:lnSpc>
              <a:spcBef>
                <a:spcPts val="0"/>
              </a:spcBef>
              <a:spcAft>
                <a:spcPts val="0"/>
              </a:spcAft>
              <a:buClr>
                <a:schemeClr val="dk1"/>
              </a:buClr>
              <a:buSzPts val="2800"/>
              <a:buFont typeface="Arial"/>
              <a:buNone/>
            </a:pPr>
            <a:r>
              <a:t/>
            </a:r>
            <a:endParaRPr/>
          </a:p>
        </p:txBody>
      </p:sp>
      <p:pic>
        <p:nvPicPr>
          <p:cNvPr id="218" name="Google Shape;218;p34"/>
          <p:cNvPicPr preferRelativeResize="0"/>
          <p:nvPr/>
        </p:nvPicPr>
        <p:blipFill rotWithShape="1">
          <a:blip r:embed="rId3">
            <a:alphaModFix/>
          </a:blip>
          <a:srcRect b="0" l="0" r="0" t="0"/>
          <a:stretch/>
        </p:blipFill>
        <p:spPr>
          <a:xfrm>
            <a:off x="295275" y="152400"/>
            <a:ext cx="8553450" cy="60959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sp>
        <p:nvSpPr>
          <p:cNvPr id="224" name="Google Shape;224;p35"/>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107950" lvl="0" marL="285750" rtl="0" algn="l">
              <a:lnSpc>
                <a:spcPct val="90000"/>
              </a:lnSpc>
              <a:spcBef>
                <a:spcPts val="0"/>
              </a:spcBef>
              <a:spcAft>
                <a:spcPts val="0"/>
              </a:spcAft>
              <a:buClr>
                <a:schemeClr val="dk1"/>
              </a:buClr>
              <a:buSzPts val="2800"/>
              <a:buFont typeface="Arial"/>
              <a:buNone/>
            </a:pPr>
            <a:r>
              <a:t/>
            </a:r>
            <a:endParaRPr/>
          </a:p>
        </p:txBody>
      </p:sp>
      <p:pic>
        <p:nvPicPr>
          <p:cNvPr id="225" name="Google Shape;225;p35"/>
          <p:cNvPicPr preferRelativeResize="0"/>
          <p:nvPr/>
        </p:nvPicPr>
        <p:blipFill rotWithShape="1">
          <a:blip r:embed="rId3">
            <a:alphaModFix/>
          </a:blip>
          <a:srcRect b="0" l="0" r="0" t="0"/>
          <a:stretch/>
        </p:blipFill>
        <p:spPr>
          <a:xfrm>
            <a:off x="357188" y="1600201"/>
            <a:ext cx="8429625" cy="266223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ctrTitle"/>
          </p:nvPr>
        </p:nvSpPr>
        <p:spPr>
          <a:xfrm>
            <a:off x="609600" y="381000"/>
            <a:ext cx="7772400" cy="838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lang="en-US" sz="3200">
                <a:latin typeface="Calibri"/>
                <a:ea typeface="Calibri"/>
                <a:cs typeface="Calibri"/>
                <a:sym typeface="Calibri"/>
              </a:rPr>
              <a:t>Control STATEMENTS</a:t>
            </a:r>
            <a:endParaRPr sz="4400">
              <a:latin typeface="Calibri"/>
              <a:ea typeface="Calibri"/>
              <a:cs typeface="Calibri"/>
              <a:sym typeface="Calibri"/>
            </a:endParaRPr>
          </a:p>
        </p:txBody>
      </p:sp>
      <p:sp>
        <p:nvSpPr>
          <p:cNvPr id="231" name="Google Shape;231;p36"/>
          <p:cNvSpPr/>
          <p:nvPr/>
        </p:nvSpPr>
        <p:spPr>
          <a:xfrm>
            <a:off x="685800" y="1371600"/>
            <a:ext cx="8077200" cy="5029200"/>
          </a:xfrm>
          <a:prstGeom prst="rect">
            <a:avLst/>
          </a:prstGeom>
          <a:noFill/>
          <a:ln>
            <a:noFill/>
          </a:ln>
        </p:spPr>
        <p:txBody>
          <a:bodyPr anchorCtr="0" anchor="t" bIns="46025" lIns="92075" spcFirstLastPara="1" rIns="92075" wrap="square" tIns="46025">
            <a:noAutofit/>
          </a:bodyPr>
          <a:lstStyle/>
          <a:p>
            <a:pPr indent="-133350" lvl="0" marL="0" marR="0" rtl="0" algn="l">
              <a:spcBef>
                <a:spcPts val="0"/>
              </a:spcBef>
              <a:spcAft>
                <a:spcPts val="0"/>
              </a:spcAft>
              <a:buClr>
                <a:schemeClr val="dk2"/>
              </a:buClr>
              <a:buSzPts val="2100"/>
              <a:buFont typeface="Arial"/>
              <a:buChar char="●"/>
            </a:pPr>
            <a:r>
              <a:rPr b="1" lang="en-US" sz="2800">
                <a:solidFill>
                  <a:schemeClr val="dk1"/>
                </a:solidFill>
                <a:latin typeface="Calibri"/>
                <a:ea typeface="Calibri"/>
                <a:cs typeface="Calibri"/>
                <a:sym typeface="Calibri"/>
              </a:rPr>
              <a:t>Selection Statements</a:t>
            </a:r>
            <a:endParaRPr/>
          </a:p>
          <a:p>
            <a:pPr indent="-152400" lvl="1" marL="457200" marR="0" rtl="0" algn="l">
              <a:lnSpc>
                <a:spcPct val="6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Using </a:t>
            </a:r>
            <a:r>
              <a:rPr b="0" i="0" lang="en-US" sz="2400" u="none" cap="none" strike="noStrike">
                <a:solidFill>
                  <a:schemeClr val="dk1"/>
                </a:solidFill>
                <a:latin typeface="Courier New"/>
                <a:ea typeface="Courier New"/>
                <a:cs typeface="Courier New"/>
                <a:sym typeface="Courier New"/>
              </a:rPr>
              <a:t>if</a:t>
            </a:r>
            <a:r>
              <a:rPr b="0" i="0" lang="en-US" sz="2400" u="none" cap="none" strike="noStrike">
                <a:solidFill>
                  <a:schemeClr val="dk1"/>
                </a:solidFill>
                <a:latin typeface="Calibri"/>
                <a:ea typeface="Calibri"/>
                <a:cs typeface="Calibri"/>
                <a:sym typeface="Calibri"/>
              </a:rPr>
              <a:t> and </a:t>
            </a:r>
            <a:r>
              <a:rPr b="0" i="0" lang="en-US" sz="2400" u="none" cap="none" strike="noStrike">
                <a:solidFill>
                  <a:schemeClr val="dk1"/>
                </a:solidFill>
                <a:latin typeface="Courier New"/>
                <a:ea typeface="Courier New"/>
                <a:cs typeface="Courier New"/>
                <a:sym typeface="Courier New"/>
              </a:rPr>
              <a:t>if...else</a:t>
            </a:r>
            <a:endParaRPr b="0" i="0" sz="2400" u="none" cap="none" strike="noStrike">
              <a:solidFill>
                <a:schemeClr val="dk1"/>
              </a:solidFill>
              <a:latin typeface="Calibri"/>
              <a:ea typeface="Calibri"/>
              <a:cs typeface="Calibri"/>
              <a:sym typeface="Calibri"/>
            </a:endParaRPr>
          </a:p>
          <a:p>
            <a:pPr indent="-152400" lvl="1" marL="457200" marR="0" rtl="0" algn="l">
              <a:lnSpc>
                <a:spcPct val="60000"/>
              </a:lnSpc>
              <a:spcBef>
                <a:spcPts val="120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Nested </a:t>
            </a:r>
            <a:r>
              <a:rPr b="0" i="0" lang="en-US" sz="2400" u="none" cap="none" strike="noStrike">
                <a:solidFill>
                  <a:schemeClr val="dk1"/>
                </a:solidFill>
                <a:latin typeface="Courier New"/>
                <a:ea typeface="Courier New"/>
                <a:cs typeface="Courier New"/>
                <a:sym typeface="Courier New"/>
              </a:rPr>
              <a:t>if</a:t>
            </a:r>
            <a:r>
              <a:rPr b="0" i="0" lang="en-US" sz="2400" u="none" cap="none" strike="noStrike">
                <a:solidFill>
                  <a:schemeClr val="dk1"/>
                </a:solidFill>
                <a:latin typeface="Calibri"/>
                <a:ea typeface="Calibri"/>
                <a:cs typeface="Calibri"/>
                <a:sym typeface="Calibri"/>
              </a:rPr>
              <a:t> Statements</a:t>
            </a:r>
            <a:endParaRPr/>
          </a:p>
          <a:p>
            <a:pPr indent="-152400" lvl="1" marL="457200" marR="0" rtl="0" algn="l">
              <a:lnSpc>
                <a:spcPct val="60000"/>
              </a:lnSpc>
              <a:spcBef>
                <a:spcPts val="120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Using </a:t>
            </a:r>
            <a:r>
              <a:rPr b="0" i="0" lang="en-US" sz="2400" u="none" cap="none" strike="noStrike">
                <a:solidFill>
                  <a:schemeClr val="dk1"/>
                </a:solidFill>
                <a:latin typeface="Courier New"/>
                <a:ea typeface="Courier New"/>
                <a:cs typeface="Courier New"/>
                <a:sym typeface="Courier New"/>
              </a:rPr>
              <a:t>switch</a:t>
            </a:r>
            <a:r>
              <a:rPr b="0" i="0" lang="en-US" sz="2400" u="none" cap="none" strike="noStrike">
                <a:solidFill>
                  <a:schemeClr val="dk1"/>
                </a:solidFill>
                <a:latin typeface="Calibri"/>
                <a:ea typeface="Calibri"/>
                <a:cs typeface="Calibri"/>
                <a:sym typeface="Calibri"/>
              </a:rPr>
              <a:t> Statements</a:t>
            </a:r>
            <a:endParaRPr/>
          </a:p>
          <a:p>
            <a:pPr indent="-152400" lvl="1" marL="457200" marR="0" rtl="0" algn="l">
              <a:lnSpc>
                <a:spcPct val="60000"/>
              </a:lnSpc>
              <a:spcBef>
                <a:spcPts val="120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Conditional Operator</a:t>
            </a:r>
            <a:endParaRPr/>
          </a:p>
          <a:p>
            <a:pPr indent="0" lvl="1" marL="457200" marR="0" rtl="0" algn="l">
              <a:lnSpc>
                <a:spcPct val="60000"/>
              </a:lnSpc>
              <a:spcBef>
                <a:spcPts val="1200"/>
              </a:spcBef>
              <a:spcAft>
                <a:spcPts val="0"/>
              </a:spcAft>
              <a:buNone/>
            </a:pPr>
            <a:r>
              <a:t/>
            </a:r>
            <a:endParaRPr b="0" i="0" sz="2400" u="none" cap="none" strike="noStrike">
              <a:solidFill>
                <a:schemeClr val="dk1"/>
              </a:solidFill>
              <a:latin typeface="Calibri"/>
              <a:ea typeface="Calibri"/>
              <a:cs typeface="Calibri"/>
              <a:sym typeface="Calibri"/>
            </a:endParaRPr>
          </a:p>
          <a:p>
            <a:pPr indent="-133350" lvl="0" marL="0" marR="0" rtl="0" algn="l">
              <a:spcBef>
                <a:spcPts val="1400"/>
              </a:spcBef>
              <a:spcAft>
                <a:spcPts val="0"/>
              </a:spcAft>
              <a:buClr>
                <a:schemeClr val="dk2"/>
              </a:buClr>
              <a:buSzPts val="2100"/>
              <a:buFont typeface="Arial"/>
              <a:buChar char="●"/>
            </a:pPr>
            <a:r>
              <a:rPr b="1" lang="en-US" sz="2800">
                <a:solidFill>
                  <a:schemeClr val="dk1"/>
                </a:solidFill>
                <a:latin typeface="Calibri"/>
                <a:ea typeface="Calibri"/>
                <a:cs typeface="Calibri"/>
                <a:sym typeface="Calibri"/>
              </a:rPr>
              <a:t>Repetition Statements</a:t>
            </a:r>
            <a:endParaRPr/>
          </a:p>
          <a:p>
            <a:pPr indent="-152400" lvl="1" marL="457200" marR="0" rtl="0" algn="l">
              <a:lnSpc>
                <a:spcPct val="60000"/>
              </a:lnSpc>
              <a:spcBef>
                <a:spcPts val="120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Looping: </a:t>
            </a:r>
            <a:r>
              <a:rPr b="0" i="0" lang="en-US" sz="2400" u="none" cap="none" strike="noStrike">
                <a:solidFill>
                  <a:schemeClr val="dk1"/>
                </a:solidFill>
                <a:latin typeface="Courier New"/>
                <a:ea typeface="Courier New"/>
                <a:cs typeface="Courier New"/>
                <a:sym typeface="Courier New"/>
              </a:rPr>
              <a:t>while</a:t>
            </a:r>
            <a:r>
              <a:rPr b="0" i="0" lang="en-US" sz="2400" u="none" cap="none" strike="noStrike">
                <a:solidFill>
                  <a:schemeClr val="dk1"/>
                </a:solidFill>
                <a:latin typeface="Calibri"/>
                <a:ea typeface="Calibri"/>
                <a:cs typeface="Calibri"/>
                <a:sym typeface="Calibri"/>
              </a:rPr>
              <a:t>, </a:t>
            </a:r>
            <a:r>
              <a:rPr b="0" i="0" lang="en-US" sz="2400" u="none" cap="none" strike="noStrike">
                <a:solidFill>
                  <a:schemeClr val="dk1"/>
                </a:solidFill>
                <a:latin typeface="Courier New"/>
                <a:ea typeface="Courier New"/>
                <a:cs typeface="Courier New"/>
                <a:sym typeface="Courier New"/>
              </a:rPr>
              <a:t>do-while</a:t>
            </a:r>
            <a:r>
              <a:rPr b="0" i="0" lang="en-US" sz="2400" u="none" cap="none" strike="noStrike">
                <a:solidFill>
                  <a:schemeClr val="dk1"/>
                </a:solidFill>
                <a:latin typeface="Calibri"/>
                <a:ea typeface="Calibri"/>
                <a:cs typeface="Calibri"/>
                <a:sym typeface="Calibri"/>
              </a:rPr>
              <a:t>,</a:t>
            </a:r>
            <a:r>
              <a:rPr b="0" i="0" lang="en-US" sz="2400" u="none" cap="none" strike="noStrike">
                <a:solidFill>
                  <a:schemeClr val="dk1"/>
                </a:solidFill>
                <a:latin typeface="Courier New"/>
                <a:ea typeface="Courier New"/>
                <a:cs typeface="Courier New"/>
                <a:sym typeface="Courier New"/>
              </a:rPr>
              <a:t> </a:t>
            </a:r>
            <a:r>
              <a:rPr b="0" i="0" lang="en-US" sz="2400" u="none" cap="none" strike="noStrike">
                <a:solidFill>
                  <a:schemeClr val="dk1"/>
                </a:solidFill>
                <a:latin typeface="Calibri"/>
                <a:ea typeface="Calibri"/>
                <a:cs typeface="Calibri"/>
                <a:sym typeface="Calibri"/>
              </a:rPr>
              <a:t>and</a:t>
            </a:r>
            <a:r>
              <a:rPr b="0" i="0" lang="en-US" sz="2400" u="none" cap="none" strike="noStrike">
                <a:solidFill>
                  <a:schemeClr val="dk1"/>
                </a:solidFill>
                <a:latin typeface="Courier New"/>
                <a:ea typeface="Courier New"/>
                <a:cs typeface="Courier New"/>
                <a:sym typeface="Courier New"/>
              </a:rPr>
              <a:t> for</a:t>
            </a:r>
            <a:endParaRPr b="0" i="0" sz="2400" u="none" cap="none" strike="noStrike">
              <a:solidFill>
                <a:schemeClr val="dk1"/>
              </a:solidFill>
              <a:latin typeface="Calibri"/>
              <a:ea typeface="Calibri"/>
              <a:cs typeface="Calibri"/>
              <a:sym typeface="Calibri"/>
            </a:endParaRPr>
          </a:p>
          <a:p>
            <a:pPr indent="-152400" lvl="1" marL="457200" marR="0" rtl="0" algn="l">
              <a:lnSpc>
                <a:spcPct val="60000"/>
              </a:lnSpc>
              <a:spcBef>
                <a:spcPts val="120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Nested loops</a:t>
            </a:r>
            <a:endParaRPr/>
          </a:p>
          <a:p>
            <a:pPr indent="-152400" lvl="1" marL="457200" marR="0" rtl="0" algn="l">
              <a:lnSpc>
                <a:spcPct val="60000"/>
              </a:lnSpc>
              <a:spcBef>
                <a:spcPts val="120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Using </a:t>
            </a:r>
            <a:r>
              <a:rPr b="0" i="0" lang="en-US" sz="2400" u="none" cap="none" strike="noStrike">
                <a:solidFill>
                  <a:schemeClr val="dk1"/>
                </a:solidFill>
                <a:latin typeface="Courier New"/>
                <a:ea typeface="Courier New"/>
                <a:cs typeface="Courier New"/>
                <a:sym typeface="Courier New"/>
              </a:rPr>
              <a:t>break</a:t>
            </a:r>
            <a:r>
              <a:rPr b="0" i="0" lang="en-US" sz="2400" u="none" cap="none" strike="noStrike">
                <a:solidFill>
                  <a:schemeClr val="dk1"/>
                </a:solidFill>
                <a:latin typeface="Calibri"/>
                <a:ea typeface="Calibri"/>
                <a:cs typeface="Calibri"/>
                <a:sym typeface="Calibri"/>
              </a:rPr>
              <a:t> and </a:t>
            </a:r>
            <a:r>
              <a:rPr b="0" i="0" lang="en-US" sz="2400" u="none" cap="none" strike="noStrike">
                <a:solidFill>
                  <a:schemeClr val="dk1"/>
                </a:solidFill>
                <a:latin typeface="Courier New"/>
                <a:ea typeface="Courier New"/>
                <a:cs typeface="Courier New"/>
                <a:sym typeface="Courier New"/>
              </a:rPr>
              <a:t>continue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685800" y="533400"/>
            <a:ext cx="7772400" cy="142875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Selection Statements</a:t>
            </a:r>
            <a:endParaRPr/>
          </a:p>
        </p:txBody>
      </p:sp>
      <p:sp>
        <p:nvSpPr>
          <p:cNvPr id="237" name="Google Shape;237;p37"/>
          <p:cNvSpPr/>
          <p:nvPr/>
        </p:nvSpPr>
        <p:spPr>
          <a:xfrm>
            <a:off x="685800" y="1752600"/>
            <a:ext cx="6248400" cy="1905000"/>
          </a:xfrm>
          <a:prstGeom prst="rect">
            <a:avLst/>
          </a:prstGeom>
          <a:noFill/>
          <a:ln>
            <a:noFill/>
          </a:ln>
        </p:spPr>
        <p:txBody>
          <a:bodyPr anchorCtr="0" anchor="t" bIns="46025" lIns="92075" spcFirstLastPara="1" rIns="92075" wrap="square" tIns="46025">
            <a:noAutofit/>
          </a:bodyPr>
          <a:lstStyle/>
          <a:p>
            <a:pPr indent="-342900" lvl="0" marL="342900" marR="0" rtl="0" algn="l">
              <a:spcBef>
                <a:spcPts val="0"/>
              </a:spcBef>
              <a:spcAft>
                <a:spcPts val="0"/>
              </a:spcAft>
              <a:buClr>
                <a:schemeClr val="dk2"/>
              </a:buClr>
              <a:buSzPts val="2400"/>
              <a:buFont typeface="Arial"/>
              <a:buChar char="●"/>
            </a:pPr>
            <a:r>
              <a:rPr lang="en-US" sz="3200">
                <a:solidFill>
                  <a:schemeClr val="dk1"/>
                </a:solidFill>
                <a:latin typeface="Calibri"/>
                <a:ea typeface="Calibri"/>
                <a:cs typeface="Calibri"/>
                <a:sym typeface="Calibri"/>
              </a:rPr>
              <a:t> </a:t>
            </a:r>
            <a:r>
              <a:rPr lang="en-US" sz="3000">
                <a:solidFill>
                  <a:schemeClr val="dk1"/>
                </a:solidFill>
                <a:latin typeface="Courier New"/>
                <a:ea typeface="Courier New"/>
                <a:cs typeface="Courier New"/>
                <a:sym typeface="Courier New"/>
              </a:rPr>
              <a:t>if</a:t>
            </a:r>
            <a:r>
              <a:rPr lang="en-US" sz="3200">
                <a:solidFill>
                  <a:schemeClr val="dk1"/>
                </a:solidFill>
                <a:latin typeface="Calibri"/>
                <a:ea typeface="Calibri"/>
                <a:cs typeface="Calibri"/>
                <a:sym typeface="Calibri"/>
              </a:rPr>
              <a:t> Statements</a:t>
            </a:r>
            <a:endParaRPr/>
          </a:p>
          <a:p>
            <a:pPr indent="-342900" lvl="0" marL="342900" marR="0" rtl="0" algn="l">
              <a:spcBef>
                <a:spcPts val="1600"/>
              </a:spcBef>
              <a:spcAft>
                <a:spcPts val="0"/>
              </a:spcAft>
              <a:buClr>
                <a:schemeClr val="dk2"/>
              </a:buClr>
              <a:buSzPts val="2400"/>
              <a:buFont typeface="Arial"/>
              <a:buChar char="●"/>
            </a:pPr>
            <a:r>
              <a:rPr lang="en-US" sz="3200">
                <a:solidFill>
                  <a:schemeClr val="dk1"/>
                </a:solidFill>
                <a:latin typeface="Calibri"/>
                <a:ea typeface="Calibri"/>
                <a:cs typeface="Calibri"/>
                <a:sym typeface="Calibri"/>
              </a:rPr>
              <a:t> </a:t>
            </a:r>
            <a:r>
              <a:rPr lang="en-US" sz="3000">
                <a:solidFill>
                  <a:schemeClr val="dk1"/>
                </a:solidFill>
                <a:latin typeface="Courier New"/>
                <a:ea typeface="Courier New"/>
                <a:cs typeface="Courier New"/>
                <a:sym typeface="Courier New"/>
              </a:rPr>
              <a:t>switch</a:t>
            </a:r>
            <a:r>
              <a:rPr lang="en-US" sz="3200">
                <a:solidFill>
                  <a:schemeClr val="dk1"/>
                </a:solidFill>
                <a:latin typeface="Calibri"/>
                <a:ea typeface="Calibri"/>
                <a:cs typeface="Calibri"/>
                <a:sym typeface="Calibri"/>
              </a:rPr>
              <a:t> Statements</a:t>
            </a:r>
            <a:endParaRPr sz="3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762000" y="381000"/>
            <a:ext cx="7772400" cy="7620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Courier New"/>
              <a:buNone/>
            </a:pPr>
            <a:r>
              <a:rPr lang="en-US" sz="3600">
                <a:latin typeface="Courier New"/>
                <a:ea typeface="Courier New"/>
                <a:cs typeface="Courier New"/>
                <a:sym typeface="Courier New"/>
              </a:rPr>
              <a:t>if</a:t>
            </a:r>
            <a:r>
              <a:rPr lang="en-US" sz="3600"/>
              <a:t> Statements</a:t>
            </a:r>
            <a:endParaRPr/>
          </a:p>
        </p:txBody>
      </p:sp>
      <p:sp>
        <p:nvSpPr>
          <p:cNvPr id="243" name="Google Shape;243;p38"/>
          <p:cNvSpPr txBox="1"/>
          <p:nvPr>
            <p:ph idx="1" type="body"/>
          </p:nvPr>
        </p:nvSpPr>
        <p:spPr>
          <a:xfrm>
            <a:off x="838200" y="1371600"/>
            <a:ext cx="8305800" cy="5105400"/>
          </a:xfrm>
          <a:prstGeom prst="rect">
            <a:avLst/>
          </a:prstGeom>
          <a:noFill/>
          <a:ln>
            <a:noFill/>
          </a:ln>
        </p:spPr>
        <p:txBody>
          <a:bodyPr anchorCtr="0" anchor="t" bIns="45700" lIns="91425" spcFirstLastPara="1" rIns="91425" wrap="square" tIns="45700">
            <a:normAutofit fontScale="92500" lnSpcReduction="10000"/>
          </a:bodyPr>
          <a:lstStyle/>
          <a:p>
            <a:pPr indent="-285750" lvl="0" marL="285750" rtl="0" algn="l">
              <a:lnSpc>
                <a:spcPct val="90000"/>
              </a:lnSpc>
              <a:spcBef>
                <a:spcPts val="0"/>
              </a:spcBef>
              <a:spcAft>
                <a:spcPts val="0"/>
              </a:spcAft>
              <a:buClr>
                <a:schemeClr val="dk1"/>
              </a:buClr>
              <a:buSzPct val="100000"/>
              <a:buFont typeface="Arial"/>
              <a:buNone/>
            </a:pPr>
            <a:r>
              <a:rPr lang="en-US" sz="3600">
                <a:latin typeface="Courier New"/>
                <a:ea typeface="Courier New"/>
                <a:cs typeface="Courier New"/>
                <a:sym typeface="Courier New"/>
              </a:rPr>
              <a:t>if (booleanExpression) </a:t>
            </a:r>
            <a:endParaRPr sz="3600">
              <a:latin typeface="Courier New"/>
              <a:ea typeface="Courier New"/>
              <a:cs typeface="Courier New"/>
              <a:sym typeface="Courier New"/>
            </a:endParaRPr>
          </a:p>
          <a:p>
            <a:pPr indent="-285750" lvl="0" marL="285750" rtl="0" algn="l">
              <a:lnSpc>
                <a:spcPct val="90000"/>
              </a:lnSpc>
              <a:spcBef>
                <a:spcPts val="1000"/>
              </a:spcBef>
              <a:spcAft>
                <a:spcPts val="0"/>
              </a:spcAft>
              <a:buClr>
                <a:schemeClr val="dk1"/>
              </a:buClr>
              <a:buSzPct val="100000"/>
              <a:buFont typeface="Arial"/>
              <a:buNone/>
            </a:pPr>
            <a:r>
              <a:rPr lang="en-US" sz="3600">
                <a:latin typeface="Courier New"/>
                <a:ea typeface="Courier New"/>
                <a:cs typeface="Courier New"/>
                <a:sym typeface="Courier New"/>
              </a:rPr>
              <a:t>{ </a:t>
            </a:r>
            <a:endParaRPr sz="3600">
              <a:latin typeface="Courier New"/>
              <a:ea typeface="Courier New"/>
              <a:cs typeface="Courier New"/>
              <a:sym typeface="Courier New"/>
            </a:endParaRPr>
          </a:p>
          <a:p>
            <a:pPr indent="-285750" lvl="0" marL="285750" rtl="0" algn="l">
              <a:lnSpc>
                <a:spcPct val="90000"/>
              </a:lnSpc>
              <a:spcBef>
                <a:spcPts val="0"/>
              </a:spcBef>
              <a:spcAft>
                <a:spcPts val="0"/>
              </a:spcAft>
              <a:buClr>
                <a:schemeClr val="dk1"/>
              </a:buClr>
              <a:buSzPct val="100000"/>
              <a:buFont typeface="Arial"/>
              <a:buNone/>
            </a:pPr>
            <a:r>
              <a:rPr lang="en-US" sz="3600">
                <a:latin typeface="Courier New"/>
                <a:ea typeface="Courier New"/>
                <a:cs typeface="Courier New"/>
                <a:sym typeface="Courier New"/>
              </a:rPr>
              <a:t>  statement(s);</a:t>
            </a:r>
            <a:endParaRPr/>
          </a:p>
          <a:p>
            <a:pPr indent="-285750" lvl="0" marL="285750" rtl="0" algn="l">
              <a:lnSpc>
                <a:spcPct val="90000"/>
              </a:lnSpc>
              <a:spcBef>
                <a:spcPts val="0"/>
              </a:spcBef>
              <a:spcAft>
                <a:spcPts val="0"/>
              </a:spcAft>
              <a:buClr>
                <a:schemeClr val="dk1"/>
              </a:buClr>
              <a:buSzPct val="100000"/>
              <a:buFont typeface="Arial"/>
              <a:buNone/>
            </a:pPr>
            <a:r>
              <a:rPr lang="en-US" sz="3600">
                <a:latin typeface="Courier New"/>
                <a:ea typeface="Courier New"/>
                <a:cs typeface="Courier New"/>
                <a:sym typeface="Courier New"/>
              </a:rPr>
              <a:t>}</a:t>
            </a:r>
            <a:endParaRPr>
              <a:latin typeface="Courier New"/>
              <a:ea typeface="Courier New"/>
              <a:cs typeface="Courier New"/>
              <a:sym typeface="Courier New"/>
            </a:endParaRPr>
          </a:p>
          <a:p>
            <a:pPr indent="-285750" lvl="0" marL="285750" rtl="0" algn="l">
              <a:lnSpc>
                <a:spcPct val="90000"/>
              </a:lnSpc>
              <a:spcBef>
                <a:spcPts val="3515"/>
              </a:spcBef>
              <a:spcAft>
                <a:spcPts val="0"/>
              </a:spcAft>
              <a:buClr>
                <a:schemeClr val="dk1"/>
              </a:buClr>
              <a:buSzPct val="100000"/>
              <a:buFont typeface="Arial"/>
              <a:buNone/>
            </a:pPr>
            <a:r>
              <a:rPr lang="en-US" sz="3800"/>
              <a:t>Example:</a:t>
            </a:r>
            <a:endParaRPr sz="4000"/>
          </a:p>
          <a:p>
            <a:pPr indent="-285750" lvl="0" marL="285750" rtl="0" algn="l">
              <a:lnSpc>
                <a:spcPct val="90000"/>
              </a:lnSpc>
              <a:spcBef>
                <a:spcPts val="1000"/>
              </a:spcBef>
              <a:spcAft>
                <a:spcPts val="0"/>
              </a:spcAft>
              <a:buClr>
                <a:schemeClr val="dk1"/>
              </a:buClr>
              <a:buSzPct val="100000"/>
              <a:buFont typeface="Arial"/>
              <a:buNone/>
            </a:pPr>
            <a:r>
              <a:rPr lang="en-US" sz="3400">
                <a:latin typeface="Courier New"/>
                <a:ea typeface="Courier New"/>
                <a:cs typeface="Courier New"/>
                <a:sym typeface="Courier New"/>
              </a:rPr>
              <a:t>if ((i &gt; 0) &amp;&amp; (i &lt; 10))</a:t>
            </a:r>
            <a:endParaRPr/>
          </a:p>
          <a:p>
            <a:pPr indent="-285750" lvl="0" marL="285750" rtl="0" algn="l">
              <a:lnSpc>
                <a:spcPct val="90000"/>
              </a:lnSpc>
              <a:spcBef>
                <a:spcPts val="1000"/>
              </a:spcBef>
              <a:spcAft>
                <a:spcPts val="0"/>
              </a:spcAft>
              <a:buClr>
                <a:schemeClr val="dk1"/>
              </a:buClr>
              <a:buSzPct val="100000"/>
              <a:buFont typeface="Arial"/>
              <a:buNone/>
            </a:pPr>
            <a:r>
              <a:rPr lang="en-US" sz="3400">
                <a:latin typeface="Courier New"/>
                <a:ea typeface="Courier New"/>
                <a:cs typeface="Courier New"/>
                <a:sym typeface="Courier New"/>
              </a:rPr>
              <a:t> { </a:t>
            </a:r>
            <a:endParaRPr/>
          </a:p>
          <a:p>
            <a:pPr indent="-285750" lvl="0" marL="285750" rtl="0" algn="l">
              <a:lnSpc>
                <a:spcPct val="90000"/>
              </a:lnSpc>
              <a:spcBef>
                <a:spcPts val="0"/>
              </a:spcBef>
              <a:spcAft>
                <a:spcPts val="0"/>
              </a:spcAft>
              <a:buClr>
                <a:schemeClr val="dk1"/>
              </a:buClr>
              <a:buSzPct val="100000"/>
              <a:buFont typeface="Arial"/>
              <a:buNone/>
            </a:pPr>
            <a:r>
              <a:rPr lang="en-US" sz="3400">
                <a:latin typeface="Courier New"/>
                <a:ea typeface="Courier New"/>
                <a:cs typeface="Courier New"/>
                <a:sym typeface="Courier New"/>
              </a:rPr>
              <a:t>  System.out.println("i is an " +</a:t>
            </a:r>
            <a:endParaRPr/>
          </a:p>
          <a:p>
            <a:pPr indent="-285750" lvl="0" marL="285750" rtl="0" algn="l">
              <a:lnSpc>
                <a:spcPct val="90000"/>
              </a:lnSpc>
              <a:spcBef>
                <a:spcPts val="0"/>
              </a:spcBef>
              <a:spcAft>
                <a:spcPts val="0"/>
              </a:spcAft>
              <a:buClr>
                <a:schemeClr val="dk1"/>
              </a:buClr>
              <a:buSzPct val="100000"/>
              <a:buFont typeface="Arial"/>
              <a:buNone/>
            </a:pPr>
            <a:r>
              <a:rPr lang="en-US" sz="3400">
                <a:latin typeface="Courier New"/>
                <a:ea typeface="Courier New"/>
                <a:cs typeface="Courier New"/>
                <a:sym typeface="Courier New"/>
              </a:rPr>
              <a:t>    "integer between 0 and 10");</a:t>
            </a:r>
            <a:endParaRPr/>
          </a:p>
          <a:p>
            <a:pPr indent="-285750" lvl="0" marL="285750" rtl="0" algn="l">
              <a:lnSpc>
                <a:spcPct val="90000"/>
              </a:lnSpc>
              <a:spcBef>
                <a:spcPts val="0"/>
              </a:spcBef>
              <a:spcAft>
                <a:spcPts val="0"/>
              </a:spcAft>
              <a:buClr>
                <a:schemeClr val="dk1"/>
              </a:buClr>
              <a:buSzPct val="100000"/>
              <a:buFont typeface="Arial"/>
              <a:buNone/>
            </a:pPr>
            <a:r>
              <a:rPr lang="en-US" sz="3400">
                <a:latin typeface="Courier New"/>
                <a:ea typeface="Courier New"/>
                <a:cs typeface="Courier New"/>
                <a:sym typeface="Courier New"/>
              </a:rPr>
              <a:t> }</a:t>
            </a:r>
            <a:endParaRPr sz="34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571500" y="228600"/>
            <a:ext cx="8001000" cy="9144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Note:</a:t>
            </a:r>
            <a:endParaRPr/>
          </a:p>
        </p:txBody>
      </p:sp>
      <p:sp>
        <p:nvSpPr>
          <p:cNvPr id="249" name="Google Shape;249;p39"/>
          <p:cNvSpPr txBox="1"/>
          <p:nvPr>
            <p:ph idx="1" type="body"/>
          </p:nvPr>
        </p:nvSpPr>
        <p:spPr>
          <a:xfrm>
            <a:off x="762000" y="990600"/>
            <a:ext cx="8077200" cy="5486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Arial"/>
              <a:buNone/>
            </a:pPr>
            <a:r>
              <a:rPr lang="en-US" sz="2400">
                <a:latin typeface="Courier"/>
                <a:ea typeface="Courier"/>
                <a:cs typeface="Courier"/>
                <a:sym typeface="Courier"/>
              </a:rPr>
              <a:t>Adding a semicolon at the end of an </a:t>
            </a:r>
            <a:r>
              <a:rPr lang="en-US" sz="2400" u="sng">
                <a:latin typeface="Courier"/>
                <a:ea typeface="Courier"/>
                <a:cs typeface="Courier"/>
                <a:sym typeface="Courier"/>
              </a:rPr>
              <a:t>if</a:t>
            </a:r>
            <a:r>
              <a:rPr lang="en-US" sz="2400">
                <a:latin typeface="Courier"/>
                <a:ea typeface="Courier"/>
                <a:cs typeface="Courier"/>
                <a:sym typeface="Courier"/>
              </a:rPr>
              <a:t> clause is a common mistake.</a:t>
            </a:r>
            <a:endParaRPr sz="2400">
              <a:latin typeface="Courier"/>
              <a:ea typeface="Courier"/>
              <a:cs typeface="Courier"/>
              <a:sym typeface="Courier"/>
            </a:endParaRPr>
          </a:p>
          <a:p>
            <a:pPr indent="0" lvl="0" marL="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if (radius &gt;= 0)</a:t>
            </a:r>
            <a:r>
              <a:rPr lang="en-US" sz="2400">
                <a:solidFill>
                  <a:srgbClr val="FF0000"/>
                </a:solidFill>
                <a:latin typeface="Courier New"/>
                <a:ea typeface="Courier New"/>
                <a:cs typeface="Courier New"/>
                <a:sym typeface="Courier New"/>
              </a:rPr>
              <a:t>;</a:t>
            </a:r>
            <a:endParaRPr/>
          </a:p>
          <a:p>
            <a:pPr indent="0" lvl="0" marL="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a:t>
            </a:r>
            <a:endParaRPr/>
          </a:p>
          <a:p>
            <a:pPr indent="0" lvl="0" marL="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  area = radius*radius*PI;</a:t>
            </a:r>
            <a:endParaRPr/>
          </a:p>
          <a:p>
            <a:pPr indent="0" lvl="0" marL="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  System.out.println(</a:t>
            </a:r>
            <a:endParaRPr/>
          </a:p>
          <a:p>
            <a:pPr indent="0" lvl="0" marL="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    "The area for the circle of radius " +</a:t>
            </a:r>
            <a:endParaRPr/>
          </a:p>
          <a:p>
            <a:pPr indent="0" lvl="0" marL="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    radius + " is " + area);</a:t>
            </a:r>
            <a:endParaRPr/>
          </a:p>
          <a:p>
            <a:pPr indent="0" lvl="0" marL="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a:t>
            </a:r>
            <a:endParaRPr/>
          </a:p>
          <a:p>
            <a:pPr indent="0" lvl="0" marL="0" rtl="0" algn="l">
              <a:lnSpc>
                <a:spcPct val="90000"/>
              </a:lnSpc>
              <a:spcBef>
                <a:spcPts val="1000"/>
              </a:spcBef>
              <a:spcAft>
                <a:spcPts val="0"/>
              </a:spcAft>
              <a:buClr>
                <a:schemeClr val="dk1"/>
              </a:buClr>
              <a:buSzPts val="2400"/>
              <a:buFont typeface="Arial"/>
              <a:buNone/>
            </a:pPr>
            <a:r>
              <a:rPr lang="en-US" sz="2400">
                <a:latin typeface="Courier"/>
                <a:ea typeface="Courier"/>
                <a:cs typeface="Courier"/>
                <a:sym typeface="Courier"/>
              </a:rPr>
              <a:t>This mistake is hard to find, because it is not a compilation error or a runtime error, it is a logic error. </a:t>
            </a:r>
            <a:endParaRPr/>
          </a:p>
        </p:txBody>
      </p:sp>
      <p:cxnSp>
        <p:nvCxnSpPr>
          <p:cNvPr id="250" name="Google Shape;250;p39"/>
          <p:cNvCxnSpPr/>
          <p:nvPr/>
        </p:nvCxnSpPr>
        <p:spPr>
          <a:xfrm rot="10800000">
            <a:off x="3733800" y="1981200"/>
            <a:ext cx="838200" cy="0"/>
          </a:xfrm>
          <a:prstGeom prst="straightConnector1">
            <a:avLst/>
          </a:prstGeom>
          <a:noFill/>
          <a:ln cap="flat" cmpd="sng" w="12700">
            <a:solidFill>
              <a:schemeClr val="dk1"/>
            </a:solidFill>
            <a:prstDash val="solid"/>
            <a:round/>
            <a:headEnd len="sm" w="sm" type="none"/>
            <a:tailEnd len="sm" w="sm" type="triangle"/>
          </a:ln>
        </p:spPr>
      </p:cxnSp>
      <p:sp>
        <p:nvSpPr>
          <p:cNvPr id="251" name="Google Shape;251;p39"/>
          <p:cNvSpPr txBox="1"/>
          <p:nvPr/>
        </p:nvSpPr>
        <p:spPr>
          <a:xfrm>
            <a:off x="4800600" y="1828800"/>
            <a:ext cx="1295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Wrong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0"/>
          <p:cNvSpPr txBox="1"/>
          <p:nvPr>
            <p:ph type="title"/>
          </p:nvPr>
        </p:nvSpPr>
        <p:spPr>
          <a:xfrm>
            <a:off x="685800" y="228600"/>
            <a:ext cx="7772400" cy="142875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The </a:t>
            </a:r>
            <a:r>
              <a:rPr lang="en-US">
                <a:latin typeface="Courier New"/>
                <a:ea typeface="Courier New"/>
                <a:cs typeface="Courier New"/>
                <a:sym typeface="Courier New"/>
              </a:rPr>
              <a:t>if...else</a:t>
            </a:r>
            <a:r>
              <a:rPr lang="en-US"/>
              <a:t> Statement</a:t>
            </a:r>
            <a:endParaRPr>
              <a:solidFill>
                <a:schemeClr val="dk1"/>
              </a:solidFill>
            </a:endParaRPr>
          </a:p>
        </p:txBody>
      </p:sp>
      <p:sp>
        <p:nvSpPr>
          <p:cNvPr id="257" name="Google Shape;257;p40"/>
          <p:cNvSpPr txBox="1"/>
          <p:nvPr>
            <p:ph idx="1" type="body"/>
          </p:nvPr>
        </p:nvSpPr>
        <p:spPr>
          <a:xfrm>
            <a:off x="914400" y="1371600"/>
            <a:ext cx="7696200" cy="4038600"/>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rgbClr val="C00000"/>
              </a:buClr>
              <a:buSzPts val="2400"/>
              <a:buFont typeface="Arial"/>
              <a:buNone/>
            </a:pPr>
            <a:r>
              <a:rPr b="1" lang="en-US" sz="2400">
                <a:solidFill>
                  <a:srgbClr val="C00000"/>
                </a:solidFill>
                <a:latin typeface="Courier New"/>
                <a:ea typeface="Courier New"/>
                <a:cs typeface="Courier New"/>
                <a:sym typeface="Courier New"/>
              </a:rPr>
              <a:t>if</a:t>
            </a:r>
            <a:r>
              <a:rPr lang="en-US" sz="2400">
                <a:latin typeface="Courier New"/>
                <a:ea typeface="Courier New"/>
                <a:cs typeface="Courier New"/>
                <a:sym typeface="Courier New"/>
              </a:rPr>
              <a:t> (booleanExpression) </a:t>
            </a:r>
            <a:endParaRPr sz="2400">
              <a:latin typeface="Courier New"/>
              <a:ea typeface="Courier New"/>
              <a:cs typeface="Courier New"/>
              <a:sym typeface="Courier New"/>
            </a:endParaRPr>
          </a:p>
          <a:p>
            <a:pPr indent="-285750" lvl="0" marL="28575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 </a:t>
            </a:r>
            <a:endParaRPr sz="2400">
              <a:latin typeface="Courier New"/>
              <a:ea typeface="Courier New"/>
              <a:cs typeface="Courier New"/>
              <a:sym typeface="Courier New"/>
            </a:endParaRPr>
          </a:p>
          <a:p>
            <a:pPr indent="-285750" lvl="0" marL="28575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  statement(s)-for-the-true-case;</a:t>
            </a:r>
            <a:endParaRPr/>
          </a:p>
          <a:p>
            <a:pPr indent="-285750" lvl="0" marL="28575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a:t>
            </a:r>
            <a:endParaRPr/>
          </a:p>
          <a:p>
            <a:pPr indent="-285750" lvl="0" marL="285750" rtl="0" algn="l">
              <a:lnSpc>
                <a:spcPct val="90000"/>
              </a:lnSpc>
              <a:spcBef>
                <a:spcPts val="1000"/>
              </a:spcBef>
              <a:spcAft>
                <a:spcPts val="0"/>
              </a:spcAft>
              <a:buClr>
                <a:srgbClr val="C00000"/>
              </a:buClr>
              <a:buSzPts val="2400"/>
              <a:buFont typeface="Arial"/>
              <a:buNone/>
            </a:pPr>
            <a:r>
              <a:rPr b="1" lang="en-US" sz="2400">
                <a:solidFill>
                  <a:srgbClr val="C00000"/>
                </a:solidFill>
                <a:latin typeface="Courier New"/>
                <a:ea typeface="Courier New"/>
                <a:cs typeface="Courier New"/>
                <a:sym typeface="Courier New"/>
              </a:rPr>
              <a:t>else </a:t>
            </a:r>
            <a:endParaRPr b="1" sz="2400">
              <a:solidFill>
                <a:srgbClr val="C00000"/>
              </a:solidFill>
              <a:latin typeface="Courier New"/>
              <a:ea typeface="Courier New"/>
              <a:cs typeface="Courier New"/>
              <a:sym typeface="Courier New"/>
            </a:endParaRPr>
          </a:p>
          <a:p>
            <a:pPr indent="-285750" lvl="0" marL="28575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a:t>
            </a:r>
            <a:endParaRPr sz="2400">
              <a:latin typeface="Courier New"/>
              <a:ea typeface="Courier New"/>
              <a:cs typeface="Courier New"/>
              <a:sym typeface="Courier New"/>
            </a:endParaRPr>
          </a:p>
          <a:p>
            <a:pPr indent="-285750" lvl="0" marL="28575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  statement(s)-for-the-false-case;</a:t>
            </a:r>
            <a:endParaRPr/>
          </a:p>
          <a:p>
            <a:pPr indent="-285750" lvl="0" marL="28575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a:t>
            </a:r>
            <a:endParaRPr/>
          </a:p>
          <a:p>
            <a:pPr indent="-2857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1"/>
          <p:cNvSpPr txBox="1"/>
          <p:nvPr>
            <p:ph type="title"/>
          </p:nvPr>
        </p:nvSpPr>
        <p:spPr>
          <a:xfrm>
            <a:off x="685800" y="152400"/>
            <a:ext cx="7772400" cy="127635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4200"/>
              <a:buFont typeface="Courier New"/>
              <a:buNone/>
            </a:pPr>
            <a:r>
              <a:rPr lang="en-US" sz="4200">
                <a:latin typeface="Courier New"/>
                <a:ea typeface="Courier New"/>
                <a:cs typeface="Courier New"/>
                <a:sym typeface="Courier New"/>
              </a:rPr>
              <a:t>if...else</a:t>
            </a:r>
            <a:r>
              <a:rPr lang="en-US"/>
              <a:t> Example</a:t>
            </a:r>
            <a:endParaRPr/>
          </a:p>
        </p:txBody>
      </p:sp>
      <p:sp>
        <p:nvSpPr>
          <p:cNvPr id="263" name="Google Shape;263;p41"/>
          <p:cNvSpPr txBox="1"/>
          <p:nvPr>
            <p:ph idx="1" type="body"/>
          </p:nvPr>
        </p:nvSpPr>
        <p:spPr>
          <a:xfrm>
            <a:off x="914400" y="1371600"/>
            <a:ext cx="7772400" cy="4724400"/>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400"/>
              <a:buFont typeface="Arial"/>
              <a:buNone/>
            </a:pPr>
            <a:r>
              <a:rPr b="1" lang="en-US" sz="2400">
                <a:latin typeface="Courier New"/>
                <a:ea typeface="Courier New"/>
                <a:cs typeface="Courier New"/>
                <a:sym typeface="Courier New"/>
              </a:rPr>
              <a:t>if</a:t>
            </a:r>
            <a:r>
              <a:rPr lang="en-US" sz="2400">
                <a:latin typeface="Courier New"/>
                <a:ea typeface="Courier New"/>
                <a:cs typeface="Courier New"/>
                <a:sym typeface="Courier New"/>
              </a:rPr>
              <a:t> (radius &gt;= 0) </a:t>
            </a:r>
            <a:endParaRPr sz="2400">
              <a:latin typeface="Courier New"/>
              <a:ea typeface="Courier New"/>
              <a:cs typeface="Courier New"/>
              <a:sym typeface="Courier New"/>
            </a:endParaRPr>
          </a:p>
          <a:p>
            <a:pPr indent="-285750" lvl="0" marL="285750" rtl="0" algn="l">
              <a:lnSpc>
                <a:spcPct val="90000"/>
              </a:lnSpc>
              <a:spcBef>
                <a:spcPts val="1000"/>
              </a:spcBef>
              <a:spcAft>
                <a:spcPts val="0"/>
              </a:spcAft>
              <a:buClr>
                <a:schemeClr val="dk1"/>
              </a:buClr>
              <a:buSzPts val="2400"/>
              <a:buFont typeface="Arial"/>
              <a:buNone/>
            </a:pPr>
            <a:r>
              <a:rPr lang="en-US" sz="2400">
                <a:latin typeface="Courier New"/>
                <a:ea typeface="Courier New"/>
                <a:cs typeface="Courier New"/>
                <a:sym typeface="Courier New"/>
              </a:rPr>
              <a:t>{   </a:t>
            </a:r>
            <a:endParaRPr sz="2400">
              <a:latin typeface="Courier New"/>
              <a:ea typeface="Courier New"/>
              <a:cs typeface="Courier New"/>
              <a:sym typeface="Courier New"/>
            </a:endParaRPr>
          </a:p>
          <a:p>
            <a:pPr indent="-285750" lvl="0" marL="285750" rtl="0" algn="l">
              <a:lnSpc>
                <a:spcPct val="90000"/>
              </a:lnSpc>
              <a:spcBef>
                <a:spcPts val="0"/>
              </a:spcBef>
              <a:spcAft>
                <a:spcPts val="0"/>
              </a:spcAft>
              <a:buClr>
                <a:schemeClr val="dk1"/>
              </a:buClr>
              <a:buSzPts val="2400"/>
              <a:buFont typeface="Arial"/>
              <a:buNone/>
            </a:pPr>
            <a:r>
              <a:rPr lang="en-US" sz="2400">
                <a:latin typeface="Courier New"/>
                <a:ea typeface="Courier New"/>
                <a:cs typeface="Courier New"/>
                <a:sym typeface="Courier New"/>
              </a:rPr>
              <a:t>  area = radius*radius*PI;</a:t>
            </a:r>
            <a:endParaRPr/>
          </a:p>
          <a:p>
            <a:pPr indent="-285750" lvl="0" marL="285750" rtl="0" algn="l">
              <a:lnSpc>
                <a:spcPct val="90000"/>
              </a:lnSpc>
              <a:spcBef>
                <a:spcPts val="0"/>
              </a:spcBef>
              <a:spcAft>
                <a:spcPts val="0"/>
              </a:spcAft>
              <a:buClr>
                <a:schemeClr val="dk1"/>
              </a:buClr>
              <a:buSzPts val="2400"/>
              <a:buFont typeface="Arial"/>
              <a:buNone/>
            </a:pPr>
            <a:r>
              <a:t/>
            </a:r>
            <a:endParaRPr sz="2400">
              <a:latin typeface="Courier New"/>
              <a:ea typeface="Courier New"/>
              <a:cs typeface="Courier New"/>
              <a:sym typeface="Courier New"/>
            </a:endParaRPr>
          </a:p>
          <a:p>
            <a:pPr indent="-285750" lvl="0" marL="285750" rtl="0" algn="l">
              <a:lnSpc>
                <a:spcPct val="90000"/>
              </a:lnSpc>
              <a:spcBef>
                <a:spcPts val="0"/>
              </a:spcBef>
              <a:spcAft>
                <a:spcPts val="0"/>
              </a:spcAft>
              <a:buClr>
                <a:schemeClr val="dk1"/>
              </a:buClr>
              <a:buSzPts val="2400"/>
              <a:buFont typeface="Arial"/>
              <a:buNone/>
            </a:pPr>
            <a:r>
              <a:rPr lang="en-US" sz="2400">
                <a:latin typeface="Courier New"/>
                <a:ea typeface="Courier New"/>
                <a:cs typeface="Courier New"/>
                <a:sym typeface="Courier New"/>
              </a:rPr>
              <a:t> 	System.out.println("The area for the “  </a:t>
            </a:r>
            <a:endParaRPr/>
          </a:p>
          <a:p>
            <a:pPr indent="-285750" lvl="0" marL="285750" rtl="0" algn="l">
              <a:lnSpc>
                <a:spcPct val="90000"/>
              </a:lnSpc>
              <a:spcBef>
                <a:spcPts val="0"/>
              </a:spcBef>
              <a:spcAft>
                <a:spcPts val="0"/>
              </a:spcAft>
              <a:buClr>
                <a:schemeClr val="dk1"/>
              </a:buClr>
              <a:buSzPts val="2400"/>
              <a:buFont typeface="Arial"/>
              <a:buNone/>
            </a:pPr>
            <a:r>
              <a:rPr lang="en-US" sz="2400">
                <a:latin typeface="Courier New"/>
                <a:ea typeface="Courier New"/>
                <a:cs typeface="Courier New"/>
                <a:sym typeface="Courier New"/>
              </a:rPr>
              <a:t>    + “circle of radius " + radius + </a:t>
            </a:r>
            <a:endParaRPr/>
          </a:p>
          <a:p>
            <a:pPr indent="-285750" lvl="0" marL="285750" rtl="0" algn="l">
              <a:lnSpc>
                <a:spcPct val="90000"/>
              </a:lnSpc>
              <a:spcBef>
                <a:spcPts val="0"/>
              </a:spcBef>
              <a:spcAft>
                <a:spcPts val="0"/>
              </a:spcAft>
              <a:buClr>
                <a:schemeClr val="dk1"/>
              </a:buClr>
              <a:buSzPts val="2400"/>
              <a:buFont typeface="Arial"/>
              <a:buNone/>
            </a:pPr>
            <a:r>
              <a:rPr lang="en-US" sz="2400">
                <a:latin typeface="Courier New"/>
                <a:ea typeface="Courier New"/>
                <a:cs typeface="Courier New"/>
                <a:sym typeface="Courier New"/>
              </a:rPr>
              <a:t>    " is " + area);</a:t>
            </a:r>
            <a:endParaRPr/>
          </a:p>
          <a:p>
            <a:pPr indent="-285750" lvl="0" marL="285750" rtl="0" algn="l">
              <a:lnSpc>
                <a:spcPct val="90000"/>
              </a:lnSpc>
              <a:spcBef>
                <a:spcPts val="0"/>
              </a:spcBef>
              <a:spcAft>
                <a:spcPts val="0"/>
              </a:spcAft>
              <a:buClr>
                <a:schemeClr val="dk1"/>
              </a:buClr>
              <a:buSzPts val="2400"/>
              <a:buFont typeface="Arial"/>
              <a:buNone/>
            </a:pPr>
            <a:r>
              <a:rPr lang="en-US" sz="2400">
                <a:latin typeface="Courier New"/>
                <a:ea typeface="Courier New"/>
                <a:cs typeface="Courier New"/>
                <a:sym typeface="Courier New"/>
              </a:rPr>
              <a:t>}</a:t>
            </a:r>
            <a:endParaRPr/>
          </a:p>
          <a:p>
            <a:pPr indent="-285750" lvl="0" marL="285750" rtl="0" algn="l">
              <a:lnSpc>
                <a:spcPct val="90000"/>
              </a:lnSpc>
              <a:spcBef>
                <a:spcPts val="0"/>
              </a:spcBef>
              <a:spcAft>
                <a:spcPts val="0"/>
              </a:spcAft>
              <a:buClr>
                <a:schemeClr val="dk1"/>
              </a:buClr>
              <a:buSzPts val="2400"/>
              <a:buFont typeface="Arial"/>
              <a:buNone/>
            </a:pPr>
            <a:r>
              <a:rPr b="1" lang="en-US" sz="2400">
                <a:latin typeface="Courier New"/>
                <a:ea typeface="Courier New"/>
                <a:cs typeface="Courier New"/>
                <a:sym typeface="Courier New"/>
              </a:rPr>
              <a:t>else </a:t>
            </a:r>
            <a:endParaRPr b="1" sz="2400">
              <a:latin typeface="Courier New"/>
              <a:ea typeface="Courier New"/>
              <a:cs typeface="Courier New"/>
              <a:sym typeface="Courier New"/>
            </a:endParaRPr>
          </a:p>
          <a:p>
            <a:pPr indent="-285750" lvl="0" marL="285750" rtl="0" algn="l">
              <a:lnSpc>
                <a:spcPct val="90000"/>
              </a:lnSpc>
              <a:spcBef>
                <a:spcPts val="0"/>
              </a:spcBef>
              <a:spcAft>
                <a:spcPts val="0"/>
              </a:spcAft>
              <a:buClr>
                <a:schemeClr val="dk1"/>
              </a:buClr>
              <a:buSzPts val="2400"/>
              <a:buFont typeface="Arial"/>
              <a:buNone/>
            </a:pPr>
            <a:r>
              <a:rPr lang="en-US" sz="2400">
                <a:latin typeface="Courier New"/>
                <a:ea typeface="Courier New"/>
                <a:cs typeface="Courier New"/>
                <a:sym typeface="Courier New"/>
              </a:rPr>
              <a:t>{</a:t>
            </a:r>
            <a:endParaRPr sz="2400">
              <a:latin typeface="Courier New"/>
              <a:ea typeface="Courier New"/>
              <a:cs typeface="Courier New"/>
              <a:sym typeface="Courier New"/>
            </a:endParaRPr>
          </a:p>
          <a:p>
            <a:pPr indent="-285750" lvl="0" marL="285750" rtl="0" algn="l">
              <a:lnSpc>
                <a:spcPct val="90000"/>
              </a:lnSpc>
              <a:spcBef>
                <a:spcPts val="0"/>
              </a:spcBef>
              <a:spcAft>
                <a:spcPts val="0"/>
              </a:spcAft>
              <a:buClr>
                <a:schemeClr val="dk1"/>
              </a:buClr>
              <a:buSzPts val="2400"/>
              <a:buFont typeface="Arial"/>
              <a:buNone/>
            </a:pPr>
            <a:r>
              <a:rPr lang="en-US" sz="2400">
                <a:latin typeface="Courier New"/>
                <a:ea typeface="Courier New"/>
                <a:cs typeface="Courier New"/>
                <a:sym typeface="Courier New"/>
              </a:rPr>
              <a:t>  System.out.println("Negative input");</a:t>
            </a:r>
            <a:endParaRPr/>
          </a:p>
          <a:p>
            <a:pPr indent="-285750" lvl="0" marL="285750" rtl="0" algn="l">
              <a:lnSpc>
                <a:spcPct val="90000"/>
              </a:lnSpc>
              <a:spcBef>
                <a:spcPts val="0"/>
              </a:spcBef>
              <a:spcAft>
                <a:spcPts val="0"/>
              </a:spcAft>
              <a:buClr>
                <a:schemeClr val="dk1"/>
              </a:buClr>
              <a:buSzPts val="2400"/>
              <a:buFont typeface="Arial"/>
              <a:buNone/>
            </a:pPr>
            <a:r>
              <a:rPr lang="en-US" sz="2400">
                <a:latin typeface="Courier New"/>
                <a:ea typeface="Courier New"/>
                <a:cs typeface="Courier New"/>
                <a:sym typeface="Courier New"/>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ph type="title"/>
          </p:nvPr>
        </p:nvSpPr>
        <p:spPr>
          <a:xfrm>
            <a:off x="571500" y="304800"/>
            <a:ext cx="8001000" cy="9144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Multiple Alternative if Statements</a:t>
            </a:r>
            <a:endParaRPr/>
          </a:p>
        </p:txBody>
      </p:sp>
      <p:sp>
        <p:nvSpPr>
          <p:cNvPr id="269" name="Google Shape;269;p42"/>
          <p:cNvSpPr txBox="1"/>
          <p:nvPr>
            <p:ph idx="1" type="body"/>
          </p:nvPr>
        </p:nvSpPr>
        <p:spPr>
          <a:xfrm>
            <a:off x="685799" y="1143000"/>
            <a:ext cx="3664527" cy="5257800"/>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90000"/>
              </a:lnSpc>
              <a:spcBef>
                <a:spcPts val="0"/>
              </a:spcBef>
              <a:spcAft>
                <a:spcPts val="0"/>
              </a:spcAft>
              <a:buClr>
                <a:schemeClr val="dk1"/>
              </a:buClr>
              <a:buSzPct val="100000"/>
              <a:buFont typeface="Arial"/>
              <a:buNone/>
            </a:pPr>
            <a:r>
              <a:rPr lang="en-US" sz="2400">
                <a:latin typeface="Courier New"/>
                <a:ea typeface="Courier New"/>
                <a:cs typeface="Courier New"/>
                <a:sym typeface="Courier New"/>
              </a:rPr>
              <a:t>if (score &gt;= 90)</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  grade = ‘A’;</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else </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  if (score &gt;= 80)</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    grade = ‘B’;</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  else </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    if (score &gt;= 70) </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      grade = ‘C’;</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    else </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      if (score &gt;= 60)</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        grade = ‘D’;</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      else </a:t>
            </a:r>
            <a:endParaRPr/>
          </a:p>
          <a:p>
            <a:pPr indent="-285750" lvl="0" marL="285750" rtl="0" algn="l">
              <a:lnSpc>
                <a:spcPct val="90000"/>
              </a:lnSpc>
              <a:spcBef>
                <a:spcPts val="1000"/>
              </a:spcBef>
              <a:spcAft>
                <a:spcPts val="0"/>
              </a:spcAft>
              <a:buClr>
                <a:schemeClr val="dk1"/>
              </a:buClr>
              <a:buSzPct val="100000"/>
              <a:buFont typeface="Arial"/>
              <a:buNone/>
            </a:pPr>
            <a:r>
              <a:rPr lang="en-US" sz="2400">
                <a:latin typeface="Courier New"/>
                <a:ea typeface="Courier New"/>
                <a:cs typeface="Courier New"/>
                <a:sym typeface="Courier New"/>
              </a:rPr>
              <a:t>        grade = ‘F’;</a:t>
            </a:r>
            <a:endParaRPr/>
          </a:p>
        </p:txBody>
      </p:sp>
      <p:sp>
        <p:nvSpPr>
          <p:cNvPr id="270" name="Google Shape;270;p42"/>
          <p:cNvSpPr/>
          <p:nvPr/>
        </p:nvSpPr>
        <p:spPr>
          <a:xfrm>
            <a:off x="4572000" y="1600200"/>
            <a:ext cx="4343400" cy="5257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90000"/>
              </a:lnSpc>
              <a:spcBef>
                <a:spcPts val="0"/>
              </a:spcBef>
              <a:spcAft>
                <a:spcPts val="0"/>
              </a:spcAft>
              <a:buClr>
                <a:schemeClr val="dk2"/>
              </a:buClr>
              <a:buSzPts val="1800"/>
              <a:buFont typeface="Arial"/>
              <a:buNone/>
            </a:pPr>
            <a:r>
              <a:rPr b="1" lang="en-US" sz="2400">
                <a:solidFill>
                  <a:schemeClr val="dk1"/>
                </a:solidFill>
                <a:latin typeface="Courier New"/>
                <a:ea typeface="Courier New"/>
                <a:cs typeface="Courier New"/>
                <a:sym typeface="Courier New"/>
              </a:rPr>
              <a:t>if (score &gt;= 90)</a:t>
            </a:r>
            <a:endParaRPr/>
          </a:p>
          <a:p>
            <a:pPr indent="-342900" lvl="0" marL="342900" marR="0" rtl="0" algn="l">
              <a:lnSpc>
                <a:spcPct val="90000"/>
              </a:lnSpc>
              <a:spcBef>
                <a:spcPts val="480"/>
              </a:spcBef>
              <a:spcAft>
                <a:spcPts val="0"/>
              </a:spcAft>
              <a:buClr>
                <a:schemeClr val="dk2"/>
              </a:buClr>
              <a:buSzPts val="1800"/>
              <a:buFont typeface="Arial"/>
              <a:buNone/>
            </a:pPr>
            <a:r>
              <a:rPr b="1" lang="en-US" sz="2400">
                <a:solidFill>
                  <a:schemeClr val="dk1"/>
                </a:solidFill>
                <a:latin typeface="Courier New"/>
                <a:ea typeface="Courier New"/>
                <a:cs typeface="Courier New"/>
                <a:sym typeface="Courier New"/>
              </a:rPr>
              <a:t>  grade = ‘A’;</a:t>
            </a:r>
            <a:endParaRPr/>
          </a:p>
          <a:p>
            <a:pPr indent="-342900" lvl="0" marL="342900" marR="0" rtl="0" algn="l">
              <a:lnSpc>
                <a:spcPct val="90000"/>
              </a:lnSpc>
              <a:spcBef>
                <a:spcPts val="480"/>
              </a:spcBef>
              <a:spcAft>
                <a:spcPts val="0"/>
              </a:spcAft>
              <a:buClr>
                <a:schemeClr val="dk2"/>
              </a:buClr>
              <a:buSzPts val="1800"/>
              <a:buFont typeface="Arial"/>
              <a:buNone/>
            </a:pPr>
            <a:r>
              <a:rPr b="1" lang="en-US" sz="2400">
                <a:solidFill>
                  <a:schemeClr val="dk1"/>
                </a:solidFill>
                <a:latin typeface="Courier New"/>
                <a:ea typeface="Courier New"/>
                <a:cs typeface="Courier New"/>
                <a:sym typeface="Courier New"/>
              </a:rPr>
              <a:t>else if (score &gt;= 80)</a:t>
            </a:r>
            <a:endParaRPr/>
          </a:p>
          <a:p>
            <a:pPr indent="-342900" lvl="0" marL="342900" marR="0" rtl="0" algn="l">
              <a:lnSpc>
                <a:spcPct val="90000"/>
              </a:lnSpc>
              <a:spcBef>
                <a:spcPts val="480"/>
              </a:spcBef>
              <a:spcAft>
                <a:spcPts val="0"/>
              </a:spcAft>
              <a:buClr>
                <a:schemeClr val="dk2"/>
              </a:buClr>
              <a:buSzPts val="1800"/>
              <a:buFont typeface="Arial"/>
              <a:buNone/>
            </a:pPr>
            <a:r>
              <a:rPr b="1" lang="en-US" sz="2400">
                <a:solidFill>
                  <a:schemeClr val="dk1"/>
                </a:solidFill>
                <a:latin typeface="Courier New"/>
                <a:ea typeface="Courier New"/>
                <a:cs typeface="Courier New"/>
                <a:sym typeface="Courier New"/>
              </a:rPr>
              <a:t>  grade = ‘B’;</a:t>
            </a:r>
            <a:endParaRPr/>
          </a:p>
          <a:p>
            <a:pPr indent="-342900" lvl="0" marL="342900" marR="0" rtl="0" algn="l">
              <a:lnSpc>
                <a:spcPct val="90000"/>
              </a:lnSpc>
              <a:spcBef>
                <a:spcPts val="480"/>
              </a:spcBef>
              <a:spcAft>
                <a:spcPts val="0"/>
              </a:spcAft>
              <a:buClr>
                <a:schemeClr val="dk2"/>
              </a:buClr>
              <a:buSzPts val="1800"/>
              <a:buFont typeface="Arial"/>
              <a:buNone/>
            </a:pPr>
            <a:r>
              <a:rPr b="1" lang="en-US" sz="2400">
                <a:solidFill>
                  <a:schemeClr val="dk1"/>
                </a:solidFill>
                <a:latin typeface="Courier New"/>
                <a:ea typeface="Courier New"/>
                <a:cs typeface="Courier New"/>
                <a:sym typeface="Courier New"/>
              </a:rPr>
              <a:t>else if (score &gt;= 70) </a:t>
            </a:r>
            <a:endParaRPr/>
          </a:p>
          <a:p>
            <a:pPr indent="-342900" lvl="0" marL="342900" marR="0" rtl="0" algn="l">
              <a:lnSpc>
                <a:spcPct val="90000"/>
              </a:lnSpc>
              <a:spcBef>
                <a:spcPts val="480"/>
              </a:spcBef>
              <a:spcAft>
                <a:spcPts val="0"/>
              </a:spcAft>
              <a:buClr>
                <a:schemeClr val="dk2"/>
              </a:buClr>
              <a:buSzPts val="1800"/>
              <a:buFont typeface="Arial"/>
              <a:buNone/>
            </a:pPr>
            <a:r>
              <a:rPr b="1" lang="en-US" sz="2400">
                <a:solidFill>
                  <a:schemeClr val="dk1"/>
                </a:solidFill>
                <a:latin typeface="Courier New"/>
                <a:ea typeface="Courier New"/>
                <a:cs typeface="Courier New"/>
                <a:sym typeface="Courier New"/>
              </a:rPr>
              <a:t>  grade = ‘C’;</a:t>
            </a:r>
            <a:endParaRPr/>
          </a:p>
          <a:p>
            <a:pPr indent="-342900" lvl="0" marL="342900" marR="0" rtl="0" algn="l">
              <a:lnSpc>
                <a:spcPct val="90000"/>
              </a:lnSpc>
              <a:spcBef>
                <a:spcPts val="480"/>
              </a:spcBef>
              <a:spcAft>
                <a:spcPts val="0"/>
              </a:spcAft>
              <a:buClr>
                <a:schemeClr val="dk2"/>
              </a:buClr>
              <a:buSzPts val="1800"/>
              <a:buFont typeface="Arial"/>
              <a:buNone/>
            </a:pPr>
            <a:r>
              <a:rPr b="1" lang="en-US" sz="2400">
                <a:solidFill>
                  <a:schemeClr val="dk1"/>
                </a:solidFill>
                <a:latin typeface="Courier New"/>
                <a:ea typeface="Courier New"/>
                <a:cs typeface="Courier New"/>
                <a:sym typeface="Courier New"/>
              </a:rPr>
              <a:t>else if (score &gt;= 60)</a:t>
            </a:r>
            <a:endParaRPr/>
          </a:p>
          <a:p>
            <a:pPr indent="-342900" lvl="0" marL="342900" marR="0" rtl="0" algn="l">
              <a:lnSpc>
                <a:spcPct val="90000"/>
              </a:lnSpc>
              <a:spcBef>
                <a:spcPts val="480"/>
              </a:spcBef>
              <a:spcAft>
                <a:spcPts val="0"/>
              </a:spcAft>
              <a:buClr>
                <a:schemeClr val="dk2"/>
              </a:buClr>
              <a:buSzPts val="1800"/>
              <a:buFont typeface="Arial"/>
              <a:buNone/>
            </a:pPr>
            <a:r>
              <a:rPr b="1" lang="en-US" sz="2400">
                <a:solidFill>
                  <a:schemeClr val="dk1"/>
                </a:solidFill>
                <a:latin typeface="Courier New"/>
                <a:ea typeface="Courier New"/>
                <a:cs typeface="Courier New"/>
                <a:sym typeface="Courier New"/>
              </a:rPr>
              <a:t>  grade = ‘D’;</a:t>
            </a:r>
            <a:endParaRPr/>
          </a:p>
          <a:p>
            <a:pPr indent="-342900" lvl="0" marL="342900" marR="0" rtl="0" algn="l">
              <a:lnSpc>
                <a:spcPct val="90000"/>
              </a:lnSpc>
              <a:spcBef>
                <a:spcPts val="480"/>
              </a:spcBef>
              <a:spcAft>
                <a:spcPts val="0"/>
              </a:spcAft>
              <a:buClr>
                <a:schemeClr val="dk2"/>
              </a:buClr>
              <a:buSzPts val="1800"/>
              <a:buFont typeface="Arial"/>
              <a:buNone/>
            </a:pPr>
            <a:r>
              <a:rPr b="1" lang="en-US" sz="2400">
                <a:solidFill>
                  <a:schemeClr val="dk1"/>
                </a:solidFill>
                <a:latin typeface="Courier New"/>
                <a:ea typeface="Courier New"/>
                <a:cs typeface="Courier New"/>
                <a:sym typeface="Courier New"/>
              </a:rPr>
              <a:t>else </a:t>
            </a:r>
            <a:endParaRPr/>
          </a:p>
          <a:p>
            <a:pPr indent="-342900" lvl="0" marL="342900" marR="0" rtl="0" algn="l">
              <a:lnSpc>
                <a:spcPct val="90000"/>
              </a:lnSpc>
              <a:spcBef>
                <a:spcPts val="480"/>
              </a:spcBef>
              <a:spcAft>
                <a:spcPts val="0"/>
              </a:spcAft>
              <a:buClr>
                <a:schemeClr val="dk2"/>
              </a:buClr>
              <a:buSzPts val="1800"/>
              <a:buFont typeface="Arial"/>
              <a:buNone/>
            </a:pPr>
            <a:r>
              <a:rPr b="1" lang="en-US" sz="2400">
                <a:solidFill>
                  <a:schemeClr val="dk1"/>
                </a:solidFill>
                <a:latin typeface="Courier New"/>
                <a:ea typeface="Courier New"/>
                <a:cs typeface="Courier New"/>
                <a:sym typeface="Courier New"/>
              </a:rPr>
              <a:t>  grade = ‘F’;</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4" name="Shape 274"/>
        <p:cNvGrpSpPr/>
        <p:nvPr/>
      </p:nvGrpSpPr>
      <p:grpSpPr>
        <a:xfrm>
          <a:off x="0" y="0"/>
          <a:ext cx="0" cy="0"/>
          <a:chOff x="0" y="0"/>
          <a:chExt cx="0" cy="0"/>
        </a:xfrm>
      </p:grpSpPr>
      <p:sp>
        <p:nvSpPr>
          <p:cNvPr id="275" name="Google Shape;275;p43"/>
          <p:cNvSpPr txBox="1"/>
          <p:nvPr>
            <p:ph type="title"/>
          </p:nvPr>
        </p:nvSpPr>
        <p:spPr>
          <a:xfrm>
            <a:off x="381000" y="228600"/>
            <a:ext cx="8001000" cy="9144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Note</a:t>
            </a:r>
            <a:endParaRPr/>
          </a:p>
        </p:txBody>
      </p:sp>
      <p:sp>
        <p:nvSpPr>
          <p:cNvPr id="276" name="Google Shape;276;p43"/>
          <p:cNvSpPr txBox="1"/>
          <p:nvPr>
            <p:ph idx="1" type="body"/>
          </p:nvPr>
        </p:nvSpPr>
        <p:spPr>
          <a:xfrm>
            <a:off x="609599" y="1143000"/>
            <a:ext cx="8305801" cy="52578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Font typeface="Arial"/>
              <a:buNone/>
            </a:pPr>
            <a:r>
              <a:rPr lang="en-US">
                <a:latin typeface="Courier"/>
                <a:ea typeface="Courier"/>
                <a:cs typeface="Courier"/>
                <a:sym typeface="Courier"/>
              </a:rPr>
              <a:t>The </a:t>
            </a:r>
            <a:r>
              <a:rPr lang="en-US" u="sng">
                <a:latin typeface="Courier"/>
                <a:ea typeface="Courier"/>
                <a:cs typeface="Courier"/>
                <a:sym typeface="Courier"/>
              </a:rPr>
              <a:t>else</a:t>
            </a:r>
            <a:r>
              <a:rPr lang="en-US">
                <a:latin typeface="Courier"/>
                <a:ea typeface="Courier"/>
                <a:cs typeface="Courier"/>
                <a:sym typeface="Courier"/>
              </a:rPr>
              <a:t> clause matches the most recent </a:t>
            </a:r>
            <a:r>
              <a:rPr lang="en-US" u="sng">
                <a:latin typeface="Courier"/>
                <a:ea typeface="Courier"/>
                <a:cs typeface="Courier"/>
                <a:sym typeface="Courier"/>
              </a:rPr>
              <a:t>if</a:t>
            </a:r>
            <a:r>
              <a:rPr lang="en-US">
                <a:latin typeface="Courier"/>
                <a:ea typeface="Courier"/>
                <a:cs typeface="Courier"/>
                <a:sym typeface="Courier"/>
              </a:rPr>
              <a:t> clause in the same block. For example, the following statement </a:t>
            </a:r>
            <a:endParaRPr/>
          </a:p>
          <a:p>
            <a:pPr indent="0" lvl="0" marL="0" rtl="0" algn="l">
              <a:lnSpc>
                <a:spcPct val="90000"/>
              </a:lnSpc>
              <a:spcBef>
                <a:spcPts val="1000"/>
              </a:spcBef>
              <a:spcAft>
                <a:spcPts val="0"/>
              </a:spcAft>
              <a:buClr>
                <a:schemeClr val="dk1"/>
              </a:buClr>
              <a:buSzPct val="100000"/>
              <a:buFont typeface="Arial"/>
              <a:buNone/>
            </a:pPr>
            <a:r>
              <a:rPr lang="en-US" sz="2800">
                <a:latin typeface="Courier"/>
                <a:ea typeface="Courier"/>
                <a:cs typeface="Courier"/>
                <a:sym typeface="Courier"/>
              </a:rPr>
              <a:t>       </a:t>
            </a:r>
            <a:r>
              <a:rPr lang="en-US" sz="2000">
                <a:latin typeface="Courier New"/>
                <a:ea typeface="Courier New"/>
                <a:cs typeface="Courier New"/>
                <a:sym typeface="Courier New"/>
              </a:rPr>
              <a:t>int i = 1; int j = 2; int k = 3;</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if (i &gt; j) </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if (i &gt; k)</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System.out.println("A");</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a:t>
            </a:r>
            <a:r>
              <a:rPr b="1" lang="en-US" sz="2000">
                <a:solidFill>
                  <a:srgbClr val="FF0000"/>
                </a:solidFill>
                <a:latin typeface="Courier New"/>
                <a:ea typeface="Courier New"/>
                <a:cs typeface="Courier New"/>
                <a:sym typeface="Courier New"/>
              </a:rPr>
              <a:t>else</a:t>
            </a:r>
            <a:r>
              <a:rPr lang="en-US" sz="2000">
                <a:latin typeface="Courier New"/>
                <a:ea typeface="Courier New"/>
                <a:cs typeface="Courier New"/>
                <a:sym typeface="Courier New"/>
              </a:rPr>
              <a:t> </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System.out.println("B");</a:t>
            </a:r>
            <a:endParaRPr/>
          </a:p>
          <a:p>
            <a:pPr indent="0" lvl="0" marL="0" rtl="0" algn="l">
              <a:lnSpc>
                <a:spcPct val="90000"/>
              </a:lnSpc>
              <a:spcBef>
                <a:spcPts val="1000"/>
              </a:spcBef>
              <a:spcAft>
                <a:spcPts val="0"/>
              </a:spcAft>
              <a:buClr>
                <a:schemeClr val="dk1"/>
              </a:buClr>
              <a:buSzPct val="100000"/>
              <a:buFont typeface="Arial"/>
              <a:buNone/>
            </a:pPr>
            <a:r>
              <a:rPr lang="en-US" sz="2800">
                <a:latin typeface="Courier"/>
                <a:ea typeface="Courier"/>
                <a:cs typeface="Courier"/>
                <a:sym typeface="Courier"/>
              </a:rPr>
              <a:t>is equivalent to</a:t>
            </a:r>
            <a:endParaRPr/>
          </a:p>
          <a:p>
            <a:pPr indent="0" lvl="0" marL="0" rtl="0" algn="l">
              <a:lnSpc>
                <a:spcPct val="90000"/>
              </a:lnSpc>
              <a:spcBef>
                <a:spcPts val="1000"/>
              </a:spcBef>
              <a:spcAft>
                <a:spcPts val="0"/>
              </a:spcAft>
              <a:buClr>
                <a:schemeClr val="dk1"/>
              </a:buClr>
              <a:buSzPct val="100000"/>
              <a:buFont typeface="Arial"/>
              <a:buNone/>
            </a:pPr>
            <a:r>
              <a:rPr lang="en-US" sz="2800">
                <a:latin typeface="Courier"/>
                <a:ea typeface="Courier"/>
                <a:cs typeface="Courier"/>
                <a:sym typeface="Courier"/>
              </a:rPr>
              <a:t>       </a:t>
            </a:r>
            <a:r>
              <a:rPr lang="en-US" sz="2000">
                <a:latin typeface="Courier New"/>
                <a:ea typeface="Courier New"/>
                <a:cs typeface="Courier New"/>
                <a:sym typeface="Courier New"/>
              </a:rPr>
              <a:t>int i = 1; int j = 2; int k = 3;</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if (i &gt; j) </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if (i &gt; k)</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System.out.println("A");</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else </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System.out.println("B");</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4"/>
          <p:cNvSpPr txBox="1"/>
          <p:nvPr>
            <p:ph type="title"/>
          </p:nvPr>
        </p:nvSpPr>
        <p:spPr>
          <a:xfrm>
            <a:off x="609600" y="228600"/>
            <a:ext cx="8001000" cy="9144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Note: (cont.)</a:t>
            </a:r>
            <a:endParaRPr/>
          </a:p>
        </p:txBody>
      </p:sp>
      <p:sp>
        <p:nvSpPr>
          <p:cNvPr id="282" name="Google Shape;282;p44"/>
          <p:cNvSpPr txBox="1"/>
          <p:nvPr>
            <p:ph idx="1" type="body"/>
          </p:nvPr>
        </p:nvSpPr>
        <p:spPr>
          <a:xfrm>
            <a:off x="457200" y="990600"/>
            <a:ext cx="8382000" cy="51816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Font typeface="Arial"/>
              <a:buNone/>
            </a:pPr>
            <a:r>
              <a:rPr lang="en-US">
                <a:latin typeface="Courier"/>
                <a:ea typeface="Courier"/>
                <a:cs typeface="Courier"/>
                <a:sym typeface="Courier"/>
              </a:rPr>
              <a:t>Nothing is printed from the preceding statement. To force the </a:t>
            </a:r>
            <a:r>
              <a:rPr lang="en-US" u="sng">
                <a:latin typeface="Courier"/>
                <a:ea typeface="Courier"/>
                <a:cs typeface="Courier"/>
                <a:sym typeface="Courier"/>
              </a:rPr>
              <a:t>else</a:t>
            </a:r>
            <a:r>
              <a:rPr lang="en-US">
                <a:latin typeface="Courier"/>
                <a:ea typeface="Courier"/>
                <a:cs typeface="Courier"/>
                <a:sym typeface="Courier"/>
              </a:rPr>
              <a:t> clause to match the first </a:t>
            </a:r>
            <a:r>
              <a:rPr lang="en-US" u="sng">
                <a:latin typeface="Courier"/>
                <a:ea typeface="Courier"/>
                <a:cs typeface="Courier"/>
                <a:sym typeface="Courier"/>
              </a:rPr>
              <a:t>if</a:t>
            </a:r>
            <a:r>
              <a:rPr lang="en-US">
                <a:latin typeface="Courier"/>
                <a:ea typeface="Courier"/>
                <a:cs typeface="Courier"/>
                <a:sym typeface="Courier"/>
              </a:rPr>
              <a:t> clause, you must add a pair of braces: </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int i = 1; </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int j = 2;</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int k = 3;</a:t>
            </a:r>
            <a:endParaRPr/>
          </a:p>
          <a:p>
            <a:pPr indent="0" lvl="0" marL="0" rtl="0" algn="l">
              <a:lnSpc>
                <a:spcPct val="90000"/>
              </a:lnSpc>
              <a:spcBef>
                <a:spcPts val="1000"/>
              </a:spcBef>
              <a:spcAft>
                <a:spcPts val="0"/>
              </a:spcAft>
              <a:buClr>
                <a:schemeClr val="dk1"/>
              </a:buClr>
              <a:buSzPct val="100000"/>
              <a:buFont typeface="Arial"/>
              <a:buNone/>
            </a:pPr>
            <a:r>
              <a:rPr b="1" lang="en-US" sz="2000">
                <a:latin typeface="Courier New"/>
                <a:ea typeface="Courier New"/>
                <a:cs typeface="Courier New"/>
                <a:sym typeface="Courier New"/>
              </a:rPr>
              <a:t>  if </a:t>
            </a:r>
            <a:r>
              <a:rPr lang="en-US" sz="2000">
                <a:latin typeface="Courier New"/>
                <a:ea typeface="Courier New"/>
                <a:cs typeface="Courier New"/>
                <a:sym typeface="Courier New"/>
              </a:rPr>
              <a:t>(i &gt; j) </a:t>
            </a:r>
            <a:endParaRPr sz="2000">
              <a:latin typeface="Courier New"/>
              <a:ea typeface="Courier New"/>
              <a:cs typeface="Courier New"/>
              <a:sym typeface="Courier New"/>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a:t>
            </a:r>
            <a:endParaRPr sz="2000">
              <a:latin typeface="Courier New"/>
              <a:ea typeface="Courier New"/>
              <a:cs typeface="Courier New"/>
              <a:sym typeface="Courier New"/>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if (i &gt; k)</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System.out.println("A");</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a:t>
            </a:r>
            <a:r>
              <a:rPr b="1" lang="en-US" sz="2000">
                <a:latin typeface="Courier New"/>
                <a:ea typeface="Courier New"/>
                <a:cs typeface="Courier New"/>
                <a:sym typeface="Courier New"/>
              </a:rPr>
              <a:t>else</a:t>
            </a:r>
            <a:r>
              <a:rPr lang="en-US" sz="2000">
                <a:latin typeface="Courier New"/>
                <a:ea typeface="Courier New"/>
                <a:cs typeface="Courier New"/>
                <a:sym typeface="Courier New"/>
              </a:rPr>
              <a:t> </a:t>
            </a:r>
            <a:endParaRPr/>
          </a:p>
          <a:p>
            <a:pPr indent="0" lvl="0" marL="0" rtl="0" algn="l">
              <a:lnSpc>
                <a:spcPct val="90000"/>
              </a:lnSpc>
              <a:spcBef>
                <a:spcPts val="1000"/>
              </a:spcBef>
              <a:spcAft>
                <a:spcPts val="0"/>
              </a:spcAft>
              <a:buClr>
                <a:schemeClr val="dk1"/>
              </a:buClr>
              <a:buSzPct val="100000"/>
              <a:buFont typeface="Arial"/>
              <a:buNone/>
            </a:pPr>
            <a:r>
              <a:rPr lang="en-US" sz="2000">
                <a:latin typeface="Courier New"/>
                <a:ea typeface="Courier New"/>
                <a:cs typeface="Courier New"/>
                <a:sym typeface="Courier New"/>
              </a:rPr>
              <a:t>    System.out.println("B");</a:t>
            </a:r>
            <a:endParaRPr/>
          </a:p>
          <a:p>
            <a:pPr indent="0" lvl="0" marL="0" rtl="0" algn="l">
              <a:lnSpc>
                <a:spcPct val="90000"/>
              </a:lnSpc>
              <a:spcBef>
                <a:spcPts val="1000"/>
              </a:spcBef>
              <a:spcAft>
                <a:spcPts val="0"/>
              </a:spcAft>
              <a:buClr>
                <a:schemeClr val="dk1"/>
              </a:buClr>
              <a:buSzPct val="100000"/>
              <a:buFont typeface="Arial"/>
              <a:buNone/>
            </a:pPr>
            <a:r>
              <a:t/>
            </a:r>
            <a:endParaRPr sz="2000">
              <a:latin typeface="Courier New"/>
              <a:ea typeface="Courier New"/>
              <a:cs typeface="Courier New"/>
              <a:sym typeface="Courier New"/>
            </a:endParaRPr>
          </a:p>
          <a:p>
            <a:pPr indent="0" lvl="0" marL="0" rtl="0" algn="l">
              <a:lnSpc>
                <a:spcPct val="90000"/>
              </a:lnSpc>
              <a:spcBef>
                <a:spcPts val="1000"/>
              </a:spcBef>
              <a:spcAft>
                <a:spcPts val="0"/>
              </a:spcAft>
              <a:buClr>
                <a:srgbClr val="C00000"/>
              </a:buClr>
              <a:buSzPct val="100000"/>
              <a:buFont typeface="Arial"/>
              <a:buNone/>
            </a:pPr>
            <a:r>
              <a:rPr b="1" lang="en-US" sz="2000" u="sng">
                <a:solidFill>
                  <a:srgbClr val="C00000"/>
                </a:solidFill>
                <a:latin typeface="Courier New"/>
                <a:ea typeface="Courier New"/>
                <a:cs typeface="Courier New"/>
                <a:sym typeface="Courier New"/>
              </a:rPr>
              <a:t>Output:</a:t>
            </a:r>
            <a:r>
              <a:rPr b="1" lang="en-US" sz="2800" u="sng">
                <a:solidFill>
                  <a:srgbClr val="C00000"/>
                </a:solidFill>
                <a:latin typeface="Courier"/>
                <a:ea typeface="Courier"/>
                <a:cs typeface="Courier"/>
                <a:sym typeface="Courier"/>
              </a:rPr>
              <a:t> </a:t>
            </a:r>
            <a:r>
              <a:rPr lang="en-US" sz="2000">
                <a:latin typeface="Courier"/>
                <a:ea typeface="Courier"/>
                <a:cs typeface="Courier"/>
                <a:sym typeface="Courier"/>
              </a:rPr>
              <a:t>B.</a:t>
            </a:r>
            <a:endParaRPr sz="2000">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5"/>
          <p:cNvSpPr txBox="1"/>
          <p:nvPr>
            <p:ph type="title"/>
          </p:nvPr>
        </p:nvSpPr>
        <p:spPr>
          <a:xfrm>
            <a:off x="685800" y="304800"/>
            <a:ext cx="7772400" cy="112395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Switch Statement</a:t>
            </a:r>
            <a:endParaRPr>
              <a:solidFill>
                <a:schemeClr val="dk1"/>
              </a:solidFill>
            </a:endParaRPr>
          </a:p>
        </p:txBody>
      </p:sp>
      <p:sp>
        <p:nvSpPr>
          <p:cNvPr id="288" name="Google Shape;288;p45"/>
          <p:cNvSpPr txBox="1"/>
          <p:nvPr>
            <p:ph idx="1" type="body"/>
          </p:nvPr>
        </p:nvSpPr>
        <p:spPr>
          <a:xfrm>
            <a:off x="685800" y="1676400"/>
            <a:ext cx="7772400" cy="4343400"/>
          </a:xfrm>
          <a:prstGeom prst="rect">
            <a:avLst/>
          </a:prstGeom>
          <a:noFill/>
          <a:ln>
            <a:noFill/>
          </a:ln>
        </p:spPr>
        <p:txBody>
          <a:bodyPr anchorCtr="0" anchor="t" bIns="45700" lIns="91425" spcFirstLastPara="1" rIns="91425" wrap="square" tIns="45700">
            <a:normAutofit fontScale="92500"/>
          </a:bodyPr>
          <a:lstStyle/>
          <a:p>
            <a:pPr indent="-285750" lvl="0" marL="285750" rtl="0" algn="l">
              <a:lnSpc>
                <a:spcPct val="90000"/>
              </a:lnSpc>
              <a:spcBef>
                <a:spcPts val="0"/>
              </a:spcBef>
              <a:spcAft>
                <a:spcPts val="0"/>
              </a:spcAft>
              <a:buClr>
                <a:schemeClr val="dk1"/>
              </a:buClr>
              <a:buSzPct val="100000"/>
              <a:buFont typeface="Arial"/>
              <a:buChar char="•"/>
            </a:pPr>
            <a:r>
              <a:rPr lang="en-US"/>
              <a:t>The Java </a:t>
            </a:r>
            <a:r>
              <a:rPr i="1" lang="en-US"/>
              <a:t>switch statement</a:t>
            </a:r>
            <a:r>
              <a:rPr lang="en-US"/>
              <a:t> executes one statement from multiple conditions. It is like if-else-if ladder statement. </a:t>
            </a:r>
            <a:endParaRPr/>
          </a:p>
          <a:p>
            <a:pPr indent="-285750" lvl="0" marL="285750" rtl="0" algn="l">
              <a:lnSpc>
                <a:spcPct val="90000"/>
              </a:lnSpc>
              <a:spcBef>
                <a:spcPts val="1000"/>
              </a:spcBef>
              <a:spcAft>
                <a:spcPts val="0"/>
              </a:spcAft>
              <a:buClr>
                <a:schemeClr val="dk1"/>
              </a:buClr>
              <a:buSzPct val="100000"/>
              <a:buFont typeface="Arial"/>
              <a:buChar char="•"/>
            </a:pPr>
            <a:r>
              <a:rPr lang="en-US"/>
              <a:t>The switch statement works with byte, short, int, long, enum types, String</a:t>
            </a:r>
            <a:endParaRPr/>
          </a:p>
          <a:p>
            <a:pPr indent="0" lvl="0" marL="0" rtl="0" algn="l">
              <a:lnSpc>
                <a:spcPct val="90000"/>
              </a:lnSpc>
              <a:spcBef>
                <a:spcPts val="1000"/>
              </a:spcBef>
              <a:spcAft>
                <a:spcPts val="0"/>
              </a:spcAft>
              <a:buClr>
                <a:schemeClr val="dk1"/>
              </a:buClr>
              <a:buSzPct val="100000"/>
              <a:buFont typeface="Arial"/>
              <a:buNone/>
            </a:pPr>
            <a:r>
              <a:t/>
            </a:r>
            <a:endParaRPr/>
          </a:p>
          <a:p>
            <a:pPr indent="0" lvl="0" marL="0" rtl="0" algn="l">
              <a:lnSpc>
                <a:spcPct val="90000"/>
              </a:lnSpc>
              <a:spcBef>
                <a:spcPts val="1000"/>
              </a:spcBef>
              <a:spcAft>
                <a:spcPts val="0"/>
              </a:spcAft>
              <a:buClr>
                <a:schemeClr val="dk1"/>
              </a:buClr>
              <a:buSzPct val="100000"/>
              <a:buFont typeface="Arial"/>
              <a:buNone/>
            </a:pPr>
            <a:r>
              <a:rPr lang="en-US"/>
              <a:t> Example:</a:t>
            </a:r>
            <a:endParaRPr/>
          </a:p>
          <a:p>
            <a:pPr indent="0" lvl="0" marL="0" rtl="0" algn="l">
              <a:lnSpc>
                <a:spcPct val="90000"/>
              </a:lnSpc>
              <a:spcBef>
                <a:spcPts val="1000"/>
              </a:spcBef>
              <a:spcAft>
                <a:spcPts val="0"/>
              </a:spcAft>
              <a:buClr>
                <a:schemeClr val="dk1"/>
              </a:buClr>
              <a:buSzPct val="100000"/>
              <a:buFont typeface="Arial"/>
              <a:buNone/>
            </a:pPr>
            <a:r>
              <a:rPr lang="en-US"/>
              <a:t>This program reads in number of years and loan amount and computes the monthly payment and total payment. The interest rate is determined by number of years. </a:t>
            </a:r>
            <a:endParaRPr>
              <a:solidFill>
                <a:schemeClr val="dk2"/>
              </a:solidFill>
            </a:endParaRPr>
          </a:p>
          <a:p>
            <a:pPr indent="0" lvl="0" marL="0" rtl="0" algn="l">
              <a:lnSpc>
                <a:spcPct val="90000"/>
              </a:lnSpc>
              <a:spcBef>
                <a:spcPts val="1000"/>
              </a:spcBef>
              <a:spcAft>
                <a:spcPts val="0"/>
              </a:spcAft>
              <a:buClr>
                <a:schemeClr val="dk1"/>
              </a:buClr>
              <a:buSzPct val="100000"/>
              <a:buFont typeface="Arial"/>
              <a:buNone/>
            </a:pPr>
            <a:r>
              <a:t/>
            </a:r>
            <a:endParaRPr sz="2600">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type="title"/>
          </p:nvPr>
        </p:nvSpPr>
        <p:spPr>
          <a:xfrm>
            <a:off x="609600" y="20782"/>
            <a:ext cx="7772400" cy="10668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4200"/>
              <a:buFont typeface="Courier New"/>
              <a:buNone/>
            </a:pPr>
            <a:r>
              <a:rPr lang="en-US" sz="4200">
                <a:latin typeface="Courier New"/>
                <a:ea typeface="Courier New"/>
                <a:cs typeface="Courier New"/>
                <a:sym typeface="Courier New"/>
              </a:rPr>
              <a:t>switch</a:t>
            </a:r>
            <a:r>
              <a:rPr lang="en-US"/>
              <a:t> Statements</a:t>
            </a:r>
            <a:endParaRPr/>
          </a:p>
        </p:txBody>
      </p:sp>
      <p:sp>
        <p:nvSpPr>
          <p:cNvPr id="294" name="Google Shape;294;p46"/>
          <p:cNvSpPr txBox="1"/>
          <p:nvPr>
            <p:ph idx="1" type="body"/>
          </p:nvPr>
        </p:nvSpPr>
        <p:spPr>
          <a:xfrm>
            <a:off x="533400" y="838200"/>
            <a:ext cx="8001000" cy="5029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100"/>
              <a:buFont typeface="Arial"/>
              <a:buNone/>
            </a:pPr>
            <a:r>
              <a:rPr lang="en-US" sz="2100">
                <a:latin typeface="Courier New"/>
                <a:ea typeface="Courier New"/>
                <a:cs typeface="Courier New"/>
                <a:sym typeface="Courier New"/>
              </a:rPr>
              <a:t>switch (year) { </a:t>
            </a:r>
            <a:endParaRPr/>
          </a:p>
          <a:p>
            <a:pPr indent="0" lvl="0" marL="0" rtl="0" algn="l">
              <a:lnSpc>
                <a:spcPct val="90000"/>
              </a:lnSpc>
              <a:spcBef>
                <a:spcPts val="0"/>
              </a:spcBef>
              <a:spcAft>
                <a:spcPts val="0"/>
              </a:spcAft>
              <a:buClr>
                <a:schemeClr val="dk1"/>
              </a:buClr>
              <a:buSzPts val="2100"/>
              <a:buFont typeface="Arial"/>
              <a:buNone/>
            </a:pPr>
            <a:r>
              <a:rPr lang="en-US" sz="2100">
                <a:latin typeface="Courier New"/>
                <a:ea typeface="Courier New"/>
                <a:cs typeface="Courier New"/>
                <a:sym typeface="Courier New"/>
              </a:rPr>
              <a:t>  case 7:  annualInterestRate = 7.25;</a:t>
            </a:r>
            <a:endParaRPr/>
          </a:p>
          <a:p>
            <a:pPr indent="0" lvl="0" marL="0" rtl="0" algn="l">
              <a:lnSpc>
                <a:spcPct val="90000"/>
              </a:lnSpc>
              <a:spcBef>
                <a:spcPts val="0"/>
              </a:spcBef>
              <a:spcAft>
                <a:spcPts val="0"/>
              </a:spcAft>
              <a:buClr>
                <a:schemeClr val="dk1"/>
              </a:buClr>
              <a:buSzPts val="2100"/>
              <a:buFont typeface="Arial"/>
              <a:buNone/>
            </a:pPr>
            <a:r>
              <a:rPr lang="en-US" sz="2100">
                <a:latin typeface="Courier New"/>
                <a:ea typeface="Courier New"/>
                <a:cs typeface="Courier New"/>
                <a:sym typeface="Courier New"/>
              </a:rPr>
              <a:t>           break;</a:t>
            </a:r>
            <a:endParaRPr/>
          </a:p>
          <a:p>
            <a:pPr indent="0" lvl="0" marL="0" rtl="0" algn="l">
              <a:lnSpc>
                <a:spcPct val="90000"/>
              </a:lnSpc>
              <a:spcBef>
                <a:spcPts val="0"/>
              </a:spcBef>
              <a:spcAft>
                <a:spcPts val="0"/>
              </a:spcAft>
              <a:buClr>
                <a:schemeClr val="dk1"/>
              </a:buClr>
              <a:buSzPts val="2100"/>
              <a:buFont typeface="Arial"/>
              <a:buNone/>
            </a:pPr>
            <a:r>
              <a:rPr lang="en-US" sz="2100">
                <a:latin typeface="Courier New"/>
                <a:ea typeface="Courier New"/>
                <a:cs typeface="Courier New"/>
                <a:sym typeface="Courier New"/>
              </a:rPr>
              <a:t>  case 15: annualInterestRate = 8.50;</a:t>
            </a:r>
            <a:endParaRPr/>
          </a:p>
          <a:p>
            <a:pPr indent="0" lvl="0" marL="0" rtl="0" algn="l">
              <a:lnSpc>
                <a:spcPct val="90000"/>
              </a:lnSpc>
              <a:spcBef>
                <a:spcPts val="0"/>
              </a:spcBef>
              <a:spcAft>
                <a:spcPts val="0"/>
              </a:spcAft>
              <a:buClr>
                <a:schemeClr val="dk1"/>
              </a:buClr>
              <a:buSzPts val="2100"/>
              <a:buFont typeface="Arial"/>
              <a:buNone/>
            </a:pPr>
            <a:r>
              <a:rPr lang="en-US" sz="2100">
                <a:latin typeface="Courier New"/>
                <a:ea typeface="Courier New"/>
                <a:cs typeface="Courier New"/>
                <a:sym typeface="Courier New"/>
              </a:rPr>
              <a:t>           break;</a:t>
            </a:r>
            <a:endParaRPr/>
          </a:p>
          <a:p>
            <a:pPr indent="0" lvl="0" marL="0" rtl="0" algn="l">
              <a:lnSpc>
                <a:spcPct val="90000"/>
              </a:lnSpc>
              <a:spcBef>
                <a:spcPts val="0"/>
              </a:spcBef>
              <a:spcAft>
                <a:spcPts val="0"/>
              </a:spcAft>
              <a:buClr>
                <a:schemeClr val="dk1"/>
              </a:buClr>
              <a:buSzPts val="2100"/>
              <a:buFont typeface="Arial"/>
              <a:buNone/>
            </a:pPr>
            <a:r>
              <a:rPr lang="en-US" sz="2100">
                <a:latin typeface="Courier New"/>
                <a:ea typeface="Courier New"/>
                <a:cs typeface="Courier New"/>
                <a:sym typeface="Courier New"/>
              </a:rPr>
              <a:t>  case 30: annualInterestRate = 9.0;</a:t>
            </a:r>
            <a:endParaRPr/>
          </a:p>
          <a:p>
            <a:pPr indent="0" lvl="0" marL="0" rtl="0" algn="l">
              <a:lnSpc>
                <a:spcPct val="90000"/>
              </a:lnSpc>
              <a:spcBef>
                <a:spcPts val="0"/>
              </a:spcBef>
              <a:spcAft>
                <a:spcPts val="0"/>
              </a:spcAft>
              <a:buClr>
                <a:schemeClr val="dk1"/>
              </a:buClr>
              <a:buSzPts val="2100"/>
              <a:buFont typeface="Arial"/>
              <a:buNone/>
            </a:pPr>
            <a:r>
              <a:rPr lang="en-US" sz="2100">
                <a:latin typeface="Courier New"/>
                <a:ea typeface="Courier New"/>
                <a:cs typeface="Courier New"/>
                <a:sym typeface="Courier New"/>
              </a:rPr>
              <a:t>           break;</a:t>
            </a:r>
            <a:endParaRPr/>
          </a:p>
          <a:p>
            <a:pPr indent="0" lvl="0" marL="0" rtl="0" algn="l">
              <a:lnSpc>
                <a:spcPct val="90000"/>
              </a:lnSpc>
              <a:spcBef>
                <a:spcPts val="0"/>
              </a:spcBef>
              <a:spcAft>
                <a:spcPts val="0"/>
              </a:spcAft>
              <a:buClr>
                <a:schemeClr val="dk1"/>
              </a:buClr>
              <a:buSzPts val="2100"/>
              <a:buFont typeface="Arial"/>
              <a:buNone/>
            </a:pPr>
            <a:r>
              <a:rPr lang="en-US" sz="2100">
                <a:latin typeface="Courier New"/>
                <a:ea typeface="Courier New"/>
                <a:cs typeface="Courier New"/>
                <a:sym typeface="Courier New"/>
              </a:rPr>
              <a:t>  default: System.out.println(</a:t>
            </a:r>
            <a:endParaRPr/>
          </a:p>
          <a:p>
            <a:pPr indent="0" lvl="0" marL="0" rtl="0" algn="l">
              <a:lnSpc>
                <a:spcPct val="90000"/>
              </a:lnSpc>
              <a:spcBef>
                <a:spcPts val="0"/>
              </a:spcBef>
              <a:spcAft>
                <a:spcPts val="0"/>
              </a:spcAft>
              <a:buClr>
                <a:schemeClr val="dk1"/>
              </a:buClr>
              <a:buSzPts val="2100"/>
              <a:buFont typeface="Arial"/>
              <a:buNone/>
            </a:pPr>
            <a:r>
              <a:rPr lang="en-US" sz="2100">
                <a:latin typeface="Courier New"/>
                <a:ea typeface="Courier New"/>
                <a:cs typeface="Courier New"/>
                <a:sym typeface="Courier New"/>
              </a:rPr>
              <a:t>   "Wrong number of years, enter 7, 15, or 30");</a:t>
            </a:r>
            <a:endParaRPr/>
          </a:p>
          <a:p>
            <a:pPr indent="0" lvl="0" marL="0" rtl="0" algn="l">
              <a:lnSpc>
                <a:spcPct val="90000"/>
              </a:lnSpc>
              <a:spcBef>
                <a:spcPts val="0"/>
              </a:spcBef>
              <a:spcAft>
                <a:spcPts val="0"/>
              </a:spcAft>
              <a:buClr>
                <a:schemeClr val="dk1"/>
              </a:buClr>
              <a:buSzPts val="2100"/>
              <a:buFont typeface="Arial"/>
              <a:buNone/>
            </a:pPr>
            <a:r>
              <a:rPr lang="en-US" sz="2100">
                <a:latin typeface="Courier New"/>
                <a:ea typeface="Courier New"/>
                <a:cs typeface="Courier New"/>
                <a:sym typeface="Courier New"/>
              </a:rPr>
              <a:t>}</a:t>
            </a:r>
            <a:endParaRPr sz="2400">
              <a:latin typeface="Courier New"/>
              <a:ea typeface="Courier New"/>
              <a:cs typeface="Courier New"/>
              <a:sym typeface="Courier New"/>
            </a:endParaRPr>
          </a:p>
        </p:txBody>
      </p:sp>
      <p:pic>
        <p:nvPicPr>
          <p:cNvPr id="295" name="Google Shape;295;p46"/>
          <p:cNvPicPr preferRelativeResize="0"/>
          <p:nvPr/>
        </p:nvPicPr>
        <p:blipFill rotWithShape="1">
          <a:blip r:embed="rId3">
            <a:alphaModFix/>
          </a:blip>
          <a:srcRect b="0" l="877" r="0" t="-2222"/>
          <a:stretch/>
        </p:blipFill>
        <p:spPr>
          <a:xfrm>
            <a:off x="1219200" y="3657600"/>
            <a:ext cx="7313613" cy="274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7"/>
          <p:cNvSpPr txBox="1"/>
          <p:nvPr>
            <p:ph type="title"/>
          </p:nvPr>
        </p:nvSpPr>
        <p:spPr>
          <a:xfrm>
            <a:off x="533400" y="228600"/>
            <a:ext cx="7772400" cy="76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4200"/>
              <a:buFont typeface="Courier New"/>
              <a:buNone/>
            </a:pPr>
            <a:r>
              <a:rPr lang="en-US" sz="4200">
                <a:latin typeface="Courier New"/>
                <a:ea typeface="Courier New"/>
                <a:cs typeface="Courier New"/>
                <a:sym typeface="Courier New"/>
              </a:rPr>
              <a:t>switch</a:t>
            </a:r>
            <a:r>
              <a:rPr lang="en-US"/>
              <a:t> Statement Rules</a:t>
            </a:r>
            <a:endParaRPr/>
          </a:p>
        </p:txBody>
      </p:sp>
      <p:sp>
        <p:nvSpPr>
          <p:cNvPr id="301" name="Google Shape;301;p47"/>
          <p:cNvSpPr txBox="1"/>
          <p:nvPr>
            <p:ph idx="1" type="body"/>
          </p:nvPr>
        </p:nvSpPr>
        <p:spPr>
          <a:xfrm>
            <a:off x="457200" y="914400"/>
            <a:ext cx="8686800" cy="5638800"/>
          </a:xfrm>
          <a:prstGeom prst="rect">
            <a:avLst/>
          </a:prstGeom>
          <a:noFill/>
          <a:ln>
            <a:noFill/>
          </a:ln>
        </p:spPr>
        <p:txBody>
          <a:bodyPr anchorCtr="0" anchor="t" bIns="45700" lIns="91425" spcFirstLastPara="1" rIns="91425" wrap="square" tIns="45700">
            <a:noAutofit/>
          </a:bodyPr>
          <a:lstStyle/>
          <a:p>
            <a:pPr indent="-260350" lvl="0" marL="285750" rtl="0" algn="l">
              <a:lnSpc>
                <a:spcPct val="80000"/>
              </a:lnSpc>
              <a:spcBef>
                <a:spcPts val="0"/>
              </a:spcBef>
              <a:spcAft>
                <a:spcPts val="0"/>
              </a:spcAft>
              <a:buClr>
                <a:schemeClr val="dk1"/>
              </a:buClr>
              <a:buSzPts val="2190"/>
              <a:buChar char="•"/>
            </a:pPr>
            <a:r>
              <a:rPr lang="en-US" sz="2190">
                <a:latin typeface="Courier"/>
                <a:ea typeface="Courier"/>
                <a:cs typeface="Courier"/>
                <a:sym typeface="Courier"/>
              </a:rPr>
              <a:t>The </a:t>
            </a:r>
            <a:r>
              <a:rPr lang="en-US" sz="2190" u="sng">
                <a:latin typeface="Courier"/>
                <a:ea typeface="Courier"/>
                <a:cs typeface="Courier"/>
                <a:sym typeface="Courier"/>
              </a:rPr>
              <a:t>switch-expression</a:t>
            </a:r>
            <a:r>
              <a:rPr lang="en-US" sz="2190">
                <a:latin typeface="Courier"/>
                <a:ea typeface="Courier"/>
                <a:cs typeface="Courier"/>
                <a:sym typeface="Courier"/>
              </a:rPr>
              <a:t> must yield a value of </a:t>
            </a:r>
            <a:r>
              <a:rPr lang="en-US" sz="2190" u="sng">
                <a:latin typeface="Courier"/>
                <a:ea typeface="Courier"/>
                <a:cs typeface="Courier"/>
                <a:sym typeface="Courier"/>
              </a:rPr>
              <a:t>char</a:t>
            </a:r>
            <a:r>
              <a:rPr lang="en-US" sz="2190">
                <a:latin typeface="Courier"/>
                <a:ea typeface="Courier"/>
                <a:cs typeface="Courier"/>
                <a:sym typeface="Courier"/>
              </a:rPr>
              <a:t>, </a:t>
            </a:r>
            <a:r>
              <a:rPr lang="en-US" sz="2190" u="sng">
                <a:latin typeface="Courier"/>
                <a:ea typeface="Courier"/>
                <a:cs typeface="Courier"/>
                <a:sym typeface="Courier"/>
              </a:rPr>
              <a:t>byte</a:t>
            </a:r>
            <a:r>
              <a:rPr lang="en-US" sz="2190">
                <a:latin typeface="Courier"/>
                <a:ea typeface="Courier"/>
                <a:cs typeface="Courier"/>
                <a:sym typeface="Courier"/>
              </a:rPr>
              <a:t>, </a:t>
            </a:r>
            <a:r>
              <a:rPr lang="en-US" sz="2190" u="sng">
                <a:latin typeface="Courier"/>
                <a:ea typeface="Courier"/>
                <a:cs typeface="Courier"/>
                <a:sym typeface="Courier"/>
              </a:rPr>
              <a:t>short</a:t>
            </a:r>
            <a:r>
              <a:rPr lang="en-US" sz="2190">
                <a:latin typeface="Courier"/>
                <a:ea typeface="Courier"/>
                <a:cs typeface="Courier"/>
                <a:sym typeface="Courier"/>
              </a:rPr>
              <a:t>, or </a:t>
            </a:r>
            <a:r>
              <a:rPr lang="en-US" sz="2190" u="sng">
                <a:latin typeface="Courier"/>
                <a:ea typeface="Courier"/>
                <a:cs typeface="Courier"/>
                <a:sym typeface="Courier"/>
              </a:rPr>
              <a:t>int</a:t>
            </a:r>
            <a:r>
              <a:rPr lang="en-US" sz="2190">
                <a:latin typeface="Courier"/>
                <a:ea typeface="Courier"/>
                <a:cs typeface="Courier"/>
                <a:sym typeface="Courier"/>
              </a:rPr>
              <a:t> type and must always be enclosed in parentheses.</a:t>
            </a:r>
            <a:endParaRPr sz="2190"/>
          </a:p>
          <a:p>
            <a:pPr indent="0" lvl="0" marL="0" rtl="0" algn="l">
              <a:lnSpc>
                <a:spcPct val="80000"/>
              </a:lnSpc>
              <a:spcBef>
                <a:spcPts val="0"/>
              </a:spcBef>
              <a:spcAft>
                <a:spcPts val="0"/>
              </a:spcAft>
              <a:buClr>
                <a:schemeClr val="dk1"/>
              </a:buClr>
              <a:buSzPts val="2590"/>
              <a:buNone/>
            </a:pPr>
            <a:r>
              <a:t/>
            </a:r>
            <a:endParaRPr sz="2190">
              <a:latin typeface="Courier"/>
              <a:ea typeface="Courier"/>
              <a:cs typeface="Courier"/>
              <a:sym typeface="Courier"/>
            </a:endParaRPr>
          </a:p>
          <a:p>
            <a:pPr indent="-260350" lvl="0" marL="285750" rtl="0" algn="l">
              <a:lnSpc>
                <a:spcPct val="80000"/>
              </a:lnSpc>
              <a:spcBef>
                <a:spcPts val="0"/>
              </a:spcBef>
              <a:spcAft>
                <a:spcPts val="0"/>
              </a:spcAft>
              <a:buClr>
                <a:schemeClr val="dk1"/>
              </a:buClr>
              <a:buSzPts val="2190"/>
              <a:buChar char="•"/>
            </a:pPr>
            <a:r>
              <a:rPr lang="en-US" sz="2190">
                <a:latin typeface="Courier"/>
                <a:ea typeface="Courier"/>
                <a:cs typeface="Courier"/>
                <a:sym typeface="Courier"/>
              </a:rPr>
              <a:t>The </a:t>
            </a:r>
            <a:r>
              <a:rPr lang="en-US" sz="2190" u="sng">
                <a:latin typeface="Courier"/>
                <a:ea typeface="Courier"/>
                <a:cs typeface="Courier"/>
                <a:sym typeface="Courier"/>
              </a:rPr>
              <a:t>value1</a:t>
            </a:r>
            <a:r>
              <a:rPr lang="en-US" sz="2190">
                <a:latin typeface="Courier"/>
                <a:ea typeface="Courier"/>
                <a:cs typeface="Courier"/>
                <a:sym typeface="Courier"/>
              </a:rPr>
              <a:t>, ..., and </a:t>
            </a:r>
            <a:r>
              <a:rPr lang="en-US" sz="2190" u="sng">
                <a:latin typeface="Courier"/>
                <a:ea typeface="Courier"/>
                <a:cs typeface="Courier"/>
                <a:sym typeface="Courier"/>
              </a:rPr>
              <a:t>valueN</a:t>
            </a:r>
            <a:r>
              <a:rPr lang="en-US" sz="2190">
                <a:latin typeface="Courier"/>
                <a:ea typeface="Courier"/>
                <a:cs typeface="Courier"/>
                <a:sym typeface="Courier"/>
              </a:rPr>
              <a:t> must have the same data type as the value of the </a:t>
            </a:r>
            <a:r>
              <a:rPr lang="en-US" sz="2190" u="sng">
                <a:latin typeface="Courier"/>
                <a:ea typeface="Courier"/>
                <a:cs typeface="Courier"/>
                <a:sym typeface="Courier"/>
              </a:rPr>
              <a:t>switch-expression</a:t>
            </a:r>
            <a:r>
              <a:rPr lang="en-US" sz="2190">
                <a:latin typeface="Courier"/>
                <a:ea typeface="Courier"/>
                <a:cs typeface="Courier"/>
                <a:sym typeface="Courier"/>
              </a:rPr>
              <a:t>. </a:t>
            </a:r>
            <a:endParaRPr sz="2190">
              <a:latin typeface="Courier"/>
              <a:ea typeface="Courier"/>
              <a:cs typeface="Courier"/>
              <a:sym typeface="Courier"/>
            </a:endParaRPr>
          </a:p>
          <a:p>
            <a:pPr indent="-121285" lvl="0" marL="285750" rtl="0" algn="l">
              <a:lnSpc>
                <a:spcPct val="80000"/>
              </a:lnSpc>
              <a:spcBef>
                <a:spcPts val="0"/>
              </a:spcBef>
              <a:spcAft>
                <a:spcPts val="0"/>
              </a:spcAft>
              <a:buClr>
                <a:schemeClr val="dk1"/>
              </a:buClr>
              <a:buSzPts val="2590"/>
              <a:buNone/>
            </a:pPr>
            <a:r>
              <a:t/>
            </a:r>
            <a:endParaRPr sz="2190">
              <a:latin typeface="Courier"/>
              <a:ea typeface="Courier"/>
              <a:cs typeface="Courier"/>
              <a:sym typeface="Courier"/>
            </a:endParaRPr>
          </a:p>
          <a:p>
            <a:pPr indent="-260350" lvl="0" marL="285750" rtl="0" algn="l">
              <a:lnSpc>
                <a:spcPct val="80000"/>
              </a:lnSpc>
              <a:spcBef>
                <a:spcPts val="0"/>
              </a:spcBef>
              <a:spcAft>
                <a:spcPts val="0"/>
              </a:spcAft>
              <a:buClr>
                <a:schemeClr val="dk1"/>
              </a:buClr>
              <a:buSzPts val="2190"/>
              <a:buChar char="•"/>
            </a:pPr>
            <a:r>
              <a:rPr lang="en-US" sz="2190">
                <a:latin typeface="Courier"/>
                <a:ea typeface="Courier"/>
                <a:cs typeface="Courier"/>
                <a:sym typeface="Courier"/>
              </a:rPr>
              <a:t>The resulting statements in the </a:t>
            </a:r>
            <a:r>
              <a:rPr lang="en-US" sz="2190" u="sng">
                <a:latin typeface="Courier"/>
                <a:ea typeface="Courier"/>
                <a:cs typeface="Courier"/>
                <a:sym typeface="Courier"/>
              </a:rPr>
              <a:t>case</a:t>
            </a:r>
            <a:r>
              <a:rPr lang="en-US" sz="2190">
                <a:latin typeface="Courier"/>
                <a:ea typeface="Courier"/>
                <a:cs typeface="Courier"/>
                <a:sym typeface="Courier"/>
              </a:rPr>
              <a:t> statement are executed when the value in the </a:t>
            </a:r>
            <a:r>
              <a:rPr lang="en-US" sz="2190" u="sng">
                <a:latin typeface="Courier"/>
                <a:ea typeface="Courier"/>
                <a:cs typeface="Courier"/>
                <a:sym typeface="Courier"/>
              </a:rPr>
              <a:t>case</a:t>
            </a:r>
            <a:r>
              <a:rPr lang="en-US" sz="2190">
                <a:latin typeface="Courier"/>
                <a:ea typeface="Courier"/>
                <a:cs typeface="Courier"/>
                <a:sym typeface="Courier"/>
              </a:rPr>
              <a:t> statement matches the value of the </a:t>
            </a:r>
            <a:r>
              <a:rPr lang="en-US" sz="2190" u="sng">
                <a:latin typeface="Courier"/>
                <a:ea typeface="Courier"/>
                <a:cs typeface="Courier"/>
                <a:sym typeface="Courier"/>
              </a:rPr>
              <a:t>switch-expression</a:t>
            </a:r>
            <a:r>
              <a:rPr lang="en-US" sz="2190">
                <a:latin typeface="Courier"/>
                <a:ea typeface="Courier"/>
                <a:cs typeface="Courier"/>
                <a:sym typeface="Courier"/>
              </a:rPr>
              <a:t>. (The </a:t>
            </a:r>
            <a:r>
              <a:rPr lang="en-US" sz="2190" u="sng">
                <a:latin typeface="Courier"/>
                <a:ea typeface="Courier"/>
                <a:cs typeface="Courier"/>
                <a:sym typeface="Courier"/>
              </a:rPr>
              <a:t>case</a:t>
            </a:r>
            <a:r>
              <a:rPr lang="en-US" sz="2190">
                <a:latin typeface="Courier"/>
                <a:ea typeface="Courier"/>
                <a:cs typeface="Courier"/>
                <a:sym typeface="Courier"/>
              </a:rPr>
              <a:t> statements are executed in sequential order.)</a:t>
            </a:r>
            <a:endParaRPr sz="2190"/>
          </a:p>
          <a:p>
            <a:pPr indent="-55563" lvl="0" marL="55563" rtl="0" algn="l">
              <a:lnSpc>
                <a:spcPct val="80000"/>
              </a:lnSpc>
              <a:spcBef>
                <a:spcPts val="0"/>
              </a:spcBef>
              <a:spcAft>
                <a:spcPts val="0"/>
              </a:spcAft>
              <a:buClr>
                <a:schemeClr val="dk1"/>
              </a:buClr>
              <a:buSzPts val="2590"/>
              <a:buFont typeface="Arial"/>
              <a:buNone/>
            </a:pPr>
            <a:r>
              <a:rPr lang="en-US" sz="2190">
                <a:latin typeface="Courier"/>
                <a:ea typeface="Courier"/>
                <a:cs typeface="Courier"/>
                <a:sym typeface="Courier"/>
              </a:rPr>
              <a:t>		</a:t>
            </a:r>
            <a:endParaRPr sz="2190"/>
          </a:p>
          <a:p>
            <a:pPr indent="-260350" lvl="0" marL="285750" rtl="0" algn="l">
              <a:lnSpc>
                <a:spcPct val="80000"/>
              </a:lnSpc>
              <a:spcBef>
                <a:spcPts val="0"/>
              </a:spcBef>
              <a:spcAft>
                <a:spcPts val="0"/>
              </a:spcAft>
              <a:buClr>
                <a:schemeClr val="dk1"/>
              </a:buClr>
              <a:buSzPts val="2190"/>
              <a:buChar char="•"/>
            </a:pPr>
            <a:r>
              <a:rPr lang="en-US" sz="2190">
                <a:latin typeface="Courier"/>
                <a:ea typeface="Courier"/>
                <a:cs typeface="Courier"/>
                <a:sym typeface="Courier"/>
              </a:rPr>
              <a:t>The keyword </a:t>
            </a:r>
            <a:r>
              <a:rPr lang="en-US" sz="2190" u="sng">
                <a:latin typeface="Courier"/>
                <a:ea typeface="Courier"/>
                <a:cs typeface="Courier"/>
                <a:sym typeface="Courier"/>
              </a:rPr>
              <a:t>break</a:t>
            </a:r>
            <a:r>
              <a:rPr lang="en-US" sz="2190">
                <a:latin typeface="Courier"/>
                <a:ea typeface="Courier"/>
                <a:cs typeface="Courier"/>
                <a:sym typeface="Courier"/>
              </a:rPr>
              <a:t> is optional, but it </a:t>
            </a:r>
            <a:r>
              <a:rPr lang="en-US" sz="2190">
                <a:solidFill>
                  <a:srgbClr val="FF0000"/>
                </a:solidFill>
                <a:latin typeface="Courier"/>
                <a:ea typeface="Courier"/>
                <a:cs typeface="Courier"/>
                <a:sym typeface="Courier"/>
              </a:rPr>
              <a:t>should be used at the end of each case in order to terminate the remainder of the </a:t>
            </a:r>
            <a:r>
              <a:rPr lang="en-US" sz="2190" u="sng">
                <a:solidFill>
                  <a:srgbClr val="FF0000"/>
                </a:solidFill>
                <a:latin typeface="Courier"/>
                <a:ea typeface="Courier"/>
                <a:cs typeface="Courier"/>
                <a:sym typeface="Courier"/>
              </a:rPr>
              <a:t>switch</a:t>
            </a:r>
            <a:r>
              <a:rPr lang="en-US" sz="2190">
                <a:solidFill>
                  <a:srgbClr val="FF0000"/>
                </a:solidFill>
                <a:latin typeface="Courier"/>
                <a:ea typeface="Courier"/>
                <a:cs typeface="Courier"/>
                <a:sym typeface="Courier"/>
              </a:rPr>
              <a:t> statement</a:t>
            </a:r>
            <a:r>
              <a:rPr lang="en-US" sz="2190">
                <a:latin typeface="Courier"/>
                <a:ea typeface="Courier"/>
                <a:cs typeface="Courier"/>
                <a:sym typeface="Courier"/>
              </a:rPr>
              <a:t>. </a:t>
            </a:r>
            <a:endParaRPr sz="2190">
              <a:latin typeface="Courier"/>
              <a:ea typeface="Courier"/>
              <a:cs typeface="Courier"/>
              <a:sym typeface="Courier"/>
            </a:endParaRPr>
          </a:p>
          <a:p>
            <a:pPr indent="0" lvl="0" marL="0" rtl="0" algn="l">
              <a:lnSpc>
                <a:spcPct val="80000"/>
              </a:lnSpc>
              <a:spcBef>
                <a:spcPts val="0"/>
              </a:spcBef>
              <a:spcAft>
                <a:spcPts val="0"/>
              </a:spcAft>
              <a:buClr>
                <a:schemeClr val="dk1"/>
              </a:buClr>
              <a:buSzPts val="2590"/>
              <a:buNone/>
            </a:pPr>
            <a:r>
              <a:rPr lang="en-US" sz="2190">
                <a:latin typeface="Courier"/>
                <a:ea typeface="Courier"/>
                <a:cs typeface="Courier"/>
                <a:sym typeface="Courier"/>
              </a:rPr>
              <a:t>	If the </a:t>
            </a:r>
            <a:r>
              <a:rPr lang="en-US" sz="2190" u="sng">
                <a:latin typeface="Courier"/>
                <a:ea typeface="Courier"/>
                <a:cs typeface="Courier"/>
                <a:sym typeface="Courier"/>
              </a:rPr>
              <a:t>break</a:t>
            </a:r>
            <a:r>
              <a:rPr lang="en-US" sz="2190">
                <a:latin typeface="Courier"/>
                <a:ea typeface="Courier"/>
                <a:cs typeface="Courier"/>
                <a:sym typeface="Courier"/>
              </a:rPr>
              <a:t> statement is not present, the next </a:t>
            </a:r>
            <a:r>
              <a:rPr lang="en-US" sz="2190" u="sng">
                <a:latin typeface="Courier"/>
                <a:ea typeface="Courier"/>
                <a:cs typeface="Courier"/>
                <a:sym typeface="Courier"/>
              </a:rPr>
              <a:t>case</a:t>
            </a:r>
            <a:r>
              <a:rPr lang="en-US" sz="2190">
                <a:latin typeface="Courier"/>
                <a:ea typeface="Courier"/>
                <a:cs typeface="Courier"/>
                <a:sym typeface="Courier"/>
              </a:rPr>
              <a:t> statement will be executed.</a:t>
            </a:r>
            <a:endParaRPr sz="219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8"/>
          <p:cNvSpPr txBox="1"/>
          <p:nvPr>
            <p:ph type="title"/>
          </p:nvPr>
        </p:nvSpPr>
        <p:spPr>
          <a:xfrm>
            <a:off x="228600" y="533400"/>
            <a:ext cx="7772400" cy="76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4200"/>
              <a:buFont typeface="Courier New"/>
              <a:buNone/>
            </a:pPr>
            <a:r>
              <a:rPr lang="en-US" sz="4200">
                <a:latin typeface="Courier New"/>
                <a:ea typeface="Courier New"/>
                <a:cs typeface="Courier New"/>
                <a:sym typeface="Courier New"/>
              </a:rPr>
              <a:t>switch</a:t>
            </a:r>
            <a:r>
              <a:rPr lang="en-US"/>
              <a:t> Statement Rules, cont.</a:t>
            </a:r>
            <a:endParaRPr/>
          </a:p>
        </p:txBody>
      </p:sp>
      <p:sp>
        <p:nvSpPr>
          <p:cNvPr id="307" name="Google Shape;307;p48"/>
          <p:cNvSpPr txBox="1"/>
          <p:nvPr>
            <p:ph idx="1" type="body"/>
          </p:nvPr>
        </p:nvSpPr>
        <p:spPr>
          <a:xfrm>
            <a:off x="762000" y="1066800"/>
            <a:ext cx="8077200" cy="4038600"/>
          </a:xfrm>
          <a:prstGeom prst="rect">
            <a:avLst/>
          </a:prstGeom>
          <a:noFill/>
          <a:ln>
            <a:noFill/>
          </a:ln>
        </p:spPr>
        <p:txBody>
          <a:bodyPr anchorCtr="0" anchor="t" bIns="45700" lIns="91425" spcFirstLastPara="1" rIns="91425" wrap="square" tIns="45700">
            <a:normAutofit lnSpcReduction="10000"/>
          </a:bodyPr>
          <a:lstStyle/>
          <a:p>
            <a:pPr indent="-55563" lvl="0" marL="55563" rtl="0" algn="l">
              <a:lnSpc>
                <a:spcPct val="90000"/>
              </a:lnSpc>
              <a:spcBef>
                <a:spcPts val="0"/>
              </a:spcBef>
              <a:spcAft>
                <a:spcPts val="0"/>
              </a:spcAft>
              <a:buClr>
                <a:schemeClr val="dk1"/>
              </a:buClr>
              <a:buSzPts val="2800"/>
              <a:buFont typeface="Arial"/>
              <a:buNone/>
            </a:pPr>
            <a:r>
              <a:t/>
            </a:r>
            <a:endParaRPr sz="2800">
              <a:latin typeface="Courier"/>
              <a:ea typeface="Courier"/>
              <a:cs typeface="Courier"/>
              <a:sym typeface="Courier"/>
            </a:endParaRPr>
          </a:p>
          <a:p>
            <a:pPr indent="-285750" lvl="0" marL="285750" rtl="0" algn="l">
              <a:lnSpc>
                <a:spcPct val="90000"/>
              </a:lnSpc>
              <a:spcBef>
                <a:spcPts val="0"/>
              </a:spcBef>
              <a:spcAft>
                <a:spcPts val="0"/>
              </a:spcAft>
              <a:buClr>
                <a:schemeClr val="dk1"/>
              </a:buClr>
              <a:buSzPts val="2800"/>
              <a:buChar char="•"/>
            </a:pPr>
            <a:r>
              <a:rPr lang="en-US">
                <a:latin typeface="Courier"/>
                <a:ea typeface="Courier"/>
                <a:cs typeface="Courier"/>
                <a:sym typeface="Courier"/>
              </a:rPr>
              <a:t>The default case, which is optional, can be used to perform actions when none of the specified cases is true. </a:t>
            </a:r>
            <a:endParaRPr>
              <a:latin typeface="Courier"/>
              <a:ea typeface="Courier"/>
              <a:cs typeface="Courier"/>
              <a:sym typeface="Courier"/>
            </a:endParaRPr>
          </a:p>
          <a:p>
            <a:pPr indent="-107950" lvl="0" marL="285750" rtl="0" algn="l">
              <a:lnSpc>
                <a:spcPct val="90000"/>
              </a:lnSpc>
              <a:spcBef>
                <a:spcPts val="0"/>
              </a:spcBef>
              <a:spcAft>
                <a:spcPts val="0"/>
              </a:spcAft>
              <a:buClr>
                <a:schemeClr val="dk1"/>
              </a:buClr>
              <a:buSzPts val="2800"/>
              <a:buNone/>
            </a:pPr>
            <a:r>
              <a:t/>
            </a:r>
            <a:endParaRPr>
              <a:latin typeface="Courier"/>
              <a:ea typeface="Courier"/>
              <a:cs typeface="Courier"/>
              <a:sym typeface="Courier"/>
            </a:endParaRPr>
          </a:p>
          <a:p>
            <a:pPr indent="0" lvl="0" marL="0" rtl="0" algn="l">
              <a:lnSpc>
                <a:spcPct val="90000"/>
              </a:lnSpc>
              <a:spcBef>
                <a:spcPts val="0"/>
              </a:spcBef>
              <a:spcAft>
                <a:spcPts val="0"/>
              </a:spcAft>
              <a:buClr>
                <a:schemeClr val="dk1"/>
              </a:buClr>
              <a:buSzPts val="2800"/>
              <a:buNone/>
            </a:pPr>
            <a:r>
              <a:t/>
            </a:r>
            <a:endParaRPr>
              <a:latin typeface="Courier"/>
              <a:ea typeface="Courier"/>
              <a:cs typeface="Courier"/>
              <a:sym typeface="Courier"/>
            </a:endParaRPr>
          </a:p>
          <a:p>
            <a:pPr indent="-285750" lvl="0" marL="285750" rtl="0" algn="l">
              <a:lnSpc>
                <a:spcPct val="90000"/>
              </a:lnSpc>
              <a:spcBef>
                <a:spcPts val="0"/>
              </a:spcBef>
              <a:spcAft>
                <a:spcPts val="0"/>
              </a:spcAft>
              <a:buClr>
                <a:schemeClr val="dk1"/>
              </a:buClr>
              <a:buSzPts val="2800"/>
              <a:buChar char="•"/>
            </a:pPr>
            <a:r>
              <a:rPr lang="en-US">
                <a:latin typeface="Courier"/>
                <a:ea typeface="Courier"/>
                <a:cs typeface="Courier"/>
                <a:sym typeface="Courier"/>
              </a:rPr>
              <a:t>The order of the cases (including the default case) does not matter. However, it is a good programming style to follow the logical sequence of the cases and place the default case at the end.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9"/>
          <p:cNvSpPr txBox="1"/>
          <p:nvPr>
            <p:ph type="title"/>
          </p:nvPr>
        </p:nvSpPr>
        <p:spPr>
          <a:xfrm>
            <a:off x="304800" y="304800"/>
            <a:ext cx="7772400" cy="76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Note:</a:t>
            </a:r>
            <a:endParaRPr b="1">
              <a:latin typeface="Book Antiqua"/>
              <a:ea typeface="Book Antiqua"/>
              <a:cs typeface="Book Antiqua"/>
              <a:sym typeface="Book Antiqua"/>
            </a:endParaRPr>
          </a:p>
        </p:txBody>
      </p:sp>
      <p:sp>
        <p:nvSpPr>
          <p:cNvPr id="313" name="Google Shape;313;p49"/>
          <p:cNvSpPr txBox="1"/>
          <p:nvPr>
            <p:ph idx="1" type="body"/>
          </p:nvPr>
        </p:nvSpPr>
        <p:spPr>
          <a:xfrm>
            <a:off x="609600" y="1233055"/>
            <a:ext cx="8534400" cy="5638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a:latin typeface="Courier"/>
                <a:ea typeface="Courier"/>
                <a:cs typeface="Courier"/>
                <a:sym typeface="Courier"/>
              </a:rPr>
              <a:t>Do not forget to use a break statement when one is needed. For example, the following code always displays Wrong number of years regardless of what numOfYears is. </a:t>
            </a:r>
            <a:endParaRPr>
              <a:latin typeface="Courier"/>
              <a:ea typeface="Courier"/>
              <a:cs typeface="Courier"/>
              <a:sym typeface="Courier"/>
            </a:endParaRPr>
          </a:p>
          <a:p>
            <a:pPr indent="0" lvl="0" marL="0" rtl="0" algn="l">
              <a:lnSpc>
                <a:spcPct val="90000"/>
              </a:lnSpc>
              <a:spcBef>
                <a:spcPts val="0"/>
              </a:spcBef>
              <a:spcAft>
                <a:spcPts val="0"/>
              </a:spcAft>
              <a:buClr>
                <a:schemeClr val="dk1"/>
              </a:buClr>
              <a:buSzPts val="2800"/>
              <a:buFont typeface="Arial"/>
              <a:buNone/>
            </a:pPr>
            <a:r>
              <a:t/>
            </a:r>
            <a:endParaRPr sz="2800">
              <a:latin typeface="Courier"/>
              <a:ea typeface="Courier"/>
              <a:cs typeface="Courier"/>
              <a:sym typeface="Courier"/>
            </a:endParaRPr>
          </a:p>
          <a:p>
            <a:pPr indent="0" lvl="0" marL="0" rtl="0" algn="l">
              <a:lnSpc>
                <a:spcPct val="90000"/>
              </a:lnSpc>
              <a:spcBef>
                <a:spcPts val="0"/>
              </a:spcBef>
              <a:spcAft>
                <a:spcPts val="0"/>
              </a:spcAft>
              <a:buClr>
                <a:schemeClr val="dk1"/>
              </a:buClr>
              <a:buSzPts val="2800"/>
              <a:buFont typeface="Arial"/>
              <a:buNone/>
            </a:pPr>
            <a:r>
              <a:t/>
            </a:r>
            <a:endParaRPr sz="2800">
              <a:latin typeface="Courier"/>
              <a:ea typeface="Courier"/>
              <a:cs typeface="Courier"/>
              <a:sym typeface="Courier"/>
            </a:endParaRPr>
          </a:p>
          <a:p>
            <a:pPr indent="0" lvl="0" marL="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switch (numOfYears) {</a:t>
            </a:r>
            <a:endParaRPr/>
          </a:p>
          <a:p>
            <a:pPr indent="0" lvl="0" marL="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  case 7:  annualInterestRate = 7.25;</a:t>
            </a:r>
            <a:endParaRPr/>
          </a:p>
          <a:p>
            <a:pPr indent="0" lvl="0" marL="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  case 15: annualInterestRate = 8.50;</a:t>
            </a:r>
            <a:endParaRPr/>
          </a:p>
          <a:p>
            <a:pPr indent="0" lvl="0" marL="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  case 30: annualInterestRate = 9.0;</a:t>
            </a:r>
            <a:endParaRPr/>
          </a:p>
          <a:p>
            <a:pPr indent="0" lvl="0" marL="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  default: System.out.println("Wrong number of years");</a:t>
            </a:r>
            <a:endParaRPr/>
          </a:p>
          <a:p>
            <a:pPr indent="0" lvl="0" marL="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0"/>
          <p:cNvSpPr txBox="1"/>
          <p:nvPr>
            <p:ph type="title"/>
          </p:nvPr>
        </p:nvSpPr>
        <p:spPr>
          <a:xfrm>
            <a:off x="685800" y="228600"/>
            <a:ext cx="7772400" cy="120015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Repetitions</a:t>
            </a:r>
            <a:endParaRPr/>
          </a:p>
        </p:txBody>
      </p:sp>
      <p:sp>
        <p:nvSpPr>
          <p:cNvPr id="319" name="Google Shape;319;p50"/>
          <p:cNvSpPr/>
          <p:nvPr/>
        </p:nvSpPr>
        <p:spPr>
          <a:xfrm>
            <a:off x="692727" y="1600200"/>
            <a:ext cx="6248400" cy="3810000"/>
          </a:xfrm>
          <a:prstGeom prst="rect">
            <a:avLst/>
          </a:prstGeom>
          <a:noFill/>
          <a:ln>
            <a:noFill/>
          </a:ln>
        </p:spPr>
        <p:txBody>
          <a:bodyPr anchorCtr="0" anchor="t" bIns="46025" lIns="92075" spcFirstLastPara="1" rIns="92075" wrap="square" tIns="46025">
            <a:noAutofit/>
          </a:bodyPr>
          <a:lstStyle/>
          <a:p>
            <a:pPr indent="-342900" lvl="0" marL="342900" marR="0" rtl="0" algn="l">
              <a:spcBef>
                <a:spcPts val="0"/>
              </a:spcBef>
              <a:spcAft>
                <a:spcPts val="0"/>
              </a:spcAft>
              <a:buClr>
                <a:schemeClr val="dk2"/>
              </a:buClr>
              <a:buSzPts val="2250"/>
              <a:buFont typeface="Arial"/>
              <a:buChar char="●"/>
            </a:pPr>
            <a:r>
              <a:rPr lang="en-US" sz="3000">
                <a:solidFill>
                  <a:schemeClr val="dk1"/>
                </a:solidFill>
                <a:latin typeface="Courier New"/>
                <a:ea typeface="Courier New"/>
                <a:cs typeface="Courier New"/>
                <a:sym typeface="Courier New"/>
              </a:rPr>
              <a:t>while</a:t>
            </a:r>
            <a:r>
              <a:rPr lang="en-US" sz="3200">
                <a:solidFill>
                  <a:schemeClr val="dk1"/>
                </a:solidFill>
                <a:latin typeface="Calibri"/>
                <a:ea typeface="Calibri"/>
                <a:cs typeface="Calibri"/>
                <a:sym typeface="Calibri"/>
              </a:rPr>
              <a:t> Loops</a:t>
            </a:r>
            <a:endParaRPr/>
          </a:p>
          <a:p>
            <a:pPr indent="-342900" lvl="0" marL="342900" marR="0" rtl="0" algn="l">
              <a:spcBef>
                <a:spcPts val="1600"/>
              </a:spcBef>
              <a:spcAft>
                <a:spcPts val="0"/>
              </a:spcAft>
              <a:buClr>
                <a:schemeClr val="dk2"/>
              </a:buClr>
              <a:buSzPts val="2400"/>
              <a:buFont typeface="Arial"/>
              <a:buChar char="●"/>
            </a:pPr>
            <a:r>
              <a:rPr lang="en-US" sz="3200">
                <a:solidFill>
                  <a:schemeClr val="dk1"/>
                </a:solidFill>
                <a:latin typeface="Calibri"/>
                <a:ea typeface="Calibri"/>
                <a:cs typeface="Calibri"/>
                <a:sym typeface="Calibri"/>
              </a:rPr>
              <a:t> </a:t>
            </a:r>
            <a:r>
              <a:rPr lang="en-US" sz="3000">
                <a:solidFill>
                  <a:schemeClr val="dk1"/>
                </a:solidFill>
                <a:latin typeface="Courier New"/>
                <a:ea typeface="Courier New"/>
                <a:cs typeface="Courier New"/>
                <a:sym typeface="Courier New"/>
              </a:rPr>
              <a:t>do-while</a:t>
            </a:r>
            <a:r>
              <a:rPr lang="en-US" sz="3200">
                <a:solidFill>
                  <a:schemeClr val="dk1"/>
                </a:solidFill>
                <a:latin typeface="Calibri"/>
                <a:ea typeface="Calibri"/>
                <a:cs typeface="Calibri"/>
                <a:sym typeface="Calibri"/>
              </a:rPr>
              <a:t> Loops</a:t>
            </a:r>
            <a:endParaRPr/>
          </a:p>
          <a:p>
            <a:pPr indent="-342900" lvl="0" marL="342900" marR="0" rtl="0" algn="l">
              <a:spcBef>
                <a:spcPts val="640"/>
              </a:spcBef>
              <a:spcAft>
                <a:spcPts val="0"/>
              </a:spcAft>
              <a:buClr>
                <a:schemeClr val="dk2"/>
              </a:buClr>
              <a:buSzPts val="2250"/>
              <a:buFont typeface="Arial"/>
              <a:buChar char="●"/>
            </a:pPr>
            <a:r>
              <a:rPr lang="en-US" sz="3000">
                <a:solidFill>
                  <a:schemeClr val="dk1"/>
                </a:solidFill>
                <a:latin typeface="Courier New"/>
                <a:ea typeface="Courier New"/>
                <a:cs typeface="Courier New"/>
                <a:sym typeface="Courier New"/>
              </a:rPr>
              <a:t>for</a:t>
            </a:r>
            <a:r>
              <a:rPr lang="en-US" sz="3200">
                <a:solidFill>
                  <a:schemeClr val="dk1"/>
                </a:solidFill>
                <a:latin typeface="Calibri"/>
                <a:ea typeface="Calibri"/>
                <a:cs typeface="Calibri"/>
                <a:sym typeface="Calibri"/>
              </a:rPr>
              <a:t> Loops</a:t>
            </a:r>
            <a:endParaRPr/>
          </a:p>
          <a:p>
            <a:pPr indent="-342900" lvl="0" marL="342900" marR="0" rtl="0" algn="l">
              <a:spcBef>
                <a:spcPts val="640"/>
              </a:spcBef>
              <a:spcAft>
                <a:spcPts val="0"/>
              </a:spcAft>
              <a:buClr>
                <a:schemeClr val="dk2"/>
              </a:buClr>
              <a:buSzPts val="2250"/>
              <a:buFont typeface="Arial"/>
              <a:buChar char="●"/>
            </a:pPr>
            <a:r>
              <a:rPr lang="en-US" sz="3000">
                <a:solidFill>
                  <a:schemeClr val="dk1"/>
                </a:solidFill>
                <a:latin typeface="Courier New"/>
                <a:ea typeface="Courier New"/>
                <a:cs typeface="Courier New"/>
                <a:sym typeface="Courier New"/>
              </a:rPr>
              <a:t>for</a:t>
            </a:r>
            <a:r>
              <a:rPr lang="en-US" sz="3200">
                <a:solidFill>
                  <a:schemeClr val="dk1"/>
                </a:solidFill>
                <a:latin typeface="Calibri"/>
                <a:ea typeface="Calibri"/>
                <a:cs typeface="Calibri"/>
                <a:sym typeface="Calibri"/>
              </a:rPr>
              <a:t> each loops</a:t>
            </a:r>
            <a:endParaRPr/>
          </a:p>
          <a:p>
            <a:pPr indent="-342900" lvl="0" marL="342900" marR="0" rtl="0" algn="l">
              <a:spcBef>
                <a:spcPts val="640"/>
              </a:spcBef>
              <a:spcAft>
                <a:spcPts val="0"/>
              </a:spcAft>
              <a:buClr>
                <a:schemeClr val="dk2"/>
              </a:buClr>
              <a:buSzPts val="2250"/>
              <a:buFont typeface="Arial"/>
              <a:buChar char="●"/>
            </a:pPr>
            <a:r>
              <a:rPr lang="en-US" sz="3000">
                <a:solidFill>
                  <a:schemeClr val="dk1"/>
                </a:solidFill>
                <a:latin typeface="Courier New"/>
                <a:ea typeface="Courier New"/>
                <a:cs typeface="Courier New"/>
                <a:sym typeface="Courier New"/>
              </a:rPr>
              <a:t>break</a:t>
            </a:r>
            <a:r>
              <a:rPr lang="en-US" sz="3200">
                <a:solidFill>
                  <a:schemeClr val="dk1"/>
                </a:solidFill>
                <a:latin typeface="Calibri"/>
                <a:ea typeface="Calibri"/>
                <a:cs typeface="Calibri"/>
                <a:sym typeface="Calibri"/>
              </a:rPr>
              <a:t> and </a:t>
            </a:r>
            <a:r>
              <a:rPr lang="en-US" sz="3000">
                <a:solidFill>
                  <a:schemeClr val="dk1"/>
                </a:solidFill>
                <a:latin typeface="Courier New"/>
                <a:ea typeface="Courier New"/>
                <a:cs typeface="Courier New"/>
                <a:sym typeface="Courier New"/>
              </a:rPr>
              <a:t>continue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1"/>
          <p:cNvSpPr txBox="1"/>
          <p:nvPr>
            <p:ph type="title"/>
          </p:nvPr>
        </p:nvSpPr>
        <p:spPr>
          <a:xfrm>
            <a:off x="685800" y="228600"/>
            <a:ext cx="7772400" cy="142875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4200"/>
              <a:buFont typeface="Courier New"/>
              <a:buNone/>
            </a:pPr>
            <a:r>
              <a:rPr lang="en-US" sz="4200">
                <a:latin typeface="Courier New"/>
                <a:ea typeface="Courier New"/>
                <a:cs typeface="Courier New"/>
                <a:sym typeface="Courier New"/>
              </a:rPr>
              <a:t>while</a:t>
            </a:r>
            <a:r>
              <a:rPr lang="en-US"/>
              <a:t> Loop Flow Chart</a:t>
            </a:r>
            <a:endParaRPr/>
          </a:p>
        </p:txBody>
      </p:sp>
      <p:pic>
        <p:nvPicPr>
          <p:cNvPr id="325" name="Google Shape;325;p51"/>
          <p:cNvPicPr preferRelativeResize="0"/>
          <p:nvPr/>
        </p:nvPicPr>
        <p:blipFill rotWithShape="1">
          <a:blip r:embed="rId3">
            <a:alphaModFix/>
          </a:blip>
          <a:srcRect b="3548" l="12758" r="2727" t="26849"/>
          <a:stretch/>
        </p:blipFill>
        <p:spPr>
          <a:xfrm>
            <a:off x="3162300" y="1981200"/>
            <a:ext cx="4494213" cy="4113212"/>
          </a:xfrm>
          <a:prstGeom prst="rect">
            <a:avLst/>
          </a:prstGeom>
          <a:noFill/>
          <a:ln>
            <a:noFill/>
          </a:ln>
        </p:spPr>
      </p:pic>
      <p:sp>
        <p:nvSpPr>
          <p:cNvPr id="326" name="Google Shape;326;p51"/>
          <p:cNvSpPr/>
          <p:nvPr/>
        </p:nvSpPr>
        <p:spPr>
          <a:xfrm>
            <a:off x="685800" y="1371600"/>
            <a:ext cx="4953000" cy="1508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while (continuation-condition) {</a:t>
            </a:r>
            <a:endParaRPr/>
          </a:p>
          <a:p>
            <a:pPr indent="0" lvl="0" marL="0" marR="0" rtl="0" algn="l">
              <a:lnSpc>
                <a:spcPct val="90000"/>
              </a:lnSpc>
              <a:spcBef>
                <a:spcPts val="100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 // loop-body;</a:t>
            </a:r>
            <a:endParaRPr/>
          </a:p>
          <a:p>
            <a:pPr indent="0" lvl="0" marL="0" marR="0" rtl="0" algn="l">
              <a:lnSpc>
                <a:spcPct val="90000"/>
              </a:lnSpc>
              <a:spcBef>
                <a:spcPts val="100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2"/>
          <p:cNvSpPr txBox="1"/>
          <p:nvPr>
            <p:ph type="title"/>
          </p:nvPr>
        </p:nvSpPr>
        <p:spPr>
          <a:xfrm>
            <a:off x="173182" y="457200"/>
            <a:ext cx="7772400" cy="10668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4200"/>
              <a:buFont typeface="Courier New"/>
              <a:buNone/>
            </a:pPr>
            <a:r>
              <a:rPr lang="en-US" sz="4200">
                <a:latin typeface="Courier New"/>
                <a:ea typeface="Courier New"/>
                <a:cs typeface="Courier New"/>
                <a:sym typeface="Courier New"/>
              </a:rPr>
              <a:t>Example:</a:t>
            </a:r>
            <a:endParaRPr/>
          </a:p>
        </p:txBody>
      </p:sp>
      <p:sp>
        <p:nvSpPr>
          <p:cNvPr id="332" name="Google Shape;332;p52"/>
          <p:cNvSpPr/>
          <p:nvPr/>
        </p:nvSpPr>
        <p:spPr>
          <a:xfrm>
            <a:off x="609600" y="2438400"/>
            <a:ext cx="4648200" cy="175432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int i = 0;</a:t>
            </a:r>
            <a:endParaRPr/>
          </a:p>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while (i &lt; 100) {</a:t>
            </a:r>
            <a:endParaRPr/>
          </a:p>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  System.out.println(</a:t>
            </a:r>
            <a:endParaRPr/>
          </a:p>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    "Welcome to Java!");</a:t>
            </a:r>
            <a:endParaRPr/>
          </a:p>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  i++;</a:t>
            </a:r>
            <a:endParaRPr/>
          </a:p>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a:t>
            </a:r>
            <a:endParaRPr/>
          </a:p>
        </p:txBody>
      </p:sp>
      <p:sp>
        <p:nvSpPr>
          <p:cNvPr id="333" name="Google Shape;333;p52"/>
          <p:cNvSpPr/>
          <p:nvPr/>
        </p:nvSpPr>
        <p:spPr>
          <a:xfrm>
            <a:off x="3200400" y="1885950"/>
            <a:ext cx="914400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34" name="Google Shape;334;p52"/>
          <p:cNvPicPr preferRelativeResize="0"/>
          <p:nvPr/>
        </p:nvPicPr>
        <p:blipFill rotWithShape="1">
          <a:blip r:embed="rId3">
            <a:alphaModFix/>
          </a:blip>
          <a:srcRect b="0" l="0" r="0" t="0"/>
          <a:stretch/>
        </p:blipFill>
        <p:spPr>
          <a:xfrm>
            <a:off x="4648200" y="1219200"/>
            <a:ext cx="4198938" cy="4724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3"/>
          <p:cNvSpPr txBox="1"/>
          <p:nvPr>
            <p:ph type="title"/>
          </p:nvPr>
        </p:nvSpPr>
        <p:spPr>
          <a:xfrm>
            <a:off x="381000" y="381000"/>
            <a:ext cx="7772400" cy="6858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Note:</a:t>
            </a:r>
            <a:endParaRPr>
              <a:solidFill>
                <a:schemeClr val="dk1"/>
              </a:solidFill>
            </a:endParaRPr>
          </a:p>
        </p:txBody>
      </p:sp>
      <p:sp>
        <p:nvSpPr>
          <p:cNvPr id="340" name="Google Shape;340;p53"/>
          <p:cNvSpPr txBox="1"/>
          <p:nvPr>
            <p:ph idx="1" type="body"/>
          </p:nvPr>
        </p:nvSpPr>
        <p:spPr>
          <a:xfrm>
            <a:off x="685800" y="914400"/>
            <a:ext cx="8458200" cy="55626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Font typeface="Arial"/>
              <a:buNone/>
            </a:pPr>
            <a:r>
              <a:rPr lang="en-US">
                <a:latin typeface="Courier"/>
                <a:ea typeface="Courier"/>
                <a:cs typeface="Courier"/>
                <a:sym typeface="Courier"/>
              </a:rPr>
              <a:t>Don’t use floating-point values for equality checking in a loop control. </a:t>
            </a:r>
            <a:endParaRPr>
              <a:latin typeface="Courier"/>
              <a:ea typeface="Courier"/>
              <a:cs typeface="Courier"/>
              <a:sym typeface="Courier"/>
            </a:endParaRPr>
          </a:p>
          <a:p>
            <a:pPr indent="0" lvl="0" marL="0" rtl="0" algn="l">
              <a:lnSpc>
                <a:spcPct val="90000"/>
              </a:lnSpc>
              <a:spcBef>
                <a:spcPts val="1000"/>
              </a:spcBef>
              <a:spcAft>
                <a:spcPts val="0"/>
              </a:spcAft>
              <a:buClr>
                <a:schemeClr val="dk1"/>
              </a:buClr>
              <a:buSzPts val="2800"/>
              <a:buFont typeface="Arial"/>
              <a:buNone/>
            </a:pPr>
            <a:r>
              <a:rPr lang="en-US">
                <a:latin typeface="Courier"/>
                <a:ea typeface="Courier"/>
                <a:cs typeface="Courier"/>
                <a:sym typeface="Courier"/>
              </a:rPr>
              <a:t>Since floating-point values are approximations, using them could result in imprecise counter values and inaccurate results. </a:t>
            </a:r>
            <a:endParaRPr>
              <a:latin typeface="Courier"/>
              <a:ea typeface="Courier"/>
              <a:cs typeface="Courier"/>
              <a:sym typeface="Courier"/>
            </a:endParaRPr>
          </a:p>
          <a:p>
            <a:pPr indent="0" lvl="0" marL="0" rtl="0" algn="l">
              <a:lnSpc>
                <a:spcPct val="90000"/>
              </a:lnSpc>
              <a:spcBef>
                <a:spcPts val="1000"/>
              </a:spcBef>
              <a:spcAft>
                <a:spcPts val="0"/>
              </a:spcAft>
              <a:buClr>
                <a:schemeClr val="dk1"/>
              </a:buClr>
              <a:buSzPts val="2800"/>
              <a:buFont typeface="Arial"/>
              <a:buNone/>
            </a:pPr>
            <a:r>
              <a:rPr lang="en-US">
                <a:latin typeface="Courier"/>
                <a:ea typeface="Courier"/>
                <a:cs typeface="Courier"/>
                <a:sym typeface="Courier"/>
              </a:rPr>
              <a:t>This example uses </a:t>
            </a:r>
            <a:r>
              <a:rPr lang="en-US" u="sng">
                <a:latin typeface="Courier"/>
                <a:ea typeface="Courier"/>
                <a:cs typeface="Courier"/>
                <a:sym typeface="Courier"/>
              </a:rPr>
              <a:t>int</a:t>
            </a:r>
            <a:r>
              <a:rPr lang="en-US">
                <a:latin typeface="Courier"/>
                <a:ea typeface="Courier"/>
                <a:cs typeface="Courier"/>
                <a:sym typeface="Courier"/>
              </a:rPr>
              <a:t> value for </a:t>
            </a:r>
            <a:r>
              <a:rPr lang="en-US" u="sng">
                <a:latin typeface="Courier"/>
                <a:ea typeface="Courier"/>
                <a:cs typeface="Courier"/>
                <a:sym typeface="Courier"/>
              </a:rPr>
              <a:t>data</a:t>
            </a:r>
            <a:r>
              <a:rPr lang="en-US">
                <a:latin typeface="Courier"/>
                <a:ea typeface="Courier"/>
                <a:cs typeface="Courier"/>
                <a:sym typeface="Courier"/>
              </a:rPr>
              <a:t>. If a floating-point type value is used for </a:t>
            </a:r>
            <a:r>
              <a:rPr lang="en-US" u="sng">
                <a:latin typeface="Courier"/>
                <a:ea typeface="Courier"/>
                <a:cs typeface="Courier"/>
                <a:sym typeface="Courier"/>
              </a:rPr>
              <a:t>data</a:t>
            </a:r>
            <a:r>
              <a:rPr lang="en-US">
                <a:latin typeface="Courier"/>
                <a:ea typeface="Courier"/>
                <a:cs typeface="Courier"/>
                <a:sym typeface="Courier"/>
              </a:rPr>
              <a:t>, </a:t>
            </a:r>
            <a:r>
              <a:rPr lang="en-US" u="sng">
                <a:latin typeface="Courier"/>
                <a:ea typeface="Courier"/>
                <a:cs typeface="Courier"/>
                <a:sym typeface="Courier"/>
              </a:rPr>
              <a:t>(data != 0)</a:t>
            </a:r>
            <a:r>
              <a:rPr lang="en-US">
                <a:latin typeface="Courier"/>
                <a:ea typeface="Courier"/>
                <a:cs typeface="Courier"/>
                <a:sym typeface="Courier"/>
              </a:rPr>
              <a:t> may be </a:t>
            </a:r>
            <a:r>
              <a:rPr lang="en-US" u="sng">
                <a:latin typeface="Courier"/>
                <a:ea typeface="Courier"/>
                <a:cs typeface="Courier"/>
                <a:sym typeface="Courier"/>
              </a:rPr>
              <a:t>true</a:t>
            </a:r>
            <a:r>
              <a:rPr lang="en-US">
                <a:latin typeface="Courier"/>
                <a:ea typeface="Courier"/>
                <a:cs typeface="Courier"/>
                <a:sym typeface="Courier"/>
              </a:rPr>
              <a:t> even though </a:t>
            </a:r>
            <a:r>
              <a:rPr lang="en-US" u="sng">
                <a:latin typeface="Courier"/>
                <a:ea typeface="Courier"/>
                <a:cs typeface="Courier"/>
                <a:sym typeface="Courier"/>
              </a:rPr>
              <a:t>data</a:t>
            </a:r>
            <a:r>
              <a:rPr lang="en-US">
                <a:latin typeface="Courier"/>
                <a:ea typeface="Courier"/>
                <a:cs typeface="Courier"/>
                <a:sym typeface="Courier"/>
              </a:rPr>
              <a:t> is 0. </a:t>
            </a:r>
            <a:endParaRPr/>
          </a:p>
          <a:p>
            <a:pPr indent="0" lvl="0" marL="0" rtl="0" algn="l">
              <a:lnSpc>
                <a:spcPct val="90000"/>
              </a:lnSpc>
              <a:spcBef>
                <a:spcPts val="0"/>
              </a:spcBef>
              <a:spcAft>
                <a:spcPts val="0"/>
              </a:spcAft>
              <a:buClr>
                <a:schemeClr val="dk1"/>
              </a:buClr>
              <a:buSzPts val="2600"/>
              <a:buFont typeface="Arial"/>
              <a:buNone/>
            </a:pPr>
            <a:r>
              <a:t/>
            </a:r>
            <a:endParaRPr sz="2600">
              <a:latin typeface="Courier"/>
              <a:ea typeface="Courier"/>
              <a:cs typeface="Courier"/>
              <a:sym typeface="Courier"/>
            </a:endParaRPr>
          </a:p>
          <a:p>
            <a:pPr indent="0" lvl="0" marL="0" rtl="0" algn="l">
              <a:lnSpc>
                <a:spcPct val="90000"/>
              </a:lnSpc>
              <a:spcBef>
                <a:spcPts val="0"/>
              </a:spcBef>
              <a:spcAft>
                <a:spcPts val="0"/>
              </a:spcAft>
              <a:buClr>
                <a:schemeClr val="dk1"/>
              </a:buClr>
              <a:buSzPts val="2200"/>
              <a:buFont typeface="Arial"/>
              <a:buNone/>
            </a:pPr>
            <a:r>
              <a:rPr lang="en-US" sz="2200">
                <a:latin typeface="Courier New"/>
                <a:ea typeface="Courier New"/>
                <a:cs typeface="Courier New"/>
                <a:sym typeface="Courier New"/>
              </a:rPr>
              <a:t>// data should be zero</a:t>
            </a:r>
            <a:endParaRPr/>
          </a:p>
          <a:p>
            <a:pPr indent="0" lvl="0" marL="0" rtl="0" algn="l">
              <a:lnSpc>
                <a:spcPct val="90000"/>
              </a:lnSpc>
              <a:spcBef>
                <a:spcPts val="0"/>
              </a:spcBef>
              <a:spcAft>
                <a:spcPts val="0"/>
              </a:spcAft>
              <a:buClr>
                <a:schemeClr val="dk1"/>
              </a:buClr>
              <a:buSzPts val="2200"/>
              <a:buFont typeface="Arial"/>
              <a:buNone/>
            </a:pPr>
            <a:r>
              <a:rPr lang="en-US" sz="2200">
                <a:latin typeface="Courier New"/>
                <a:ea typeface="Courier New"/>
                <a:cs typeface="Courier New"/>
                <a:sym typeface="Courier New"/>
              </a:rPr>
              <a:t>double data = Math.pow(Math.sqrt(2), 2) - 2;</a:t>
            </a:r>
            <a:endParaRPr/>
          </a:p>
          <a:p>
            <a:pPr indent="0" lvl="0" marL="0" rtl="0" algn="l">
              <a:lnSpc>
                <a:spcPct val="90000"/>
              </a:lnSpc>
              <a:spcBef>
                <a:spcPts val="0"/>
              </a:spcBef>
              <a:spcAft>
                <a:spcPts val="0"/>
              </a:spcAft>
              <a:buClr>
                <a:schemeClr val="dk1"/>
              </a:buClr>
              <a:buSzPts val="2200"/>
              <a:buFont typeface="Arial"/>
              <a:buNone/>
            </a:pPr>
            <a:r>
              <a:rPr lang="en-US" sz="2200">
                <a:latin typeface="Courier New"/>
                <a:ea typeface="Courier New"/>
                <a:cs typeface="Courier New"/>
                <a:sym typeface="Courier New"/>
              </a:rPr>
              <a:t> </a:t>
            </a:r>
            <a:endParaRPr/>
          </a:p>
          <a:p>
            <a:pPr indent="0" lvl="0" marL="0" rtl="0" algn="l">
              <a:lnSpc>
                <a:spcPct val="90000"/>
              </a:lnSpc>
              <a:spcBef>
                <a:spcPts val="0"/>
              </a:spcBef>
              <a:spcAft>
                <a:spcPts val="0"/>
              </a:spcAft>
              <a:buClr>
                <a:schemeClr val="dk1"/>
              </a:buClr>
              <a:buSzPts val="2200"/>
              <a:buFont typeface="Arial"/>
              <a:buNone/>
            </a:pPr>
            <a:r>
              <a:rPr lang="en-US" sz="2200">
                <a:latin typeface="Courier New"/>
                <a:ea typeface="Courier New"/>
                <a:cs typeface="Courier New"/>
                <a:sym typeface="Courier New"/>
              </a:rPr>
              <a:t>if (data == 0) </a:t>
            </a:r>
            <a:endParaRPr/>
          </a:p>
          <a:p>
            <a:pPr indent="0" lvl="0" marL="0" rtl="0" algn="l">
              <a:lnSpc>
                <a:spcPct val="90000"/>
              </a:lnSpc>
              <a:spcBef>
                <a:spcPts val="0"/>
              </a:spcBef>
              <a:spcAft>
                <a:spcPts val="0"/>
              </a:spcAft>
              <a:buClr>
                <a:schemeClr val="dk1"/>
              </a:buClr>
              <a:buSzPts val="2200"/>
              <a:buFont typeface="Arial"/>
              <a:buNone/>
            </a:pPr>
            <a:r>
              <a:rPr lang="en-US" sz="2200">
                <a:latin typeface="Courier New"/>
                <a:ea typeface="Courier New"/>
                <a:cs typeface="Courier New"/>
                <a:sym typeface="Courier New"/>
              </a:rPr>
              <a:t>  System.out.println("data is zero");</a:t>
            </a:r>
            <a:endParaRPr/>
          </a:p>
          <a:p>
            <a:pPr indent="0" lvl="0" marL="0" rtl="0" algn="l">
              <a:lnSpc>
                <a:spcPct val="90000"/>
              </a:lnSpc>
              <a:spcBef>
                <a:spcPts val="0"/>
              </a:spcBef>
              <a:spcAft>
                <a:spcPts val="0"/>
              </a:spcAft>
              <a:buClr>
                <a:schemeClr val="dk1"/>
              </a:buClr>
              <a:buSzPts val="2200"/>
              <a:buFont typeface="Arial"/>
              <a:buNone/>
            </a:pPr>
            <a:r>
              <a:rPr lang="en-US" sz="2200">
                <a:latin typeface="Courier New"/>
                <a:ea typeface="Courier New"/>
                <a:cs typeface="Courier New"/>
                <a:sym typeface="Courier New"/>
              </a:rPr>
              <a:t>else</a:t>
            </a:r>
            <a:endParaRPr/>
          </a:p>
          <a:p>
            <a:pPr indent="0" lvl="0" marL="0" rtl="0" algn="l">
              <a:lnSpc>
                <a:spcPct val="90000"/>
              </a:lnSpc>
              <a:spcBef>
                <a:spcPts val="0"/>
              </a:spcBef>
              <a:spcAft>
                <a:spcPts val="0"/>
              </a:spcAft>
              <a:buClr>
                <a:schemeClr val="dk1"/>
              </a:buClr>
              <a:buSzPts val="2200"/>
              <a:buFont typeface="Arial"/>
              <a:buNone/>
            </a:pPr>
            <a:r>
              <a:rPr lang="en-US" sz="2200">
                <a:latin typeface="Courier New"/>
                <a:ea typeface="Courier New"/>
                <a:cs typeface="Courier New"/>
                <a:sym typeface="Courier New"/>
              </a:rPr>
              <a:t>  System.out.println("data is not zero");</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4"/>
          <p:cNvSpPr txBox="1"/>
          <p:nvPr>
            <p:ph type="title"/>
          </p:nvPr>
        </p:nvSpPr>
        <p:spPr>
          <a:xfrm>
            <a:off x="685800" y="228600"/>
            <a:ext cx="7772400" cy="142875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4200"/>
              <a:buFont typeface="Courier New"/>
              <a:buNone/>
            </a:pPr>
            <a:r>
              <a:rPr lang="en-US" sz="4200">
                <a:latin typeface="Courier New"/>
                <a:ea typeface="Courier New"/>
                <a:cs typeface="Courier New"/>
                <a:sym typeface="Courier New"/>
              </a:rPr>
              <a:t>do-while</a:t>
            </a:r>
            <a:r>
              <a:rPr lang="en-US"/>
              <a:t> Loop</a:t>
            </a:r>
            <a:endParaRPr>
              <a:solidFill>
                <a:schemeClr val="dk1"/>
              </a:solidFill>
            </a:endParaRPr>
          </a:p>
        </p:txBody>
      </p:sp>
      <p:sp>
        <p:nvSpPr>
          <p:cNvPr id="346" name="Google Shape;346;p54"/>
          <p:cNvSpPr/>
          <p:nvPr/>
        </p:nvSpPr>
        <p:spPr>
          <a:xfrm>
            <a:off x="3455988" y="2228850"/>
            <a:ext cx="914400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47" name="Google Shape;347;p54"/>
          <p:cNvPicPr preferRelativeResize="0"/>
          <p:nvPr/>
        </p:nvPicPr>
        <p:blipFill rotWithShape="1">
          <a:blip r:embed="rId3">
            <a:alphaModFix/>
          </a:blip>
          <a:srcRect b="0" l="0" r="0" t="0"/>
          <a:stretch/>
        </p:blipFill>
        <p:spPr>
          <a:xfrm>
            <a:off x="5410200" y="819328"/>
            <a:ext cx="3259138" cy="4209871"/>
          </a:xfrm>
          <a:prstGeom prst="rect">
            <a:avLst/>
          </a:prstGeom>
          <a:noFill/>
          <a:ln>
            <a:noFill/>
          </a:ln>
        </p:spPr>
      </p:pic>
      <p:sp>
        <p:nvSpPr>
          <p:cNvPr id="348" name="Google Shape;348;p54"/>
          <p:cNvSpPr/>
          <p:nvPr/>
        </p:nvSpPr>
        <p:spPr>
          <a:xfrm>
            <a:off x="990600" y="1371600"/>
            <a:ext cx="5715000" cy="12003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2"/>
              </a:buClr>
              <a:buSzPts val="1350"/>
              <a:buFont typeface="Arial"/>
              <a:buNone/>
            </a:pPr>
            <a:r>
              <a:rPr lang="en-US" sz="1800">
                <a:solidFill>
                  <a:schemeClr val="dk1"/>
                </a:solidFill>
                <a:latin typeface="Courier New"/>
                <a:ea typeface="Courier New"/>
                <a:cs typeface="Courier New"/>
                <a:sym typeface="Courier New"/>
              </a:rPr>
              <a:t>do {</a:t>
            </a:r>
            <a:endParaRPr/>
          </a:p>
          <a:p>
            <a:pPr indent="0" lvl="0" marL="0" marR="0" rtl="0" algn="l">
              <a:spcBef>
                <a:spcPts val="900"/>
              </a:spcBef>
              <a:spcAft>
                <a:spcPts val="0"/>
              </a:spcAft>
              <a:buClr>
                <a:schemeClr val="dk2"/>
              </a:buClr>
              <a:buSzPts val="1350"/>
              <a:buFont typeface="Arial"/>
              <a:buNone/>
            </a:pPr>
            <a:r>
              <a:rPr lang="en-US" sz="1800">
                <a:solidFill>
                  <a:schemeClr val="dk1"/>
                </a:solidFill>
                <a:latin typeface="Courier New"/>
                <a:ea typeface="Courier New"/>
                <a:cs typeface="Courier New"/>
                <a:sym typeface="Courier New"/>
              </a:rPr>
              <a:t>  // Loop body;</a:t>
            </a:r>
            <a:endParaRPr/>
          </a:p>
          <a:p>
            <a:pPr indent="0" lvl="0" marL="0" marR="0" rtl="0" algn="l">
              <a:spcBef>
                <a:spcPts val="900"/>
              </a:spcBef>
              <a:spcAft>
                <a:spcPts val="0"/>
              </a:spcAft>
              <a:buClr>
                <a:schemeClr val="dk2"/>
              </a:buClr>
              <a:buSzPts val="1350"/>
              <a:buFont typeface="Arial"/>
              <a:buNone/>
            </a:pPr>
            <a:r>
              <a:rPr lang="en-US" sz="1800">
                <a:solidFill>
                  <a:schemeClr val="dk1"/>
                </a:solidFill>
                <a:latin typeface="Courier New"/>
                <a:ea typeface="Courier New"/>
                <a:cs typeface="Courier New"/>
                <a:sym typeface="Courier New"/>
              </a:rPr>
              <a:t>} while (continue-condition);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5"/>
          <p:cNvSpPr txBox="1"/>
          <p:nvPr>
            <p:ph type="title"/>
          </p:nvPr>
        </p:nvSpPr>
        <p:spPr>
          <a:xfrm>
            <a:off x="685800" y="228600"/>
            <a:ext cx="7772400" cy="9144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4200"/>
              <a:buFont typeface="Courier New"/>
              <a:buNone/>
            </a:pPr>
            <a:r>
              <a:rPr lang="en-US" sz="4200">
                <a:latin typeface="Courier New"/>
                <a:ea typeface="Courier New"/>
                <a:cs typeface="Courier New"/>
                <a:sym typeface="Courier New"/>
              </a:rPr>
              <a:t>for</a:t>
            </a:r>
            <a:r>
              <a:rPr lang="en-US"/>
              <a:t> Loops</a:t>
            </a:r>
            <a:endParaRPr b="1">
              <a:latin typeface="Book Antiqua"/>
              <a:ea typeface="Book Antiqua"/>
              <a:cs typeface="Book Antiqua"/>
              <a:sym typeface="Book Antiqua"/>
            </a:endParaRPr>
          </a:p>
        </p:txBody>
      </p:sp>
      <p:sp>
        <p:nvSpPr>
          <p:cNvPr id="354" name="Google Shape;354;p55"/>
          <p:cNvSpPr txBox="1"/>
          <p:nvPr>
            <p:ph idx="1" type="body"/>
          </p:nvPr>
        </p:nvSpPr>
        <p:spPr>
          <a:xfrm>
            <a:off x="838200" y="1066800"/>
            <a:ext cx="7315200" cy="5181600"/>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for (initial-action; loop-continuation-condition; action-after-each-iteration) {</a:t>
            </a:r>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   //loop body;</a:t>
            </a:r>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a:t>
            </a:r>
            <a:endParaRPr/>
          </a:p>
          <a:p>
            <a:pPr indent="-285750" lvl="0" marL="285750" rtl="0" algn="l">
              <a:lnSpc>
                <a:spcPct val="90000"/>
              </a:lnSpc>
              <a:spcBef>
                <a:spcPts val="0"/>
              </a:spcBef>
              <a:spcAft>
                <a:spcPts val="0"/>
              </a:spcAft>
              <a:buClr>
                <a:schemeClr val="dk1"/>
              </a:buClr>
              <a:buSzPts val="2000"/>
              <a:buFont typeface="Arial"/>
              <a:buNone/>
            </a:pPr>
            <a:r>
              <a:t/>
            </a:r>
            <a:endParaRPr sz="2000">
              <a:latin typeface="Courier New"/>
              <a:ea typeface="Courier New"/>
              <a:cs typeface="Courier New"/>
              <a:sym typeface="Courier New"/>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int i = 0;</a:t>
            </a:r>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while (i &lt; 100) </a:t>
            </a:r>
            <a:endParaRPr sz="2000">
              <a:latin typeface="Courier New"/>
              <a:ea typeface="Courier New"/>
              <a:cs typeface="Courier New"/>
              <a:sym typeface="Courier New"/>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a:t>
            </a:r>
            <a:endParaRPr sz="2000">
              <a:latin typeface="Courier New"/>
              <a:ea typeface="Courier New"/>
              <a:cs typeface="Courier New"/>
              <a:sym typeface="Courier New"/>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  System.out.println("Welcome to Java! ” + i);</a:t>
            </a:r>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  i++;    </a:t>
            </a:r>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a:t>
            </a:r>
            <a:endParaRPr/>
          </a:p>
          <a:p>
            <a:pPr indent="-285750" lvl="0" marL="285750" rtl="0" algn="l">
              <a:lnSpc>
                <a:spcPct val="90000"/>
              </a:lnSpc>
              <a:spcBef>
                <a:spcPts val="1000"/>
              </a:spcBef>
              <a:spcAft>
                <a:spcPts val="0"/>
              </a:spcAft>
              <a:buClr>
                <a:schemeClr val="dk1"/>
              </a:buClr>
              <a:buSzPts val="2000"/>
              <a:buFont typeface="Arial"/>
              <a:buNone/>
            </a:pPr>
            <a:r>
              <a:rPr lang="en-US" sz="2000"/>
              <a:t>Example:</a:t>
            </a:r>
            <a:endParaRPr/>
          </a:p>
          <a:p>
            <a:pPr indent="-285750" lvl="0" marL="285750" rtl="0" algn="l">
              <a:lnSpc>
                <a:spcPct val="90000"/>
              </a:lnSpc>
              <a:spcBef>
                <a:spcPts val="1000"/>
              </a:spcBef>
              <a:spcAft>
                <a:spcPts val="0"/>
              </a:spcAft>
              <a:buClr>
                <a:schemeClr val="dk1"/>
              </a:buClr>
              <a:buSzPts val="2000"/>
              <a:buFont typeface="Arial"/>
              <a:buNone/>
            </a:pPr>
            <a:r>
              <a:rPr lang="en-US" sz="2000">
                <a:latin typeface="Courier New"/>
                <a:ea typeface="Courier New"/>
                <a:cs typeface="Courier New"/>
                <a:sym typeface="Courier New"/>
              </a:rPr>
              <a:t>int i;</a:t>
            </a:r>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for (i = 0; i &lt; 100; i++)</a:t>
            </a:r>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 {	 </a:t>
            </a:r>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  System.out.println("Welcome to Java! ” + i); </a:t>
            </a:r>
            <a:endParaRPr/>
          </a:p>
          <a:p>
            <a:pPr indent="-285750" lvl="0" marL="285750" rtl="0" algn="l">
              <a:lnSpc>
                <a:spcPct val="90000"/>
              </a:lnSpc>
              <a:spcBef>
                <a:spcPts val="0"/>
              </a:spcBef>
              <a:spcAft>
                <a:spcPts val="0"/>
              </a:spcAft>
              <a:buClr>
                <a:schemeClr val="dk1"/>
              </a:buClr>
              <a:buSzPts val="2000"/>
              <a:buFont typeface="Arial"/>
              <a:buNone/>
            </a:pPr>
            <a:r>
              <a:rPr lang="en-US" sz="2000">
                <a:latin typeface="Courier New"/>
                <a:ea typeface="Courier New"/>
                <a:cs typeface="Courier New"/>
                <a:sym typeface="Courier New"/>
              </a:rPr>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6"/>
          <p:cNvSpPr txBox="1"/>
          <p:nvPr>
            <p:ph type="title"/>
          </p:nvPr>
        </p:nvSpPr>
        <p:spPr>
          <a:xfrm>
            <a:off x="685800" y="0"/>
            <a:ext cx="7772400" cy="142875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4200"/>
              <a:buFont typeface="Courier New"/>
              <a:buNone/>
            </a:pPr>
            <a:r>
              <a:rPr lang="en-US" sz="4200">
                <a:latin typeface="Courier New"/>
                <a:ea typeface="Courier New"/>
                <a:cs typeface="Courier New"/>
                <a:sym typeface="Courier New"/>
              </a:rPr>
              <a:t> for</a:t>
            </a:r>
            <a:r>
              <a:rPr lang="en-US"/>
              <a:t> Loop Flow Chart</a:t>
            </a:r>
            <a:endParaRPr/>
          </a:p>
        </p:txBody>
      </p:sp>
      <p:pic>
        <p:nvPicPr>
          <p:cNvPr id="360" name="Google Shape;360;p56"/>
          <p:cNvPicPr preferRelativeResize="0"/>
          <p:nvPr/>
        </p:nvPicPr>
        <p:blipFill rotWithShape="1">
          <a:blip r:embed="rId3">
            <a:alphaModFix/>
          </a:blip>
          <a:srcRect b="5949" l="2727" r="2727" t="11249"/>
          <a:stretch/>
        </p:blipFill>
        <p:spPr>
          <a:xfrm>
            <a:off x="5216318" y="839926"/>
            <a:ext cx="3960812" cy="4572000"/>
          </a:xfrm>
          <a:prstGeom prst="rect">
            <a:avLst/>
          </a:prstGeom>
          <a:noFill/>
          <a:ln>
            <a:noFill/>
          </a:ln>
        </p:spPr>
      </p:pic>
      <p:sp>
        <p:nvSpPr>
          <p:cNvPr id="361" name="Google Shape;361;p56"/>
          <p:cNvSpPr/>
          <p:nvPr/>
        </p:nvSpPr>
        <p:spPr>
          <a:xfrm>
            <a:off x="609600" y="1371600"/>
            <a:ext cx="4800600" cy="175432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for (initial-action; </a:t>
            </a:r>
            <a:endParaRPr/>
          </a:p>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  loop-continuation-condition; </a:t>
            </a:r>
            <a:endParaRPr/>
          </a:p>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  action-after-each-iteration) {</a:t>
            </a:r>
            <a:endParaRPr/>
          </a:p>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   //loop body;</a:t>
            </a:r>
            <a:endParaRPr/>
          </a:p>
          <a:p>
            <a:pPr indent="0" lvl="0" marL="0" marR="0" rtl="0" algn="l">
              <a:lnSpc>
                <a:spcPct val="90000"/>
              </a:lnSpc>
              <a:spcBef>
                <a:spcPts val="0"/>
              </a:spcBef>
              <a:spcAft>
                <a:spcPts val="0"/>
              </a:spcAft>
              <a:buClr>
                <a:schemeClr val="dk2"/>
              </a:buClr>
              <a:buSzPts val="1500"/>
              <a:buFont typeface="Arial"/>
              <a:buNone/>
            </a:pPr>
            <a:r>
              <a:rPr lang="en-US" sz="2000">
                <a:solidFill>
                  <a:schemeClr val="dk1"/>
                </a:solidFill>
                <a:latin typeface="Courier New"/>
                <a:ea typeface="Courier New"/>
                <a:cs typeface="Courier New"/>
                <a:sym typeface="Courier New"/>
              </a:rPr>
              <a: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7"/>
          <p:cNvSpPr txBox="1"/>
          <p:nvPr>
            <p:ph type="title"/>
          </p:nvPr>
        </p:nvSpPr>
        <p:spPr>
          <a:xfrm>
            <a:off x="304800" y="381000"/>
            <a:ext cx="7772400" cy="6858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Note</a:t>
            </a:r>
            <a:endParaRPr>
              <a:solidFill>
                <a:schemeClr val="dk1"/>
              </a:solidFill>
            </a:endParaRPr>
          </a:p>
        </p:txBody>
      </p:sp>
      <p:sp>
        <p:nvSpPr>
          <p:cNvPr id="367" name="Google Shape;367;p57"/>
          <p:cNvSpPr txBox="1"/>
          <p:nvPr>
            <p:ph idx="1" type="body"/>
          </p:nvPr>
        </p:nvSpPr>
        <p:spPr>
          <a:xfrm>
            <a:off x="685800" y="1066800"/>
            <a:ext cx="8305800" cy="4876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000"/>
              <a:buFont typeface="Arial"/>
              <a:buNone/>
            </a:pPr>
            <a:r>
              <a:rPr lang="en-US" sz="3000">
                <a:latin typeface="Courier"/>
                <a:ea typeface="Courier"/>
                <a:cs typeface="Courier"/>
                <a:sym typeface="Courier"/>
              </a:rPr>
              <a:t>Adding a semicolon at the end of the </a:t>
            </a:r>
            <a:r>
              <a:rPr lang="en-US" sz="3000" u="sng">
                <a:latin typeface="Courier"/>
                <a:ea typeface="Courier"/>
                <a:cs typeface="Courier"/>
                <a:sym typeface="Courier"/>
              </a:rPr>
              <a:t>for</a:t>
            </a:r>
            <a:r>
              <a:rPr lang="en-US" sz="3000">
                <a:latin typeface="Courier"/>
                <a:ea typeface="Courier"/>
                <a:cs typeface="Courier"/>
                <a:sym typeface="Courier"/>
              </a:rPr>
              <a:t> clause before the loop body is a common mistake, as shown below:</a:t>
            </a:r>
            <a:endParaRPr/>
          </a:p>
          <a:p>
            <a:pPr indent="0" lvl="0" marL="0" rtl="0" algn="l">
              <a:lnSpc>
                <a:spcPct val="90000"/>
              </a:lnSpc>
              <a:spcBef>
                <a:spcPts val="1000"/>
              </a:spcBef>
              <a:spcAft>
                <a:spcPts val="0"/>
              </a:spcAft>
              <a:buClr>
                <a:schemeClr val="dk1"/>
              </a:buClr>
              <a:buSzPts val="3000"/>
              <a:buFont typeface="Arial"/>
              <a:buNone/>
            </a:pPr>
            <a:r>
              <a:t/>
            </a:r>
            <a:endParaRPr sz="3000">
              <a:latin typeface="Courier"/>
              <a:ea typeface="Courier"/>
              <a:cs typeface="Courier"/>
              <a:sym typeface="Courier"/>
            </a:endParaRPr>
          </a:p>
          <a:p>
            <a:pPr indent="0" lvl="0" marL="0" rtl="0" algn="l">
              <a:lnSpc>
                <a:spcPct val="90000"/>
              </a:lnSpc>
              <a:spcBef>
                <a:spcPts val="1000"/>
              </a:spcBef>
              <a:spcAft>
                <a:spcPts val="0"/>
              </a:spcAft>
              <a:buClr>
                <a:schemeClr val="dk1"/>
              </a:buClr>
              <a:buSzPts val="2600"/>
              <a:buFont typeface="Arial"/>
              <a:buNone/>
            </a:pPr>
            <a:r>
              <a:rPr lang="en-US" sz="2600">
                <a:latin typeface="Courier New"/>
                <a:ea typeface="Courier New"/>
                <a:cs typeface="Courier New"/>
                <a:sym typeface="Courier New"/>
              </a:rPr>
              <a:t>for (int i=0; i&lt;10; i++)</a:t>
            </a:r>
            <a:r>
              <a:rPr lang="en-US" sz="2600">
                <a:solidFill>
                  <a:srgbClr val="FF0000"/>
                </a:solidFill>
                <a:latin typeface="Courier New"/>
                <a:ea typeface="Courier New"/>
                <a:cs typeface="Courier New"/>
                <a:sym typeface="Courier New"/>
              </a:rPr>
              <a:t>;</a:t>
            </a:r>
            <a:endParaRPr/>
          </a:p>
          <a:p>
            <a:pPr indent="0" lvl="0" marL="0" rtl="0" algn="l">
              <a:lnSpc>
                <a:spcPct val="90000"/>
              </a:lnSpc>
              <a:spcBef>
                <a:spcPts val="1000"/>
              </a:spcBef>
              <a:spcAft>
                <a:spcPts val="0"/>
              </a:spcAft>
              <a:buClr>
                <a:schemeClr val="dk1"/>
              </a:buClr>
              <a:buSzPts val="2600"/>
              <a:buFont typeface="Arial"/>
              <a:buNone/>
            </a:pPr>
            <a:r>
              <a:rPr lang="en-US" sz="2600">
                <a:latin typeface="Courier New"/>
                <a:ea typeface="Courier New"/>
                <a:cs typeface="Courier New"/>
                <a:sym typeface="Courier New"/>
              </a:rPr>
              <a:t>{</a:t>
            </a:r>
            <a:endParaRPr/>
          </a:p>
          <a:p>
            <a:pPr indent="0" lvl="0" marL="0" rtl="0" algn="l">
              <a:lnSpc>
                <a:spcPct val="90000"/>
              </a:lnSpc>
              <a:spcBef>
                <a:spcPts val="1000"/>
              </a:spcBef>
              <a:spcAft>
                <a:spcPts val="0"/>
              </a:spcAft>
              <a:buClr>
                <a:schemeClr val="dk1"/>
              </a:buClr>
              <a:buSzPts val="2600"/>
              <a:buFont typeface="Arial"/>
              <a:buNone/>
            </a:pPr>
            <a:r>
              <a:rPr lang="en-US" sz="2600">
                <a:latin typeface="Courier New"/>
                <a:ea typeface="Courier New"/>
                <a:cs typeface="Courier New"/>
                <a:sym typeface="Courier New"/>
              </a:rPr>
              <a:t>  System.out.println("i is " + i);</a:t>
            </a:r>
            <a:endParaRPr/>
          </a:p>
          <a:p>
            <a:pPr indent="0" lvl="0" marL="0" rtl="0" algn="l">
              <a:lnSpc>
                <a:spcPct val="90000"/>
              </a:lnSpc>
              <a:spcBef>
                <a:spcPts val="1000"/>
              </a:spcBef>
              <a:spcAft>
                <a:spcPts val="0"/>
              </a:spcAft>
              <a:buClr>
                <a:schemeClr val="dk1"/>
              </a:buClr>
              <a:buSzPts val="2600"/>
              <a:buFont typeface="Arial"/>
              <a:buNone/>
            </a:pPr>
            <a:r>
              <a:rPr lang="en-US" sz="2600">
                <a:latin typeface="Courier New"/>
                <a:ea typeface="Courier New"/>
                <a:cs typeface="Courier New"/>
                <a:sym typeface="Courier New"/>
              </a:rPr>
              <a:t>}</a:t>
            </a:r>
            <a:endParaRPr/>
          </a:p>
        </p:txBody>
      </p:sp>
      <p:sp>
        <p:nvSpPr>
          <p:cNvPr id="368" name="Google Shape;368;p57"/>
          <p:cNvSpPr txBox="1"/>
          <p:nvPr/>
        </p:nvSpPr>
        <p:spPr>
          <a:xfrm>
            <a:off x="6172200" y="2590800"/>
            <a:ext cx="1295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Wrong</a:t>
            </a:r>
            <a:endParaRPr/>
          </a:p>
        </p:txBody>
      </p:sp>
      <p:cxnSp>
        <p:nvCxnSpPr>
          <p:cNvPr id="369" name="Google Shape;369;p57"/>
          <p:cNvCxnSpPr/>
          <p:nvPr/>
        </p:nvCxnSpPr>
        <p:spPr>
          <a:xfrm flipH="1">
            <a:off x="5181600" y="2743200"/>
            <a:ext cx="914400" cy="152400"/>
          </a:xfrm>
          <a:prstGeom prst="straightConnector1">
            <a:avLst/>
          </a:prstGeom>
          <a:noFill/>
          <a:ln cap="flat" cmpd="sng" w="12700">
            <a:solidFill>
              <a:schemeClr val="dk1"/>
            </a:solidFill>
            <a:prstDash val="solid"/>
            <a:round/>
            <a:headEnd len="sm" w="sm" type="none"/>
            <a:tailEnd len="sm" w="sm"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8"/>
          <p:cNvSpPr txBox="1"/>
          <p:nvPr>
            <p:ph type="title"/>
          </p:nvPr>
        </p:nvSpPr>
        <p:spPr>
          <a:xfrm>
            <a:off x="381000" y="533400"/>
            <a:ext cx="7772400" cy="6858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Note: (cont…)</a:t>
            </a:r>
            <a:endParaRPr>
              <a:solidFill>
                <a:schemeClr val="dk1"/>
              </a:solidFill>
            </a:endParaRPr>
          </a:p>
        </p:txBody>
      </p:sp>
      <p:sp>
        <p:nvSpPr>
          <p:cNvPr id="376" name="Google Shape;376;p58"/>
          <p:cNvSpPr txBox="1"/>
          <p:nvPr>
            <p:ph idx="1" type="body"/>
          </p:nvPr>
        </p:nvSpPr>
        <p:spPr>
          <a:xfrm>
            <a:off x="762000" y="1093025"/>
            <a:ext cx="8229600" cy="52317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2800"/>
              <a:buFont typeface="Arial"/>
              <a:buNone/>
            </a:pPr>
            <a:r>
              <a:rPr lang="en-US" sz="2700">
                <a:latin typeface="Courier"/>
                <a:ea typeface="Courier"/>
                <a:cs typeface="Courier"/>
                <a:sym typeface="Courier"/>
              </a:rPr>
              <a:t>Similarly, the following loop is also wrong:</a:t>
            </a:r>
            <a:endParaRPr sz="2700"/>
          </a:p>
          <a:p>
            <a:pPr indent="0" lvl="0" marL="0" rtl="0" algn="l">
              <a:lnSpc>
                <a:spcPct val="80000"/>
              </a:lnSpc>
              <a:spcBef>
                <a:spcPts val="0"/>
              </a:spcBef>
              <a:spcAft>
                <a:spcPts val="0"/>
              </a:spcAft>
              <a:buClr>
                <a:schemeClr val="dk1"/>
              </a:buClr>
              <a:buSzPts val="2600"/>
              <a:buFont typeface="Arial"/>
              <a:buNone/>
            </a:pPr>
            <a:r>
              <a:rPr lang="en-US" sz="2500">
                <a:latin typeface="Courier New"/>
                <a:ea typeface="Courier New"/>
                <a:cs typeface="Courier New"/>
                <a:sym typeface="Courier New"/>
              </a:rPr>
              <a:t>int i=0; </a:t>
            </a:r>
            <a:endParaRPr sz="2700"/>
          </a:p>
          <a:p>
            <a:pPr indent="0" lvl="0" marL="0" rtl="0" algn="l">
              <a:lnSpc>
                <a:spcPct val="80000"/>
              </a:lnSpc>
              <a:spcBef>
                <a:spcPts val="0"/>
              </a:spcBef>
              <a:spcAft>
                <a:spcPts val="0"/>
              </a:spcAft>
              <a:buClr>
                <a:schemeClr val="dk1"/>
              </a:buClr>
              <a:buSzPts val="2600"/>
              <a:buFont typeface="Arial"/>
              <a:buNone/>
            </a:pPr>
            <a:r>
              <a:rPr lang="en-US" sz="2500">
                <a:latin typeface="Courier New"/>
                <a:ea typeface="Courier New"/>
                <a:cs typeface="Courier New"/>
                <a:sym typeface="Courier New"/>
              </a:rPr>
              <a:t>while (i&lt;10)</a:t>
            </a:r>
            <a:r>
              <a:rPr lang="en-US" sz="2500">
                <a:solidFill>
                  <a:srgbClr val="FF0000"/>
                </a:solidFill>
                <a:latin typeface="Courier New"/>
                <a:ea typeface="Courier New"/>
                <a:cs typeface="Courier New"/>
                <a:sym typeface="Courier New"/>
              </a:rPr>
              <a:t>;</a:t>
            </a:r>
            <a:endParaRPr sz="2700"/>
          </a:p>
          <a:p>
            <a:pPr indent="0" lvl="0" marL="0" rtl="0" algn="l">
              <a:lnSpc>
                <a:spcPct val="80000"/>
              </a:lnSpc>
              <a:spcBef>
                <a:spcPts val="0"/>
              </a:spcBef>
              <a:spcAft>
                <a:spcPts val="0"/>
              </a:spcAft>
              <a:buClr>
                <a:schemeClr val="dk1"/>
              </a:buClr>
              <a:buSzPts val="2600"/>
              <a:buFont typeface="Arial"/>
              <a:buNone/>
            </a:pPr>
            <a:r>
              <a:rPr lang="en-US" sz="2500">
                <a:latin typeface="Courier New"/>
                <a:ea typeface="Courier New"/>
                <a:cs typeface="Courier New"/>
                <a:sym typeface="Courier New"/>
              </a:rPr>
              <a:t>{</a:t>
            </a:r>
            <a:endParaRPr sz="2700"/>
          </a:p>
          <a:p>
            <a:pPr indent="0" lvl="0" marL="0" rtl="0" algn="l">
              <a:lnSpc>
                <a:spcPct val="80000"/>
              </a:lnSpc>
              <a:spcBef>
                <a:spcPts val="0"/>
              </a:spcBef>
              <a:spcAft>
                <a:spcPts val="0"/>
              </a:spcAft>
              <a:buClr>
                <a:schemeClr val="dk1"/>
              </a:buClr>
              <a:buSzPts val="2600"/>
              <a:buFont typeface="Arial"/>
              <a:buNone/>
            </a:pPr>
            <a:r>
              <a:rPr lang="en-US" sz="2500">
                <a:latin typeface="Courier New"/>
                <a:ea typeface="Courier New"/>
                <a:cs typeface="Courier New"/>
                <a:sym typeface="Courier New"/>
              </a:rPr>
              <a:t>  System.out.println("i is " + i);</a:t>
            </a:r>
            <a:endParaRPr sz="2700"/>
          </a:p>
          <a:p>
            <a:pPr indent="0" lvl="0" marL="0" rtl="0" algn="l">
              <a:lnSpc>
                <a:spcPct val="80000"/>
              </a:lnSpc>
              <a:spcBef>
                <a:spcPts val="0"/>
              </a:spcBef>
              <a:spcAft>
                <a:spcPts val="0"/>
              </a:spcAft>
              <a:buClr>
                <a:schemeClr val="dk1"/>
              </a:buClr>
              <a:buSzPts val="2600"/>
              <a:buFont typeface="Arial"/>
              <a:buNone/>
            </a:pPr>
            <a:r>
              <a:rPr lang="en-US" sz="2500">
                <a:latin typeface="Courier New"/>
                <a:ea typeface="Courier New"/>
                <a:cs typeface="Courier New"/>
                <a:sym typeface="Courier New"/>
              </a:rPr>
              <a:t>  i++;</a:t>
            </a:r>
            <a:endParaRPr sz="2700"/>
          </a:p>
          <a:p>
            <a:pPr indent="0" lvl="0" marL="0" rtl="0" algn="l">
              <a:lnSpc>
                <a:spcPct val="80000"/>
              </a:lnSpc>
              <a:spcBef>
                <a:spcPts val="0"/>
              </a:spcBef>
              <a:spcAft>
                <a:spcPts val="0"/>
              </a:spcAft>
              <a:buClr>
                <a:schemeClr val="dk1"/>
              </a:buClr>
              <a:buSzPts val="2600"/>
              <a:buFont typeface="Arial"/>
              <a:buNone/>
            </a:pPr>
            <a:r>
              <a:rPr lang="en-US" sz="2500">
                <a:latin typeface="Courier New"/>
                <a:ea typeface="Courier New"/>
                <a:cs typeface="Courier New"/>
                <a:sym typeface="Courier New"/>
              </a:rPr>
              <a:t>}</a:t>
            </a:r>
            <a:endParaRPr sz="2900">
              <a:latin typeface="Courier"/>
              <a:ea typeface="Courier"/>
              <a:cs typeface="Courier"/>
              <a:sym typeface="Courier"/>
            </a:endParaRPr>
          </a:p>
          <a:p>
            <a:pPr indent="0" lvl="0" marL="0" rtl="0" algn="l">
              <a:lnSpc>
                <a:spcPct val="80000"/>
              </a:lnSpc>
              <a:spcBef>
                <a:spcPts val="1000"/>
              </a:spcBef>
              <a:spcAft>
                <a:spcPts val="0"/>
              </a:spcAft>
              <a:buClr>
                <a:schemeClr val="dk1"/>
              </a:buClr>
              <a:buSzPts val="2800"/>
              <a:buFont typeface="Arial"/>
              <a:buNone/>
            </a:pPr>
            <a:r>
              <a:rPr lang="en-US" sz="2700">
                <a:latin typeface="Courier"/>
                <a:ea typeface="Courier"/>
                <a:cs typeface="Courier"/>
                <a:sym typeface="Courier"/>
              </a:rPr>
              <a:t>In the case of the </a:t>
            </a:r>
            <a:r>
              <a:rPr lang="en-US" sz="2700" u="sng">
                <a:latin typeface="Courier"/>
                <a:ea typeface="Courier"/>
                <a:cs typeface="Courier"/>
                <a:sym typeface="Courier"/>
              </a:rPr>
              <a:t>do</a:t>
            </a:r>
            <a:r>
              <a:rPr lang="en-US" sz="2700">
                <a:latin typeface="Courier"/>
                <a:ea typeface="Courier"/>
                <a:cs typeface="Courier"/>
                <a:sym typeface="Courier"/>
              </a:rPr>
              <a:t> loop, the following semicolon is needed to end the loop.</a:t>
            </a:r>
            <a:endParaRPr sz="2700"/>
          </a:p>
          <a:p>
            <a:pPr indent="0" lvl="0" marL="0" rtl="0" algn="l">
              <a:lnSpc>
                <a:spcPct val="80000"/>
              </a:lnSpc>
              <a:spcBef>
                <a:spcPts val="0"/>
              </a:spcBef>
              <a:spcAft>
                <a:spcPts val="0"/>
              </a:spcAft>
              <a:buClr>
                <a:schemeClr val="dk1"/>
              </a:buClr>
              <a:buSzPts val="2600"/>
              <a:buFont typeface="Arial"/>
              <a:buNone/>
            </a:pPr>
            <a:r>
              <a:rPr lang="en-US" sz="2500">
                <a:latin typeface="Courier New"/>
                <a:ea typeface="Courier New"/>
                <a:cs typeface="Courier New"/>
                <a:sym typeface="Courier New"/>
              </a:rPr>
              <a:t>int i=0; </a:t>
            </a:r>
            <a:endParaRPr sz="2700"/>
          </a:p>
          <a:p>
            <a:pPr indent="0" lvl="0" marL="0" rtl="0" algn="l">
              <a:lnSpc>
                <a:spcPct val="80000"/>
              </a:lnSpc>
              <a:spcBef>
                <a:spcPts val="0"/>
              </a:spcBef>
              <a:spcAft>
                <a:spcPts val="0"/>
              </a:spcAft>
              <a:buClr>
                <a:schemeClr val="dk1"/>
              </a:buClr>
              <a:buSzPts val="2600"/>
              <a:buFont typeface="Arial"/>
              <a:buNone/>
            </a:pPr>
            <a:r>
              <a:rPr lang="en-US" sz="2500">
                <a:latin typeface="Courier New"/>
                <a:ea typeface="Courier New"/>
                <a:cs typeface="Courier New"/>
                <a:sym typeface="Courier New"/>
              </a:rPr>
              <a:t>do {</a:t>
            </a:r>
            <a:endParaRPr sz="2700"/>
          </a:p>
          <a:p>
            <a:pPr indent="0" lvl="0" marL="0" rtl="0" algn="l">
              <a:lnSpc>
                <a:spcPct val="80000"/>
              </a:lnSpc>
              <a:spcBef>
                <a:spcPts val="0"/>
              </a:spcBef>
              <a:spcAft>
                <a:spcPts val="0"/>
              </a:spcAft>
              <a:buClr>
                <a:schemeClr val="dk1"/>
              </a:buClr>
              <a:buSzPts val="2600"/>
              <a:buFont typeface="Arial"/>
              <a:buNone/>
            </a:pPr>
            <a:r>
              <a:rPr lang="en-US" sz="2500">
                <a:latin typeface="Courier New"/>
                <a:ea typeface="Courier New"/>
                <a:cs typeface="Courier New"/>
                <a:sym typeface="Courier New"/>
              </a:rPr>
              <a:t>  System.out.println("i is " + i);</a:t>
            </a:r>
            <a:endParaRPr sz="2700"/>
          </a:p>
          <a:p>
            <a:pPr indent="0" lvl="0" marL="0" rtl="0" algn="l">
              <a:lnSpc>
                <a:spcPct val="80000"/>
              </a:lnSpc>
              <a:spcBef>
                <a:spcPts val="0"/>
              </a:spcBef>
              <a:spcAft>
                <a:spcPts val="0"/>
              </a:spcAft>
              <a:buClr>
                <a:schemeClr val="dk1"/>
              </a:buClr>
              <a:buSzPts val="2600"/>
              <a:buFont typeface="Arial"/>
              <a:buNone/>
            </a:pPr>
            <a:r>
              <a:rPr lang="en-US" sz="2500">
                <a:latin typeface="Courier New"/>
                <a:ea typeface="Courier New"/>
                <a:cs typeface="Courier New"/>
                <a:sym typeface="Courier New"/>
              </a:rPr>
              <a:t>  i++;</a:t>
            </a:r>
            <a:endParaRPr sz="2700"/>
          </a:p>
          <a:p>
            <a:pPr indent="0" lvl="0" marL="0" rtl="0" algn="l">
              <a:lnSpc>
                <a:spcPct val="80000"/>
              </a:lnSpc>
              <a:spcBef>
                <a:spcPts val="0"/>
              </a:spcBef>
              <a:spcAft>
                <a:spcPts val="0"/>
              </a:spcAft>
              <a:buClr>
                <a:schemeClr val="dk1"/>
              </a:buClr>
              <a:buSzPts val="2600"/>
              <a:buFont typeface="Arial"/>
              <a:buNone/>
            </a:pPr>
            <a:r>
              <a:rPr lang="en-US" sz="2500">
                <a:latin typeface="Courier New"/>
                <a:ea typeface="Courier New"/>
                <a:cs typeface="Courier New"/>
                <a:sym typeface="Courier New"/>
              </a:rPr>
              <a:t>} while (i&lt;10);</a:t>
            </a:r>
            <a:endParaRPr sz="2700"/>
          </a:p>
        </p:txBody>
      </p:sp>
      <p:sp>
        <p:nvSpPr>
          <p:cNvPr id="377" name="Google Shape;377;p58"/>
          <p:cNvSpPr txBox="1"/>
          <p:nvPr/>
        </p:nvSpPr>
        <p:spPr>
          <a:xfrm>
            <a:off x="3879273" y="1828800"/>
            <a:ext cx="1295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Wrong</a:t>
            </a:r>
            <a:endParaRPr/>
          </a:p>
        </p:txBody>
      </p:sp>
      <p:cxnSp>
        <p:nvCxnSpPr>
          <p:cNvPr id="378" name="Google Shape;378;p58"/>
          <p:cNvCxnSpPr/>
          <p:nvPr/>
        </p:nvCxnSpPr>
        <p:spPr>
          <a:xfrm flipH="1">
            <a:off x="2874818" y="2057400"/>
            <a:ext cx="914400" cy="152400"/>
          </a:xfrm>
          <a:prstGeom prst="straightConnector1">
            <a:avLst/>
          </a:prstGeom>
          <a:noFill/>
          <a:ln cap="flat" cmpd="sng" w="12700">
            <a:solidFill>
              <a:schemeClr val="dk1"/>
            </a:solidFill>
            <a:prstDash val="solid"/>
            <a:round/>
            <a:headEnd len="sm" w="sm" type="none"/>
            <a:tailEnd len="sm" w="sm" type="triangle"/>
          </a:ln>
        </p:spPr>
      </p:cxnSp>
      <p:sp>
        <p:nvSpPr>
          <p:cNvPr id="379" name="Google Shape;379;p58"/>
          <p:cNvSpPr txBox="1"/>
          <p:nvPr/>
        </p:nvSpPr>
        <p:spPr>
          <a:xfrm>
            <a:off x="4267200" y="5638800"/>
            <a:ext cx="1295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Correct</a:t>
            </a:r>
            <a:endParaRPr/>
          </a:p>
        </p:txBody>
      </p:sp>
      <p:cxnSp>
        <p:nvCxnSpPr>
          <p:cNvPr id="380" name="Google Shape;380;p58"/>
          <p:cNvCxnSpPr/>
          <p:nvPr/>
        </p:nvCxnSpPr>
        <p:spPr>
          <a:xfrm flipH="1">
            <a:off x="3352800" y="5867400"/>
            <a:ext cx="914400" cy="152400"/>
          </a:xfrm>
          <a:prstGeom prst="straightConnector1">
            <a:avLst/>
          </a:prstGeom>
          <a:noFill/>
          <a:ln cap="flat" cmpd="sng" w="12700">
            <a:solidFill>
              <a:schemeClr val="dk1"/>
            </a:solidFill>
            <a:prstDash val="solid"/>
            <a:round/>
            <a:headEnd len="sm" w="sm" type="none"/>
            <a:tailEnd len="sm" w="sm"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9"/>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for each loop</a:t>
            </a:r>
            <a:endParaRPr/>
          </a:p>
        </p:txBody>
      </p:sp>
      <p:sp>
        <p:nvSpPr>
          <p:cNvPr id="386" name="Google Shape;386;p59"/>
          <p:cNvSpPr txBox="1"/>
          <p:nvPr>
            <p:ph idx="1" type="body"/>
          </p:nvPr>
        </p:nvSpPr>
        <p:spPr>
          <a:xfrm>
            <a:off x="700004" y="1324629"/>
            <a:ext cx="82296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In Java, there is another form of for loop (in addition to standard for loop) to work with arrays and collection, the enhanced for loop.</a:t>
            </a:r>
            <a:endParaRPr/>
          </a:p>
          <a:p>
            <a:pPr indent="-107950" lvl="0" marL="285750" rtl="0" algn="l">
              <a:lnSpc>
                <a:spcPct val="90000"/>
              </a:lnSpc>
              <a:spcBef>
                <a:spcPts val="1000"/>
              </a:spcBef>
              <a:spcAft>
                <a:spcPts val="0"/>
              </a:spcAft>
              <a:buClr>
                <a:schemeClr val="dk1"/>
              </a:buClr>
              <a:buSzPts val="2800"/>
              <a:buFont typeface="Arial"/>
              <a:buNone/>
            </a:pPr>
            <a:r>
              <a:t/>
            </a:r>
            <a:endParaRPr/>
          </a:p>
          <a:p>
            <a:pPr indent="-107950" lvl="0" marL="285750" rtl="0" algn="l">
              <a:lnSpc>
                <a:spcPct val="90000"/>
              </a:lnSpc>
              <a:spcBef>
                <a:spcPts val="1000"/>
              </a:spcBef>
              <a:spcAft>
                <a:spcPts val="0"/>
              </a:spcAft>
              <a:buClr>
                <a:schemeClr val="dk1"/>
              </a:buClr>
              <a:buSzPts val="2800"/>
              <a:buFont typeface="Arial"/>
              <a:buNone/>
            </a:pPr>
            <a:r>
              <a:t/>
            </a:r>
            <a:endParaRPr/>
          </a:p>
          <a:p>
            <a:pPr indent="-285750" lvl="0" marL="285750" rtl="0" algn="l">
              <a:lnSpc>
                <a:spcPct val="90000"/>
              </a:lnSpc>
              <a:spcBef>
                <a:spcPts val="1000"/>
              </a:spcBef>
              <a:spcAft>
                <a:spcPts val="0"/>
              </a:spcAft>
              <a:buClr>
                <a:schemeClr val="dk1"/>
              </a:buClr>
              <a:buSzPts val="2800"/>
              <a:buChar char="•"/>
            </a:pPr>
            <a:r>
              <a:rPr lang="en-US"/>
              <a:t>Syntax of for-each loop</a:t>
            </a:r>
            <a:endParaRPr/>
          </a:p>
          <a:p>
            <a:pPr indent="0" lvl="0" marL="0" rtl="0" algn="l">
              <a:lnSpc>
                <a:spcPct val="90000"/>
              </a:lnSpc>
              <a:spcBef>
                <a:spcPts val="1000"/>
              </a:spcBef>
              <a:spcAft>
                <a:spcPts val="0"/>
              </a:spcAft>
              <a:buClr>
                <a:schemeClr val="dk1"/>
              </a:buClr>
              <a:buSzPts val="2800"/>
              <a:buNone/>
            </a:pPr>
            <a:r>
              <a:rPr lang="en-US"/>
              <a:t>for(data_type item : collection)</a:t>
            </a:r>
            <a:endParaRPr/>
          </a:p>
          <a:p>
            <a:pPr indent="0" lvl="0" marL="0" rtl="0" algn="l">
              <a:lnSpc>
                <a:spcPct val="90000"/>
              </a:lnSpc>
              <a:spcBef>
                <a:spcPts val="1000"/>
              </a:spcBef>
              <a:spcAft>
                <a:spcPts val="0"/>
              </a:spcAft>
              <a:buClr>
                <a:schemeClr val="dk1"/>
              </a:buClr>
              <a:buSzPts val="2800"/>
              <a:buNone/>
            </a:pPr>
            <a:r>
              <a:rPr lang="en-US"/>
              <a:t> { ... }</a:t>
            </a:r>
            <a:br>
              <a:rPr lang="en-US"/>
            </a:b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0"/>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Example:</a:t>
            </a:r>
            <a:endParaRPr/>
          </a:p>
        </p:txBody>
      </p:sp>
      <p:sp>
        <p:nvSpPr>
          <p:cNvPr id="392" name="Google Shape;392;p60"/>
          <p:cNvSpPr txBox="1"/>
          <p:nvPr>
            <p:ph idx="1" type="body"/>
          </p:nvPr>
        </p:nvSpPr>
        <p:spPr>
          <a:xfrm>
            <a:off x="609600" y="1773382"/>
            <a:ext cx="4038600" cy="4876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class ForLoop </a:t>
            </a:r>
            <a:endParaRPr sz="2000"/>
          </a:p>
          <a:p>
            <a:pPr indent="0" lvl="0" marL="0" rtl="0" algn="l">
              <a:lnSpc>
                <a:spcPct val="90000"/>
              </a:lnSpc>
              <a:spcBef>
                <a:spcPts val="1000"/>
              </a:spcBef>
              <a:spcAft>
                <a:spcPts val="0"/>
              </a:spcAft>
              <a:buClr>
                <a:schemeClr val="dk1"/>
              </a:buClr>
              <a:buSzPts val="2000"/>
              <a:buNone/>
            </a:pPr>
            <a:r>
              <a:rPr lang="en-US" sz="2000"/>
              <a:t>{</a:t>
            </a:r>
            <a:endParaRPr sz="2000"/>
          </a:p>
          <a:p>
            <a:pPr indent="0" lvl="0" marL="0" rtl="0" algn="l">
              <a:lnSpc>
                <a:spcPct val="90000"/>
              </a:lnSpc>
              <a:spcBef>
                <a:spcPts val="1000"/>
              </a:spcBef>
              <a:spcAft>
                <a:spcPts val="0"/>
              </a:spcAft>
              <a:buClr>
                <a:schemeClr val="dk1"/>
              </a:buClr>
              <a:buSzPts val="2000"/>
              <a:buNone/>
            </a:pPr>
            <a:r>
              <a:rPr lang="en-US" sz="2000"/>
              <a:t>public static void main(String[] args)</a:t>
            </a:r>
            <a:endParaRPr/>
          </a:p>
          <a:p>
            <a:pPr indent="0" lvl="0" marL="0" rtl="0" algn="l">
              <a:lnSpc>
                <a:spcPct val="90000"/>
              </a:lnSpc>
              <a:spcBef>
                <a:spcPts val="1000"/>
              </a:spcBef>
              <a:spcAft>
                <a:spcPts val="0"/>
              </a:spcAft>
              <a:buClr>
                <a:schemeClr val="dk1"/>
              </a:buClr>
              <a:buSzPts val="2000"/>
              <a:buNone/>
            </a:pPr>
            <a:r>
              <a:rPr lang="en-US" sz="2000"/>
              <a:t> {</a:t>
            </a:r>
            <a:endParaRPr/>
          </a:p>
          <a:p>
            <a:pPr indent="0" lvl="0" marL="0" rtl="0" algn="l">
              <a:lnSpc>
                <a:spcPct val="90000"/>
              </a:lnSpc>
              <a:spcBef>
                <a:spcPts val="1000"/>
              </a:spcBef>
              <a:spcAft>
                <a:spcPts val="0"/>
              </a:spcAft>
              <a:buClr>
                <a:schemeClr val="dk1"/>
              </a:buClr>
              <a:buSzPts val="2000"/>
              <a:buNone/>
            </a:pPr>
            <a:r>
              <a:rPr lang="en-US" sz="2000"/>
              <a:t>char[] vowels = {'a', 'e', 'i', 'o', 'u'};</a:t>
            </a:r>
            <a:endParaRPr/>
          </a:p>
          <a:p>
            <a:pPr indent="0" lvl="0" marL="0" rtl="0" algn="l">
              <a:lnSpc>
                <a:spcPct val="90000"/>
              </a:lnSpc>
              <a:spcBef>
                <a:spcPts val="1000"/>
              </a:spcBef>
              <a:spcAft>
                <a:spcPts val="0"/>
              </a:spcAft>
              <a:buClr>
                <a:schemeClr val="dk1"/>
              </a:buClr>
              <a:buSzPts val="2000"/>
              <a:buNone/>
            </a:pPr>
            <a:r>
              <a:rPr lang="en-US" sz="2000"/>
              <a:t>for (int i = 0; i &lt; vowels.length; ++ i) {</a:t>
            </a:r>
            <a:endParaRPr/>
          </a:p>
          <a:p>
            <a:pPr indent="0" lvl="0" marL="0" rtl="0" algn="l">
              <a:lnSpc>
                <a:spcPct val="90000"/>
              </a:lnSpc>
              <a:spcBef>
                <a:spcPts val="1000"/>
              </a:spcBef>
              <a:spcAft>
                <a:spcPts val="0"/>
              </a:spcAft>
              <a:buClr>
                <a:schemeClr val="dk1"/>
              </a:buClr>
              <a:buSzPts val="2000"/>
              <a:buNone/>
            </a:pPr>
            <a:r>
              <a:rPr lang="en-US" sz="2000"/>
              <a:t>System.out.println(vowels[i]);</a:t>
            </a:r>
            <a:endParaRPr/>
          </a:p>
          <a:p>
            <a:pPr indent="0" lvl="0" marL="0" rtl="0" algn="l">
              <a:lnSpc>
                <a:spcPct val="90000"/>
              </a:lnSpc>
              <a:spcBef>
                <a:spcPts val="1000"/>
              </a:spcBef>
              <a:spcAft>
                <a:spcPts val="0"/>
              </a:spcAft>
              <a:buClr>
                <a:schemeClr val="dk1"/>
              </a:buClr>
              <a:buSzPts val="2000"/>
              <a:buNone/>
            </a:pPr>
            <a:r>
              <a:rPr lang="en-US" sz="2000"/>
              <a:t>}</a:t>
            </a:r>
            <a:endParaRPr/>
          </a:p>
          <a:p>
            <a:pPr indent="0" lvl="0" marL="0" rtl="0" algn="l">
              <a:lnSpc>
                <a:spcPct val="90000"/>
              </a:lnSpc>
              <a:spcBef>
                <a:spcPts val="1000"/>
              </a:spcBef>
              <a:spcAft>
                <a:spcPts val="0"/>
              </a:spcAft>
              <a:buClr>
                <a:schemeClr val="dk1"/>
              </a:buClr>
              <a:buSzPts val="2000"/>
              <a:buNone/>
            </a:pPr>
            <a:r>
              <a:rPr lang="en-US" sz="2000"/>
              <a:t>}</a:t>
            </a:r>
            <a:endParaRPr/>
          </a:p>
          <a:p>
            <a:pPr indent="0" lvl="0" marL="0" rtl="0" algn="l">
              <a:lnSpc>
                <a:spcPct val="90000"/>
              </a:lnSpc>
              <a:spcBef>
                <a:spcPts val="1000"/>
              </a:spcBef>
              <a:spcAft>
                <a:spcPts val="0"/>
              </a:spcAft>
              <a:buClr>
                <a:schemeClr val="dk1"/>
              </a:buClr>
              <a:buSzPts val="2000"/>
              <a:buNone/>
            </a:pPr>
            <a:r>
              <a:rPr lang="en-US" sz="2000"/>
              <a:t>}</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
        <p:nvSpPr>
          <p:cNvPr id="393" name="Google Shape;393;p60"/>
          <p:cNvSpPr txBox="1"/>
          <p:nvPr/>
        </p:nvSpPr>
        <p:spPr>
          <a:xfrm>
            <a:off x="4655127" y="1787236"/>
            <a:ext cx="4343400" cy="37548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class foreachLoop</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public static void main(String[] args)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char[] vowels = {'a', 'e', 'i', 'o', 'u'};</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foreach loop</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for (char item: vowels)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System.out.println(item);</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1"/>
          <p:cNvSpPr txBox="1"/>
          <p:nvPr>
            <p:ph type="title"/>
          </p:nvPr>
        </p:nvSpPr>
        <p:spPr>
          <a:xfrm>
            <a:off x="685800" y="152400"/>
            <a:ext cx="7772400" cy="127635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The </a:t>
            </a:r>
            <a:r>
              <a:rPr lang="en-US" sz="4200">
                <a:latin typeface="Courier New"/>
                <a:ea typeface="Courier New"/>
                <a:cs typeface="Courier New"/>
                <a:sym typeface="Courier New"/>
              </a:rPr>
              <a:t>break</a:t>
            </a:r>
            <a:r>
              <a:rPr lang="en-US"/>
              <a:t> Keyword</a:t>
            </a:r>
            <a:endParaRPr/>
          </a:p>
        </p:txBody>
      </p:sp>
      <p:pic>
        <p:nvPicPr>
          <p:cNvPr id="399" name="Google Shape;399;p61"/>
          <p:cNvPicPr preferRelativeResize="0"/>
          <p:nvPr/>
        </p:nvPicPr>
        <p:blipFill rotWithShape="1">
          <a:blip r:embed="rId3">
            <a:alphaModFix/>
          </a:blip>
          <a:srcRect b="11948" l="12758" r="5561" t="2850"/>
          <a:stretch/>
        </p:blipFill>
        <p:spPr>
          <a:xfrm>
            <a:off x="1963738" y="1277938"/>
            <a:ext cx="4837112" cy="51403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2"/>
          <p:cNvSpPr txBox="1"/>
          <p:nvPr>
            <p:ph type="title"/>
          </p:nvPr>
        </p:nvSpPr>
        <p:spPr>
          <a:xfrm>
            <a:off x="471055" y="304800"/>
            <a:ext cx="8229600" cy="990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Break with label</a:t>
            </a:r>
            <a:endParaRPr/>
          </a:p>
        </p:txBody>
      </p:sp>
      <p:sp>
        <p:nvSpPr>
          <p:cNvPr id="405" name="Google Shape;405;p62"/>
          <p:cNvSpPr txBox="1"/>
          <p:nvPr>
            <p:ph idx="1" type="body"/>
          </p:nvPr>
        </p:nvSpPr>
        <p:spPr>
          <a:xfrm>
            <a:off x="761999" y="1219200"/>
            <a:ext cx="7917873" cy="4876800"/>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In </a:t>
            </a:r>
            <a:r>
              <a:rPr b="1" lang="en-US"/>
              <a:t>Labelled Break Statement</a:t>
            </a:r>
            <a:r>
              <a:rPr lang="en-US"/>
              <a:t>, we give a </a:t>
            </a:r>
            <a:r>
              <a:rPr i="1" lang="en-US"/>
              <a:t>label/name</a:t>
            </a:r>
            <a:r>
              <a:rPr lang="en-US"/>
              <a:t> to a loop. </a:t>
            </a:r>
            <a:endParaRPr/>
          </a:p>
          <a:p>
            <a:pPr indent="-285750" lvl="0" marL="285750" rtl="0" algn="l">
              <a:lnSpc>
                <a:spcPct val="90000"/>
              </a:lnSpc>
              <a:spcBef>
                <a:spcPts val="1000"/>
              </a:spcBef>
              <a:spcAft>
                <a:spcPts val="0"/>
              </a:spcAft>
              <a:buClr>
                <a:schemeClr val="dk1"/>
              </a:buClr>
              <a:buSzPts val="2800"/>
              <a:buFont typeface="Arial"/>
              <a:buChar char="•"/>
            </a:pPr>
            <a:r>
              <a:rPr lang="en-US"/>
              <a:t>When this </a:t>
            </a:r>
            <a:r>
              <a:rPr b="1" lang="en-US"/>
              <a:t>break statement</a:t>
            </a:r>
            <a:r>
              <a:rPr lang="en-US"/>
              <a:t> is encountered with the </a:t>
            </a:r>
            <a:r>
              <a:rPr i="1" lang="en-US"/>
              <a:t>label/name of the loop</a:t>
            </a:r>
            <a:r>
              <a:rPr lang="en-US"/>
              <a:t>, it </a:t>
            </a:r>
            <a:r>
              <a:rPr i="1" lang="en-US"/>
              <a:t>skips </a:t>
            </a:r>
            <a:r>
              <a:rPr lang="en-US"/>
              <a:t>the execution any statement after it and takes the control right out of this labelled loop. </a:t>
            </a:r>
            <a:endParaRPr/>
          </a:p>
          <a:p>
            <a:pPr indent="-285750" lvl="0" marL="285750" rtl="0" algn="l">
              <a:lnSpc>
                <a:spcPct val="90000"/>
              </a:lnSpc>
              <a:spcBef>
                <a:spcPts val="1000"/>
              </a:spcBef>
              <a:spcAft>
                <a:spcPts val="0"/>
              </a:spcAft>
              <a:buClr>
                <a:schemeClr val="dk1"/>
              </a:buClr>
              <a:buSzPts val="2800"/>
              <a:buFont typeface="Arial"/>
              <a:buChar char="•"/>
            </a:pPr>
            <a:r>
              <a:rPr lang="en-US"/>
              <a:t>And, the control goes to the first statement right after the loop.</a:t>
            </a:r>
            <a:endParaRPr/>
          </a:p>
        </p:txBody>
      </p:sp>
      <p:pic>
        <p:nvPicPr>
          <p:cNvPr id="406" name="Google Shape;406;p62"/>
          <p:cNvPicPr preferRelativeResize="0"/>
          <p:nvPr/>
        </p:nvPicPr>
        <p:blipFill rotWithShape="1">
          <a:blip r:embed="rId3">
            <a:alphaModFix/>
          </a:blip>
          <a:srcRect b="0" l="0" r="0" t="0"/>
          <a:stretch/>
        </p:blipFill>
        <p:spPr>
          <a:xfrm>
            <a:off x="4104861" y="4267200"/>
            <a:ext cx="5181600" cy="25908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3"/>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Example: 1</a:t>
            </a:r>
            <a:endParaRPr/>
          </a:p>
        </p:txBody>
      </p:sp>
      <p:sp>
        <p:nvSpPr>
          <p:cNvPr id="412" name="Google Shape;412;p63"/>
          <p:cNvSpPr txBox="1"/>
          <p:nvPr>
            <p:ph idx="1" type="body"/>
          </p:nvPr>
        </p:nvSpPr>
        <p:spPr>
          <a:xfrm>
            <a:off x="1066800" y="762000"/>
            <a:ext cx="7620000" cy="57912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lang="en-US"/>
              <a:t> </a:t>
            </a:r>
            <a:endParaRPr/>
          </a:p>
          <a:p>
            <a:pPr indent="0" lvl="0" marL="0" rtl="0" algn="l">
              <a:lnSpc>
                <a:spcPct val="90000"/>
              </a:lnSpc>
              <a:spcBef>
                <a:spcPts val="1000"/>
              </a:spcBef>
              <a:spcAft>
                <a:spcPts val="0"/>
              </a:spcAft>
              <a:buClr>
                <a:schemeClr val="dk1"/>
              </a:buClr>
              <a:buSzPct val="100000"/>
              <a:buNone/>
            </a:pPr>
            <a:r>
              <a:rPr lang="en-US" sz="7200"/>
              <a:t>public class LabelledBreak</a:t>
            </a:r>
            <a:endParaRPr sz="7200"/>
          </a:p>
          <a:p>
            <a:pPr indent="0" lvl="0" marL="0" rtl="0" algn="l">
              <a:lnSpc>
                <a:spcPct val="90000"/>
              </a:lnSpc>
              <a:spcBef>
                <a:spcPts val="1000"/>
              </a:spcBef>
              <a:spcAft>
                <a:spcPts val="0"/>
              </a:spcAft>
              <a:buClr>
                <a:schemeClr val="dk1"/>
              </a:buClr>
              <a:buSzPct val="100000"/>
              <a:buNone/>
            </a:pPr>
            <a:r>
              <a:rPr lang="en-US" sz="7200"/>
              <a:t>{</a:t>
            </a:r>
            <a:endParaRPr/>
          </a:p>
          <a:p>
            <a:pPr indent="0" lvl="0" marL="0" rtl="0" algn="l">
              <a:lnSpc>
                <a:spcPct val="90000"/>
              </a:lnSpc>
              <a:spcBef>
                <a:spcPts val="1000"/>
              </a:spcBef>
              <a:spcAft>
                <a:spcPts val="0"/>
              </a:spcAft>
              <a:buClr>
                <a:schemeClr val="dk1"/>
              </a:buClr>
              <a:buSzPct val="100000"/>
              <a:buNone/>
            </a:pPr>
            <a:r>
              <a:rPr lang="en-US" sz="7200"/>
              <a:t>public static void main(String... ar)</a:t>
            </a:r>
            <a:endParaRPr/>
          </a:p>
          <a:p>
            <a:pPr indent="0" lvl="0" marL="0" rtl="0" algn="l">
              <a:lnSpc>
                <a:spcPct val="90000"/>
              </a:lnSpc>
              <a:spcBef>
                <a:spcPts val="1000"/>
              </a:spcBef>
              <a:spcAft>
                <a:spcPts val="0"/>
              </a:spcAft>
              <a:buClr>
                <a:schemeClr val="dk1"/>
              </a:buClr>
              <a:buSzPct val="100000"/>
              <a:buNone/>
            </a:pPr>
            <a:r>
              <a:rPr lang="en-US" sz="7200"/>
              <a:t>{</a:t>
            </a:r>
            <a:endParaRPr/>
          </a:p>
          <a:p>
            <a:pPr indent="0" lvl="0" marL="0" rtl="0" algn="l">
              <a:lnSpc>
                <a:spcPct val="90000"/>
              </a:lnSpc>
              <a:spcBef>
                <a:spcPts val="1000"/>
              </a:spcBef>
              <a:spcAft>
                <a:spcPts val="0"/>
              </a:spcAft>
              <a:buClr>
                <a:schemeClr val="dk1"/>
              </a:buClr>
              <a:buSzPct val="100000"/>
              <a:buNone/>
            </a:pPr>
            <a:r>
              <a:rPr lang="en-US" sz="7200"/>
              <a:t>int i=7;</a:t>
            </a:r>
            <a:endParaRPr sz="7200"/>
          </a:p>
          <a:p>
            <a:pPr indent="0" lvl="0" marL="0" rtl="0" algn="l">
              <a:lnSpc>
                <a:spcPct val="90000"/>
              </a:lnSpc>
              <a:spcBef>
                <a:spcPts val="1000"/>
              </a:spcBef>
              <a:spcAft>
                <a:spcPts val="0"/>
              </a:spcAft>
              <a:buClr>
                <a:srgbClr val="FF0000"/>
              </a:buClr>
              <a:buSzPct val="100000"/>
              <a:buNone/>
            </a:pPr>
            <a:r>
              <a:rPr b="1" lang="en-US" sz="7200">
                <a:solidFill>
                  <a:srgbClr val="FF0000"/>
                </a:solidFill>
              </a:rPr>
              <a:t>loop1</a:t>
            </a:r>
            <a:r>
              <a:rPr lang="en-US" sz="7200"/>
              <a:t>:</a:t>
            </a:r>
            <a:endParaRPr/>
          </a:p>
          <a:p>
            <a:pPr indent="0" lvl="0" marL="0" rtl="0" algn="l">
              <a:lnSpc>
                <a:spcPct val="90000"/>
              </a:lnSpc>
              <a:spcBef>
                <a:spcPts val="1000"/>
              </a:spcBef>
              <a:spcAft>
                <a:spcPts val="0"/>
              </a:spcAft>
              <a:buClr>
                <a:schemeClr val="dk1"/>
              </a:buClr>
              <a:buSzPct val="100000"/>
              <a:buNone/>
            </a:pPr>
            <a:r>
              <a:rPr lang="en-US" sz="7200"/>
              <a:t>while(i&lt;20)</a:t>
            </a:r>
            <a:endParaRPr/>
          </a:p>
          <a:p>
            <a:pPr indent="0" lvl="0" marL="0" rtl="0" algn="l">
              <a:lnSpc>
                <a:spcPct val="90000"/>
              </a:lnSpc>
              <a:spcBef>
                <a:spcPts val="1000"/>
              </a:spcBef>
              <a:spcAft>
                <a:spcPts val="0"/>
              </a:spcAft>
              <a:buClr>
                <a:schemeClr val="dk1"/>
              </a:buClr>
              <a:buSzPct val="100000"/>
              <a:buNone/>
            </a:pPr>
            <a:r>
              <a:rPr lang="en-US" sz="7200"/>
              <a:t>{	</a:t>
            </a:r>
            <a:endParaRPr/>
          </a:p>
          <a:p>
            <a:pPr indent="0" lvl="0" marL="0" rtl="0" algn="l">
              <a:lnSpc>
                <a:spcPct val="90000"/>
              </a:lnSpc>
              <a:spcBef>
                <a:spcPts val="1000"/>
              </a:spcBef>
              <a:spcAft>
                <a:spcPts val="0"/>
              </a:spcAft>
              <a:buClr>
                <a:schemeClr val="dk1"/>
              </a:buClr>
              <a:buSzPct val="100000"/>
              <a:buNone/>
            </a:pPr>
            <a:r>
              <a:rPr lang="en-US" sz="7200"/>
              <a:t>	if(i==10)</a:t>
            </a:r>
            <a:endParaRPr/>
          </a:p>
          <a:p>
            <a:pPr indent="0" lvl="0" marL="0" rtl="0" algn="l">
              <a:lnSpc>
                <a:spcPct val="90000"/>
              </a:lnSpc>
              <a:spcBef>
                <a:spcPts val="1000"/>
              </a:spcBef>
              <a:spcAft>
                <a:spcPts val="0"/>
              </a:spcAft>
              <a:buClr>
                <a:schemeClr val="dk1"/>
              </a:buClr>
              <a:buSzPct val="100000"/>
              <a:buNone/>
            </a:pPr>
            <a:r>
              <a:rPr lang="en-US" sz="7200"/>
              <a:t>		break </a:t>
            </a:r>
            <a:r>
              <a:rPr b="1" lang="en-US" sz="7200">
                <a:solidFill>
                  <a:srgbClr val="FF0000"/>
                </a:solidFill>
              </a:rPr>
              <a:t>loop1</a:t>
            </a:r>
            <a:r>
              <a:rPr lang="en-US" sz="7200"/>
              <a:t>;                                    </a:t>
            </a:r>
            <a:endParaRPr/>
          </a:p>
          <a:p>
            <a:pPr indent="0" lvl="0" marL="0" rtl="0" algn="l">
              <a:lnSpc>
                <a:spcPct val="90000"/>
              </a:lnSpc>
              <a:spcBef>
                <a:spcPts val="1000"/>
              </a:spcBef>
              <a:spcAft>
                <a:spcPts val="0"/>
              </a:spcAft>
              <a:buClr>
                <a:schemeClr val="dk1"/>
              </a:buClr>
              <a:buSzPct val="100000"/>
              <a:buNone/>
            </a:pPr>
            <a:r>
              <a:rPr lang="en-US" sz="7200"/>
              <a:t>System.out.println("i ="+i); </a:t>
            </a:r>
            <a:endParaRPr/>
          </a:p>
          <a:p>
            <a:pPr indent="0" lvl="0" marL="0" rtl="0" algn="l">
              <a:lnSpc>
                <a:spcPct val="90000"/>
              </a:lnSpc>
              <a:spcBef>
                <a:spcPts val="1000"/>
              </a:spcBef>
              <a:spcAft>
                <a:spcPts val="0"/>
              </a:spcAft>
              <a:buClr>
                <a:schemeClr val="dk1"/>
              </a:buClr>
              <a:buSzPct val="100000"/>
              <a:buNone/>
            </a:pPr>
            <a:r>
              <a:rPr lang="en-US" sz="7200"/>
              <a:t>	i++;</a:t>
            </a:r>
            <a:endParaRPr/>
          </a:p>
          <a:p>
            <a:pPr indent="0" lvl="0" marL="0" rtl="0" algn="l">
              <a:lnSpc>
                <a:spcPct val="90000"/>
              </a:lnSpc>
              <a:spcBef>
                <a:spcPts val="1000"/>
              </a:spcBef>
              <a:spcAft>
                <a:spcPts val="0"/>
              </a:spcAft>
              <a:buClr>
                <a:schemeClr val="dk1"/>
              </a:buClr>
              <a:buSzPct val="100000"/>
              <a:buNone/>
            </a:pPr>
            <a:r>
              <a:rPr lang="en-US" sz="7200"/>
              <a:t>}System.out.println("Out of the loop");</a:t>
            </a:r>
            <a:endParaRPr/>
          </a:p>
          <a:p>
            <a:pPr indent="0" lvl="0" marL="0" rtl="0" algn="l">
              <a:lnSpc>
                <a:spcPct val="90000"/>
              </a:lnSpc>
              <a:spcBef>
                <a:spcPts val="1000"/>
              </a:spcBef>
              <a:spcAft>
                <a:spcPts val="0"/>
              </a:spcAft>
              <a:buClr>
                <a:schemeClr val="dk1"/>
              </a:buClr>
              <a:buSzPct val="100000"/>
              <a:buNone/>
            </a:pPr>
            <a:r>
              <a:t/>
            </a:r>
            <a:endParaRPr sz="7200"/>
          </a:p>
          <a:p>
            <a:pPr indent="0" lvl="0" marL="0" rtl="0" algn="l">
              <a:lnSpc>
                <a:spcPct val="90000"/>
              </a:lnSpc>
              <a:spcBef>
                <a:spcPts val="1000"/>
              </a:spcBef>
              <a:spcAft>
                <a:spcPts val="0"/>
              </a:spcAft>
              <a:buClr>
                <a:schemeClr val="dk1"/>
              </a:buClr>
              <a:buSzPct val="100000"/>
              <a:buNone/>
            </a:pPr>
            <a:r>
              <a:rPr lang="en-US" sz="7200"/>
              <a:t>} //main method ends</a:t>
            </a:r>
            <a:endParaRPr/>
          </a:p>
          <a:p>
            <a:pPr indent="0" lvl="0" marL="0" rtl="0" algn="l">
              <a:lnSpc>
                <a:spcPct val="90000"/>
              </a:lnSpc>
              <a:spcBef>
                <a:spcPts val="1000"/>
              </a:spcBef>
              <a:spcAft>
                <a:spcPts val="0"/>
              </a:spcAft>
              <a:buClr>
                <a:schemeClr val="dk1"/>
              </a:buClr>
              <a:buSzPct val="100000"/>
              <a:buNone/>
            </a:pPr>
            <a:r>
              <a:t/>
            </a:r>
            <a:endParaRPr sz="7200"/>
          </a:p>
          <a:p>
            <a:pPr indent="0" lvl="0" marL="0" rtl="0" algn="l">
              <a:lnSpc>
                <a:spcPct val="90000"/>
              </a:lnSpc>
              <a:spcBef>
                <a:spcPts val="1000"/>
              </a:spcBef>
              <a:spcAft>
                <a:spcPts val="0"/>
              </a:spcAft>
              <a:buClr>
                <a:schemeClr val="dk1"/>
              </a:buClr>
              <a:buSzPct val="100000"/>
              <a:buNone/>
            </a:pPr>
            <a:r>
              <a:rPr lang="en-US" sz="7200"/>
              <a:t>} //class ends</a:t>
            </a:r>
            <a:endParaRPr/>
          </a:p>
          <a:p>
            <a:pPr indent="0" lvl="0" marL="0" rtl="0" algn="l">
              <a:lnSpc>
                <a:spcPct val="90000"/>
              </a:lnSpc>
              <a:spcBef>
                <a:spcPts val="1000"/>
              </a:spcBef>
              <a:spcAft>
                <a:spcPts val="0"/>
              </a:spcAft>
              <a:buClr>
                <a:schemeClr val="dk1"/>
              </a:buClr>
              <a:buSzPct val="100000"/>
              <a:buNone/>
            </a:pPr>
            <a:r>
              <a:t/>
            </a:r>
            <a:endParaRPr sz="7200"/>
          </a:p>
          <a:p>
            <a:pPr indent="0" lvl="0" marL="0" rtl="0" algn="l">
              <a:lnSpc>
                <a:spcPct val="90000"/>
              </a:lnSpc>
              <a:spcBef>
                <a:spcPts val="1000"/>
              </a:spcBef>
              <a:spcAft>
                <a:spcPts val="0"/>
              </a:spcAft>
              <a:buClr>
                <a:schemeClr val="dk1"/>
              </a:buClr>
              <a:buSzPct val="100000"/>
              <a:buNone/>
            </a:pPr>
            <a:r>
              <a:t/>
            </a:r>
            <a:endParaRPr sz="7200"/>
          </a:p>
          <a:p>
            <a:pPr indent="0" lvl="0" marL="0" rtl="0" algn="l">
              <a:lnSpc>
                <a:spcPct val="90000"/>
              </a:lnSpc>
              <a:spcBef>
                <a:spcPts val="1000"/>
              </a:spcBef>
              <a:spcAft>
                <a:spcPts val="0"/>
              </a:spcAft>
              <a:buClr>
                <a:schemeClr val="dk1"/>
              </a:buClr>
              <a:buSzPct val="100000"/>
              <a:buNone/>
            </a:pPr>
            <a:r>
              <a:t/>
            </a:r>
            <a:endParaRPr sz="7200"/>
          </a:p>
        </p:txBody>
      </p:sp>
      <p:sp>
        <p:nvSpPr>
          <p:cNvPr id="413" name="Google Shape;413;p63"/>
          <p:cNvSpPr txBox="1"/>
          <p:nvPr/>
        </p:nvSpPr>
        <p:spPr>
          <a:xfrm>
            <a:off x="5410200" y="4655255"/>
            <a:ext cx="34290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i =7</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i =8 </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i =9</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Out of the loop</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4"/>
          <p:cNvSpPr txBox="1"/>
          <p:nvPr>
            <p:ph type="title"/>
          </p:nvPr>
        </p:nvSpPr>
        <p:spPr>
          <a:xfrm>
            <a:off x="817323" y="214817"/>
            <a:ext cx="7402883"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Example: 2</a:t>
            </a:r>
            <a:endParaRPr/>
          </a:p>
        </p:txBody>
      </p:sp>
      <p:sp>
        <p:nvSpPr>
          <p:cNvPr id="419" name="Google Shape;419;p64"/>
          <p:cNvSpPr txBox="1"/>
          <p:nvPr>
            <p:ph idx="1" type="body"/>
          </p:nvPr>
        </p:nvSpPr>
        <p:spPr>
          <a:xfrm>
            <a:off x="700004" y="685801"/>
            <a:ext cx="8229600" cy="516479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600"/>
              <a:buNone/>
            </a:pPr>
            <a:r>
              <a:rPr lang="en-US" sz="1600"/>
              <a:t>public class LabelledBreak</a:t>
            </a:r>
            <a:endParaRPr sz="1600"/>
          </a:p>
          <a:p>
            <a:pPr indent="0" lvl="0" marL="0" rtl="0" algn="l">
              <a:lnSpc>
                <a:spcPct val="90000"/>
              </a:lnSpc>
              <a:spcBef>
                <a:spcPts val="1000"/>
              </a:spcBef>
              <a:spcAft>
                <a:spcPts val="0"/>
              </a:spcAft>
              <a:buClr>
                <a:schemeClr val="dk1"/>
              </a:buClr>
              <a:buSzPts val="1600"/>
              <a:buNone/>
            </a:pPr>
            <a:r>
              <a:rPr lang="en-US" sz="1600"/>
              <a:t>{</a:t>
            </a:r>
            <a:endParaRPr/>
          </a:p>
          <a:p>
            <a:pPr indent="0" lvl="0" marL="0" rtl="0" algn="l">
              <a:lnSpc>
                <a:spcPct val="90000"/>
              </a:lnSpc>
              <a:spcBef>
                <a:spcPts val="1000"/>
              </a:spcBef>
              <a:spcAft>
                <a:spcPts val="0"/>
              </a:spcAft>
              <a:buClr>
                <a:schemeClr val="dk1"/>
              </a:buClr>
              <a:buSzPts val="1600"/>
              <a:buNone/>
            </a:pPr>
            <a:r>
              <a:rPr lang="en-US" sz="1600"/>
              <a:t>public static void main(String... ar)</a:t>
            </a:r>
            <a:endParaRPr/>
          </a:p>
          <a:p>
            <a:pPr indent="0" lvl="0" marL="0" rtl="0" algn="l">
              <a:lnSpc>
                <a:spcPct val="90000"/>
              </a:lnSpc>
              <a:spcBef>
                <a:spcPts val="1000"/>
              </a:spcBef>
              <a:spcAft>
                <a:spcPts val="0"/>
              </a:spcAft>
              <a:buClr>
                <a:schemeClr val="dk1"/>
              </a:buClr>
              <a:buSzPts val="1600"/>
              <a:buNone/>
            </a:pPr>
            <a:r>
              <a:rPr lang="en-US" sz="1600"/>
              <a:t>{</a:t>
            </a:r>
            <a:endParaRPr sz="1600"/>
          </a:p>
          <a:p>
            <a:pPr indent="0" lvl="0" marL="0" rtl="0" algn="l">
              <a:lnSpc>
                <a:spcPct val="90000"/>
              </a:lnSpc>
              <a:spcBef>
                <a:spcPts val="1000"/>
              </a:spcBef>
              <a:spcAft>
                <a:spcPts val="0"/>
              </a:spcAft>
              <a:buClr>
                <a:srgbClr val="FF0000"/>
              </a:buClr>
              <a:buSzPts val="1600"/>
              <a:buNone/>
            </a:pPr>
            <a:r>
              <a:rPr b="1" lang="en-US" sz="1600">
                <a:solidFill>
                  <a:srgbClr val="FF0000"/>
                </a:solidFill>
              </a:rPr>
              <a:t>loop2</a:t>
            </a:r>
            <a:r>
              <a:rPr lang="en-US" sz="1600"/>
              <a:t>:</a:t>
            </a:r>
            <a:endParaRPr/>
          </a:p>
          <a:p>
            <a:pPr indent="0" lvl="0" marL="0" rtl="0" algn="l">
              <a:lnSpc>
                <a:spcPct val="90000"/>
              </a:lnSpc>
              <a:spcBef>
                <a:spcPts val="1000"/>
              </a:spcBef>
              <a:spcAft>
                <a:spcPts val="0"/>
              </a:spcAft>
              <a:buClr>
                <a:schemeClr val="dk1"/>
              </a:buClr>
              <a:buSzPts val="1600"/>
              <a:buNone/>
            </a:pPr>
            <a:r>
              <a:rPr lang="en-US" sz="1600"/>
              <a:t>for(int i=0;i&lt;2;i++)</a:t>
            </a:r>
            <a:endParaRPr/>
          </a:p>
          <a:p>
            <a:pPr indent="0" lvl="0" marL="0" rtl="0" algn="l">
              <a:lnSpc>
                <a:spcPct val="90000"/>
              </a:lnSpc>
              <a:spcBef>
                <a:spcPts val="1000"/>
              </a:spcBef>
              <a:spcAft>
                <a:spcPts val="0"/>
              </a:spcAft>
              <a:buClr>
                <a:schemeClr val="dk1"/>
              </a:buClr>
              <a:buSzPts val="1600"/>
              <a:buNone/>
            </a:pPr>
            <a:r>
              <a:rPr lang="en-US" sz="1600"/>
              <a:t>for(int j=0;j&lt;5;j++)</a:t>
            </a:r>
            <a:endParaRPr/>
          </a:p>
          <a:p>
            <a:pPr indent="0" lvl="0" marL="0" rtl="0" algn="l">
              <a:lnSpc>
                <a:spcPct val="90000"/>
              </a:lnSpc>
              <a:spcBef>
                <a:spcPts val="1000"/>
              </a:spcBef>
              <a:spcAft>
                <a:spcPts val="0"/>
              </a:spcAft>
              <a:buClr>
                <a:schemeClr val="dk1"/>
              </a:buClr>
              <a:buSzPts val="1600"/>
              <a:buNone/>
            </a:pPr>
            <a:r>
              <a:rPr lang="en-US" sz="1600"/>
              <a:t>{	</a:t>
            </a:r>
            <a:endParaRPr/>
          </a:p>
          <a:p>
            <a:pPr indent="0" lvl="0" marL="0" rtl="0" algn="l">
              <a:lnSpc>
                <a:spcPct val="90000"/>
              </a:lnSpc>
              <a:spcBef>
                <a:spcPts val="1000"/>
              </a:spcBef>
              <a:spcAft>
                <a:spcPts val="0"/>
              </a:spcAft>
              <a:buClr>
                <a:schemeClr val="dk1"/>
              </a:buClr>
              <a:buSzPts val="1600"/>
              <a:buNone/>
            </a:pPr>
            <a:r>
              <a:rPr lang="en-US" sz="1600"/>
              <a:t>	if(j==2)</a:t>
            </a:r>
            <a:endParaRPr/>
          </a:p>
          <a:p>
            <a:pPr indent="0" lvl="0" marL="0" rtl="0" algn="l">
              <a:lnSpc>
                <a:spcPct val="90000"/>
              </a:lnSpc>
              <a:spcBef>
                <a:spcPts val="1000"/>
              </a:spcBef>
              <a:spcAft>
                <a:spcPts val="0"/>
              </a:spcAft>
              <a:buClr>
                <a:schemeClr val="dk1"/>
              </a:buClr>
              <a:buSzPts val="1600"/>
              <a:buNone/>
            </a:pPr>
            <a:r>
              <a:rPr lang="en-US" sz="1600"/>
              <a:t>		break </a:t>
            </a:r>
            <a:r>
              <a:rPr b="1" lang="en-US" sz="1600">
                <a:solidFill>
                  <a:srgbClr val="FF0000"/>
                </a:solidFill>
              </a:rPr>
              <a:t>loop2</a:t>
            </a:r>
            <a:r>
              <a:rPr lang="en-US" sz="1600"/>
              <a:t>;</a:t>
            </a:r>
            <a:endParaRPr sz="1600"/>
          </a:p>
          <a:p>
            <a:pPr indent="0" lvl="0" marL="0" rtl="0" algn="l">
              <a:lnSpc>
                <a:spcPct val="90000"/>
              </a:lnSpc>
              <a:spcBef>
                <a:spcPts val="1000"/>
              </a:spcBef>
              <a:spcAft>
                <a:spcPts val="0"/>
              </a:spcAft>
              <a:buClr>
                <a:schemeClr val="dk1"/>
              </a:buClr>
              <a:buSzPts val="1600"/>
              <a:buNone/>
            </a:pPr>
            <a:r>
              <a:rPr lang="en-US" sz="1600"/>
              <a:t>	System.out.println("i = "+i);</a:t>
            </a:r>
            <a:endParaRPr/>
          </a:p>
          <a:p>
            <a:pPr indent="0" lvl="0" marL="0" rtl="0" algn="l">
              <a:lnSpc>
                <a:spcPct val="90000"/>
              </a:lnSpc>
              <a:spcBef>
                <a:spcPts val="1000"/>
              </a:spcBef>
              <a:spcAft>
                <a:spcPts val="0"/>
              </a:spcAft>
              <a:buClr>
                <a:schemeClr val="dk1"/>
              </a:buClr>
              <a:buSzPts val="1600"/>
              <a:buNone/>
            </a:pPr>
            <a:r>
              <a:rPr lang="en-US" sz="1600"/>
              <a:t>	System.out.println("j = "+j);</a:t>
            </a:r>
            <a:endParaRPr/>
          </a:p>
          <a:p>
            <a:pPr indent="0" lvl="0" marL="0" rtl="0" algn="l">
              <a:lnSpc>
                <a:spcPct val="90000"/>
              </a:lnSpc>
              <a:spcBef>
                <a:spcPts val="1000"/>
              </a:spcBef>
              <a:spcAft>
                <a:spcPts val="0"/>
              </a:spcAft>
              <a:buClr>
                <a:schemeClr val="dk1"/>
              </a:buClr>
              <a:buSzPts val="1600"/>
              <a:buNone/>
            </a:pPr>
            <a:r>
              <a:rPr lang="en-US" sz="1600"/>
              <a:t>}System.out.println("Out of the loop");</a:t>
            </a:r>
            <a:endParaRPr sz="1600"/>
          </a:p>
          <a:p>
            <a:pPr indent="0" lvl="0" marL="0" rtl="0" algn="l">
              <a:lnSpc>
                <a:spcPct val="90000"/>
              </a:lnSpc>
              <a:spcBef>
                <a:spcPts val="1000"/>
              </a:spcBef>
              <a:spcAft>
                <a:spcPts val="0"/>
              </a:spcAft>
              <a:buClr>
                <a:schemeClr val="dk1"/>
              </a:buClr>
              <a:buSzPts val="1600"/>
              <a:buNone/>
            </a:pPr>
            <a:r>
              <a:rPr lang="en-US" sz="1600"/>
              <a:t>} //main method ends</a:t>
            </a:r>
            <a:endParaRPr sz="1600"/>
          </a:p>
          <a:p>
            <a:pPr indent="0" lvl="0" marL="0" rtl="0" algn="l">
              <a:lnSpc>
                <a:spcPct val="90000"/>
              </a:lnSpc>
              <a:spcBef>
                <a:spcPts val="1000"/>
              </a:spcBef>
              <a:spcAft>
                <a:spcPts val="0"/>
              </a:spcAft>
              <a:buClr>
                <a:schemeClr val="dk1"/>
              </a:buClr>
              <a:buSzPts val="1600"/>
              <a:buNone/>
            </a:pPr>
            <a:r>
              <a:rPr lang="en-US" sz="1600"/>
              <a:t>} //class ends</a:t>
            </a:r>
            <a:endParaRPr/>
          </a:p>
        </p:txBody>
      </p:sp>
      <p:sp>
        <p:nvSpPr>
          <p:cNvPr id="420" name="Google Shape;420;p64"/>
          <p:cNvSpPr txBox="1"/>
          <p:nvPr/>
        </p:nvSpPr>
        <p:spPr>
          <a:xfrm>
            <a:off x="5410200" y="4655255"/>
            <a:ext cx="34290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i = 0</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j = 0</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i = 0</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j = 1</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Out of the loop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0"/>
                                        </p:tgtEl>
                                        <p:attrNameLst>
                                          <p:attrName>style.visibility</p:attrName>
                                        </p:attrNameLst>
                                      </p:cBhvr>
                                      <p:to>
                                        <p:strVal val="visible"/>
                                      </p:to>
                                    </p:set>
                                    <p:anim calcmode="lin" valueType="num">
                                      <p:cBhvr additive="base">
                                        <p:cTn dur="500"/>
                                        <p:tgtEl>
                                          <p:spTgt spid="42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5"/>
          <p:cNvSpPr txBox="1"/>
          <p:nvPr>
            <p:ph type="title"/>
          </p:nvPr>
        </p:nvSpPr>
        <p:spPr>
          <a:xfrm>
            <a:off x="685800" y="0"/>
            <a:ext cx="7772400" cy="142875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The </a:t>
            </a:r>
            <a:r>
              <a:rPr lang="en-US" sz="4200">
                <a:latin typeface="Courier New"/>
                <a:ea typeface="Courier New"/>
                <a:cs typeface="Courier New"/>
                <a:sym typeface="Courier New"/>
              </a:rPr>
              <a:t>continue</a:t>
            </a:r>
            <a:r>
              <a:rPr lang="en-US"/>
              <a:t> Keyword</a:t>
            </a:r>
            <a:endParaRPr/>
          </a:p>
        </p:txBody>
      </p:sp>
      <p:pic>
        <p:nvPicPr>
          <p:cNvPr id="426" name="Google Shape;426;p65"/>
          <p:cNvPicPr preferRelativeResize="0"/>
          <p:nvPr/>
        </p:nvPicPr>
        <p:blipFill rotWithShape="1">
          <a:blip r:embed="rId3">
            <a:alphaModFix/>
          </a:blip>
          <a:srcRect b="11948" l="12758" r="5561" t="2850"/>
          <a:stretch/>
        </p:blipFill>
        <p:spPr>
          <a:xfrm>
            <a:off x="1963738" y="1277938"/>
            <a:ext cx="4837112" cy="5140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