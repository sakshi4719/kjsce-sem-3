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6" r:id="rId6"/>
    <p:sldMasterId id="2147483658" r:id="rId7"/>
    <p:sldMasterId id="2147483660" r:id="rId8"/>
    <p:sldMasterId id="2147483662"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Lst>
  <p:sldSz cy="6858000" cx="9144000"/>
  <p:notesSz cx="6858000" cy="9144000"/>
  <p:embeddedFontLst>
    <p:embeddedFont>
      <p:font typeface="Tahoma"/>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64">
          <p15:clr>
            <a:srgbClr val="000000"/>
          </p15:clr>
        </p15:guide>
        <p15:guide id="2" pos="576">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http://customooxmlschemas.google.com/">
      <go:slidesCustomData xmlns:go="http://customooxmlschemas.google.com/" r:id="rId48" roundtripDataSignature="AMtx7mh+jvMnzIpJQINoufOoQul2WzFM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6C83B4-7225-42DA-87CA-8739FA0061FB}">
  <a:tblStyle styleId="{BF6C83B4-7225-42DA-87CA-8739FA0061F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64" orient="horz"/>
        <p:guide pos="576"/>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20" Type="http://schemas.openxmlformats.org/officeDocument/2006/relationships/slide" Target="slides/slide10.xml"/><Relationship Id="rId42" Type="http://schemas.openxmlformats.org/officeDocument/2006/relationships/slide" Target="slides/slide32.xml"/><Relationship Id="rId41" Type="http://schemas.openxmlformats.org/officeDocument/2006/relationships/slide" Target="slides/slide31.xml"/><Relationship Id="rId22" Type="http://schemas.openxmlformats.org/officeDocument/2006/relationships/slide" Target="slides/slide12.xml"/><Relationship Id="rId44" Type="http://schemas.openxmlformats.org/officeDocument/2006/relationships/slide" Target="slides/slide34.xml"/><Relationship Id="rId21" Type="http://schemas.openxmlformats.org/officeDocument/2006/relationships/slide" Target="slides/slide11.xml"/><Relationship Id="rId43" Type="http://schemas.openxmlformats.org/officeDocument/2006/relationships/slide" Target="slides/slide33.xml"/><Relationship Id="rId24" Type="http://schemas.openxmlformats.org/officeDocument/2006/relationships/slide" Target="slides/slide14.xml"/><Relationship Id="rId46" Type="http://schemas.openxmlformats.org/officeDocument/2006/relationships/font" Target="fonts/Tahoma-regular.fntdata"/><Relationship Id="rId23" Type="http://schemas.openxmlformats.org/officeDocument/2006/relationships/slide" Target="slides/slide13.xml"/><Relationship Id="rId45" Type="http://schemas.openxmlformats.org/officeDocument/2006/relationships/slide" Target="slides/slide3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6.xml"/><Relationship Id="rId48" Type="http://customschemas.google.com/relationships/presentationmetadata" Target="metadata"/><Relationship Id="rId25" Type="http://schemas.openxmlformats.org/officeDocument/2006/relationships/slide" Target="slides/slide15.xml"/><Relationship Id="rId47" Type="http://schemas.openxmlformats.org/officeDocument/2006/relationships/font" Target="fonts/Tahoma-bold.fntdata"/><Relationship Id="rId28" Type="http://schemas.openxmlformats.org/officeDocument/2006/relationships/slide" Target="slides/slide18.xml"/><Relationship Id="rId27" Type="http://schemas.openxmlformats.org/officeDocument/2006/relationships/slide" Target="slides/slide17.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9.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1.xml"/><Relationship Id="rId30" Type="http://schemas.openxmlformats.org/officeDocument/2006/relationships/slide" Target="slides/slide20.xml"/><Relationship Id="rId11" Type="http://schemas.openxmlformats.org/officeDocument/2006/relationships/slide" Target="slides/slide1.xml"/><Relationship Id="rId33" Type="http://schemas.openxmlformats.org/officeDocument/2006/relationships/slide" Target="slides/slide23.xml"/><Relationship Id="rId10" Type="http://schemas.openxmlformats.org/officeDocument/2006/relationships/notesMaster" Target="notesMasters/notesMaster1.xml"/><Relationship Id="rId32" Type="http://schemas.openxmlformats.org/officeDocument/2006/relationships/slide" Target="slides/slide22.xml"/><Relationship Id="rId13" Type="http://schemas.openxmlformats.org/officeDocument/2006/relationships/slide" Target="slides/slide3.xml"/><Relationship Id="rId35" Type="http://schemas.openxmlformats.org/officeDocument/2006/relationships/slide" Target="slides/slide25.xml"/><Relationship Id="rId12" Type="http://schemas.openxmlformats.org/officeDocument/2006/relationships/slide" Target="slides/slide2.xml"/><Relationship Id="rId34" Type="http://schemas.openxmlformats.org/officeDocument/2006/relationships/slide" Target="slides/slide24.xml"/><Relationship Id="rId15" Type="http://schemas.openxmlformats.org/officeDocument/2006/relationships/slide" Target="slides/slide5.xml"/><Relationship Id="rId37" Type="http://schemas.openxmlformats.org/officeDocument/2006/relationships/slide" Target="slides/slide27.xml"/><Relationship Id="rId14" Type="http://schemas.openxmlformats.org/officeDocument/2006/relationships/slide" Target="slides/slide4.xml"/><Relationship Id="rId36" Type="http://schemas.openxmlformats.org/officeDocument/2006/relationships/slide" Target="slides/slide26.xml"/><Relationship Id="rId17" Type="http://schemas.openxmlformats.org/officeDocument/2006/relationships/slide" Target="slides/slide7.xml"/><Relationship Id="rId39" Type="http://schemas.openxmlformats.org/officeDocument/2006/relationships/slide" Target="slides/slide29.xml"/><Relationship Id="rId16" Type="http://schemas.openxmlformats.org/officeDocument/2006/relationships/slide" Target="slides/slide6.xml"/><Relationship Id="rId38" Type="http://schemas.openxmlformats.org/officeDocument/2006/relationships/slide" Target="slides/slide28.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77" name="Google Shape;17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800"/>
              <a:buFont typeface="Arial"/>
              <a:buNone/>
            </a:pPr>
            <a:r>
              <a:rPr b="0" i="0" lang="en-US" sz="1800" u="none" cap="none" strike="noStrike"/>
              <a:t>All vectors start with an initial capacity. After this initial capacity is reached, the next time that you attempt to store an object in the vector, the vector automatically allocates space for that object plus extra room for additional objects. By allocating more than just the required memory, the vector reduces the number of allocations that must take place. This reduction is important, because allocations are costly in terms of time. The amount of extra space allocated during each reallocation is determined by the increment that you specify when you create the vector. If you don't specify an increment, the vector's size is doubled by each allocation cycle.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7"/>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360"/>
              </a:spcBef>
              <a:spcAft>
                <a:spcPts val="0"/>
              </a:spcAft>
              <a:buSzPts val="1530"/>
              <a:buChar char="•"/>
              <a:defRPr/>
            </a:lvl1pPr>
            <a:lvl2pPr indent="-325755" lvl="1" marL="914400" algn="l">
              <a:lnSpc>
                <a:spcPct val="100000"/>
              </a:lnSpc>
              <a:spcBef>
                <a:spcPts val="360"/>
              </a:spcBef>
              <a:spcAft>
                <a:spcPts val="0"/>
              </a:spcAft>
              <a:buSzPts val="1530"/>
              <a:buChar char="•"/>
              <a:defRPr/>
            </a:lvl2pPr>
            <a:lvl3pPr indent="-331469" lvl="2" marL="1371600" algn="l">
              <a:lnSpc>
                <a:spcPct val="100000"/>
              </a:lnSpc>
              <a:spcBef>
                <a:spcPts val="360"/>
              </a:spcBef>
              <a:spcAft>
                <a:spcPts val="0"/>
              </a:spcAft>
              <a:buSzPts val="162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6" name="Google Shape;16;p37"/>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7"/>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7"/>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 name="Shape 19"/>
        <p:cNvGrpSpPr/>
        <p:nvPr/>
      </p:nvGrpSpPr>
      <p:grpSpPr>
        <a:xfrm>
          <a:off x="0" y="0"/>
          <a:ext cx="0" cy="0"/>
          <a:chOff x="0" y="0"/>
          <a:chExt cx="0" cy="0"/>
        </a:xfrm>
      </p:grpSpPr>
      <p:sp>
        <p:nvSpPr>
          <p:cNvPr id="20" name="Google Shape;20;p38"/>
          <p:cNvSpPr txBox="1"/>
          <p:nvPr>
            <p:ph type="title"/>
          </p:nvPr>
        </p:nvSpPr>
        <p:spPr>
          <a:xfrm rot="5400000">
            <a:off x="4724400" y="2514600"/>
            <a:ext cx="5867400" cy="2057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8"/>
          <p:cNvSpPr txBox="1"/>
          <p:nvPr>
            <p:ph idx="1" type="body"/>
          </p:nvPr>
        </p:nvSpPr>
        <p:spPr>
          <a:xfrm rot="5400000">
            <a:off x="533400" y="533400"/>
            <a:ext cx="5867400" cy="60198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360"/>
              </a:spcBef>
              <a:spcAft>
                <a:spcPts val="0"/>
              </a:spcAft>
              <a:buSzPts val="1530"/>
              <a:buChar char="•"/>
              <a:defRPr/>
            </a:lvl1pPr>
            <a:lvl2pPr indent="-325755" lvl="1" marL="914400" algn="l">
              <a:lnSpc>
                <a:spcPct val="100000"/>
              </a:lnSpc>
              <a:spcBef>
                <a:spcPts val="360"/>
              </a:spcBef>
              <a:spcAft>
                <a:spcPts val="0"/>
              </a:spcAft>
              <a:buSzPts val="1530"/>
              <a:buChar char="•"/>
              <a:defRPr/>
            </a:lvl2pPr>
            <a:lvl3pPr indent="-331469" lvl="2" marL="1371600" algn="l">
              <a:lnSpc>
                <a:spcPct val="100000"/>
              </a:lnSpc>
              <a:spcBef>
                <a:spcPts val="360"/>
              </a:spcBef>
              <a:spcAft>
                <a:spcPts val="0"/>
              </a:spcAft>
              <a:buSzPts val="162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2" name="Google Shape;22;p38"/>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8"/>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8"/>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 name="Shape 25"/>
        <p:cNvGrpSpPr/>
        <p:nvPr/>
      </p:nvGrpSpPr>
      <p:grpSpPr>
        <a:xfrm>
          <a:off x="0" y="0"/>
          <a:ext cx="0" cy="0"/>
          <a:chOff x="0" y="0"/>
          <a:chExt cx="0" cy="0"/>
        </a:xfrm>
      </p:grpSpPr>
      <p:sp>
        <p:nvSpPr>
          <p:cNvPr id="26" name="Google Shape;26;p3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9"/>
          <p:cNvSpPr txBox="1"/>
          <p:nvPr>
            <p:ph idx="1" type="body"/>
          </p:nvPr>
        </p:nvSpPr>
        <p:spPr>
          <a:xfrm rot="5400000">
            <a:off x="2133600" y="-76200"/>
            <a:ext cx="4876800" cy="82296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360"/>
              </a:spcBef>
              <a:spcAft>
                <a:spcPts val="0"/>
              </a:spcAft>
              <a:buSzPts val="1530"/>
              <a:buChar char="•"/>
              <a:defRPr/>
            </a:lvl1pPr>
            <a:lvl2pPr indent="-325755" lvl="1" marL="914400" algn="l">
              <a:lnSpc>
                <a:spcPct val="100000"/>
              </a:lnSpc>
              <a:spcBef>
                <a:spcPts val="360"/>
              </a:spcBef>
              <a:spcAft>
                <a:spcPts val="0"/>
              </a:spcAft>
              <a:buSzPts val="1530"/>
              <a:buChar char="•"/>
              <a:defRPr/>
            </a:lvl2pPr>
            <a:lvl3pPr indent="-331469" lvl="2" marL="1371600" algn="l">
              <a:lnSpc>
                <a:spcPct val="100000"/>
              </a:lnSpc>
              <a:spcBef>
                <a:spcPts val="360"/>
              </a:spcBef>
              <a:spcAft>
                <a:spcPts val="0"/>
              </a:spcAft>
              <a:buSzPts val="162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8" name="Google Shape;28;p39"/>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9"/>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9"/>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 name="Shape 31"/>
        <p:cNvGrpSpPr/>
        <p:nvPr/>
      </p:nvGrpSpPr>
      <p:grpSpPr>
        <a:xfrm>
          <a:off x="0" y="0"/>
          <a:ext cx="0" cy="0"/>
          <a:chOff x="0" y="0"/>
          <a:chExt cx="0" cy="0"/>
        </a:xfrm>
      </p:grpSpPr>
      <p:sp>
        <p:nvSpPr>
          <p:cNvPr id="32" name="Google Shape;32;p40"/>
          <p:cNvSpPr txBox="1"/>
          <p:nvPr>
            <p:ph type="title"/>
          </p:nvPr>
        </p:nvSpPr>
        <p:spPr>
          <a:xfrm>
            <a:off x="457200" y="792480"/>
            <a:ext cx="2142680" cy="12649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0"/>
          <p:cNvSpPr/>
          <p:nvPr>
            <p:ph idx="2" type="pic"/>
          </p:nvPr>
        </p:nvSpPr>
        <p:spPr>
          <a:xfrm>
            <a:off x="2858610" y="838201"/>
            <a:ext cx="5904390" cy="5500456"/>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431"/>
              </a:srgbClr>
            </a:outerShdw>
          </a:effectLst>
        </p:spPr>
      </p:sp>
      <p:sp>
        <p:nvSpPr>
          <p:cNvPr id="34" name="Google Shape;34;p40"/>
          <p:cNvSpPr txBox="1"/>
          <p:nvPr>
            <p:ph idx="1" type="body"/>
          </p:nvPr>
        </p:nvSpPr>
        <p:spPr>
          <a:xfrm>
            <a:off x="457200" y="2133600"/>
            <a:ext cx="2139696" cy="424281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119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9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35" name="Google Shape;35;p40"/>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0"/>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0"/>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
        <p:nvSpPr>
          <p:cNvPr id="39" name="Google Shape;39;p41"/>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1"/>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1"/>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4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2"/>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2"/>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2"/>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4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3"/>
          <p:cNvSpPr txBox="1"/>
          <p:nvPr>
            <p:ph idx="1" type="body"/>
          </p:nvPr>
        </p:nvSpPr>
        <p:spPr>
          <a:xfrm>
            <a:off x="457200" y="1673352"/>
            <a:ext cx="4038600" cy="4718304"/>
          </a:xfrm>
          <a:prstGeom prst="rect">
            <a:avLst/>
          </a:prstGeom>
          <a:noFill/>
          <a:ln>
            <a:noFill/>
          </a:ln>
        </p:spPr>
        <p:txBody>
          <a:bodyPr anchorCtr="0" anchor="t" bIns="45700" lIns="91425" spcFirstLastPara="1" rIns="91425" wrap="square" tIns="45700">
            <a:noAutofit/>
          </a:bodyPr>
          <a:lstStyle>
            <a:lvl1pPr indent="-379730" lvl="0" marL="457200" algn="l">
              <a:lnSpc>
                <a:spcPct val="100000"/>
              </a:lnSpc>
              <a:spcBef>
                <a:spcPts val="560"/>
              </a:spcBef>
              <a:spcAft>
                <a:spcPts val="0"/>
              </a:spcAft>
              <a:buSzPts val="2380"/>
              <a:buChar char="•"/>
              <a:defRPr sz="2800"/>
            </a:lvl1pPr>
            <a:lvl2pPr indent="-358140" lvl="1" marL="914400" algn="l">
              <a:lnSpc>
                <a:spcPct val="100000"/>
              </a:lnSpc>
              <a:spcBef>
                <a:spcPts val="480"/>
              </a:spcBef>
              <a:spcAft>
                <a:spcPts val="0"/>
              </a:spcAft>
              <a:buSzPts val="2040"/>
              <a:buChar char="•"/>
              <a:defRPr sz="2400"/>
            </a:lvl2pPr>
            <a:lvl3pPr indent="-342900" lvl="2" marL="1371600" algn="l">
              <a:lnSpc>
                <a:spcPct val="100000"/>
              </a:lnSpc>
              <a:spcBef>
                <a:spcPts val="400"/>
              </a:spcBef>
              <a:spcAft>
                <a:spcPts val="0"/>
              </a:spcAft>
              <a:buSzPts val="18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50" name="Google Shape;50;p43"/>
          <p:cNvSpPr txBox="1"/>
          <p:nvPr>
            <p:ph idx="2" type="body"/>
          </p:nvPr>
        </p:nvSpPr>
        <p:spPr>
          <a:xfrm>
            <a:off x="4648200" y="1673352"/>
            <a:ext cx="4038600" cy="4718304"/>
          </a:xfrm>
          <a:prstGeom prst="rect">
            <a:avLst/>
          </a:prstGeom>
          <a:noFill/>
          <a:ln>
            <a:noFill/>
          </a:ln>
        </p:spPr>
        <p:txBody>
          <a:bodyPr anchorCtr="0" anchor="t" bIns="45700" lIns="91425" spcFirstLastPara="1" rIns="91425" wrap="square" tIns="45700">
            <a:noAutofit/>
          </a:bodyPr>
          <a:lstStyle>
            <a:lvl1pPr indent="-379730" lvl="0" marL="457200" algn="l">
              <a:lnSpc>
                <a:spcPct val="100000"/>
              </a:lnSpc>
              <a:spcBef>
                <a:spcPts val="560"/>
              </a:spcBef>
              <a:spcAft>
                <a:spcPts val="0"/>
              </a:spcAft>
              <a:buSzPts val="2380"/>
              <a:buChar char="•"/>
              <a:defRPr sz="2800"/>
            </a:lvl1pPr>
            <a:lvl2pPr indent="-358140" lvl="1" marL="914400" algn="l">
              <a:lnSpc>
                <a:spcPct val="100000"/>
              </a:lnSpc>
              <a:spcBef>
                <a:spcPts val="480"/>
              </a:spcBef>
              <a:spcAft>
                <a:spcPts val="0"/>
              </a:spcAft>
              <a:buSzPts val="2040"/>
              <a:buChar char="•"/>
              <a:defRPr sz="2400"/>
            </a:lvl2pPr>
            <a:lvl3pPr indent="-342900" lvl="2" marL="1371600" algn="l">
              <a:lnSpc>
                <a:spcPct val="100000"/>
              </a:lnSpc>
              <a:spcBef>
                <a:spcPts val="400"/>
              </a:spcBef>
              <a:spcAft>
                <a:spcPts val="0"/>
              </a:spcAft>
              <a:buSzPts val="18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51" name="Google Shape;51;p43"/>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3"/>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3"/>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45"/>
          <p:cNvSpPr txBox="1"/>
          <p:nvPr>
            <p:ph type="ctrTitle"/>
          </p:nvPr>
        </p:nvSpPr>
        <p:spPr>
          <a:xfrm>
            <a:off x="685800" y="1371600"/>
            <a:ext cx="7848600" cy="19272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5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5"/>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480"/>
              </a:spcBef>
              <a:spcAft>
                <a:spcPts val="0"/>
              </a:spcAft>
              <a:buSzPts val="2040"/>
              <a:buNone/>
              <a:defRPr>
                <a:solidFill>
                  <a:srgbClr val="55556F"/>
                </a:solidFill>
              </a:defRPr>
            </a:lvl1pPr>
            <a:lvl2pPr lvl="1" algn="ctr">
              <a:lnSpc>
                <a:spcPct val="100000"/>
              </a:lnSpc>
              <a:spcBef>
                <a:spcPts val="400"/>
              </a:spcBef>
              <a:spcAft>
                <a:spcPts val="0"/>
              </a:spcAft>
              <a:buSzPts val="1700"/>
              <a:buNone/>
              <a:defRPr>
                <a:solidFill>
                  <a:srgbClr val="8B8B8D"/>
                </a:solidFill>
              </a:defRPr>
            </a:lvl2pPr>
            <a:lvl3pPr lvl="2" algn="ctr">
              <a:lnSpc>
                <a:spcPct val="100000"/>
              </a:lnSpc>
              <a:spcBef>
                <a:spcPts val="360"/>
              </a:spcBef>
              <a:spcAft>
                <a:spcPts val="0"/>
              </a:spcAft>
              <a:buSzPts val="1620"/>
              <a:buNone/>
              <a:defRPr>
                <a:solidFill>
                  <a:srgbClr val="8B8B8D"/>
                </a:solidFill>
              </a:defRPr>
            </a:lvl3pPr>
            <a:lvl4pPr lvl="3" algn="ctr">
              <a:lnSpc>
                <a:spcPct val="100000"/>
              </a:lnSpc>
              <a:spcBef>
                <a:spcPts val="320"/>
              </a:spcBef>
              <a:spcAft>
                <a:spcPts val="0"/>
              </a:spcAft>
              <a:buSzPts val="1600"/>
              <a:buNone/>
              <a:defRPr>
                <a:solidFill>
                  <a:srgbClr val="8B8B8D"/>
                </a:solidFill>
              </a:defRPr>
            </a:lvl4pPr>
            <a:lvl5pPr lvl="4" algn="ctr">
              <a:lnSpc>
                <a:spcPct val="100000"/>
              </a:lnSpc>
              <a:spcBef>
                <a:spcPts val="280"/>
              </a:spcBef>
              <a:spcAft>
                <a:spcPts val="0"/>
              </a:spcAft>
              <a:buSzPts val="1400"/>
              <a:buNone/>
              <a:defRPr>
                <a:solidFill>
                  <a:srgbClr val="8B8B8D"/>
                </a:solidFill>
              </a:defRPr>
            </a:lvl5pPr>
            <a:lvl6pPr lvl="5" algn="ctr">
              <a:lnSpc>
                <a:spcPct val="100000"/>
              </a:lnSpc>
              <a:spcBef>
                <a:spcPts val="260"/>
              </a:spcBef>
              <a:spcAft>
                <a:spcPts val="0"/>
              </a:spcAft>
              <a:buSzPts val="1300"/>
              <a:buNone/>
              <a:defRPr>
                <a:solidFill>
                  <a:srgbClr val="8B8B8D"/>
                </a:solidFill>
              </a:defRPr>
            </a:lvl6pPr>
            <a:lvl7pPr lvl="6" algn="ctr">
              <a:lnSpc>
                <a:spcPct val="100000"/>
              </a:lnSpc>
              <a:spcBef>
                <a:spcPts val="260"/>
              </a:spcBef>
              <a:spcAft>
                <a:spcPts val="0"/>
              </a:spcAft>
              <a:buSzPts val="1300"/>
              <a:buNone/>
              <a:defRPr>
                <a:solidFill>
                  <a:srgbClr val="8B8B8D"/>
                </a:solidFill>
              </a:defRPr>
            </a:lvl7pPr>
            <a:lvl8pPr lvl="7" algn="ctr">
              <a:lnSpc>
                <a:spcPct val="100000"/>
              </a:lnSpc>
              <a:spcBef>
                <a:spcPts val="260"/>
              </a:spcBef>
              <a:spcAft>
                <a:spcPts val="0"/>
              </a:spcAft>
              <a:buSzPts val="1300"/>
              <a:buNone/>
              <a:defRPr>
                <a:solidFill>
                  <a:srgbClr val="8B8B8D"/>
                </a:solidFill>
              </a:defRPr>
            </a:lvl8pPr>
            <a:lvl9pPr lvl="8" algn="ctr">
              <a:lnSpc>
                <a:spcPct val="100000"/>
              </a:lnSpc>
              <a:spcBef>
                <a:spcPts val="260"/>
              </a:spcBef>
              <a:spcAft>
                <a:spcPts val="0"/>
              </a:spcAft>
              <a:buSzPts val="1300"/>
              <a:buNone/>
              <a:defRPr>
                <a:solidFill>
                  <a:srgbClr val="8B8B8D"/>
                </a:solidFill>
              </a:defRPr>
            </a:lvl9pPr>
          </a:lstStyle>
          <a:p/>
        </p:txBody>
      </p:sp>
      <p:sp>
        <p:nvSpPr>
          <p:cNvPr id="66" name="Google Shape;66;p45"/>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5"/>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5"/>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47"/>
          <p:cNvSpPr txBox="1"/>
          <p:nvPr>
            <p:ph type="title"/>
          </p:nvPr>
        </p:nvSpPr>
        <p:spPr>
          <a:xfrm>
            <a:off x="722313" y="2362200"/>
            <a:ext cx="7772400" cy="220027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0" sz="48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7"/>
          <p:cNvSpPr txBox="1"/>
          <p:nvPr>
            <p:ph idx="1" type="body"/>
          </p:nvPr>
        </p:nvSpPr>
        <p:spPr>
          <a:xfrm>
            <a:off x="722313" y="4626864"/>
            <a:ext cx="77724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SzPts val="2040"/>
              <a:buNone/>
              <a:defRPr sz="2400">
                <a:solidFill>
                  <a:schemeClr val="lt2"/>
                </a:solidFill>
              </a:defRPr>
            </a:lvl1pPr>
            <a:lvl2pPr indent="-228600" lvl="1" marL="914400" algn="l">
              <a:lnSpc>
                <a:spcPct val="100000"/>
              </a:lnSpc>
              <a:spcBef>
                <a:spcPts val="360"/>
              </a:spcBef>
              <a:spcAft>
                <a:spcPts val="0"/>
              </a:spcAft>
              <a:buSzPts val="1530"/>
              <a:buNone/>
              <a:defRPr sz="1800">
                <a:solidFill>
                  <a:schemeClr val="lt1"/>
                </a:solidFill>
              </a:defRPr>
            </a:lvl2pPr>
            <a:lvl3pPr indent="-228600" lvl="2" marL="1371600" algn="l">
              <a:lnSpc>
                <a:spcPct val="100000"/>
              </a:lnSpc>
              <a:spcBef>
                <a:spcPts val="320"/>
              </a:spcBef>
              <a:spcAft>
                <a:spcPts val="0"/>
              </a:spcAft>
              <a:buSzPts val="1440"/>
              <a:buNone/>
              <a:defRPr sz="1600">
                <a:solidFill>
                  <a:schemeClr val="lt1"/>
                </a:solidFill>
              </a:defRPr>
            </a:lvl3pPr>
            <a:lvl4pPr indent="-228600" lvl="3" marL="1828800" algn="l">
              <a:lnSpc>
                <a:spcPct val="100000"/>
              </a:lnSpc>
              <a:spcBef>
                <a:spcPts val="280"/>
              </a:spcBef>
              <a:spcAft>
                <a:spcPts val="0"/>
              </a:spcAft>
              <a:buSzPts val="1400"/>
              <a:buNone/>
              <a:defRPr sz="1400">
                <a:solidFill>
                  <a:schemeClr val="lt1"/>
                </a:solidFill>
              </a:defRPr>
            </a:lvl4pPr>
            <a:lvl5pPr indent="-228600" lvl="4" marL="2286000" algn="l">
              <a:lnSpc>
                <a:spcPct val="100000"/>
              </a:lnSpc>
              <a:spcBef>
                <a:spcPts val="280"/>
              </a:spcBef>
              <a:spcAft>
                <a:spcPts val="0"/>
              </a:spcAft>
              <a:buSzPts val="1400"/>
              <a:buNone/>
              <a:defRPr sz="1400">
                <a:solidFill>
                  <a:schemeClr val="lt1"/>
                </a:solidFill>
              </a:defRPr>
            </a:lvl5pPr>
            <a:lvl6pPr indent="-228600" lvl="5" marL="2743200" algn="l">
              <a:lnSpc>
                <a:spcPct val="100000"/>
              </a:lnSpc>
              <a:spcBef>
                <a:spcPts val="280"/>
              </a:spcBef>
              <a:spcAft>
                <a:spcPts val="0"/>
              </a:spcAft>
              <a:buSzPts val="1400"/>
              <a:buNone/>
              <a:defRPr sz="1400">
                <a:solidFill>
                  <a:schemeClr val="lt1"/>
                </a:solidFill>
              </a:defRPr>
            </a:lvl6pPr>
            <a:lvl7pPr indent="-228600" lvl="6" marL="3200400" algn="l">
              <a:lnSpc>
                <a:spcPct val="100000"/>
              </a:lnSpc>
              <a:spcBef>
                <a:spcPts val="280"/>
              </a:spcBef>
              <a:spcAft>
                <a:spcPts val="0"/>
              </a:spcAft>
              <a:buSzPts val="1400"/>
              <a:buNone/>
              <a:defRPr sz="1400">
                <a:solidFill>
                  <a:schemeClr val="lt1"/>
                </a:solidFill>
              </a:defRPr>
            </a:lvl7pPr>
            <a:lvl8pPr indent="-228600" lvl="7" marL="3657600" algn="l">
              <a:lnSpc>
                <a:spcPct val="100000"/>
              </a:lnSpc>
              <a:spcBef>
                <a:spcPts val="280"/>
              </a:spcBef>
              <a:spcAft>
                <a:spcPts val="0"/>
              </a:spcAft>
              <a:buSzPts val="1400"/>
              <a:buNone/>
              <a:defRPr sz="1400">
                <a:solidFill>
                  <a:schemeClr val="lt1"/>
                </a:solidFill>
              </a:defRPr>
            </a:lvl8pPr>
            <a:lvl9pPr indent="-228600" lvl="8" marL="4114800" algn="l">
              <a:lnSpc>
                <a:spcPct val="100000"/>
              </a:lnSpc>
              <a:spcBef>
                <a:spcPts val="280"/>
              </a:spcBef>
              <a:spcAft>
                <a:spcPts val="0"/>
              </a:spcAft>
              <a:buSzPts val="1400"/>
              <a:buNone/>
              <a:defRPr sz="1400">
                <a:solidFill>
                  <a:schemeClr val="lt1"/>
                </a:solidFill>
              </a:defRPr>
            </a:lvl9pPr>
          </a:lstStyle>
          <a:p/>
        </p:txBody>
      </p:sp>
      <p:sp>
        <p:nvSpPr>
          <p:cNvPr id="81" name="Google Shape;81;p47"/>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7"/>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7"/>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4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49"/>
          <p:cNvSpPr txBox="1"/>
          <p:nvPr>
            <p:ph idx="1" type="body"/>
          </p:nvPr>
        </p:nvSpPr>
        <p:spPr>
          <a:xfrm>
            <a:off x="45720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1700"/>
              <a:buNone/>
              <a:defRPr b="0" sz="2000">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62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96" name="Google Shape;96;p49"/>
          <p:cNvSpPr txBox="1"/>
          <p:nvPr>
            <p:ph idx="2" type="body"/>
          </p:nvPr>
        </p:nvSpPr>
        <p:spPr>
          <a:xfrm>
            <a:off x="457200" y="2438400"/>
            <a:ext cx="3931920" cy="3951288"/>
          </a:xfrm>
          <a:prstGeom prst="rect">
            <a:avLst/>
          </a:prstGeom>
          <a:noFill/>
          <a:ln>
            <a:noFill/>
          </a:ln>
        </p:spPr>
        <p:txBody>
          <a:bodyPr anchorCtr="0" anchor="t" bIns="45700" lIns="91425" spcFirstLastPara="1" rIns="91425" wrap="square" tIns="45700">
            <a:noAutofit/>
          </a:bodyPr>
          <a:lstStyle>
            <a:lvl1pPr indent="-358140" lvl="0" marL="457200" algn="l">
              <a:lnSpc>
                <a:spcPct val="100000"/>
              </a:lnSpc>
              <a:spcBef>
                <a:spcPts val="480"/>
              </a:spcBef>
              <a:spcAft>
                <a:spcPts val="0"/>
              </a:spcAft>
              <a:buSzPts val="2040"/>
              <a:buChar char="•"/>
              <a:defRPr sz="2400"/>
            </a:lvl1pPr>
            <a:lvl2pPr indent="-336550" lvl="1" marL="914400" algn="l">
              <a:lnSpc>
                <a:spcPct val="100000"/>
              </a:lnSpc>
              <a:spcBef>
                <a:spcPts val="400"/>
              </a:spcBef>
              <a:spcAft>
                <a:spcPts val="0"/>
              </a:spcAft>
              <a:buSzPts val="1700"/>
              <a:buChar char="•"/>
              <a:defRPr sz="2000"/>
            </a:lvl2pPr>
            <a:lvl3pPr indent="-331469" lvl="2" marL="1371600" algn="l">
              <a:lnSpc>
                <a:spcPct val="100000"/>
              </a:lnSpc>
              <a:spcBef>
                <a:spcPts val="360"/>
              </a:spcBef>
              <a:spcAft>
                <a:spcPts val="0"/>
              </a:spcAft>
              <a:buSzPts val="1620"/>
              <a:buChar char="•"/>
              <a:defRPr sz="1800"/>
            </a:lvl3pPr>
            <a:lvl4pPr indent="-330200" lvl="3" marL="1828800" algn="l">
              <a:lnSpc>
                <a:spcPct val="100000"/>
              </a:lnSpc>
              <a:spcBef>
                <a:spcPts val="320"/>
              </a:spcBef>
              <a:spcAft>
                <a:spcPts val="0"/>
              </a:spcAft>
              <a:buSzPts val="1600"/>
              <a:buChar char="•"/>
              <a:defRPr sz="1600"/>
            </a:lvl4pPr>
            <a:lvl5pPr indent="-330200" lvl="4" marL="2286000" algn="l">
              <a:lnSpc>
                <a:spcPct val="100000"/>
              </a:lnSpc>
              <a:spcBef>
                <a:spcPts val="320"/>
              </a:spcBef>
              <a:spcAft>
                <a:spcPts val="0"/>
              </a:spcAft>
              <a:buSzPts val="1600"/>
              <a:buChar char="•"/>
              <a:defRPr sz="16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97" name="Google Shape;97;p49"/>
          <p:cNvSpPr txBox="1"/>
          <p:nvPr>
            <p:ph idx="3" type="body"/>
          </p:nvPr>
        </p:nvSpPr>
        <p:spPr>
          <a:xfrm>
            <a:off x="475488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62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98" name="Google Shape;98;p49"/>
          <p:cNvSpPr txBox="1"/>
          <p:nvPr>
            <p:ph idx="4" type="body"/>
          </p:nvPr>
        </p:nvSpPr>
        <p:spPr>
          <a:xfrm>
            <a:off x="4754880" y="2438400"/>
            <a:ext cx="3931920" cy="3951288"/>
          </a:xfrm>
          <a:prstGeom prst="rect">
            <a:avLst/>
          </a:prstGeom>
          <a:noFill/>
          <a:ln>
            <a:noFill/>
          </a:ln>
        </p:spPr>
        <p:txBody>
          <a:bodyPr anchorCtr="0" anchor="t" bIns="45700" lIns="91425" spcFirstLastPara="1" rIns="91425" wrap="square" tIns="45700">
            <a:noAutofit/>
          </a:bodyPr>
          <a:lstStyle>
            <a:lvl1pPr indent="-358140" lvl="0" marL="457200" algn="l">
              <a:lnSpc>
                <a:spcPct val="100000"/>
              </a:lnSpc>
              <a:spcBef>
                <a:spcPts val="480"/>
              </a:spcBef>
              <a:spcAft>
                <a:spcPts val="0"/>
              </a:spcAft>
              <a:buSzPts val="2040"/>
              <a:buChar char="•"/>
              <a:defRPr sz="2400"/>
            </a:lvl1pPr>
            <a:lvl2pPr indent="-336550" lvl="1" marL="914400" algn="l">
              <a:lnSpc>
                <a:spcPct val="100000"/>
              </a:lnSpc>
              <a:spcBef>
                <a:spcPts val="400"/>
              </a:spcBef>
              <a:spcAft>
                <a:spcPts val="0"/>
              </a:spcAft>
              <a:buSzPts val="1700"/>
              <a:buChar char="•"/>
              <a:defRPr sz="2000"/>
            </a:lvl2pPr>
            <a:lvl3pPr indent="-331469" lvl="2" marL="1371600" algn="l">
              <a:lnSpc>
                <a:spcPct val="100000"/>
              </a:lnSpc>
              <a:spcBef>
                <a:spcPts val="360"/>
              </a:spcBef>
              <a:spcAft>
                <a:spcPts val="0"/>
              </a:spcAft>
              <a:buSzPts val="1620"/>
              <a:buChar char="•"/>
              <a:defRPr sz="1800"/>
            </a:lvl3pPr>
            <a:lvl4pPr indent="-330200" lvl="3" marL="1828800" algn="l">
              <a:lnSpc>
                <a:spcPct val="100000"/>
              </a:lnSpc>
              <a:spcBef>
                <a:spcPts val="320"/>
              </a:spcBef>
              <a:spcAft>
                <a:spcPts val="0"/>
              </a:spcAft>
              <a:buSzPts val="1600"/>
              <a:buChar char="•"/>
              <a:defRPr sz="1600"/>
            </a:lvl4pPr>
            <a:lvl5pPr indent="-330200" lvl="4" marL="2286000" algn="l">
              <a:lnSpc>
                <a:spcPct val="100000"/>
              </a:lnSpc>
              <a:spcBef>
                <a:spcPts val="320"/>
              </a:spcBef>
              <a:spcAft>
                <a:spcPts val="0"/>
              </a:spcAft>
              <a:buSzPts val="1600"/>
              <a:buChar char="•"/>
              <a:defRPr sz="16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99" name="Google Shape;99;p49"/>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49"/>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49"/>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51"/>
          <p:cNvSpPr txBox="1"/>
          <p:nvPr>
            <p:ph type="title"/>
          </p:nvPr>
        </p:nvSpPr>
        <p:spPr>
          <a:xfrm>
            <a:off x="457200" y="792080"/>
            <a:ext cx="2139696" cy="126187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1"/>
          <p:cNvSpPr txBox="1"/>
          <p:nvPr>
            <p:ph idx="1" type="body"/>
          </p:nvPr>
        </p:nvSpPr>
        <p:spPr>
          <a:xfrm>
            <a:off x="2971800" y="792080"/>
            <a:ext cx="5715000" cy="5577840"/>
          </a:xfrm>
          <a:prstGeom prst="rect">
            <a:avLst/>
          </a:prstGeom>
          <a:noFill/>
          <a:ln>
            <a:noFill/>
          </a:ln>
        </p:spPr>
        <p:txBody>
          <a:bodyPr anchorCtr="0" anchor="t" bIns="45700" lIns="91425" spcFirstLastPara="1" rIns="91425" wrap="square" tIns="45700">
            <a:noAutofit/>
          </a:bodyPr>
          <a:lstStyle>
            <a:lvl1pPr indent="-401320" lvl="0" marL="457200" algn="l">
              <a:lnSpc>
                <a:spcPct val="100000"/>
              </a:lnSpc>
              <a:spcBef>
                <a:spcPts val="640"/>
              </a:spcBef>
              <a:spcAft>
                <a:spcPts val="0"/>
              </a:spcAft>
              <a:buSzPts val="2720"/>
              <a:buChar char="•"/>
              <a:defRPr sz="3200"/>
            </a:lvl1pPr>
            <a:lvl2pPr indent="-379730" lvl="1" marL="914400" algn="l">
              <a:lnSpc>
                <a:spcPct val="100000"/>
              </a:lnSpc>
              <a:spcBef>
                <a:spcPts val="560"/>
              </a:spcBef>
              <a:spcAft>
                <a:spcPts val="0"/>
              </a:spcAft>
              <a:buSzPts val="2380"/>
              <a:buChar char="•"/>
              <a:defRPr sz="2800"/>
            </a:lvl2pPr>
            <a:lvl3pPr indent="-365760" lvl="2" marL="1371600" algn="l">
              <a:lnSpc>
                <a:spcPct val="100000"/>
              </a:lnSpc>
              <a:spcBef>
                <a:spcPts val="480"/>
              </a:spcBef>
              <a:spcAft>
                <a:spcPts val="0"/>
              </a:spcAft>
              <a:buSzPts val="216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55600" lvl="5" marL="2743200" algn="l">
              <a:lnSpc>
                <a:spcPct val="100000"/>
              </a:lnSpc>
              <a:spcBef>
                <a:spcPts val="400"/>
              </a:spcBef>
              <a:spcAft>
                <a:spcPts val="0"/>
              </a:spcAft>
              <a:buSzPts val="2000"/>
              <a:buChar char="•"/>
              <a:defRPr sz="2000"/>
            </a:lvl6pPr>
            <a:lvl7pPr indent="-355600" lvl="6" marL="3200400" algn="l">
              <a:lnSpc>
                <a:spcPct val="100000"/>
              </a:lnSpc>
              <a:spcBef>
                <a:spcPts val="400"/>
              </a:spcBef>
              <a:spcAft>
                <a:spcPts val="0"/>
              </a:spcAft>
              <a:buSzPts val="2000"/>
              <a:buChar char="•"/>
              <a:defRPr sz="2000"/>
            </a:lvl7pPr>
            <a:lvl8pPr indent="-355600" lvl="7" marL="3657600" algn="l">
              <a:lnSpc>
                <a:spcPct val="100000"/>
              </a:lnSpc>
              <a:spcBef>
                <a:spcPts val="400"/>
              </a:spcBef>
              <a:spcAft>
                <a:spcPts val="0"/>
              </a:spcAft>
              <a:buSzPts val="2000"/>
              <a:buChar char="•"/>
              <a:defRPr sz="2000"/>
            </a:lvl8pPr>
            <a:lvl9pPr indent="-355600" lvl="8" marL="4114800" algn="l">
              <a:lnSpc>
                <a:spcPct val="100000"/>
              </a:lnSpc>
              <a:spcBef>
                <a:spcPts val="400"/>
              </a:spcBef>
              <a:spcAft>
                <a:spcPts val="0"/>
              </a:spcAft>
              <a:buSzPts val="2000"/>
              <a:buChar char="•"/>
              <a:defRPr sz="2000"/>
            </a:lvl9pPr>
          </a:lstStyle>
          <a:p/>
        </p:txBody>
      </p:sp>
      <p:sp>
        <p:nvSpPr>
          <p:cNvPr id="114" name="Google Shape;114;p51"/>
          <p:cNvSpPr txBox="1"/>
          <p:nvPr>
            <p:ph idx="2" type="body"/>
          </p:nvPr>
        </p:nvSpPr>
        <p:spPr>
          <a:xfrm>
            <a:off x="457201" y="2130552"/>
            <a:ext cx="2139696" cy="424361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119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9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115" name="Google Shape;115;p51"/>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51"/>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51"/>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6.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 name="Google Shape;7;p3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9pPr>
          </a:lstStyle>
          <a:p/>
        </p:txBody>
      </p:sp>
      <p:sp>
        <p:nvSpPr>
          <p:cNvPr id="8" name="Google Shape;8;p3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lnSpc>
                <a:spcPct val="100000"/>
              </a:lnSpc>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lnSpc>
                <a:spcPct val="100000"/>
              </a:lnSpc>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lnSpc>
                <a:spcPct val="100000"/>
              </a:lnSpc>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9" name="Google Shape;9;p36"/>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 name="Google Shape;10;p36"/>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 name="Google Shape;11;p36"/>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2" name="Google Shape;12;p36"/>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44"/>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 name="Google Shape;56;p44"/>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57" name="Google Shape;57;p44"/>
          <p:cNvCxnSpPr/>
          <p:nvPr/>
        </p:nvCxnSpPr>
        <p:spPr>
          <a:xfrm>
            <a:off x="685800" y="3398837"/>
            <a:ext cx="7848600" cy="1587"/>
          </a:xfrm>
          <a:prstGeom prst="straightConnector1">
            <a:avLst/>
          </a:prstGeom>
          <a:noFill/>
          <a:ln cap="flat" cmpd="sng" w="19050">
            <a:solidFill>
              <a:schemeClr val="dk2"/>
            </a:solidFill>
            <a:prstDash val="solid"/>
            <a:miter lim="800000"/>
            <a:headEnd len="sm" w="sm" type="none"/>
            <a:tailEnd len="sm" w="sm" type="none"/>
          </a:ln>
        </p:spPr>
      </p:cxnSp>
      <p:sp>
        <p:nvSpPr>
          <p:cNvPr id="58" name="Google Shape;58;p4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9pPr>
          </a:lstStyle>
          <a:p/>
        </p:txBody>
      </p:sp>
      <p:sp>
        <p:nvSpPr>
          <p:cNvPr id="59" name="Google Shape;59;p4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lnSpc>
                <a:spcPct val="100000"/>
              </a:lnSpc>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lnSpc>
                <a:spcPct val="100000"/>
              </a:lnSpc>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lnSpc>
                <a:spcPct val="100000"/>
              </a:lnSpc>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60" name="Google Shape;60;p44"/>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61" name="Google Shape;61;p44"/>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62" name="Google Shape;62;p44"/>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69" name="Shape 69"/>
        <p:cNvGrpSpPr/>
        <p:nvPr/>
      </p:nvGrpSpPr>
      <p:grpSpPr>
        <a:xfrm>
          <a:off x="0" y="0"/>
          <a:ext cx="0" cy="0"/>
          <a:chOff x="0" y="0"/>
          <a:chExt cx="0" cy="0"/>
        </a:xfrm>
      </p:grpSpPr>
      <p:sp>
        <p:nvSpPr>
          <p:cNvPr id="70" name="Google Shape;70;p46"/>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71" name="Google Shape;71;p46"/>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Times New Roman"/>
              <a:ea typeface="Times New Roman"/>
              <a:cs typeface="Times New Roman"/>
              <a:sym typeface="Times New Roman"/>
            </a:endParaRPr>
          </a:p>
        </p:txBody>
      </p:sp>
      <p:cxnSp>
        <p:nvCxnSpPr>
          <p:cNvPr id="72" name="Google Shape;72;p46"/>
          <p:cNvCxnSpPr/>
          <p:nvPr/>
        </p:nvCxnSpPr>
        <p:spPr>
          <a:xfrm>
            <a:off x="731837" y="4598987"/>
            <a:ext cx="7848600" cy="1587"/>
          </a:xfrm>
          <a:prstGeom prst="straightConnector1">
            <a:avLst/>
          </a:prstGeom>
          <a:noFill/>
          <a:ln cap="flat" cmpd="sng" w="19050">
            <a:solidFill>
              <a:schemeClr val="lt2"/>
            </a:solidFill>
            <a:prstDash val="solid"/>
            <a:miter lim="800000"/>
            <a:headEnd len="sm" w="sm" type="none"/>
            <a:tailEnd len="sm" w="sm" type="none"/>
          </a:ln>
        </p:spPr>
      </p:cxnSp>
      <p:sp>
        <p:nvSpPr>
          <p:cNvPr id="73" name="Google Shape;73;p4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lt2"/>
                </a:solidFill>
                <a:latin typeface="Arial"/>
                <a:ea typeface="Arial"/>
                <a:cs typeface="Arial"/>
                <a:sym typeface="Arial"/>
              </a:defRPr>
            </a:lvl9pPr>
          </a:lstStyle>
          <a:p/>
        </p:txBody>
      </p:sp>
      <p:sp>
        <p:nvSpPr>
          <p:cNvPr id="74" name="Google Shape;74;p4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lnSpc>
                <a:spcPct val="100000"/>
              </a:lnSpc>
              <a:spcBef>
                <a:spcPts val="480"/>
              </a:spcBef>
              <a:spcAft>
                <a:spcPts val="0"/>
              </a:spcAft>
              <a:buClr>
                <a:schemeClr val="accent1"/>
              </a:buClr>
              <a:buSzPts val="2040"/>
              <a:buFont typeface="Arial"/>
              <a:buChar char="•"/>
              <a:defRPr b="0" i="0" sz="2400" u="none" cap="none" strike="noStrike">
                <a:solidFill>
                  <a:schemeClr val="lt1"/>
                </a:solidFill>
                <a:latin typeface="Arial"/>
                <a:ea typeface="Arial"/>
                <a:cs typeface="Arial"/>
                <a:sym typeface="Arial"/>
              </a:defRPr>
            </a:lvl1pPr>
            <a:lvl2pPr indent="-336550" lvl="1" marL="914400" marR="0" rtl="0" algn="l">
              <a:lnSpc>
                <a:spcPct val="100000"/>
              </a:lnSpc>
              <a:spcBef>
                <a:spcPts val="400"/>
              </a:spcBef>
              <a:spcAft>
                <a:spcPts val="0"/>
              </a:spcAft>
              <a:buClr>
                <a:schemeClr val="accent1"/>
              </a:buClr>
              <a:buSzPts val="1700"/>
              <a:buFont typeface="Arial"/>
              <a:buChar char="•"/>
              <a:defRPr b="0" i="0" sz="2000" u="none" cap="none" strike="noStrike">
                <a:solidFill>
                  <a:schemeClr val="lt1"/>
                </a:solidFill>
                <a:latin typeface="Arial"/>
                <a:ea typeface="Arial"/>
                <a:cs typeface="Arial"/>
                <a:sym typeface="Arial"/>
              </a:defRPr>
            </a:lvl2pPr>
            <a:lvl3pPr indent="-331469" lvl="2" marL="1371600" marR="0" rtl="0" algn="l">
              <a:lnSpc>
                <a:spcPct val="100000"/>
              </a:lnSpc>
              <a:spcBef>
                <a:spcPts val="360"/>
              </a:spcBef>
              <a:spcAft>
                <a:spcPts val="0"/>
              </a:spcAft>
              <a:buClr>
                <a:schemeClr val="accent1"/>
              </a:buClr>
              <a:buSzPts val="1620"/>
              <a:buFont typeface="Arial"/>
              <a:buChar char="•"/>
              <a:defRPr b="0" i="0" sz="1800" u="none" cap="none" strike="noStrike">
                <a:solidFill>
                  <a:schemeClr val="lt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1"/>
              </a:buClr>
              <a:buSzPts val="1600"/>
              <a:buFont typeface="Arial"/>
              <a:buChar char="•"/>
              <a:defRPr b="0" i="0" sz="1600" u="none" cap="none" strike="noStrike">
                <a:solidFill>
                  <a:schemeClr val="lt1"/>
                </a:solidFill>
                <a:latin typeface="Arial"/>
                <a:ea typeface="Arial"/>
                <a:cs typeface="Arial"/>
                <a:sym typeface="Arial"/>
              </a:defRPr>
            </a:lvl4pPr>
            <a:lvl5pPr indent="-317500" lvl="4" marL="2286000" marR="0" rtl="0" algn="l">
              <a:lnSpc>
                <a:spcPct val="100000"/>
              </a:lnSpc>
              <a:spcBef>
                <a:spcPts val="280"/>
              </a:spcBef>
              <a:spcAft>
                <a:spcPts val="0"/>
              </a:spcAft>
              <a:buClr>
                <a:schemeClr val="accent1"/>
              </a:buClr>
              <a:buSzPts val="1400"/>
              <a:buFont typeface="Arial"/>
              <a:buChar char="•"/>
              <a:defRPr b="0" i="0" sz="1400" u="none" cap="none" strike="noStrike">
                <a:solidFill>
                  <a:schemeClr val="lt1"/>
                </a:solidFill>
                <a:latin typeface="Arial"/>
                <a:ea typeface="Arial"/>
                <a:cs typeface="Arial"/>
                <a:sym typeface="Arial"/>
              </a:defRPr>
            </a:lvl5pPr>
            <a:lvl6pPr indent="-311150" lvl="5" marL="2743200" marR="0" rtl="0" algn="l">
              <a:lnSpc>
                <a:spcPct val="100000"/>
              </a:lnSpc>
              <a:spcBef>
                <a:spcPts val="260"/>
              </a:spcBef>
              <a:spcAft>
                <a:spcPts val="0"/>
              </a:spcAft>
              <a:buClr>
                <a:schemeClr val="accent1"/>
              </a:buClr>
              <a:buSzPts val="1300"/>
              <a:buFont typeface="Arial"/>
              <a:buChar char="•"/>
              <a:defRPr b="0" i="0" sz="1300" u="none" cap="none" strike="noStrike">
                <a:solidFill>
                  <a:schemeClr val="lt1"/>
                </a:solidFill>
                <a:latin typeface="Arial"/>
                <a:ea typeface="Arial"/>
                <a:cs typeface="Arial"/>
                <a:sym typeface="Arial"/>
              </a:defRPr>
            </a:lvl6pPr>
            <a:lvl7pPr indent="-311150" lvl="6" marL="3200400" marR="0" rtl="0" algn="l">
              <a:lnSpc>
                <a:spcPct val="100000"/>
              </a:lnSpc>
              <a:spcBef>
                <a:spcPts val="260"/>
              </a:spcBef>
              <a:spcAft>
                <a:spcPts val="0"/>
              </a:spcAft>
              <a:buClr>
                <a:schemeClr val="accent1"/>
              </a:buClr>
              <a:buSzPts val="1300"/>
              <a:buFont typeface="Arial"/>
              <a:buChar char="•"/>
              <a:defRPr b="0" i="0" sz="1300" u="none" cap="none" strike="noStrike">
                <a:solidFill>
                  <a:schemeClr val="lt1"/>
                </a:solidFill>
                <a:latin typeface="Arial"/>
                <a:ea typeface="Arial"/>
                <a:cs typeface="Arial"/>
                <a:sym typeface="Arial"/>
              </a:defRPr>
            </a:lvl7pPr>
            <a:lvl8pPr indent="-311150" lvl="7" marL="3657600" marR="0" rtl="0" algn="l">
              <a:lnSpc>
                <a:spcPct val="100000"/>
              </a:lnSpc>
              <a:spcBef>
                <a:spcPts val="260"/>
              </a:spcBef>
              <a:spcAft>
                <a:spcPts val="0"/>
              </a:spcAft>
              <a:buClr>
                <a:schemeClr val="accent1"/>
              </a:buClr>
              <a:buSzPts val="1300"/>
              <a:buFont typeface="Arial"/>
              <a:buChar char="•"/>
              <a:defRPr b="0" i="0" sz="1300" u="none" cap="none" strike="noStrike">
                <a:solidFill>
                  <a:schemeClr val="lt1"/>
                </a:solidFill>
                <a:latin typeface="Arial"/>
                <a:ea typeface="Arial"/>
                <a:cs typeface="Arial"/>
                <a:sym typeface="Arial"/>
              </a:defRPr>
            </a:lvl8pPr>
            <a:lvl9pPr indent="-311150" lvl="8" marL="4114800" marR="0" rtl="0" algn="l">
              <a:lnSpc>
                <a:spcPct val="100000"/>
              </a:lnSpc>
              <a:spcBef>
                <a:spcPts val="260"/>
              </a:spcBef>
              <a:spcAft>
                <a:spcPts val="0"/>
              </a:spcAft>
              <a:buClr>
                <a:schemeClr val="accent1"/>
              </a:buClr>
              <a:buSzPts val="1300"/>
              <a:buFont typeface="Arial"/>
              <a:buChar char="•"/>
              <a:defRPr b="0" i="0" sz="1300" u="none" cap="none" strike="noStrike">
                <a:solidFill>
                  <a:schemeClr val="lt1"/>
                </a:solidFill>
                <a:latin typeface="Arial"/>
                <a:ea typeface="Arial"/>
                <a:cs typeface="Arial"/>
                <a:sym typeface="Arial"/>
              </a:defRPr>
            </a:lvl9pPr>
          </a:lstStyle>
          <a:p/>
        </p:txBody>
      </p:sp>
      <p:sp>
        <p:nvSpPr>
          <p:cNvPr id="75" name="Google Shape;75;p46"/>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9pPr>
          </a:lstStyle>
          <a:p/>
        </p:txBody>
      </p:sp>
      <p:sp>
        <p:nvSpPr>
          <p:cNvPr id="76" name="Google Shape;76;p46"/>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9pPr>
          </a:lstStyle>
          <a:p/>
        </p:txBody>
      </p:sp>
      <p:sp>
        <p:nvSpPr>
          <p:cNvPr id="77" name="Google Shape;77;p46"/>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48"/>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 name="Google Shape;86;p48"/>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87" name="Google Shape;87;p48"/>
          <p:cNvCxnSpPr/>
          <p:nvPr/>
        </p:nvCxnSpPr>
        <p:spPr>
          <a:xfrm rot="5400000">
            <a:off x="2218531" y="4045743"/>
            <a:ext cx="4708525" cy="1587"/>
          </a:xfrm>
          <a:prstGeom prst="straightConnector1">
            <a:avLst/>
          </a:prstGeom>
          <a:noFill/>
          <a:ln cap="flat" cmpd="sng" w="19050">
            <a:solidFill>
              <a:schemeClr val="dk2"/>
            </a:solidFill>
            <a:prstDash val="solid"/>
            <a:miter lim="800000"/>
            <a:headEnd len="sm" w="sm" type="none"/>
            <a:tailEnd len="sm" w="sm" type="none"/>
          </a:ln>
        </p:spPr>
      </p:cxnSp>
      <p:sp>
        <p:nvSpPr>
          <p:cNvPr id="88" name="Google Shape;88;p4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9pPr>
          </a:lstStyle>
          <a:p/>
        </p:txBody>
      </p:sp>
      <p:sp>
        <p:nvSpPr>
          <p:cNvPr id="89" name="Google Shape;89;p48"/>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lnSpc>
                <a:spcPct val="100000"/>
              </a:lnSpc>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lnSpc>
                <a:spcPct val="100000"/>
              </a:lnSpc>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lnSpc>
                <a:spcPct val="100000"/>
              </a:lnSpc>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90" name="Google Shape;90;p48"/>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91" name="Google Shape;91;p48"/>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92" name="Google Shape;92;p48"/>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50"/>
          <p:cNvSpPr txBox="1"/>
          <p:nvPr/>
        </p:nvSpPr>
        <p:spPr>
          <a:xfrm>
            <a:off x="0" y="220662"/>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4" name="Google Shape;104;p50"/>
          <p:cNvSpPr txBox="1"/>
          <p:nvPr/>
        </p:nvSpPr>
        <p:spPr>
          <a:xfrm>
            <a:off x="0" y="0"/>
            <a:ext cx="9144000" cy="3651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05" name="Google Shape;105;p50"/>
          <p:cNvCxnSpPr/>
          <p:nvPr/>
        </p:nvCxnSpPr>
        <p:spPr>
          <a:xfrm rot="5400000">
            <a:off x="-13493" y="3580606"/>
            <a:ext cx="5578475" cy="1587"/>
          </a:xfrm>
          <a:prstGeom prst="straightConnector1">
            <a:avLst/>
          </a:prstGeom>
          <a:noFill/>
          <a:ln cap="flat" cmpd="sng" w="19050">
            <a:solidFill>
              <a:schemeClr val="dk2"/>
            </a:solidFill>
            <a:prstDash val="solid"/>
            <a:miter lim="800000"/>
            <a:headEnd len="sm" w="sm" type="none"/>
            <a:tailEnd len="sm" w="sm" type="none"/>
          </a:ln>
        </p:spPr>
      </p:cxnSp>
      <p:sp>
        <p:nvSpPr>
          <p:cNvPr id="106" name="Google Shape;106;p5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Arial"/>
                <a:ea typeface="Arial"/>
                <a:cs typeface="Arial"/>
                <a:sym typeface="Arial"/>
              </a:defRPr>
            </a:lvl9pPr>
          </a:lstStyle>
          <a:p/>
        </p:txBody>
      </p:sp>
      <p:sp>
        <p:nvSpPr>
          <p:cNvPr id="107" name="Google Shape;107;p50"/>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lvl1pPr indent="-358140" lvl="0" marL="457200" marR="0" rtl="0" algn="l">
              <a:lnSpc>
                <a:spcPct val="100000"/>
              </a:lnSpc>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lnSpc>
                <a:spcPct val="100000"/>
              </a:lnSpc>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lnSpc>
                <a:spcPct val="100000"/>
              </a:lnSpc>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lnSpc>
                <a:spcPct val="100000"/>
              </a:lnSpc>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108" name="Google Shape;108;p50"/>
          <p:cNvSpPr txBox="1"/>
          <p:nvPr>
            <p:ph idx="10" type="dt"/>
          </p:nvPr>
        </p:nvSpPr>
        <p:spPr>
          <a:xfrm>
            <a:off x="457200" y="19050"/>
            <a:ext cx="2895600" cy="3286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9" name="Google Shape;109;p50"/>
          <p:cNvSpPr txBox="1"/>
          <p:nvPr>
            <p:ph idx="11" type="ftr"/>
          </p:nvPr>
        </p:nvSpPr>
        <p:spPr>
          <a:xfrm>
            <a:off x="3429000" y="19050"/>
            <a:ext cx="4114800" cy="328612"/>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FFFFFF"/>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0" name="Google Shape;110;p50"/>
          <p:cNvSpPr txBox="1"/>
          <p:nvPr>
            <p:ph idx="12" type="sldNum"/>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FFFFFF"/>
              </a:buClr>
              <a:buSzPts val="1400"/>
              <a:buFont typeface="Times New Roman"/>
              <a:buNone/>
              <a:defRPr b="1" i="0" sz="1400" u="none" cap="none" strike="noStrike">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1" Type="http://schemas.openxmlformats.org/officeDocument/2006/relationships/hyperlink" Target="http://www.tutorialspoint.com/java/util/vector_contains.htm" TargetMode="External"/><Relationship Id="rId10" Type="http://schemas.openxmlformats.org/officeDocument/2006/relationships/hyperlink" Target="http://www.tutorialspoint.com/java/util/vector_clone.htm" TargetMode="External"/><Relationship Id="rId13" Type="http://schemas.openxmlformats.org/officeDocument/2006/relationships/hyperlink" Target="http://www.tutorialspoint.com/java/util/vector_copyinto.htm" TargetMode="External"/><Relationship Id="rId12" Type="http://schemas.openxmlformats.org/officeDocument/2006/relationships/hyperlink" Target="http://www.tutorialspoint.com/java/util/vector_containsall.htm" TargetMode="External"/><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www.tutorialspoint.com/java/util/vector_add.htm" TargetMode="External"/><Relationship Id="rId4" Type="http://schemas.openxmlformats.org/officeDocument/2006/relationships/hyperlink" Target="http://www.tutorialspoint.com/java/util/vector_add_index.htm" TargetMode="External"/><Relationship Id="rId9" Type="http://schemas.openxmlformats.org/officeDocument/2006/relationships/hyperlink" Target="http://www.tutorialspoint.com/java/util/vector_clear.htm" TargetMode="External"/><Relationship Id="rId15" Type="http://schemas.openxmlformats.org/officeDocument/2006/relationships/hyperlink" Target="http://www.tutorialspoint.com/java/util/vector_elements.htm" TargetMode="External"/><Relationship Id="rId14" Type="http://schemas.openxmlformats.org/officeDocument/2006/relationships/hyperlink" Target="http://www.tutorialspoint.com/java/util/vector_elementat.htm" TargetMode="External"/><Relationship Id="rId16" Type="http://schemas.openxmlformats.org/officeDocument/2006/relationships/hyperlink" Target="http://www.tutorialspoint.com/java/util/vector_ensurecapacity.htm" TargetMode="External"/><Relationship Id="rId5" Type="http://schemas.openxmlformats.org/officeDocument/2006/relationships/hyperlink" Target="http://www.tutorialspoint.com/java/util/vector_addall.htm" TargetMode="External"/><Relationship Id="rId6" Type="http://schemas.openxmlformats.org/officeDocument/2006/relationships/hyperlink" Target="http://www.tutorialspoint.com/java/util/vector_addall_index.htm" TargetMode="External"/><Relationship Id="rId7" Type="http://schemas.openxmlformats.org/officeDocument/2006/relationships/hyperlink" Target="http://www.tutorialspoint.com/java/util/vector_addelement.htm" TargetMode="External"/><Relationship Id="rId8" Type="http://schemas.openxmlformats.org/officeDocument/2006/relationships/hyperlink" Target="http://www.tutorialspoint.com/java/util/vector_capacity.htm" TargetMode="External"/></Relationships>
</file>

<file path=ppt/slides/_rels/slide15.xml.rels><?xml version="1.0" encoding="UTF-8" standalone="yes"?><Relationships xmlns="http://schemas.openxmlformats.org/package/2006/relationships"><Relationship Id="rId11" Type="http://schemas.openxmlformats.org/officeDocument/2006/relationships/hyperlink" Target="http://www.tutorialspoint.com/java/util/vector_lastelement.htm" TargetMode="External"/><Relationship Id="rId10" Type="http://schemas.openxmlformats.org/officeDocument/2006/relationships/hyperlink" Target="http://www.tutorialspoint.com/java/util/vector_isempty.htm" TargetMode="External"/><Relationship Id="rId13" Type="http://schemas.openxmlformats.org/officeDocument/2006/relationships/hyperlink" Target="http://www.tutorialspoint.com/java/util/vector_lastindexof_index.htm" TargetMode="External"/><Relationship Id="rId12" Type="http://schemas.openxmlformats.org/officeDocument/2006/relationships/hyperlink" Target="http://www.tutorialspoint.com/java/util/vector_lastindexof.htm" TargetMode="External"/><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www.tutorialspoint.com/java/util/vector_equals.htm" TargetMode="External"/><Relationship Id="rId4" Type="http://schemas.openxmlformats.org/officeDocument/2006/relationships/hyperlink" Target="http://www.tutorialspoint.com/java/util/vector_firstelement.htm" TargetMode="External"/><Relationship Id="rId9" Type="http://schemas.openxmlformats.org/officeDocument/2006/relationships/hyperlink" Target="http://www.tutorialspoint.com/java/util/vector_insertelementat.htm" TargetMode="External"/><Relationship Id="rId15" Type="http://schemas.openxmlformats.org/officeDocument/2006/relationships/hyperlink" Target="http://www.tutorialspoint.com/java/util/vector_remove_object.htm" TargetMode="External"/><Relationship Id="rId14" Type="http://schemas.openxmlformats.org/officeDocument/2006/relationships/hyperlink" Target="http://www.tutorialspoint.com/java/util/vector_remove.htm" TargetMode="External"/><Relationship Id="rId17" Type="http://schemas.openxmlformats.org/officeDocument/2006/relationships/hyperlink" Target="http://www.tutorialspoint.com/java/util/vector_removeallelements.htm" TargetMode="External"/><Relationship Id="rId16" Type="http://schemas.openxmlformats.org/officeDocument/2006/relationships/hyperlink" Target="http://www.tutorialspoint.com/java/util/vector_removeall.htm" TargetMode="External"/><Relationship Id="rId5" Type="http://schemas.openxmlformats.org/officeDocument/2006/relationships/hyperlink" Target="http://www.tutorialspoint.com/java/util/vector_get.htm" TargetMode="External"/><Relationship Id="rId6" Type="http://schemas.openxmlformats.org/officeDocument/2006/relationships/hyperlink" Target="http://www.tutorialspoint.com/java/util/vector_hashcode.htm" TargetMode="External"/><Relationship Id="rId18" Type="http://schemas.openxmlformats.org/officeDocument/2006/relationships/hyperlink" Target="http://www.tutorialspoint.com/java/util/vector_removeelement.htm" TargetMode="External"/><Relationship Id="rId7" Type="http://schemas.openxmlformats.org/officeDocument/2006/relationships/hyperlink" Target="http://www.tutorialspoint.com/java/util/vector_indexof.htm" TargetMode="External"/><Relationship Id="rId8" Type="http://schemas.openxmlformats.org/officeDocument/2006/relationships/hyperlink" Target="http://www.tutorialspoint.com/java/util/vector_indexof_index.htm" TargetMode="External"/></Relationships>
</file>

<file path=ppt/slides/_rels/slide16.xml.rels><?xml version="1.0" encoding="UTF-8" standalone="yes"?><Relationships xmlns="http://schemas.openxmlformats.org/package/2006/relationships"><Relationship Id="rId11" Type="http://schemas.openxmlformats.org/officeDocument/2006/relationships/hyperlink" Target="http://www.tutorialspoint.com/java/util/vector_toarray.htm" TargetMode="External"/><Relationship Id="rId10" Type="http://schemas.openxmlformats.org/officeDocument/2006/relationships/hyperlink" Target="http://www.tutorialspoint.com/java/util/vector_sublist.htm" TargetMode="External"/><Relationship Id="rId13" Type="http://schemas.openxmlformats.org/officeDocument/2006/relationships/hyperlink" Target="http://www.tutorialspoint.com/java/util/vector_tostring.htm" TargetMode="External"/><Relationship Id="rId12" Type="http://schemas.openxmlformats.org/officeDocument/2006/relationships/hyperlink" Target="http://www.tutorialspoint.com/java/util/vector_toarray_t.htm" TargetMode="External"/><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www.tutorialspoint.com/java/util/vector_removeelementat.htm" TargetMode="External"/><Relationship Id="rId4" Type="http://schemas.openxmlformats.org/officeDocument/2006/relationships/hyperlink" Target="http://www.tutorialspoint.com/java/util/vector_removerange.htm" TargetMode="External"/><Relationship Id="rId9" Type="http://schemas.openxmlformats.org/officeDocument/2006/relationships/hyperlink" Target="http://www.tutorialspoint.com/java/util/vector_size.htm" TargetMode="External"/><Relationship Id="rId14" Type="http://schemas.openxmlformats.org/officeDocument/2006/relationships/hyperlink" Target="http://www.tutorialspoint.com/java/util/vector_trimtosize.htm" TargetMode="External"/><Relationship Id="rId5" Type="http://schemas.openxmlformats.org/officeDocument/2006/relationships/hyperlink" Target="http://www.tutorialspoint.com/java/util/vector_retainall.htm" TargetMode="External"/><Relationship Id="rId6" Type="http://schemas.openxmlformats.org/officeDocument/2006/relationships/hyperlink" Target="http://www.tutorialspoint.com/java/util/vector_set.htm" TargetMode="External"/><Relationship Id="rId7" Type="http://schemas.openxmlformats.org/officeDocument/2006/relationships/hyperlink" Target="http://www.tutorialspoint.com/java/util/vector_setelementat.htm" TargetMode="External"/><Relationship Id="rId8" Type="http://schemas.openxmlformats.org/officeDocument/2006/relationships/hyperlink" Target="http://www.tutorialspoint.com/java/util/vector_setsize.ht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Arrays </a:t>
            </a:r>
            <a:endParaRPr/>
          </a:p>
        </p:txBody>
      </p:sp>
      <p:sp>
        <p:nvSpPr>
          <p:cNvPr id="123" name="Google Shape;123;p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just">
              <a:lnSpc>
                <a:spcPct val="100000"/>
              </a:lnSpc>
              <a:spcBef>
                <a:spcPts val="0"/>
              </a:spcBef>
              <a:spcAft>
                <a:spcPts val="0"/>
              </a:spcAft>
              <a:buClr>
                <a:schemeClr val="accent1"/>
              </a:buClr>
              <a:buSzPts val="2040"/>
              <a:buFont typeface="Arial"/>
              <a:buChar char="•"/>
            </a:pPr>
            <a:r>
              <a:rPr b="0" i="0" lang="en-US" sz="2400" u="none" cap="none" strike="noStrike">
                <a:solidFill>
                  <a:schemeClr val="dk1"/>
                </a:solidFill>
                <a:latin typeface="Arial"/>
                <a:ea typeface="Arial"/>
                <a:cs typeface="Arial"/>
                <a:sym typeface="Arial"/>
              </a:rPr>
              <a:t>Array is a collection of similar type of elements that have contiguous memory location. </a:t>
            </a:r>
            <a:r>
              <a:rPr b="1" i="0" lang="en-US" sz="2400" u="none" cap="none" strike="noStrike">
                <a:solidFill>
                  <a:schemeClr val="dk1"/>
                </a:solidFill>
                <a:latin typeface="Arial"/>
                <a:ea typeface="Arial"/>
                <a:cs typeface="Arial"/>
                <a:sym typeface="Arial"/>
              </a:rPr>
              <a:t>Java array</a:t>
            </a:r>
            <a:r>
              <a:rPr b="0" i="0" lang="en-US" sz="2400" u="none" cap="none" strike="noStrike">
                <a:solidFill>
                  <a:schemeClr val="dk1"/>
                </a:solidFill>
                <a:latin typeface="Arial"/>
                <a:ea typeface="Arial"/>
                <a:cs typeface="Arial"/>
                <a:sym typeface="Arial"/>
              </a:rPr>
              <a:t> is an object the contains elements of similar data type. We can store only fixed set of elements in a java array.</a:t>
            </a:r>
            <a:endParaRPr/>
          </a:p>
          <a:p>
            <a:pPr indent="-182562" lvl="0" marL="182562" marR="0" rtl="0" algn="just">
              <a:lnSpc>
                <a:spcPct val="100000"/>
              </a:lnSpc>
              <a:spcBef>
                <a:spcPts val="480"/>
              </a:spcBef>
              <a:spcAft>
                <a:spcPts val="0"/>
              </a:spcAft>
              <a:buClr>
                <a:schemeClr val="accent1"/>
              </a:buClr>
              <a:buSzPts val="2040"/>
              <a:buFont typeface="Arial"/>
              <a:buChar char="•"/>
            </a:pPr>
            <a:r>
              <a:rPr b="0" i="0" lang="en-US" sz="2400" u="none" cap="none" strike="noStrike">
                <a:solidFill>
                  <a:schemeClr val="dk1"/>
                </a:solidFill>
                <a:latin typeface="Arial"/>
                <a:ea typeface="Arial"/>
                <a:cs typeface="Arial"/>
                <a:sym typeface="Arial"/>
              </a:rPr>
              <a:t>In java, array is an object.</a:t>
            </a:r>
            <a:endParaRPr b="0" i="0" sz="2400" u="none" cap="none" strike="noStrike">
              <a:solidFill>
                <a:schemeClr val="dk1"/>
              </a:solidFill>
              <a:latin typeface="Arial"/>
              <a:ea typeface="Arial"/>
              <a:cs typeface="Arial"/>
              <a:sym typeface="Arial"/>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cap="none" strike="noStrike">
                <a:solidFill>
                  <a:schemeClr val="dk1"/>
                </a:solidFill>
                <a:latin typeface="Arial"/>
                <a:ea typeface="Arial"/>
                <a:cs typeface="Arial"/>
                <a:sym typeface="Arial"/>
              </a:rPr>
              <a:t>There are two types of array.</a:t>
            </a:r>
            <a:endParaRPr/>
          </a:p>
          <a:p>
            <a:pPr indent="-182562" lvl="3" marL="1004887" marR="0" rtl="0" algn="l">
              <a:lnSpc>
                <a:spcPct val="100000"/>
              </a:lnSpc>
              <a:spcBef>
                <a:spcPts val="360"/>
              </a:spcBef>
              <a:spcAft>
                <a:spcPts val="0"/>
              </a:spcAft>
              <a:buClr>
                <a:schemeClr val="accent1"/>
              </a:buClr>
              <a:buSzPts val="1800"/>
              <a:buFont typeface="Arial"/>
              <a:buChar char="•"/>
            </a:pPr>
            <a:r>
              <a:rPr b="0" i="0" lang="en-US" sz="1800" u="none" cap="none" strike="noStrike">
                <a:solidFill>
                  <a:schemeClr val="dk1"/>
                </a:solidFill>
                <a:latin typeface="Arial"/>
                <a:ea typeface="Arial"/>
                <a:cs typeface="Arial"/>
                <a:sym typeface="Arial"/>
              </a:rPr>
              <a:t>Single Dimensional Array</a:t>
            </a:r>
            <a:endParaRPr/>
          </a:p>
          <a:p>
            <a:pPr indent="-182562" lvl="3" marL="1004887" marR="0" rtl="0" algn="l">
              <a:lnSpc>
                <a:spcPct val="100000"/>
              </a:lnSpc>
              <a:spcBef>
                <a:spcPts val="360"/>
              </a:spcBef>
              <a:spcAft>
                <a:spcPts val="0"/>
              </a:spcAft>
              <a:buClr>
                <a:schemeClr val="accent1"/>
              </a:buClr>
              <a:buSzPts val="1800"/>
              <a:buFont typeface="Arial"/>
              <a:buChar char="•"/>
            </a:pPr>
            <a:r>
              <a:rPr b="0" i="0" lang="en-US" sz="1800" u="none" cap="none" strike="noStrike">
                <a:solidFill>
                  <a:schemeClr val="dk1"/>
                </a:solidFill>
                <a:latin typeface="Arial"/>
                <a:ea typeface="Arial"/>
                <a:cs typeface="Arial"/>
                <a:sym typeface="Arial"/>
              </a:rPr>
              <a:t>Multidimensional Array</a:t>
            </a:r>
            <a:endParaRPr/>
          </a:p>
          <a:p>
            <a:pPr indent="-182562" lvl="0" marL="182562" marR="0" rtl="0" algn="l">
              <a:lnSpc>
                <a:spcPct val="100000"/>
              </a:lnSpc>
              <a:spcBef>
                <a:spcPts val="480"/>
              </a:spcBef>
              <a:spcAft>
                <a:spcPts val="0"/>
              </a:spcAft>
              <a:buClr>
                <a:schemeClr val="accent1"/>
              </a:buClr>
              <a:buSzPts val="2040"/>
              <a:buFont typeface="Arial"/>
              <a:buNone/>
            </a:pPr>
            <a:br>
              <a:rPr b="0" i="0" lang="en-US" sz="2400" u="none" cap="none" strike="noStrike">
                <a:solidFill>
                  <a:schemeClr val="dk1"/>
                </a:solidFill>
                <a:latin typeface="Arial"/>
                <a:ea typeface="Arial"/>
                <a:cs typeface="Arial"/>
                <a:sym typeface="Arial"/>
              </a:rPr>
            </a:br>
            <a:endParaRPr/>
          </a:p>
        </p:txBody>
      </p:sp>
      <p:sp>
        <p:nvSpPr>
          <p:cNvPr id="124" name="Google Shape;124;p1"/>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Single dimensional Array</a:t>
            </a:r>
            <a:endParaRPr/>
          </a:p>
        </p:txBody>
      </p:sp>
      <p:sp>
        <p:nvSpPr>
          <p:cNvPr id="130" name="Google Shape;130;p2"/>
          <p:cNvSpPr txBox="1"/>
          <p:nvPr>
            <p:ph idx="1" type="body"/>
          </p:nvPr>
        </p:nvSpPr>
        <p:spPr>
          <a:xfrm>
            <a:off x="1042987" y="2209800"/>
            <a:ext cx="6777037" cy="3622675"/>
          </a:xfrm>
          <a:prstGeom prst="rect">
            <a:avLst/>
          </a:prstGeom>
          <a:noFill/>
          <a:ln>
            <a:noFill/>
          </a:ln>
        </p:spPr>
        <p:txBody>
          <a:bodyPr anchorCtr="0" anchor="t" bIns="45700" lIns="91425" spcFirstLastPara="1" rIns="91425" wrap="square" tIns="45700">
            <a:normAutofit/>
          </a:bodyPr>
          <a:lstStyle/>
          <a:p>
            <a:pPr indent="0" lvl="0" marL="69850" marR="0" rtl="0" algn="l">
              <a:lnSpc>
                <a:spcPct val="90000"/>
              </a:lnSpc>
              <a:spcBef>
                <a:spcPts val="0"/>
              </a:spcBef>
              <a:spcAft>
                <a:spcPts val="0"/>
              </a:spcAft>
              <a:buClr>
                <a:schemeClr val="accent1"/>
              </a:buClr>
              <a:buSzPts val="1275"/>
              <a:buFont typeface="Arial"/>
              <a:buNone/>
            </a:pPr>
            <a:r>
              <a:rPr b="1" i="0" lang="en-US" sz="1500" u="none" cap="none" strike="noStrike">
                <a:solidFill>
                  <a:schemeClr val="dk1"/>
                </a:solidFill>
                <a:latin typeface="Times New Roman"/>
                <a:ea typeface="Times New Roman"/>
                <a:cs typeface="Times New Roman"/>
                <a:sym typeface="Times New Roman"/>
              </a:rPr>
              <a:t>class</a:t>
            </a:r>
            <a:r>
              <a:rPr b="0" i="0" lang="en-US" sz="1500" u="none" cap="none" strike="noStrike">
                <a:solidFill>
                  <a:schemeClr val="dk1"/>
                </a:solidFill>
                <a:latin typeface="Times New Roman"/>
                <a:ea typeface="Times New Roman"/>
                <a:cs typeface="Times New Roman"/>
                <a:sym typeface="Times New Roman"/>
              </a:rPr>
              <a:t> Testarray{  </a:t>
            </a:r>
            <a:endParaRPr/>
          </a:p>
          <a:p>
            <a:pPr indent="0" lvl="0" marL="69850" marR="0" rtl="0" algn="l">
              <a:lnSpc>
                <a:spcPct val="90000"/>
              </a:lnSpc>
              <a:spcBef>
                <a:spcPts val="300"/>
              </a:spcBef>
              <a:spcAft>
                <a:spcPts val="0"/>
              </a:spcAft>
              <a:buClr>
                <a:schemeClr val="accent1"/>
              </a:buClr>
              <a:buSzPts val="1275"/>
              <a:buFont typeface="Arial"/>
              <a:buNone/>
            </a:pPr>
            <a:r>
              <a:rPr b="1" i="0" lang="en-US" sz="1500" u="none" cap="none" strike="noStrike">
                <a:solidFill>
                  <a:schemeClr val="dk1"/>
                </a:solidFill>
                <a:latin typeface="Times New Roman"/>
                <a:ea typeface="Times New Roman"/>
                <a:cs typeface="Times New Roman"/>
                <a:sym typeface="Times New Roman"/>
              </a:rPr>
              <a:t>public</a:t>
            </a:r>
            <a:r>
              <a:rPr b="0" i="0" lang="en-US" sz="1500" u="none" cap="none" strike="noStrike">
                <a:solidFill>
                  <a:schemeClr val="dk1"/>
                </a:solidFill>
                <a:latin typeface="Times New Roman"/>
                <a:ea typeface="Times New Roman"/>
                <a:cs typeface="Times New Roman"/>
                <a:sym typeface="Times New Roman"/>
              </a:rPr>
              <a:t> </a:t>
            </a:r>
            <a:r>
              <a:rPr b="1" i="0" lang="en-US" sz="1500" u="none" cap="none" strike="noStrike">
                <a:solidFill>
                  <a:schemeClr val="dk1"/>
                </a:solidFill>
                <a:latin typeface="Times New Roman"/>
                <a:ea typeface="Times New Roman"/>
                <a:cs typeface="Times New Roman"/>
                <a:sym typeface="Times New Roman"/>
              </a:rPr>
              <a:t>static</a:t>
            </a:r>
            <a:r>
              <a:rPr b="0" i="0" lang="en-US" sz="1500" u="none" cap="none" strike="noStrike">
                <a:solidFill>
                  <a:schemeClr val="dk1"/>
                </a:solidFill>
                <a:latin typeface="Times New Roman"/>
                <a:ea typeface="Times New Roman"/>
                <a:cs typeface="Times New Roman"/>
                <a:sym typeface="Times New Roman"/>
              </a:rPr>
              <a:t> </a:t>
            </a:r>
            <a:r>
              <a:rPr b="1" i="0" lang="en-US" sz="1500" u="none" cap="none" strike="noStrike">
                <a:solidFill>
                  <a:schemeClr val="dk1"/>
                </a:solidFill>
                <a:latin typeface="Times New Roman"/>
                <a:ea typeface="Times New Roman"/>
                <a:cs typeface="Times New Roman"/>
                <a:sym typeface="Times New Roman"/>
              </a:rPr>
              <a:t>void</a:t>
            </a:r>
            <a:r>
              <a:rPr b="0" i="0" lang="en-US" sz="1500" u="none" cap="none" strike="noStrike">
                <a:solidFill>
                  <a:schemeClr val="dk1"/>
                </a:solidFill>
                <a:latin typeface="Times New Roman"/>
                <a:ea typeface="Times New Roman"/>
                <a:cs typeface="Times New Roman"/>
                <a:sym typeface="Times New Roman"/>
              </a:rPr>
              <a:t> main(String args[]){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 </a:t>
            </a:r>
            <a:endParaRPr/>
          </a:p>
          <a:p>
            <a:pPr indent="0" lvl="0" marL="69850" marR="0" rtl="0" algn="l">
              <a:lnSpc>
                <a:spcPct val="90000"/>
              </a:lnSpc>
              <a:spcBef>
                <a:spcPts val="300"/>
              </a:spcBef>
              <a:spcAft>
                <a:spcPts val="0"/>
              </a:spcAft>
              <a:buClr>
                <a:schemeClr val="accent1"/>
              </a:buClr>
              <a:buSzPts val="1275"/>
              <a:buFont typeface="Arial"/>
              <a:buNone/>
            </a:pPr>
            <a:r>
              <a:rPr b="1" i="0" lang="en-US" sz="1500" u="none" cap="none" strike="noStrike">
                <a:solidFill>
                  <a:schemeClr val="dk1"/>
                </a:solidFill>
                <a:latin typeface="Times New Roman"/>
                <a:ea typeface="Times New Roman"/>
                <a:cs typeface="Times New Roman"/>
                <a:sym typeface="Times New Roman"/>
              </a:rPr>
              <a:t>int</a:t>
            </a:r>
            <a:r>
              <a:rPr b="0" i="0" lang="en-US" sz="1500" u="none" cap="none" strike="noStrike">
                <a:solidFill>
                  <a:schemeClr val="dk1"/>
                </a:solidFill>
                <a:latin typeface="Times New Roman"/>
                <a:ea typeface="Times New Roman"/>
                <a:cs typeface="Times New Roman"/>
                <a:sym typeface="Times New Roman"/>
              </a:rPr>
              <a:t> a[]=</a:t>
            </a:r>
            <a:r>
              <a:rPr b="1" i="0" lang="en-US" sz="1500" u="none" cap="none" strike="noStrike">
                <a:solidFill>
                  <a:schemeClr val="dk1"/>
                </a:solidFill>
                <a:latin typeface="Times New Roman"/>
                <a:ea typeface="Times New Roman"/>
                <a:cs typeface="Times New Roman"/>
                <a:sym typeface="Times New Roman"/>
              </a:rPr>
              <a:t>new</a:t>
            </a:r>
            <a:r>
              <a:rPr b="0" i="0" lang="en-US" sz="1500" u="none" cap="none" strike="noStrike">
                <a:solidFill>
                  <a:schemeClr val="dk1"/>
                </a:solidFill>
                <a:latin typeface="Times New Roman"/>
                <a:ea typeface="Times New Roman"/>
                <a:cs typeface="Times New Roman"/>
                <a:sym typeface="Times New Roman"/>
              </a:rPr>
              <a:t> </a:t>
            </a:r>
            <a:r>
              <a:rPr b="1" i="0" lang="en-US" sz="1500" u="none" cap="none" strike="noStrike">
                <a:solidFill>
                  <a:schemeClr val="dk1"/>
                </a:solidFill>
                <a:latin typeface="Times New Roman"/>
                <a:ea typeface="Times New Roman"/>
                <a:cs typeface="Times New Roman"/>
                <a:sym typeface="Times New Roman"/>
              </a:rPr>
              <a:t>int</a:t>
            </a:r>
            <a:r>
              <a:rPr b="0" i="0" lang="en-US" sz="1500" u="none" cap="none" strike="noStrike">
                <a:solidFill>
                  <a:schemeClr val="dk1"/>
                </a:solidFill>
                <a:latin typeface="Times New Roman"/>
                <a:ea typeface="Times New Roman"/>
                <a:cs typeface="Times New Roman"/>
                <a:sym typeface="Times New Roman"/>
              </a:rPr>
              <a:t>[4];//declaration and instantiation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a[0]=10;//initialization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a[1]=20;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a[2]=70;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a[3]=40;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//printing array  </a:t>
            </a:r>
            <a:endParaRPr/>
          </a:p>
          <a:p>
            <a:pPr indent="0" lvl="0" marL="69850" marR="0" rtl="0" algn="l">
              <a:lnSpc>
                <a:spcPct val="90000"/>
              </a:lnSpc>
              <a:spcBef>
                <a:spcPts val="300"/>
              </a:spcBef>
              <a:spcAft>
                <a:spcPts val="0"/>
              </a:spcAft>
              <a:buClr>
                <a:schemeClr val="accent1"/>
              </a:buClr>
              <a:buSzPts val="1275"/>
              <a:buFont typeface="Arial"/>
              <a:buNone/>
            </a:pPr>
            <a:r>
              <a:rPr b="1" i="0" lang="en-US" sz="1500" u="none" cap="none" strike="noStrike">
                <a:solidFill>
                  <a:schemeClr val="dk1"/>
                </a:solidFill>
                <a:latin typeface="Times New Roman"/>
                <a:ea typeface="Times New Roman"/>
                <a:cs typeface="Times New Roman"/>
                <a:sym typeface="Times New Roman"/>
              </a:rPr>
              <a:t>for</a:t>
            </a:r>
            <a:r>
              <a:rPr b="0" i="0" lang="en-US" sz="1500" u="none" cap="none" strike="noStrike">
                <a:solidFill>
                  <a:schemeClr val="dk1"/>
                </a:solidFill>
                <a:latin typeface="Times New Roman"/>
                <a:ea typeface="Times New Roman"/>
                <a:cs typeface="Times New Roman"/>
                <a:sym typeface="Times New Roman"/>
              </a:rPr>
              <a:t>(</a:t>
            </a:r>
            <a:r>
              <a:rPr b="1" i="0" lang="en-US" sz="1500" u="none" cap="none" strike="noStrike">
                <a:solidFill>
                  <a:schemeClr val="dk1"/>
                </a:solidFill>
                <a:latin typeface="Times New Roman"/>
                <a:ea typeface="Times New Roman"/>
                <a:cs typeface="Times New Roman"/>
                <a:sym typeface="Times New Roman"/>
              </a:rPr>
              <a:t>int</a:t>
            </a:r>
            <a:r>
              <a:rPr b="0" i="0" lang="en-US" sz="1500" u="none" cap="none" strike="noStrike">
                <a:solidFill>
                  <a:schemeClr val="dk1"/>
                </a:solidFill>
                <a:latin typeface="Times New Roman"/>
                <a:ea typeface="Times New Roman"/>
                <a:cs typeface="Times New Roman"/>
                <a:sym typeface="Times New Roman"/>
              </a:rPr>
              <a:t> i=0;i&lt;a.length;i++)//length is the property of array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System.out.println(a[i]);   </a:t>
            </a:r>
            <a:endParaRPr/>
          </a:p>
          <a:p>
            <a:pPr indent="0" lvl="0" marL="69850" marR="0" rtl="0" algn="l">
              <a:lnSpc>
                <a:spcPct val="90000"/>
              </a:lnSpc>
              <a:spcBef>
                <a:spcPts val="300"/>
              </a:spcBef>
              <a:spcAft>
                <a:spcPts val="0"/>
              </a:spcAft>
              <a:buClr>
                <a:schemeClr val="accent1"/>
              </a:buClr>
              <a:buSzPts val="1275"/>
              <a:buFont typeface="Arial"/>
              <a:buNone/>
            </a:pPr>
            <a:r>
              <a:rPr b="0" i="0" lang="en-US" sz="1500" u="none" cap="none" strike="noStrike">
                <a:solidFill>
                  <a:schemeClr val="dk1"/>
                </a:solidFill>
                <a:latin typeface="Times New Roman"/>
                <a:ea typeface="Times New Roman"/>
                <a:cs typeface="Times New Roman"/>
                <a:sym typeface="Times New Roman"/>
              </a:rPr>
              <a:t>}}  </a:t>
            </a:r>
            <a:endParaRPr/>
          </a:p>
          <a:p>
            <a:pPr indent="0" lvl="0" marL="69850" marR="0" rtl="0" algn="l">
              <a:lnSpc>
                <a:spcPct val="90000"/>
              </a:lnSpc>
              <a:spcBef>
                <a:spcPts val="300"/>
              </a:spcBef>
              <a:spcAft>
                <a:spcPts val="0"/>
              </a:spcAft>
              <a:buClr>
                <a:schemeClr val="accent1"/>
              </a:buClr>
              <a:buSzPts val="1275"/>
              <a:buFont typeface="Arial"/>
              <a:buNone/>
            </a:pPr>
            <a:r>
              <a:rPr b="1" i="0" lang="en-US" sz="1500" u="none" cap="none" strike="noStrike">
                <a:solidFill>
                  <a:schemeClr val="dk1"/>
                </a:solidFill>
                <a:latin typeface="Arial"/>
                <a:ea typeface="Arial"/>
                <a:cs typeface="Arial"/>
                <a:sym typeface="Arial"/>
              </a:rPr>
              <a:t>int</a:t>
            </a:r>
            <a:r>
              <a:rPr b="0" i="0" lang="en-US" sz="1500" u="none" cap="none" strike="noStrike">
                <a:solidFill>
                  <a:schemeClr val="dk1"/>
                </a:solidFill>
                <a:latin typeface="Arial"/>
                <a:ea typeface="Arial"/>
                <a:cs typeface="Arial"/>
                <a:sym typeface="Arial"/>
              </a:rPr>
              <a:t> a[]={33,3,4,5};//</a:t>
            </a:r>
            <a:r>
              <a:rPr b="0" i="0" lang="en-US" sz="1500" u="none" cap="none" strike="noStrike">
                <a:solidFill>
                  <a:srgbClr val="FF0000"/>
                </a:solidFill>
                <a:latin typeface="Arial"/>
                <a:ea typeface="Arial"/>
                <a:cs typeface="Arial"/>
                <a:sym typeface="Arial"/>
              </a:rPr>
              <a:t>declaration, instantiation and initialization done together</a:t>
            </a:r>
            <a:endParaRPr/>
          </a:p>
        </p:txBody>
      </p:sp>
      <p:sp>
        <p:nvSpPr>
          <p:cNvPr id="131" name="Google Shape;131;p2"/>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title"/>
          </p:nvPr>
        </p:nvSpPr>
        <p:spPr>
          <a:xfrm>
            <a:off x="609600" y="457200"/>
            <a:ext cx="7024687"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Multidimensional Array</a:t>
            </a:r>
            <a:endParaRPr/>
          </a:p>
        </p:txBody>
      </p:sp>
      <p:sp>
        <p:nvSpPr>
          <p:cNvPr id="137" name="Google Shape;137;p3"/>
          <p:cNvSpPr txBox="1"/>
          <p:nvPr>
            <p:ph idx="1" type="body"/>
          </p:nvPr>
        </p:nvSpPr>
        <p:spPr>
          <a:xfrm>
            <a:off x="685800" y="1524000"/>
            <a:ext cx="7134225" cy="4308475"/>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90000"/>
              </a:lnSpc>
              <a:spcBef>
                <a:spcPts val="0"/>
              </a:spcBef>
              <a:spcAft>
                <a:spcPts val="0"/>
              </a:spcAft>
              <a:buClr>
                <a:schemeClr val="accent1"/>
              </a:buClr>
              <a:buSzPts val="1870"/>
              <a:buFont typeface="Arial"/>
              <a:buChar char="•"/>
            </a:pPr>
            <a:r>
              <a:rPr b="0" i="0" lang="en-US" sz="2200" u="none" cap="none" strike="noStrike">
                <a:solidFill>
                  <a:schemeClr val="dk1"/>
                </a:solidFill>
                <a:latin typeface="Arial"/>
                <a:ea typeface="Arial"/>
                <a:cs typeface="Arial"/>
                <a:sym typeface="Arial"/>
              </a:rPr>
              <a:t>In Java, </a:t>
            </a:r>
            <a:r>
              <a:rPr b="0" i="1" lang="en-US" sz="2200" u="none" cap="none" strike="noStrike">
                <a:solidFill>
                  <a:schemeClr val="dk1"/>
                </a:solidFill>
                <a:latin typeface="Arial"/>
                <a:ea typeface="Arial"/>
                <a:cs typeface="Arial"/>
                <a:sym typeface="Arial"/>
              </a:rPr>
              <a:t>multidimensional arrays </a:t>
            </a:r>
            <a:r>
              <a:rPr b="0" i="0" lang="en-US" sz="2200" u="none" cap="none" strike="noStrike">
                <a:solidFill>
                  <a:schemeClr val="dk1"/>
                </a:solidFill>
                <a:latin typeface="Arial"/>
                <a:ea typeface="Arial"/>
                <a:cs typeface="Arial"/>
                <a:sym typeface="Arial"/>
              </a:rPr>
              <a:t>are actually arrays of arrays. </a:t>
            </a:r>
            <a:endParaRPr b="0" i="0" sz="2200" u="none" cap="none" strike="noStrike">
              <a:solidFill>
                <a:schemeClr val="dk1"/>
              </a:solidFill>
              <a:latin typeface="Arial"/>
              <a:ea typeface="Arial"/>
              <a:cs typeface="Arial"/>
              <a:sym typeface="Arial"/>
            </a:endParaRPr>
          </a:p>
          <a:p>
            <a:pPr indent="-182562" lvl="0" marL="182562" marR="0" rtl="0" algn="l">
              <a:lnSpc>
                <a:spcPct val="90000"/>
              </a:lnSpc>
              <a:spcBef>
                <a:spcPts val="440"/>
              </a:spcBef>
              <a:spcAft>
                <a:spcPts val="0"/>
              </a:spcAft>
              <a:buClr>
                <a:schemeClr val="accent1"/>
              </a:buClr>
              <a:buSzPts val="1870"/>
              <a:buFont typeface="Arial"/>
              <a:buChar char="•"/>
            </a:pPr>
            <a:r>
              <a:rPr b="1" i="0" lang="en-US" sz="2200" u="none" cap="none" strike="noStrike">
                <a:solidFill>
                  <a:schemeClr val="dk1"/>
                </a:solidFill>
                <a:latin typeface="Times New Roman"/>
                <a:ea typeface="Times New Roman"/>
                <a:cs typeface="Times New Roman"/>
                <a:sym typeface="Times New Roman"/>
              </a:rPr>
              <a:t>int</a:t>
            </a:r>
            <a:r>
              <a:rPr b="0" i="0" lang="en-US" sz="2200" u="none" cap="none" strike="noStrike">
                <a:solidFill>
                  <a:schemeClr val="dk1"/>
                </a:solidFill>
                <a:latin typeface="Times New Roman"/>
                <a:ea typeface="Times New Roman"/>
                <a:cs typeface="Times New Roman"/>
                <a:sym typeface="Times New Roman"/>
              </a:rPr>
              <a:t>[][] arr=</a:t>
            </a:r>
            <a:r>
              <a:rPr b="1" i="0" lang="en-US" sz="2200" u="none" cap="none" strike="noStrike">
                <a:solidFill>
                  <a:schemeClr val="dk1"/>
                </a:solidFill>
                <a:latin typeface="Times New Roman"/>
                <a:ea typeface="Times New Roman"/>
                <a:cs typeface="Times New Roman"/>
                <a:sym typeface="Times New Roman"/>
              </a:rPr>
              <a:t>new</a:t>
            </a:r>
            <a:r>
              <a:rPr b="0" i="0" lang="en-US" sz="2200" u="none" cap="none" strike="noStrike">
                <a:solidFill>
                  <a:schemeClr val="dk1"/>
                </a:solidFill>
                <a:latin typeface="Times New Roman"/>
                <a:ea typeface="Times New Roman"/>
                <a:cs typeface="Times New Roman"/>
                <a:sym typeface="Times New Roman"/>
              </a:rPr>
              <a:t> </a:t>
            </a:r>
            <a:r>
              <a:rPr b="1" i="0" lang="en-US" sz="2200" u="none" cap="none" strike="noStrike">
                <a:solidFill>
                  <a:schemeClr val="dk1"/>
                </a:solidFill>
                <a:latin typeface="Times New Roman"/>
                <a:ea typeface="Times New Roman"/>
                <a:cs typeface="Times New Roman"/>
                <a:sym typeface="Times New Roman"/>
              </a:rPr>
              <a:t>int</a:t>
            </a:r>
            <a:r>
              <a:rPr b="0" i="0" lang="en-US" sz="2200" u="none" cap="none" strike="noStrike">
                <a:solidFill>
                  <a:schemeClr val="dk1"/>
                </a:solidFill>
                <a:latin typeface="Times New Roman"/>
                <a:ea typeface="Times New Roman"/>
                <a:cs typeface="Times New Roman"/>
                <a:sym typeface="Times New Roman"/>
              </a:rPr>
              <a:t>[3][3];//3 row and 3 columns</a:t>
            </a:r>
            <a:endParaRPr/>
          </a:p>
          <a:p>
            <a:pPr indent="-182562" lvl="0" marL="182562" marR="0" rtl="0" algn="l">
              <a:lnSpc>
                <a:spcPct val="90000"/>
              </a:lnSpc>
              <a:spcBef>
                <a:spcPts val="340"/>
              </a:spcBef>
              <a:spcAft>
                <a:spcPts val="0"/>
              </a:spcAft>
              <a:buClr>
                <a:schemeClr val="accent1"/>
              </a:buClr>
              <a:buSzPts val="1445"/>
              <a:buFont typeface="Arial"/>
              <a:buNone/>
            </a:pPr>
            <a:r>
              <a:rPr b="1" i="0" lang="en-US" sz="1700" u="none" cap="none" strike="noStrike">
                <a:solidFill>
                  <a:srgbClr val="0070C0"/>
                </a:solidFill>
                <a:latin typeface="Times New Roman"/>
                <a:ea typeface="Times New Roman"/>
                <a:cs typeface="Times New Roman"/>
                <a:sym typeface="Times New Roman"/>
              </a:rPr>
              <a:t>class</a:t>
            </a:r>
            <a:r>
              <a:rPr b="0" i="0" lang="en-US" sz="1700" u="none" cap="none" strike="noStrike">
                <a:solidFill>
                  <a:srgbClr val="0070C0"/>
                </a:solidFill>
                <a:latin typeface="Times New Roman"/>
                <a:ea typeface="Times New Roman"/>
                <a:cs typeface="Times New Roman"/>
                <a:sym typeface="Times New Roman"/>
              </a:rPr>
              <a:t> Testarray3{  </a:t>
            </a:r>
            <a:endParaRPr/>
          </a:p>
          <a:p>
            <a:pPr indent="-182562" lvl="0" marL="182562" marR="0" rtl="0" algn="l">
              <a:lnSpc>
                <a:spcPct val="90000"/>
              </a:lnSpc>
              <a:spcBef>
                <a:spcPts val="340"/>
              </a:spcBef>
              <a:spcAft>
                <a:spcPts val="0"/>
              </a:spcAft>
              <a:buClr>
                <a:schemeClr val="accent1"/>
              </a:buClr>
              <a:buSzPts val="1445"/>
              <a:buFont typeface="Arial"/>
              <a:buNone/>
            </a:pPr>
            <a:r>
              <a:rPr b="1" i="0" lang="en-US" sz="1700" u="none" cap="none" strike="noStrike">
                <a:solidFill>
                  <a:srgbClr val="0070C0"/>
                </a:solidFill>
                <a:latin typeface="Times New Roman"/>
                <a:ea typeface="Times New Roman"/>
                <a:cs typeface="Times New Roman"/>
                <a:sym typeface="Times New Roman"/>
              </a:rPr>
              <a:t>public</a:t>
            </a:r>
            <a:r>
              <a:rPr b="0" i="0" lang="en-US" sz="1700" u="none" cap="none" strike="noStrike">
                <a:solidFill>
                  <a:srgbClr val="0070C0"/>
                </a:solidFill>
                <a:latin typeface="Times New Roman"/>
                <a:ea typeface="Times New Roman"/>
                <a:cs typeface="Times New Roman"/>
                <a:sym typeface="Times New Roman"/>
              </a:rPr>
              <a:t> </a:t>
            </a:r>
            <a:r>
              <a:rPr b="1" i="0" lang="en-US" sz="1700" u="none" cap="none" strike="noStrike">
                <a:solidFill>
                  <a:srgbClr val="0070C0"/>
                </a:solidFill>
                <a:latin typeface="Times New Roman"/>
                <a:ea typeface="Times New Roman"/>
                <a:cs typeface="Times New Roman"/>
                <a:sym typeface="Times New Roman"/>
              </a:rPr>
              <a:t>static</a:t>
            </a:r>
            <a:r>
              <a:rPr b="0" i="0" lang="en-US" sz="1700" u="none" cap="none" strike="noStrike">
                <a:solidFill>
                  <a:srgbClr val="0070C0"/>
                </a:solidFill>
                <a:latin typeface="Times New Roman"/>
                <a:ea typeface="Times New Roman"/>
                <a:cs typeface="Times New Roman"/>
                <a:sym typeface="Times New Roman"/>
              </a:rPr>
              <a:t> </a:t>
            </a:r>
            <a:r>
              <a:rPr b="1" i="0" lang="en-US" sz="1700" u="none" cap="none" strike="noStrike">
                <a:solidFill>
                  <a:srgbClr val="0070C0"/>
                </a:solidFill>
                <a:latin typeface="Times New Roman"/>
                <a:ea typeface="Times New Roman"/>
                <a:cs typeface="Times New Roman"/>
                <a:sym typeface="Times New Roman"/>
              </a:rPr>
              <a:t>void</a:t>
            </a:r>
            <a:r>
              <a:rPr b="0" i="0" lang="en-US" sz="1700" u="none" cap="none" strike="noStrike">
                <a:solidFill>
                  <a:srgbClr val="0070C0"/>
                </a:solidFill>
                <a:latin typeface="Times New Roman"/>
                <a:ea typeface="Times New Roman"/>
                <a:cs typeface="Times New Roman"/>
                <a:sym typeface="Times New Roman"/>
              </a:rPr>
              <a:t> main(String args[]){  </a:t>
            </a:r>
            <a:endParaRPr/>
          </a:p>
          <a:p>
            <a:pPr indent="-182562" lvl="0" marL="182562" marR="0" rtl="0" algn="l">
              <a:lnSpc>
                <a:spcPct val="90000"/>
              </a:lnSpc>
              <a:spcBef>
                <a:spcPts val="340"/>
              </a:spcBef>
              <a:spcAft>
                <a:spcPts val="0"/>
              </a:spcAft>
              <a:buClr>
                <a:schemeClr val="accent1"/>
              </a:buClr>
              <a:buSzPts val="1445"/>
              <a:buFont typeface="Arial"/>
              <a:buNone/>
            </a:pPr>
            <a:r>
              <a:rPr b="0" i="0" lang="en-US" sz="1700" u="none" cap="none" strike="noStrike">
                <a:solidFill>
                  <a:srgbClr val="0070C0"/>
                </a:solidFill>
                <a:latin typeface="Times New Roman"/>
                <a:ea typeface="Times New Roman"/>
                <a:cs typeface="Times New Roman"/>
                <a:sym typeface="Times New Roman"/>
              </a:rPr>
              <a:t> </a:t>
            </a:r>
            <a:r>
              <a:rPr b="1" i="0" lang="en-US" sz="1700" u="none" cap="none" strike="noStrike">
                <a:solidFill>
                  <a:srgbClr val="0070C0"/>
                </a:solidFill>
                <a:latin typeface="Times New Roman"/>
                <a:ea typeface="Times New Roman"/>
                <a:cs typeface="Times New Roman"/>
                <a:sym typeface="Times New Roman"/>
              </a:rPr>
              <a:t>int</a:t>
            </a:r>
            <a:r>
              <a:rPr b="0" i="0" lang="en-US" sz="1700" u="none" cap="none" strike="noStrike">
                <a:solidFill>
                  <a:srgbClr val="0070C0"/>
                </a:solidFill>
                <a:latin typeface="Times New Roman"/>
                <a:ea typeface="Times New Roman"/>
                <a:cs typeface="Times New Roman"/>
                <a:sym typeface="Times New Roman"/>
              </a:rPr>
              <a:t> arr[][]={{1,2,3},{2,4,5},{4,4,5}};   //declaring and initializing 2D array    </a:t>
            </a:r>
            <a:endParaRPr/>
          </a:p>
          <a:p>
            <a:pPr indent="-182562" lvl="0" marL="182562" marR="0" rtl="0" algn="l">
              <a:lnSpc>
                <a:spcPct val="90000"/>
              </a:lnSpc>
              <a:spcBef>
                <a:spcPts val="340"/>
              </a:spcBef>
              <a:spcAft>
                <a:spcPts val="0"/>
              </a:spcAft>
              <a:buClr>
                <a:schemeClr val="accent1"/>
              </a:buClr>
              <a:buSzPts val="1445"/>
              <a:buFont typeface="Arial"/>
              <a:buNone/>
            </a:pPr>
            <a:r>
              <a:rPr b="1" i="0" lang="en-US" sz="1700" u="none" cap="none" strike="noStrike">
                <a:solidFill>
                  <a:srgbClr val="0070C0"/>
                </a:solidFill>
                <a:latin typeface="Times New Roman"/>
                <a:ea typeface="Times New Roman"/>
                <a:cs typeface="Times New Roman"/>
                <a:sym typeface="Times New Roman"/>
              </a:rPr>
              <a:t>for</a:t>
            </a:r>
            <a:r>
              <a:rPr b="0" i="0" lang="en-US" sz="1700" u="none" cap="none" strike="noStrike">
                <a:solidFill>
                  <a:srgbClr val="0070C0"/>
                </a:solidFill>
                <a:latin typeface="Times New Roman"/>
                <a:ea typeface="Times New Roman"/>
                <a:cs typeface="Times New Roman"/>
                <a:sym typeface="Times New Roman"/>
              </a:rPr>
              <a:t>(</a:t>
            </a:r>
            <a:r>
              <a:rPr b="1" i="0" lang="en-US" sz="1700" u="none" cap="none" strike="noStrike">
                <a:solidFill>
                  <a:srgbClr val="0070C0"/>
                </a:solidFill>
                <a:latin typeface="Times New Roman"/>
                <a:ea typeface="Times New Roman"/>
                <a:cs typeface="Times New Roman"/>
                <a:sym typeface="Times New Roman"/>
              </a:rPr>
              <a:t>int</a:t>
            </a:r>
            <a:r>
              <a:rPr b="0" i="0" lang="en-US" sz="1700" u="none" cap="none" strike="noStrike">
                <a:solidFill>
                  <a:srgbClr val="0070C0"/>
                </a:solidFill>
                <a:latin typeface="Times New Roman"/>
                <a:ea typeface="Times New Roman"/>
                <a:cs typeface="Times New Roman"/>
                <a:sym typeface="Times New Roman"/>
              </a:rPr>
              <a:t> i=0;i&lt;3;i++){  //printing 2D array  </a:t>
            </a:r>
            <a:endParaRPr/>
          </a:p>
          <a:p>
            <a:pPr indent="-182562" lvl="0" marL="182562" marR="0" rtl="0" algn="l">
              <a:lnSpc>
                <a:spcPct val="90000"/>
              </a:lnSpc>
              <a:spcBef>
                <a:spcPts val="340"/>
              </a:spcBef>
              <a:spcAft>
                <a:spcPts val="0"/>
              </a:spcAft>
              <a:buClr>
                <a:schemeClr val="accent1"/>
              </a:buClr>
              <a:buSzPts val="1445"/>
              <a:buFont typeface="Arial"/>
              <a:buNone/>
            </a:pPr>
            <a:r>
              <a:rPr b="0" i="0" lang="en-US" sz="1700" u="none" cap="none" strike="noStrike">
                <a:solidFill>
                  <a:srgbClr val="0070C0"/>
                </a:solidFill>
                <a:latin typeface="Times New Roman"/>
                <a:ea typeface="Times New Roman"/>
                <a:cs typeface="Times New Roman"/>
                <a:sym typeface="Times New Roman"/>
              </a:rPr>
              <a:t> </a:t>
            </a:r>
            <a:r>
              <a:rPr b="1" i="0" lang="en-US" sz="1700" u="none" cap="none" strike="noStrike">
                <a:solidFill>
                  <a:srgbClr val="0070C0"/>
                </a:solidFill>
                <a:latin typeface="Times New Roman"/>
                <a:ea typeface="Times New Roman"/>
                <a:cs typeface="Times New Roman"/>
                <a:sym typeface="Times New Roman"/>
              </a:rPr>
              <a:t>for</a:t>
            </a:r>
            <a:r>
              <a:rPr b="0" i="0" lang="en-US" sz="1700" u="none" cap="none" strike="noStrike">
                <a:solidFill>
                  <a:srgbClr val="0070C0"/>
                </a:solidFill>
                <a:latin typeface="Times New Roman"/>
                <a:ea typeface="Times New Roman"/>
                <a:cs typeface="Times New Roman"/>
                <a:sym typeface="Times New Roman"/>
              </a:rPr>
              <a:t>(</a:t>
            </a:r>
            <a:r>
              <a:rPr b="1" i="0" lang="en-US" sz="1700" u="none" cap="none" strike="noStrike">
                <a:solidFill>
                  <a:srgbClr val="0070C0"/>
                </a:solidFill>
                <a:latin typeface="Times New Roman"/>
                <a:ea typeface="Times New Roman"/>
                <a:cs typeface="Times New Roman"/>
                <a:sym typeface="Times New Roman"/>
              </a:rPr>
              <a:t>int</a:t>
            </a:r>
            <a:r>
              <a:rPr b="0" i="0" lang="en-US" sz="1700" u="none" cap="none" strike="noStrike">
                <a:solidFill>
                  <a:srgbClr val="0070C0"/>
                </a:solidFill>
                <a:latin typeface="Times New Roman"/>
                <a:ea typeface="Times New Roman"/>
                <a:cs typeface="Times New Roman"/>
                <a:sym typeface="Times New Roman"/>
              </a:rPr>
              <a:t> j=0;j&lt;3;j++){  </a:t>
            </a:r>
            <a:endParaRPr/>
          </a:p>
          <a:p>
            <a:pPr indent="-182562" lvl="0" marL="182562" marR="0" rtl="0" algn="l">
              <a:lnSpc>
                <a:spcPct val="90000"/>
              </a:lnSpc>
              <a:spcBef>
                <a:spcPts val="340"/>
              </a:spcBef>
              <a:spcAft>
                <a:spcPts val="0"/>
              </a:spcAft>
              <a:buClr>
                <a:schemeClr val="accent1"/>
              </a:buClr>
              <a:buSzPts val="1445"/>
              <a:buFont typeface="Arial"/>
              <a:buNone/>
            </a:pPr>
            <a:r>
              <a:rPr b="0" i="0" lang="en-US" sz="1700" u="none" cap="none" strike="noStrike">
                <a:solidFill>
                  <a:srgbClr val="0070C0"/>
                </a:solidFill>
                <a:latin typeface="Times New Roman"/>
                <a:ea typeface="Times New Roman"/>
                <a:cs typeface="Times New Roman"/>
                <a:sym typeface="Times New Roman"/>
              </a:rPr>
              <a:t>   System.out.print(arr[i][j]+" ");  </a:t>
            </a:r>
            <a:endParaRPr/>
          </a:p>
          <a:p>
            <a:pPr indent="-182562" lvl="0" marL="182562" marR="0" rtl="0" algn="l">
              <a:lnSpc>
                <a:spcPct val="90000"/>
              </a:lnSpc>
              <a:spcBef>
                <a:spcPts val="340"/>
              </a:spcBef>
              <a:spcAft>
                <a:spcPts val="0"/>
              </a:spcAft>
              <a:buClr>
                <a:schemeClr val="accent1"/>
              </a:buClr>
              <a:buSzPts val="1445"/>
              <a:buFont typeface="Arial"/>
              <a:buNone/>
            </a:pPr>
            <a:r>
              <a:rPr b="0" i="0" lang="en-US" sz="1700" u="none" cap="none" strike="noStrike">
                <a:solidFill>
                  <a:srgbClr val="0070C0"/>
                </a:solidFill>
                <a:latin typeface="Times New Roman"/>
                <a:ea typeface="Times New Roman"/>
                <a:cs typeface="Times New Roman"/>
                <a:sym typeface="Times New Roman"/>
              </a:rPr>
              <a:t> }  </a:t>
            </a:r>
            <a:endParaRPr/>
          </a:p>
          <a:p>
            <a:pPr indent="-182562" lvl="0" marL="182562" marR="0" rtl="0" algn="l">
              <a:lnSpc>
                <a:spcPct val="90000"/>
              </a:lnSpc>
              <a:spcBef>
                <a:spcPts val="340"/>
              </a:spcBef>
              <a:spcAft>
                <a:spcPts val="0"/>
              </a:spcAft>
              <a:buClr>
                <a:schemeClr val="accent1"/>
              </a:buClr>
              <a:buSzPts val="1445"/>
              <a:buFont typeface="Arial"/>
              <a:buNone/>
            </a:pPr>
            <a:r>
              <a:rPr b="0" i="0" lang="en-US" sz="1700" u="none" cap="none" strike="noStrike">
                <a:solidFill>
                  <a:srgbClr val="0070C0"/>
                </a:solidFill>
                <a:latin typeface="Times New Roman"/>
                <a:ea typeface="Times New Roman"/>
                <a:cs typeface="Times New Roman"/>
                <a:sym typeface="Times New Roman"/>
              </a:rPr>
              <a:t> System.out.println();  </a:t>
            </a:r>
            <a:endParaRPr/>
          </a:p>
          <a:p>
            <a:pPr indent="-182562" lvl="0" marL="182562" marR="0" rtl="0" algn="l">
              <a:lnSpc>
                <a:spcPct val="90000"/>
              </a:lnSpc>
              <a:spcBef>
                <a:spcPts val="340"/>
              </a:spcBef>
              <a:spcAft>
                <a:spcPts val="0"/>
              </a:spcAft>
              <a:buClr>
                <a:schemeClr val="accent1"/>
              </a:buClr>
              <a:buSzPts val="1445"/>
              <a:buFont typeface="Arial"/>
              <a:buNone/>
            </a:pPr>
            <a:r>
              <a:rPr b="0" i="0" lang="en-US" sz="1700" u="none" cap="none" strike="noStrike">
                <a:solidFill>
                  <a:srgbClr val="0070C0"/>
                </a:solidFill>
                <a:latin typeface="Times New Roman"/>
                <a:ea typeface="Times New Roman"/>
                <a:cs typeface="Times New Roman"/>
                <a:sym typeface="Times New Roman"/>
              </a:rPr>
              <a:t>}  </a:t>
            </a:r>
            <a:endParaRPr/>
          </a:p>
          <a:p>
            <a:pPr indent="-182562" lvl="0" marL="182562" marR="0" rtl="0" algn="l">
              <a:lnSpc>
                <a:spcPct val="90000"/>
              </a:lnSpc>
              <a:spcBef>
                <a:spcPts val="340"/>
              </a:spcBef>
              <a:spcAft>
                <a:spcPts val="0"/>
              </a:spcAft>
              <a:buClr>
                <a:schemeClr val="accent1"/>
              </a:buClr>
              <a:buSzPts val="1445"/>
              <a:buFont typeface="Arial"/>
              <a:buNone/>
            </a:pPr>
            <a:r>
              <a:rPr b="0" i="0" lang="en-US" sz="1700" u="none" cap="none" strike="noStrike">
                <a:solidFill>
                  <a:schemeClr val="dk1"/>
                </a:solidFill>
                <a:latin typeface="Times New Roman"/>
                <a:ea typeface="Times New Roman"/>
                <a:cs typeface="Times New Roman"/>
                <a:sym typeface="Times New Roman"/>
              </a:rPr>
              <a:t>  </a:t>
            </a:r>
            <a:endParaRPr/>
          </a:p>
          <a:p>
            <a:pPr indent="-182562" lvl="0" marL="182562" marR="0" rtl="0" algn="l">
              <a:lnSpc>
                <a:spcPct val="90000"/>
              </a:lnSpc>
              <a:spcBef>
                <a:spcPts val="340"/>
              </a:spcBef>
              <a:spcAft>
                <a:spcPts val="0"/>
              </a:spcAft>
              <a:buClr>
                <a:schemeClr val="accent1"/>
              </a:buClr>
              <a:buSzPts val="1445"/>
              <a:buFont typeface="Arial"/>
              <a:buNone/>
            </a:pPr>
            <a:r>
              <a:rPr b="0" i="0" lang="en-US" sz="1700" u="none" cap="none" strike="noStrike">
                <a:solidFill>
                  <a:schemeClr val="dk1"/>
                </a:solidFill>
                <a:latin typeface="Times New Roman"/>
                <a:ea typeface="Times New Roman"/>
                <a:cs typeface="Times New Roman"/>
                <a:sym typeface="Times New Roman"/>
              </a:rPr>
              <a:t>}}  </a:t>
            </a:r>
            <a:endParaRPr/>
          </a:p>
          <a:p>
            <a:pPr indent="-90804" lvl="0" marL="182563" marR="0" rtl="0" algn="l">
              <a:lnSpc>
                <a:spcPct val="100000"/>
              </a:lnSpc>
              <a:spcBef>
                <a:spcPts val="340"/>
              </a:spcBef>
              <a:spcAft>
                <a:spcPts val="0"/>
              </a:spcAft>
              <a:buClr>
                <a:schemeClr val="accent1"/>
              </a:buClr>
              <a:buSzPts val="1445"/>
              <a:buFont typeface="Arial"/>
              <a:buNone/>
            </a:pPr>
            <a:r>
              <a:t/>
            </a:r>
            <a:endParaRPr b="0" i="0" sz="1700" u="none">
              <a:solidFill>
                <a:schemeClr val="dk1"/>
              </a:solidFill>
              <a:latin typeface="Times New Roman"/>
              <a:ea typeface="Times New Roman"/>
              <a:cs typeface="Times New Roman"/>
              <a:sym typeface="Times New Roman"/>
            </a:endParaRPr>
          </a:p>
        </p:txBody>
      </p:sp>
      <p:sp>
        <p:nvSpPr>
          <p:cNvPr id="138" name="Google Shape;138;p3"/>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Jagged Array</a:t>
            </a:r>
            <a:endParaRPr/>
          </a:p>
        </p:txBody>
      </p:sp>
      <p:sp>
        <p:nvSpPr>
          <p:cNvPr id="144" name="Google Shape;144;p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It is a new feature supported by Java, where column size varies, ie each row may have varying length.</a:t>
            </a:r>
            <a:endParaRPr/>
          </a:p>
          <a:p>
            <a:pPr indent="-182562" lvl="0" marL="182562" marR="0" rtl="0" algn="l">
              <a:lnSpc>
                <a:spcPct val="100000"/>
              </a:lnSpc>
              <a:spcBef>
                <a:spcPts val="360"/>
              </a:spcBef>
              <a:spcAft>
                <a:spcPts val="0"/>
              </a:spcAft>
              <a:buClr>
                <a:schemeClr val="accent1"/>
              </a:buClr>
              <a:buSzPts val="1530"/>
              <a:buFont typeface="Arial"/>
              <a:buNone/>
            </a:pPr>
            <a:r>
              <a:rPr b="0" i="0" lang="en-US" sz="1800" u="none">
                <a:solidFill>
                  <a:srgbClr val="00B050"/>
                </a:solidFill>
                <a:latin typeface="Times New Roman"/>
                <a:ea typeface="Times New Roman"/>
                <a:cs typeface="Times New Roman"/>
                <a:sym typeface="Times New Roman"/>
              </a:rPr>
              <a:t>10 20 30</a:t>
            </a:r>
            <a:endParaRPr/>
          </a:p>
          <a:p>
            <a:pPr indent="-182562" lvl="0" marL="182562" marR="0" rtl="0" algn="l">
              <a:lnSpc>
                <a:spcPct val="100000"/>
              </a:lnSpc>
              <a:spcBef>
                <a:spcPts val="360"/>
              </a:spcBef>
              <a:spcAft>
                <a:spcPts val="0"/>
              </a:spcAft>
              <a:buClr>
                <a:schemeClr val="accent1"/>
              </a:buClr>
              <a:buSzPts val="1530"/>
              <a:buFont typeface="Arial"/>
              <a:buNone/>
            </a:pPr>
            <a:r>
              <a:rPr b="0" i="0" lang="en-US" sz="1800" u="none">
                <a:solidFill>
                  <a:srgbClr val="00B050"/>
                </a:solidFill>
                <a:latin typeface="Times New Roman"/>
                <a:ea typeface="Times New Roman"/>
                <a:cs typeface="Times New Roman"/>
                <a:sym typeface="Times New Roman"/>
              </a:rPr>
              <a:t> 11 22 22 33 44</a:t>
            </a:r>
            <a:endParaRPr/>
          </a:p>
          <a:p>
            <a:pPr indent="-182562" lvl="0" marL="182562" marR="0" rtl="0" algn="l">
              <a:lnSpc>
                <a:spcPct val="100000"/>
              </a:lnSpc>
              <a:spcBef>
                <a:spcPts val="360"/>
              </a:spcBef>
              <a:spcAft>
                <a:spcPts val="0"/>
              </a:spcAft>
              <a:buClr>
                <a:schemeClr val="accent1"/>
              </a:buClr>
              <a:buSzPts val="1530"/>
              <a:buFont typeface="Arial"/>
              <a:buNone/>
            </a:pPr>
            <a:r>
              <a:rPr b="0" i="0" lang="en-US" sz="1800" u="none">
                <a:solidFill>
                  <a:srgbClr val="00B050"/>
                </a:solidFill>
                <a:latin typeface="Times New Roman"/>
                <a:ea typeface="Times New Roman"/>
                <a:cs typeface="Times New Roman"/>
                <a:sym typeface="Times New Roman"/>
              </a:rPr>
              <a:t> 77 88</a:t>
            </a:r>
            <a:endParaRPr/>
          </a:p>
          <a:p>
            <a:pPr indent="-182562" lvl="0" marL="182562" marR="0" rtl="0" algn="l">
              <a:lnSpc>
                <a:spcPct val="100000"/>
              </a:lnSpc>
              <a:spcBef>
                <a:spcPts val="360"/>
              </a:spcBef>
              <a:spcAft>
                <a:spcPts val="0"/>
              </a:spcAft>
              <a:buClr>
                <a:schemeClr val="accent1"/>
              </a:buClr>
              <a:buSzPts val="1530"/>
              <a:buFont typeface="Arial"/>
              <a:buNone/>
            </a:pPr>
            <a:r>
              <a:rPr b="1" i="0" lang="en-US" sz="1800" u="none">
                <a:solidFill>
                  <a:srgbClr val="0070C0"/>
                </a:solidFill>
                <a:latin typeface="Times New Roman"/>
                <a:ea typeface="Times New Roman"/>
                <a:cs typeface="Times New Roman"/>
                <a:sym typeface="Times New Roman"/>
              </a:rPr>
              <a:t>int</a:t>
            </a:r>
            <a:r>
              <a:rPr b="0" i="0" lang="en-US" sz="1800" u="none">
                <a:solidFill>
                  <a:srgbClr val="0070C0"/>
                </a:solidFill>
                <a:latin typeface="Times New Roman"/>
                <a:ea typeface="Times New Roman"/>
                <a:cs typeface="Times New Roman"/>
                <a:sym typeface="Times New Roman"/>
              </a:rPr>
              <a:t> twoD[][] = </a:t>
            </a:r>
            <a:r>
              <a:rPr b="1" i="0" lang="en-US" sz="1800" u="none">
                <a:solidFill>
                  <a:srgbClr val="0070C0"/>
                </a:solidFill>
                <a:latin typeface="Times New Roman"/>
                <a:ea typeface="Times New Roman"/>
                <a:cs typeface="Times New Roman"/>
                <a:sym typeface="Times New Roman"/>
              </a:rPr>
              <a:t>new</a:t>
            </a:r>
            <a:r>
              <a:rPr b="0" i="0" lang="en-US" sz="1800" u="none">
                <a:solidFill>
                  <a:srgbClr val="0070C0"/>
                </a:solidFill>
                <a:latin typeface="Times New Roman"/>
                <a:ea typeface="Times New Roman"/>
                <a:cs typeface="Times New Roman"/>
                <a:sym typeface="Times New Roman"/>
              </a:rPr>
              <a:t> </a:t>
            </a:r>
            <a:r>
              <a:rPr b="1" i="0" lang="en-US" sz="1800" u="none">
                <a:solidFill>
                  <a:srgbClr val="0070C0"/>
                </a:solidFill>
                <a:latin typeface="Times New Roman"/>
                <a:ea typeface="Times New Roman"/>
                <a:cs typeface="Times New Roman"/>
                <a:sym typeface="Times New Roman"/>
              </a:rPr>
              <a:t>int</a:t>
            </a:r>
            <a:r>
              <a:rPr b="0" i="0" lang="en-US" sz="1800" u="none">
                <a:solidFill>
                  <a:srgbClr val="0070C0"/>
                </a:solidFill>
                <a:latin typeface="Times New Roman"/>
                <a:ea typeface="Times New Roman"/>
                <a:cs typeface="Times New Roman"/>
                <a:sym typeface="Times New Roman"/>
              </a:rPr>
              <a:t>[3][]; </a:t>
            </a:r>
            <a:endParaRPr/>
          </a:p>
          <a:p>
            <a:pPr indent="-182562" lvl="0" marL="182562" marR="0" rtl="0" algn="l">
              <a:lnSpc>
                <a:spcPct val="100000"/>
              </a:lnSpc>
              <a:spcBef>
                <a:spcPts val="360"/>
              </a:spcBef>
              <a:spcAft>
                <a:spcPts val="0"/>
              </a:spcAft>
              <a:buClr>
                <a:schemeClr val="accent1"/>
              </a:buClr>
              <a:buSzPts val="1530"/>
              <a:buFont typeface="Arial"/>
              <a:buNone/>
            </a:pPr>
            <a:r>
              <a:rPr b="0" i="0" lang="en-US" sz="1800" u="none">
                <a:solidFill>
                  <a:srgbClr val="0070C0"/>
                </a:solidFill>
                <a:latin typeface="Times New Roman"/>
                <a:ea typeface="Times New Roman"/>
                <a:cs typeface="Times New Roman"/>
                <a:sym typeface="Times New Roman"/>
              </a:rPr>
              <a:t>twoD[0] = </a:t>
            </a:r>
            <a:r>
              <a:rPr b="1" i="0" lang="en-US" sz="1800" u="none">
                <a:solidFill>
                  <a:srgbClr val="0070C0"/>
                </a:solidFill>
                <a:latin typeface="Times New Roman"/>
                <a:ea typeface="Times New Roman"/>
                <a:cs typeface="Times New Roman"/>
                <a:sym typeface="Times New Roman"/>
              </a:rPr>
              <a:t>new</a:t>
            </a:r>
            <a:r>
              <a:rPr b="0" i="0" lang="en-US" sz="1800" u="none">
                <a:solidFill>
                  <a:srgbClr val="0070C0"/>
                </a:solidFill>
                <a:latin typeface="Times New Roman"/>
                <a:ea typeface="Times New Roman"/>
                <a:cs typeface="Times New Roman"/>
                <a:sym typeface="Times New Roman"/>
              </a:rPr>
              <a:t> </a:t>
            </a:r>
            <a:r>
              <a:rPr b="1" i="0" lang="en-US" sz="1800" u="none">
                <a:solidFill>
                  <a:srgbClr val="0070C0"/>
                </a:solidFill>
                <a:latin typeface="Times New Roman"/>
                <a:ea typeface="Times New Roman"/>
                <a:cs typeface="Times New Roman"/>
                <a:sym typeface="Times New Roman"/>
              </a:rPr>
              <a:t>int</a:t>
            </a:r>
            <a:r>
              <a:rPr b="0" i="0" lang="en-US" sz="1800" u="none">
                <a:solidFill>
                  <a:srgbClr val="0070C0"/>
                </a:solidFill>
                <a:latin typeface="Times New Roman"/>
                <a:ea typeface="Times New Roman"/>
                <a:cs typeface="Times New Roman"/>
                <a:sym typeface="Times New Roman"/>
              </a:rPr>
              <a:t>[3]; </a:t>
            </a:r>
            <a:endParaRPr/>
          </a:p>
          <a:p>
            <a:pPr indent="-182562" lvl="0" marL="182562" marR="0" rtl="0" algn="l">
              <a:lnSpc>
                <a:spcPct val="100000"/>
              </a:lnSpc>
              <a:spcBef>
                <a:spcPts val="360"/>
              </a:spcBef>
              <a:spcAft>
                <a:spcPts val="0"/>
              </a:spcAft>
              <a:buClr>
                <a:schemeClr val="accent1"/>
              </a:buClr>
              <a:buSzPts val="1530"/>
              <a:buFont typeface="Arial"/>
              <a:buNone/>
            </a:pPr>
            <a:r>
              <a:rPr b="0" i="0" lang="en-US" sz="1800" u="none">
                <a:solidFill>
                  <a:srgbClr val="0070C0"/>
                </a:solidFill>
                <a:latin typeface="Times New Roman"/>
                <a:ea typeface="Times New Roman"/>
                <a:cs typeface="Times New Roman"/>
                <a:sym typeface="Times New Roman"/>
              </a:rPr>
              <a:t>twoD[1] = </a:t>
            </a:r>
            <a:r>
              <a:rPr b="1" i="0" lang="en-US" sz="1800" u="none">
                <a:solidFill>
                  <a:srgbClr val="0070C0"/>
                </a:solidFill>
                <a:latin typeface="Times New Roman"/>
                <a:ea typeface="Times New Roman"/>
                <a:cs typeface="Times New Roman"/>
                <a:sym typeface="Times New Roman"/>
              </a:rPr>
              <a:t>new</a:t>
            </a:r>
            <a:r>
              <a:rPr b="0" i="0" lang="en-US" sz="1800" u="none">
                <a:solidFill>
                  <a:srgbClr val="0070C0"/>
                </a:solidFill>
                <a:latin typeface="Times New Roman"/>
                <a:ea typeface="Times New Roman"/>
                <a:cs typeface="Times New Roman"/>
                <a:sym typeface="Times New Roman"/>
              </a:rPr>
              <a:t> </a:t>
            </a:r>
            <a:r>
              <a:rPr b="1" i="0" lang="en-US" sz="1800" u="none">
                <a:solidFill>
                  <a:srgbClr val="0070C0"/>
                </a:solidFill>
                <a:latin typeface="Times New Roman"/>
                <a:ea typeface="Times New Roman"/>
                <a:cs typeface="Times New Roman"/>
                <a:sym typeface="Times New Roman"/>
              </a:rPr>
              <a:t>int</a:t>
            </a:r>
            <a:r>
              <a:rPr b="0" i="0" lang="en-US" sz="1800" u="none">
                <a:solidFill>
                  <a:srgbClr val="0070C0"/>
                </a:solidFill>
                <a:latin typeface="Times New Roman"/>
                <a:ea typeface="Times New Roman"/>
                <a:cs typeface="Times New Roman"/>
                <a:sym typeface="Times New Roman"/>
              </a:rPr>
              <a:t>[5]; </a:t>
            </a:r>
            <a:endParaRPr/>
          </a:p>
          <a:p>
            <a:pPr indent="-182562" lvl="0" marL="182562" marR="0" rtl="0" algn="l">
              <a:lnSpc>
                <a:spcPct val="100000"/>
              </a:lnSpc>
              <a:spcBef>
                <a:spcPts val="360"/>
              </a:spcBef>
              <a:spcAft>
                <a:spcPts val="0"/>
              </a:spcAft>
              <a:buClr>
                <a:schemeClr val="accent1"/>
              </a:buClr>
              <a:buSzPts val="1530"/>
              <a:buFont typeface="Arial"/>
              <a:buNone/>
            </a:pPr>
            <a:r>
              <a:rPr b="0" i="0" lang="en-US" sz="1800" u="none">
                <a:solidFill>
                  <a:srgbClr val="0070C0"/>
                </a:solidFill>
                <a:latin typeface="Times New Roman"/>
                <a:ea typeface="Times New Roman"/>
                <a:cs typeface="Times New Roman"/>
                <a:sym typeface="Times New Roman"/>
              </a:rPr>
              <a:t>twoD[2] = </a:t>
            </a:r>
            <a:r>
              <a:rPr b="1" i="0" lang="en-US" sz="1800" u="none">
                <a:solidFill>
                  <a:srgbClr val="0070C0"/>
                </a:solidFill>
                <a:latin typeface="Times New Roman"/>
                <a:ea typeface="Times New Roman"/>
                <a:cs typeface="Times New Roman"/>
                <a:sym typeface="Times New Roman"/>
              </a:rPr>
              <a:t>new</a:t>
            </a:r>
            <a:r>
              <a:rPr b="0" i="0" lang="en-US" sz="1800" u="none">
                <a:solidFill>
                  <a:srgbClr val="0070C0"/>
                </a:solidFill>
                <a:latin typeface="Times New Roman"/>
                <a:ea typeface="Times New Roman"/>
                <a:cs typeface="Times New Roman"/>
                <a:sym typeface="Times New Roman"/>
              </a:rPr>
              <a:t> </a:t>
            </a:r>
            <a:r>
              <a:rPr b="1" i="0" lang="en-US" sz="1800" u="none">
                <a:solidFill>
                  <a:srgbClr val="0070C0"/>
                </a:solidFill>
                <a:latin typeface="Times New Roman"/>
                <a:ea typeface="Times New Roman"/>
                <a:cs typeface="Times New Roman"/>
                <a:sym typeface="Times New Roman"/>
              </a:rPr>
              <a:t>int</a:t>
            </a:r>
            <a:r>
              <a:rPr b="0" i="0" lang="en-US" sz="1800" u="none">
                <a:solidFill>
                  <a:srgbClr val="0070C0"/>
                </a:solidFill>
                <a:latin typeface="Times New Roman"/>
                <a:ea typeface="Times New Roman"/>
                <a:cs typeface="Times New Roman"/>
                <a:sym typeface="Times New Roman"/>
              </a:rPr>
              <a:t>[2]; </a:t>
            </a:r>
            <a:endParaRPr/>
          </a:p>
          <a:p>
            <a:pPr indent="-53022" lvl="0" marL="182562"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53022" lvl="0" marL="182562"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a:p>
            <a:pPr indent="-53023" lvl="0" marL="182563"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p:txBody>
      </p:sp>
      <p:sp>
        <p:nvSpPr>
          <p:cNvPr id="145" name="Google Shape;145;p4"/>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5"/>
          <p:cNvSpPr txBox="1"/>
          <p:nvPr>
            <p:ph type="title"/>
          </p:nvPr>
        </p:nvSpPr>
        <p:spPr>
          <a:xfrm>
            <a:off x="457200" y="304800"/>
            <a:ext cx="7024687"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Array of Objects</a:t>
            </a:r>
            <a:endParaRPr/>
          </a:p>
        </p:txBody>
      </p:sp>
      <p:sp>
        <p:nvSpPr>
          <p:cNvPr id="151" name="Google Shape;151;p5"/>
          <p:cNvSpPr txBox="1"/>
          <p:nvPr>
            <p:ph idx="1" type="body"/>
          </p:nvPr>
        </p:nvSpPr>
        <p:spPr>
          <a:xfrm>
            <a:off x="685800" y="1447800"/>
            <a:ext cx="7134225" cy="5105400"/>
          </a:xfrm>
          <a:prstGeom prst="rect">
            <a:avLst/>
          </a:prstGeom>
          <a:noFill/>
          <a:ln>
            <a:noFill/>
          </a:ln>
        </p:spPr>
        <p:txBody>
          <a:bodyPr anchorCtr="0" anchor="t" bIns="45700" lIns="91425" spcFirstLastPara="1" rIns="91425" wrap="square" tIns="45700">
            <a:normAutofit/>
          </a:bodyPr>
          <a:lstStyle/>
          <a:p>
            <a:pPr indent="0" lvl="0" marL="69850" marR="0" rtl="0" algn="l">
              <a:lnSpc>
                <a:spcPct val="100000"/>
              </a:lnSpc>
              <a:spcBef>
                <a:spcPts val="0"/>
              </a:spcBef>
              <a:spcAft>
                <a:spcPts val="0"/>
              </a:spcAft>
              <a:buClr>
                <a:schemeClr val="accent1"/>
              </a:buClr>
              <a:buSzPts val="1360"/>
              <a:buFont typeface="Arial"/>
              <a:buNone/>
            </a:pPr>
            <a:r>
              <a:rPr b="0" i="0" lang="en-US" sz="1600" u="none">
                <a:solidFill>
                  <a:srgbClr val="FF0000"/>
                </a:solidFill>
                <a:latin typeface="Times New Roman"/>
                <a:ea typeface="Times New Roman"/>
                <a:cs typeface="Times New Roman"/>
                <a:sym typeface="Times New Roman"/>
              </a:rPr>
              <a:t>class Student {</a:t>
            </a:r>
            <a:br>
              <a:rPr b="0" i="0" lang="en-US" sz="1600" u="none">
                <a:solidFill>
                  <a:srgbClr val="FF0000"/>
                </a:solidFill>
                <a:latin typeface="Times New Roman"/>
                <a:ea typeface="Times New Roman"/>
                <a:cs typeface="Times New Roman"/>
                <a:sym typeface="Times New Roman"/>
              </a:rPr>
            </a:br>
            <a:r>
              <a:rPr b="0" i="0" lang="en-US" sz="1600" u="none">
                <a:solidFill>
                  <a:srgbClr val="FF0000"/>
                </a:solidFill>
                <a:latin typeface="Times New Roman"/>
                <a:ea typeface="Times New Roman"/>
                <a:cs typeface="Times New Roman"/>
                <a:sym typeface="Times New Roman"/>
              </a:rPr>
              <a:t>   int marks;</a:t>
            </a:r>
            <a:br>
              <a:rPr b="0" i="0" lang="en-US" sz="1600" u="none">
                <a:solidFill>
                  <a:srgbClr val="FF0000"/>
                </a:solidFill>
                <a:latin typeface="Times New Roman"/>
                <a:ea typeface="Times New Roman"/>
                <a:cs typeface="Times New Roman"/>
                <a:sym typeface="Times New Roman"/>
              </a:rPr>
            </a:br>
            <a:r>
              <a:rPr b="0" i="0" lang="en-US" sz="1600" u="none">
                <a:solidFill>
                  <a:srgbClr val="FF0000"/>
                </a:solidFill>
                <a:latin typeface="Times New Roman"/>
                <a:ea typeface="Times New Roman"/>
                <a:cs typeface="Times New Roman"/>
                <a:sym typeface="Times New Roman"/>
              </a:rPr>
              <a:t>}</a:t>
            </a:r>
            <a:br>
              <a:rPr b="0" i="0" lang="en-US" sz="1600" u="none">
                <a:solidFill>
                  <a:srgbClr val="FF0000"/>
                </a:solidFill>
                <a:latin typeface="Times New Roman"/>
                <a:ea typeface="Times New Roman"/>
                <a:cs typeface="Times New Roman"/>
                <a:sym typeface="Times New Roman"/>
              </a:rPr>
            </a:br>
            <a:r>
              <a:rPr b="0" i="0" lang="en-US" sz="1600" u="none">
                <a:solidFill>
                  <a:srgbClr val="FF0000"/>
                </a:solidFill>
                <a:latin typeface="Times New Roman"/>
                <a:ea typeface="Times New Roman"/>
                <a:cs typeface="Times New Roman"/>
                <a:sym typeface="Times New Roman"/>
              </a:rPr>
              <a:t>Student studentArray[] = new Student[7];</a:t>
            </a:r>
            <a:endParaRPr/>
          </a:p>
          <a:p>
            <a:pPr indent="-97155" lvl="0" marL="69850"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The above statement creates the array which can hold references to seven Student objects. It doesn't create the Student objects themselves. They have to be created separately using the constructor of the Student class. The studentArray contains seven memory spaces in which the address of seven Student objects may be stored. If we try to access the Student objects even before creating them, run time errors would occur.</a:t>
            </a:r>
            <a:br>
              <a:rPr b="0" i="0" lang="en-US" sz="1800" u="none">
                <a:solidFill>
                  <a:schemeClr val="dk1"/>
                </a:solidFill>
                <a:latin typeface="Arial"/>
                <a:ea typeface="Arial"/>
                <a:cs typeface="Arial"/>
                <a:sym typeface="Arial"/>
              </a:rPr>
            </a:br>
            <a:r>
              <a:rPr b="0" i="0" lang="en-US" sz="1800" u="none">
                <a:solidFill>
                  <a:srgbClr val="FF0000"/>
                </a:solidFill>
                <a:latin typeface="Times New Roman"/>
                <a:ea typeface="Times New Roman"/>
                <a:cs typeface="Times New Roman"/>
                <a:sym typeface="Times New Roman"/>
              </a:rPr>
              <a:t>for ( int i=0; i&lt;studentArray.length; i++) {</a:t>
            </a:r>
            <a:br>
              <a:rPr b="0" i="0" lang="en-US" sz="1800" u="none">
                <a:solidFill>
                  <a:srgbClr val="FF0000"/>
                </a:solidFill>
                <a:latin typeface="Times New Roman"/>
                <a:ea typeface="Times New Roman"/>
                <a:cs typeface="Times New Roman"/>
                <a:sym typeface="Times New Roman"/>
              </a:rPr>
            </a:br>
            <a:r>
              <a:rPr b="0" i="0" lang="en-US" sz="1800" u="none">
                <a:solidFill>
                  <a:srgbClr val="FF0000"/>
                </a:solidFill>
                <a:latin typeface="Times New Roman"/>
                <a:ea typeface="Times New Roman"/>
                <a:cs typeface="Times New Roman"/>
                <a:sym typeface="Times New Roman"/>
              </a:rPr>
              <a:t>studentArray[i]=new Student();</a:t>
            </a:r>
            <a:br>
              <a:rPr b="0" i="0" lang="en-US" sz="1800" u="none">
                <a:solidFill>
                  <a:srgbClr val="FF0000"/>
                </a:solidFill>
                <a:latin typeface="Times New Roman"/>
                <a:ea typeface="Times New Roman"/>
                <a:cs typeface="Times New Roman"/>
                <a:sym typeface="Times New Roman"/>
              </a:rPr>
            </a:br>
            <a:r>
              <a:rPr b="0" i="0" lang="en-US" sz="1800" u="none">
                <a:solidFill>
                  <a:srgbClr val="FF0000"/>
                </a:solidFill>
                <a:latin typeface="Times New Roman"/>
                <a:ea typeface="Times New Roman"/>
                <a:cs typeface="Times New Roman"/>
                <a:sym typeface="Times New Roman"/>
              </a:rPr>
              <a:t>}</a:t>
            </a:r>
            <a:endParaRPr/>
          </a:p>
          <a:p>
            <a:pPr indent="-97155" lvl="0" marL="69850"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The above for loop creates seven Student objects and assigns their reference to the array elements. Now, a statement like the following would be valid. </a:t>
            </a:r>
            <a:endParaRPr/>
          </a:p>
          <a:p>
            <a:pPr indent="-86360" lvl="0" marL="69850" marR="0" rtl="0" algn="l">
              <a:lnSpc>
                <a:spcPct val="100000"/>
              </a:lnSpc>
              <a:spcBef>
                <a:spcPts val="320"/>
              </a:spcBef>
              <a:spcAft>
                <a:spcPts val="0"/>
              </a:spcAft>
              <a:buClr>
                <a:schemeClr val="accent1"/>
              </a:buClr>
              <a:buSzPts val="1360"/>
              <a:buFont typeface="Arial"/>
              <a:buChar char="•"/>
            </a:pPr>
            <a:r>
              <a:rPr b="0" i="0" lang="en-US" sz="1600" u="none">
                <a:solidFill>
                  <a:srgbClr val="FF0000"/>
                </a:solidFill>
                <a:latin typeface="Times New Roman"/>
                <a:ea typeface="Times New Roman"/>
                <a:cs typeface="Times New Roman"/>
                <a:sym typeface="Times New Roman"/>
              </a:rPr>
              <a:t>studentArray[0].marks=100;</a:t>
            </a:r>
            <a:endParaRPr/>
          </a:p>
          <a:p>
            <a:pPr indent="-96201" lvl="0" marL="182563" marR="0" rtl="0" algn="l">
              <a:lnSpc>
                <a:spcPct val="100000"/>
              </a:lnSpc>
              <a:spcBef>
                <a:spcPts val="320"/>
              </a:spcBef>
              <a:spcAft>
                <a:spcPts val="0"/>
              </a:spcAft>
              <a:buClr>
                <a:schemeClr val="accent1"/>
              </a:buClr>
              <a:buSzPts val="1360"/>
              <a:buFont typeface="Arial"/>
              <a:buNone/>
            </a:pPr>
            <a:r>
              <a:t/>
            </a:r>
            <a:endParaRPr b="0" i="0" sz="1600" u="none">
              <a:solidFill>
                <a:srgbClr val="FF0000"/>
              </a:solidFill>
              <a:latin typeface="Times New Roman"/>
              <a:ea typeface="Times New Roman"/>
              <a:cs typeface="Times New Roman"/>
              <a:sym typeface="Times New Roman"/>
            </a:endParaRPr>
          </a:p>
        </p:txBody>
      </p:sp>
      <p:sp>
        <p:nvSpPr>
          <p:cNvPr id="152" name="Google Shape;152;p5"/>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6"/>
          <p:cNvSpPr txBox="1"/>
          <p:nvPr>
            <p:ph type="title"/>
          </p:nvPr>
        </p:nvSpPr>
        <p:spPr>
          <a:xfrm>
            <a:off x="533400" y="685800"/>
            <a:ext cx="7024687" cy="57308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Foreach loop</a:t>
            </a:r>
            <a:endParaRPr/>
          </a:p>
        </p:txBody>
      </p:sp>
      <p:sp>
        <p:nvSpPr>
          <p:cNvPr id="158" name="Google Shape;158;p6"/>
          <p:cNvSpPr txBox="1"/>
          <p:nvPr>
            <p:ph idx="1" type="body"/>
          </p:nvPr>
        </p:nvSpPr>
        <p:spPr>
          <a:xfrm>
            <a:off x="533400" y="1524000"/>
            <a:ext cx="8382000" cy="4498975"/>
          </a:xfrm>
          <a:prstGeom prst="rect">
            <a:avLst/>
          </a:prstGeom>
          <a:noFill/>
          <a:ln>
            <a:noFill/>
          </a:ln>
        </p:spPr>
        <p:txBody>
          <a:bodyPr anchorCtr="0" anchor="t" bIns="45700" lIns="91425" spcFirstLastPara="1" rIns="91425" wrap="square" tIns="45700">
            <a:normAutofit/>
          </a:bodyPr>
          <a:lstStyle/>
          <a:p>
            <a:pPr indent="-182562" lvl="0" marL="182562" marR="0" rtl="0" algn="just">
              <a:lnSpc>
                <a:spcPct val="80000"/>
              </a:lnSpc>
              <a:spcBef>
                <a:spcPts val="0"/>
              </a:spcBef>
              <a:spcAft>
                <a:spcPts val="0"/>
              </a:spcAft>
              <a:buClr>
                <a:schemeClr val="accent1"/>
              </a:buClr>
              <a:buSzPts val="1700"/>
              <a:buFont typeface="Arial"/>
              <a:buChar char="•"/>
            </a:pPr>
            <a:r>
              <a:rPr b="0" i="0" lang="en-US" sz="2000" u="none">
                <a:solidFill>
                  <a:schemeClr val="dk1"/>
                </a:solidFill>
                <a:latin typeface="Arial"/>
                <a:ea typeface="Arial"/>
                <a:cs typeface="Arial"/>
                <a:sym typeface="Arial"/>
              </a:rPr>
              <a:t>JDK 1.5 introduced a new for loop known as foreach loop or enhanced for loop, which enables you to traverse the complete array sequentially without using an index variable.</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Example:</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public class TestArray { </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public static void main(String[] args) {</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 double[] myList = {1.9, 2.9, 3.4, 3.5}; </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 Print all the array elements </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for (double element: myList) </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 System.out.println(element);</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 }</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 }</a:t>
            </a:r>
            <a:endParaRPr/>
          </a:p>
          <a:p>
            <a:pPr indent="-182562" lvl="0" marL="182562" marR="0" rtl="0" algn="just">
              <a:lnSpc>
                <a:spcPct val="80000"/>
              </a:lnSpc>
              <a:spcBef>
                <a:spcPts val="440"/>
              </a:spcBef>
              <a:spcAft>
                <a:spcPts val="0"/>
              </a:spcAft>
              <a:buClr>
                <a:schemeClr val="accent1"/>
              </a:buClr>
              <a:buSzPts val="1870"/>
              <a:buFont typeface="Arial"/>
              <a:buNone/>
            </a:pPr>
            <a:r>
              <a:rPr b="0" i="0" lang="en-US" sz="2200" u="none">
                <a:solidFill>
                  <a:schemeClr val="dk1"/>
                </a:solidFill>
                <a:latin typeface="Times New Roman"/>
                <a:ea typeface="Times New Roman"/>
                <a:cs typeface="Times New Roman"/>
                <a:sym typeface="Times New Roman"/>
              </a:rPr>
              <a:t> }</a:t>
            </a:r>
            <a:endParaRPr/>
          </a:p>
        </p:txBody>
      </p:sp>
      <p:sp>
        <p:nvSpPr>
          <p:cNvPr id="159" name="Google Shape;159;p6"/>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Wrapper Classes</a:t>
            </a:r>
            <a:endParaRPr/>
          </a:p>
        </p:txBody>
      </p:sp>
      <p:sp>
        <p:nvSpPr>
          <p:cNvPr id="165" name="Google Shape;165;p7"/>
          <p:cNvSpPr txBox="1"/>
          <p:nvPr>
            <p:ph idx="1" type="body"/>
          </p:nvPr>
        </p:nvSpPr>
        <p:spPr>
          <a:xfrm>
            <a:off x="685800" y="1600200"/>
            <a:ext cx="7696200" cy="4232275"/>
          </a:xfrm>
          <a:prstGeom prst="rect">
            <a:avLst/>
          </a:prstGeom>
          <a:noFill/>
          <a:ln>
            <a:noFill/>
          </a:ln>
        </p:spPr>
        <p:txBody>
          <a:bodyPr anchorCtr="0" anchor="t" bIns="45700" lIns="91425" spcFirstLastPara="1" rIns="91425" wrap="square" tIns="45700">
            <a:normAutofit/>
          </a:bodyPr>
          <a:lstStyle/>
          <a:p>
            <a:pPr indent="-182562" lvl="0" marL="182562" marR="0" rtl="0" algn="just">
              <a:lnSpc>
                <a:spcPct val="100000"/>
              </a:lnSpc>
              <a:spcBef>
                <a:spcPts val="0"/>
              </a:spcBef>
              <a:spcAft>
                <a:spcPts val="0"/>
              </a:spcAft>
              <a:buClr>
                <a:schemeClr val="accent1"/>
              </a:buClr>
              <a:buSzPts val="1700"/>
              <a:buFont typeface="Arial"/>
              <a:buChar char="•"/>
            </a:pPr>
            <a:r>
              <a:rPr b="0" i="0" lang="en-US" sz="2000" u="none">
                <a:solidFill>
                  <a:schemeClr val="dk1"/>
                </a:solidFill>
                <a:latin typeface="Arial"/>
                <a:ea typeface="Arial"/>
                <a:cs typeface="Arial"/>
                <a:sym typeface="Arial"/>
              </a:rPr>
              <a:t>Java is an object-oriented language and can view everything as an object. </a:t>
            </a:r>
            <a:r>
              <a:rPr b="1" i="0" lang="en-US" sz="2000" u="none">
                <a:solidFill>
                  <a:schemeClr val="dk1"/>
                </a:solidFill>
                <a:latin typeface="Arial"/>
                <a:ea typeface="Arial"/>
                <a:cs typeface="Arial"/>
                <a:sym typeface="Arial"/>
              </a:rPr>
              <a:t>Wrapper class in java</a:t>
            </a:r>
            <a:r>
              <a:rPr b="0" i="0" lang="en-US" sz="2000" u="none">
                <a:solidFill>
                  <a:schemeClr val="dk1"/>
                </a:solidFill>
                <a:latin typeface="Arial"/>
                <a:ea typeface="Arial"/>
                <a:cs typeface="Arial"/>
                <a:sym typeface="Arial"/>
              </a:rPr>
              <a:t> provides the mechanism </a:t>
            </a:r>
            <a:r>
              <a:rPr b="0" i="1" lang="en-US" sz="2000" u="none">
                <a:solidFill>
                  <a:schemeClr val="dk1"/>
                </a:solidFill>
                <a:latin typeface="Arial"/>
                <a:ea typeface="Arial"/>
                <a:cs typeface="Arial"/>
                <a:sym typeface="Arial"/>
              </a:rPr>
              <a:t>to convert primitive data types into objects and objects into primitive data types</a:t>
            </a:r>
            <a:r>
              <a:rPr b="0" i="0" lang="en-US" sz="2000" u="none">
                <a:solidFill>
                  <a:schemeClr val="dk1"/>
                </a:solidFill>
                <a:latin typeface="Arial"/>
                <a:ea typeface="Arial"/>
                <a:cs typeface="Arial"/>
                <a:sym typeface="Arial"/>
              </a:rPr>
              <a:t>. The automatic conversion of primitive into object is known and autoboxing and vice-versa unboxing. The object of the wrapper class contains or wraps its respective primitive data type</a:t>
            </a:r>
            <a:r>
              <a:rPr b="0" i="0" lang="en-US" sz="2400" u="none">
                <a:solidFill>
                  <a:schemeClr val="dk1"/>
                </a:solidFill>
                <a:latin typeface="Arial"/>
                <a:ea typeface="Arial"/>
                <a:cs typeface="Arial"/>
                <a:sym typeface="Arial"/>
              </a:rPr>
              <a:t>. </a:t>
            </a:r>
            <a:endParaRPr b="0" i="0" sz="2400" u="none">
              <a:solidFill>
                <a:schemeClr val="dk1"/>
              </a:solidFill>
              <a:latin typeface="Arial"/>
              <a:ea typeface="Arial"/>
              <a:cs typeface="Arial"/>
              <a:sym typeface="Arial"/>
            </a:endParaRPr>
          </a:p>
          <a:p>
            <a:pPr indent="-182562" lvl="0" marL="182562" marR="0" rtl="0" algn="l">
              <a:lnSpc>
                <a:spcPct val="100000"/>
              </a:lnSpc>
              <a:spcBef>
                <a:spcPts val="400"/>
              </a:spcBef>
              <a:spcAft>
                <a:spcPts val="0"/>
              </a:spcAft>
              <a:buClr>
                <a:schemeClr val="accent1"/>
              </a:buClr>
              <a:buSzPts val="1530"/>
              <a:buFont typeface="Arial"/>
              <a:buNone/>
            </a:pPr>
            <a:r>
              <a:rPr b="0" i="1" lang="en-US" sz="1800" u="none">
                <a:solidFill>
                  <a:schemeClr val="dk1"/>
                </a:solidFill>
                <a:latin typeface="Times New Roman"/>
                <a:ea typeface="Times New Roman"/>
                <a:cs typeface="Times New Roman"/>
                <a:sym typeface="Times New Roman"/>
              </a:rPr>
              <a:t>int k = 100</a:t>
            </a:r>
            <a:r>
              <a:rPr b="0" i="1" lang="en-US" sz="2000" u="none">
                <a:solidFill>
                  <a:schemeClr val="dk1"/>
                </a:solidFill>
                <a:latin typeface="Times New Roman"/>
                <a:ea typeface="Times New Roman"/>
                <a:cs typeface="Times New Roman"/>
                <a:sym typeface="Times New Roman"/>
              </a:rPr>
              <a:t>; </a:t>
            </a:r>
            <a:r>
              <a:rPr b="0" i="0" lang="en-US" sz="1100" u="none">
                <a:solidFill>
                  <a:schemeClr val="dk1"/>
                </a:solidFill>
                <a:latin typeface="Arial"/>
                <a:ea typeface="Arial"/>
                <a:cs typeface="Arial"/>
                <a:sym typeface="Arial"/>
              </a:rPr>
              <a:t>The </a:t>
            </a:r>
            <a:r>
              <a:rPr b="1" i="0" lang="en-US" sz="1100" u="none">
                <a:solidFill>
                  <a:schemeClr val="dk1"/>
                </a:solidFill>
                <a:latin typeface="Arial"/>
                <a:ea typeface="Arial"/>
                <a:cs typeface="Arial"/>
                <a:sym typeface="Arial"/>
              </a:rPr>
              <a:t>int</a:t>
            </a:r>
            <a:r>
              <a:rPr b="0" i="0" lang="en-US" sz="1100" u="none">
                <a:solidFill>
                  <a:schemeClr val="dk1"/>
                </a:solidFill>
                <a:latin typeface="Arial"/>
                <a:ea typeface="Arial"/>
                <a:cs typeface="Arial"/>
                <a:sym typeface="Arial"/>
              </a:rPr>
              <a:t> data type </a:t>
            </a:r>
            <a:r>
              <a:rPr b="1" i="0" lang="en-US" sz="1100" u="none">
                <a:solidFill>
                  <a:schemeClr val="dk1"/>
                </a:solidFill>
                <a:latin typeface="Arial"/>
                <a:ea typeface="Arial"/>
                <a:cs typeface="Arial"/>
                <a:sym typeface="Arial"/>
              </a:rPr>
              <a:t>k</a:t>
            </a:r>
            <a:r>
              <a:rPr b="0" i="0" lang="en-US" sz="1100" u="none">
                <a:solidFill>
                  <a:schemeClr val="dk1"/>
                </a:solidFill>
                <a:latin typeface="Arial"/>
                <a:ea typeface="Arial"/>
                <a:cs typeface="Arial"/>
                <a:sym typeface="Arial"/>
              </a:rPr>
              <a:t> is converted into an object, it1 using Integer   class. </a:t>
            </a:r>
            <a:r>
              <a:rPr b="1" i="0" lang="en-US" sz="1100" u="none">
                <a:solidFill>
                  <a:srgbClr val="FF0000"/>
                </a:solidFill>
                <a:latin typeface="Arial"/>
                <a:ea typeface="Arial"/>
                <a:cs typeface="Arial"/>
                <a:sym typeface="Arial"/>
              </a:rPr>
              <a:t>Autoboxing /wrapping</a:t>
            </a:r>
            <a:br>
              <a:rPr b="0" i="0" lang="en-US" sz="2000" u="none">
                <a:solidFill>
                  <a:schemeClr val="dk1"/>
                </a:solidFill>
                <a:latin typeface="Times New Roman"/>
                <a:ea typeface="Times New Roman"/>
                <a:cs typeface="Times New Roman"/>
                <a:sym typeface="Times New Roman"/>
              </a:rPr>
            </a:br>
            <a:r>
              <a:rPr b="0" i="1" lang="en-US" sz="1800" u="none">
                <a:solidFill>
                  <a:schemeClr val="dk1"/>
                </a:solidFill>
                <a:latin typeface="Times New Roman"/>
                <a:ea typeface="Times New Roman"/>
                <a:cs typeface="Times New Roman"/>
                <a:sym typeface="Times New Roman"/>
              </a:rPr>
              <a:t>Integer it1 = new Integer(k);</a:t>
            </a:r>
            <a:endParaRPr b="0" i="0" sz="1800" u="none">
              <a:solidFill>
                <a:schemeClr val="dk1"/>
              </a:solidFill>
              <a:latin typeface="Times New Roman"/>
              <a:ea typeface="Times New Roman"/>
              <a:cs typeface="Times New Roman"/>
              <a:sym typeface="Times New Roman"/>
            </a:endParaRPr>
          </a:p>
          <a:p>
            <a:pPr indent="-182562" lvl="0" marL="182562" marR="0" rtl="0" algn="l">
              <a:lnSpc>
                <a:spcPct val="100000"/>
              </a:lnSpc>
              <a:spcBef>
                <a:spcPts val="360"/>
              </a:spcBef>
              <a:spcAft>
                <a:spcPts val="0"/>
              </a:spcAft>
              <a:buClr>
                <a:schemeClr val="accent1"/>
              </a:buClr>
              <a:buSzPts val="1530"/>
              <a:buFont typeface="Arial"/>
              <a:buNone/>
            </a:pPr>
            <a:r>
              <a:rPr b="0" i="1" lang="en-US" sz="1800" u="none">
                <a:solidFill>
                  <a:schemeClr val="dk1"/>
                </a:solidFill>
                <a:latin typeface="Times New Roman"/>
                <a:ea typeface="Times New Roman"/>
                <a:cs typeface="Times New Roman"/>
                <a:sym typeface="Times New Roman"/>
              </a:rPr>
              <a:t>int m = it1.intValue(); </a:t>
            </a:r>
            <a:r>
              <a:rPr b="1" i="0" lang="en-US" sz="1400" u="none">
                <a:solidFill>
                  <a:srgbClr val="FF0000"/>
                </a:solidFill>
                <a:latin typeface="Times New Roman"/>
                <a:ea typeface="Times New Roman"/>
                <a:cs typeface="Times New Roman"/>
                <a:sym typeface="Times New Roman"/>
              </a:rPr>
              <a:t>Unboxing/Unwrapping</a:t>
            </a:r>
            <a:br>
              <a:rPr b="0" i="0" lang="en-US" sz="1800" u="none">
                <a:solidFill>
                  <a:schemeClr val="dk1"/>
                </a:solidFill>
                <a:latin typeface="Times New Roman"/>
                <a:ea typeface="Times New Roman"/>
                <a:cs typeface="Times New Roman"/>
                <a:sym typeface="Times New Roman"/>
              </a:rPr>
            </a:br>
            <a:r>
              <a:rPr b="0" i="1" lang="en-US" sz="1800" u="none">
                <a:solidFill>
                  <a:schemeClr val="dk1"/>
                </a:solidFill>
                <a:latin typeface="Times New Roman"/>
                <a:ea typeface="Times New Roman"/>
                <a:cs typeface="Times New Roman"/>
                <a:sym typeface="Times New Roman"/>
              </a:rPr>
              <a:t>System.out.println(m*m); // prints 10000</a:t>
            </a:r>
            <a:endParaRPr b="0" i="0" sz="1800" u="none">
              <a:solidFill>
                <a:schemeClr val="dk1"/>
              </a:solidFill>
              <a:latin typeface="Times New Roman"/>
              <a:ea typeface="Times New Roman"/>
              <a:cs typeface="Times New Roman"/>
              <a:sym typeface="Times New Roman"/>
            </a:endParaRPr>
          </a:p>
          <a:p>
            <a:pPr indent="-85407" lvl="0" marL="182563" marR="0" rtl="0" algn="l">
              <a:lnSpc>
                <a:spcPct val="100000"/>
              </a:lnSpc>
              <a:spcBef>
                <a:spcPts val="360"/>
              </a:spcBef>
              <a:spcAft>
                <a:spcPts val="0"/>
              </a:spcAft>
              <a:buClr>
                <a:schemeClr val="accent1"/>
              </a:buClr>
              <a:buSzPts val="1530"/>
              <a:buFont typeface="Arial"/>
              <a:buNone/>
            </a:pPr>
            <a:r>
              <a:t/>
            </a:r>
            <a:endParaRPr b="0" i="0" sz="1800" u="none">
              <a:solidFill>
                <a:schemeClr val="dk1"/>
              </a:solidFill>
              <a:latin typeface="Times New Roman"/>
              <a:ea typeface="Times New Roman"/>
              <a:cs typeface="Times New Roman"/>
              <a:sym typeface="Times New Roman"/>
            </a:endParaRPr>
          </a:p>
        </p:txBody>
      </p:sp>
      <p:sp>
        <p:nvSpPr>
          <p:cNvPr id="166" name="Google Shape;166;p7"/>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Times New Roman"/>
              <a:buNone/>
            </a:pPr>
            <a:fld id="{00000000-1234-1234-1234-123412341234}" type="slidenum">
              <a:rPr b="1" i="0" lang="en-US" sz="1400" u="none" cap="none" strike="noStrike">
                <a:solidFill>
                  <a:srgbClr val="FFFFFF"/>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2" name="Google Shape;172;p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Wrapper Classes</a:t>
            </a:r>
            <a:endParaRPr/>
          </a:p>
        </p:txBody>
      </p:sp>
      <p:sp>
        <p:nvSpPr>
          <p:cNvPr id="173" name="Google Shape;173;p8"/>
          <p:cNvSpPr txBox="1"/>
          <p:nvPr>
            <p:ph idx="1" type="body"/>
          </p:nvPr>
        </p:nvSpPr>
        <p:spPr>
          <a:xfrm>
            <a:off x="152400" y="1600200"/>
            <a:ext cx="35814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As pointed out earlier, collections cannot handle basic data types such as int, float. They can converted into object types by using the wrapper classes supported by java.lang package.</a:t>
            </a:r>
            <a:endParaRPr/>
          </a:p>
          <a:p>
            <a:pPr indent="-53023" lvl="0" marL="182563"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p:txBody>
      </p:sp>
      <p:graphicFrame>
        <p:nvGraphicFramePr>
          <p:cNvPr id="174" name="Google Shape;174;p8"/>
          <p:cNvGraphicFramePr/>
          <p:nvPr/>
        </p:nvGraphicFramePr>
        <p:xfrm>
          <a:off x="4786312" y="1676400"/>
          <a:ext cx="3000000" cy="3000000"/>
        </p:xfrm>
        <a:graphic>
          <a:graphicData uri="http://schemas.openxmlformats.org/drawingml/2006/table">
            <a:tbl>
              <a:tblPr>
                <a:noFill/>
                <a:tableStyleId>{BF6C83B4-7225-42DA-87CA-8739FA0061FB}</a:tableStyleId>
              </a:tblPr>
              <a:tblGrid>
                <a:gridCol w="1874825"/>
                <a:gridCol w="1873250"/>
              </a:tblGrid>
              <a:tr h="944550">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Basic Type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Wrapper Class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0550">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boolean</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Boolean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0550">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char</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Character</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0550">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int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Integer</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0550">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long</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Long</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0550">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float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Float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0550">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double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800"/>
                        <a:buFont typeface="Tahoma"/>
                        <a:buNone/>
                      </a:pPr>
                      <a:r>
                        <a:rPr b="0" i="0" lang="en-US" sz="2800" u="none" cap="none" strike="noStrike">
                          <a:solidFill>
                            <a:srgbClr val="0000FF"/>
                          </a:solidFill>
                          <a:latin typeface="Tahoma"/>
                          <a:ea typeface="Tahoma"/>
                          <a:cs typeface="Tahoma"/>
                          <a:sym typeface="Tahoma"/>
                        </a:rPr>
                        <a:t>Double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txBox="1"/>
          <p:nvPr>
            <p:ph type="title"/>
          </p:nvPr>
        </p:nvSpPr>
        <p:spPr>
          <a:xfrm>
            <a:off x="457200" y="381000"/>
            <a:ext cx="7024687"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Vectors</a:t>
            </a:r>
            <a:endParaRPr/>
          </a:p>
        </p:txBody>
      </p:sp>
      <p:sp>
        <p:nvSpPr>
          <p:cNvPr id="180" name="Google Shape;180;p9"/>
          <p:cNvSpPr txBox="1"/>
          <p:nvPr>
            <p:ph idx="1" type="body"/>
          </p:nvPr>
        </p:nvSpPr>
        <p:spPr>
          <a:xfrm>
            <a:off x="533400" y="1295400"/>
            <a:ext cx="7772400" cy="5105400"/>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100000"/>
              </a:lnSpc>
              <a:spcBef>
                <a:spcPts val="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Vector implements a </a:t>
            </a:r>
            <a:r>
              <a:rPr b="1" i="0" lang="en-US" sz="1800" u="none">
                <a:solidFill>
                  <a:schemeClr val="dk1"/>
                </a:solidFill>
                <a:latin typeface="Arial"/>
                <a:ea typeface="Arial"/>
                <a:cs typeface="Arial"/>
                <a:sym typeface="Arial"/>
              </a:rPr>
              <a:t>dynamic array of objects</a:t>
            </a:r>
            <a:r>
              <a:rPr b="0" i="0" lang="en-US" sz="1800" u="none">
                <a:solidFill>
                  <a:schemeClr val="dk1"/>
                </a:solidFill>
                <a:latin typeface="Arial"/>
                <a:ea typeface="Arial"/>
                <a:cs typeface="Arial"/>
                <a:sym typeface="Arial"/>
              </a:rPr>
              <a:t>.</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Vector proves to be very useful if you don't know the size of the array in advance or you just need one that can change sizes over the lifetime of a program.</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 Vector can contain heterogeneous objects</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We </a:t>
            </a:r>
            <a:r>
              <a:rPr b="1" i="0" lang="en-US" sz="1800" u="none">
                <a:solidFill>
                  <a:schemeClr val="dk1"/>
                </a:solidFill>
                <a:latin typeface="Arial"/>
                <a:ea typeface="Arial"/>
                <a:cs typeface="Arial"/>
                <a:sym typeface="Arial"/>
              </a:rPr>
              <a:t>cannot store elements of primitive data type;</a:t>
            </a:r>
            <a:r>
              <a:rPr b="0" i="0" lang="en-US" sz="1800" u="none">
                <a:solidFill>
                  <a:schemeClr val="dk1"/>
                </a:solidFill>
                <a:latin typeface="Arial"/>
                <a:ea typeface="Arial"/>
                <a:cs typeface="Arial"/>
                <a:sym typeface="Arial"/>
              </a:rPr>
              <a:t> first it need to be converted to objects. A vector can store any objects.</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Its defined in </a:t>
            </a:r>
            <a:r>
              <a:rPr b="1" i="1" lang="en-US" sz="1800" u="none">
                <a:solidFill>
                  <a:schemeClr val="dk1"/>
                </a:solidFill>
                <a:latin typeface="Arial"/>
                <a:ea typeface="Arial"/>
                <a:cs typeface="Arial"/>
                <a:sym typeface="Arial"/>
              </a:rPr>
              <a:t>java.util </a:t>
            </a:r>
            <a:r>
              <a:rPr b="0" i="0" lang="en-US" sz="1800" u="none">
                <a:solidFill>
                  <a:schemeClr val="dk1"/>
                </a:solidFill>
                <a:latin typeface="Arial"/>
                <a:ea typeface="Arial"/>
                <a:cs typeface="Arial"/>
                <a:sym typeface="Arial"/>
              </a:rPr>
              <a:t>package.</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A vector has an initial capacity, if this capacity is reached then size of vector automatically increases.</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To traverse elements of a vector class we use </a:t>
            </a:r>
            <a:r>
              <a:rPr b="1" i="0" lang="en-US" sz="1800" u="none">
                <a:solidFill>
                  <a:schemeClr val="dk1"/>
                </a:solidFill>
                <a:latin typeface="Arial"/>
                <a:ea typeface="Arial"/>
                <a:cs typeface="Arial"/>
                <a:sym typeface="Arial"/>
              </a:rPr>
              <a:t>Enumeration</a:t>
            </a:r>
            <a:r>
              <a:rPr b="0" i="0" lang="en-US" sz="1800" u="none">
                <a:solidFill>
                  <a:schemeClr val="dk1"/>
                </a:solidFill>
                <a:latin typeface="Arial"/>
                <a:ea typeface="Arial"/>
                <a:cs typeface="Arial"/>
                <a:sym typeface="Arial"/>
              </a:rPr>
              <a:t> interface.</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Each vector tries to optimize storage management by maintaining a </a:t>
            </a:r>
            <a:r>
              <a:rPr b="0" i="1" lang="en-US" sz="1800" u="none">
                <a:solidFill>
                  <a:schemeClr val="dk1"/>
                </a:solidFill>
                <a:latin typeface="Arial"/>
                <a:ea typeface="Arial"/>
                <a:cs typeface="Arial"/>
                <a:sym typeface="Arial"/>
              </a:rPr>
              <a:t>capacity</a:t>
            </a:r>
            <a:r>
              <a:rPr b="0" i="0" lang="en-US" sz="1800" u="none">
                <a:solidFill>
                  <a:schemeClr val="dk1"/>
                </a:solidFill>
                <a:latin typeface="Arial"/>
                <a:ea typeface="Arial"/>
                <a:cs typeface="Arial"/>
                <a:sym typeface="Arial"/>
              </a:rPr>
              <a:t> and a </a:t>
            </a:r>
            <a:r>
              <a:rPr b="0" i="1" lang="en-US" sz="1800" u="none">
                <a:solidFill>
                  <a:schemeClr val="dk1"/>
                </a:solidFill>
                <a:latin typeface="Arial"/>
                <a:ea typeface="Arial"/>
                <a:cs typeface="Arial"/>
                <a:sym typeface="Arial"/>
              </a:rPr>
              <a:t>capacityIncrement </a:t>
            </a:r>
            <a:r>
              <a:rPr b="0" i="0" lang="en-US" sz="1800" u="none">
                <a:solidFill>
                  <a:schemeClr val="dk1"/>
                </a:solidFill>
                <a:latin typeface="Arial"/>
                <a:ea typeface="Arial"/>
                <a:cs typeface="Arial"/>
                <a:sym typeface="Arial"/>
              </a:rPr>
              <a:t>arguments.</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This class is a member of the Java Collections Framework.</a:t>
            </a:r>
            <a:endParaRPr/>
          </a:p>
          <a:p>
            <a:pPr indent="-182562" lvl="0" marL="182562" marR="0" rtl="0" algn="l">
              <a:lnSpc>
                <a:spcPct val="100000"/>
              </a:lnSpc>
              <a:spcBef>
                <a:spcPts val="36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default initial capacity of vectors are 10.</a:t>
            </a:r>
            <a:endParaRPr b="0" i="0" sz="1800" u="none">
              <a:solidFill>
                <a:schemeClr val="dk1"/>
              </a:solidFill>
              <a:latin typeface="Arial"/>
              <a:ea typeface="Arial"/>
              <a:cs typeface="Arial"/>
              <a:sym typeface="Arial"/>
            </a:endParaRPr>
          </a:p>
          <a:p>
            <a:pPr indent="-85407" lvl="0" marL="182563" marR="0" rtl="0" algn="l">
              <a:lnSpc>
                <a:spcPct val="100000"/>
              </a:lnSpc>
              <a:spcBef>
                <a:spcPts val="360"/>
              </a:spcBef>
              <a:spcAft>
                <a:spcPts val="0"/>
              </a:spcAft>
              <a:buClr>
                <a:schemeClr val="accent1"/>
              </a:buClr>
              <a:buSzPts val="1530"/>
              <a:buFont typeface="Arial"/>
              <a:buNone/>
            </a:pPr>
            <a:r>
              <a:t/>
            </a:r>
            <a:endParaRPr b="0" i="0" sz="1800" u="none">
              <a:solidFill>
                <a:schemeClr val="dk1"/>
              </a:solidFill>
              <a:latin typeface="Arial"/>
              <a:ea typeface="Arial"/>
              <a:cs typeface="Arial"/>
              <a:sym typeface="Arial"/>
            </a:endParaRPr>
          </a:p>
        </p:txBody>
      </p:sp>
      <p:sp>
        <p:nvSpPr>
          <p:cNvPr id="181" name="Google Shape;181;p9"/>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ph type="title"/>
          </p:nvPr>
        </p:nvSpPr>
        <p:spPr>
          <a:xfrm>
            <a:off x="533400" y="903287"/>
            <a:ext cx="7024687" cy="4476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Constructor and Description</a:t>
            </a:r>
            <a:br>
              <a:rPr b="0" i="0" lang="en-US" sz="3600" u="none">
                <a:solidFill>
                  <a:schemeClr val="dk2"/>
                </a:solidFill>
                <a:latin typeface="Arial"/>
                <a:ea typeface="Arial"/>
                <a:cs typeface="Arial"/>
                <a:sym typeface="Arial"/>
              </a:rPr>
            </a:br>
            <a:endParaRPr/>
          </a:p>
        </p:txBody>
      </p:sp>
      <p:sp>
        <p:nvSpPr>
          <p:cNvPr id="187" name="Google Shape;187;p10"/>
          <p:cNvSpPr txBox="1"/>
          <p:nvPr>
            <p:ph idx="1" type="body"/>
          </p:nvPr>
        </p:nvSpPr>
        <p:spPr>
          <a:xfrm>
            <a:off x="533400" y="1295400"/>
            <a:ext cx="8077200" cy="4537075"/>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1</a:t>
            </a:r>
            <a:r>
              <a:rPr b="0" i="0" lang="en-US" sz="2000" u="none">
                <a:solidFill>
                  <a:schemeClr val="dk1"/>
                </a:solidFill>
                <a:latin typeface="Arial"/>
                <a:ea typeface="Arial"/>
                <a:cs typeface="Arial"/>
                <a:sym typeface="Arial"/>
              </a:rPr>
              <a:t>. </a:t>
            </a:r>
            <a:r>
              <a:rPr b="1" i="0" lang="en-US" sz="2000" u="none">
                <a:solidFill>
                  <a:schemeClr val="dk1"/>
                </a:solidFill>
                <a:latin typeface="Arial"/>
                <a:ea typeface="Arial"/>
                <a:cs typeface="Arial"/>
                <a:sym typeface="Arial"/>
              </a:rPr>
              <a:t>Vector( ) </a:t>
            </a:r>
            <a:r>
              <a:rPr b="0" i="0" lang="en-US" sz="2000" u="none">
                <a:solidFill>
                  <a:schemeClr val="dk1"/>
                </a:solidFill>
                <a:latin typeface="Arial"/>
                <a:ea typeface="Arial"/>
                <a:cs typeface="Arial"/>
                <a:sym typeface="Arial"/>
              </a:rPr>
              <a:t>This constructor creates a default vector, which has an initial size of 10</a:t>
            </a:r>
            <a:endParaRPr/>
          </a:p>
          <a:p>
            <a:pPr indent="-182562" lvl="0" marL="182562" marR="0" rtl="0" algn="l">
              <a:lnSpc>
                <a:spcPct val="100000"/>
              </a:lnSpc>
              <a:spcBef>
                <a:spcPts val="400"/>
              </a:spcBef>
              <a:spcAft>
                <a:spcPts val="0"/>
              </a:spcAft>
              <a:buClr>
                <a:schemeClr val="accent1"/>
              </a:buClr>
              <a:buSzPts val="1700"/>
              <a:buFont typeface="Arial"/>
              <a:buNone/>
            </a:pPr>
            <a:r>
              <a:rPr b="0" i="0" lang="en-US" sz="2000" u="none">
                <a:solidFill>
                  <a:schemeClr val="dk1"/>
                </a:solidFill>
                <a:latin typeface="Arial"/>
                <a:ea typeface="Arial"/>
                <a:cs typeface="Arial"/>
                <a:sym typeface="Arial"/>
              </a:rPr>
              <a:t>2. </a:t>
            </a:r>
            <a:r>
              <a:rPr b="1" i="0" lang="en-US" sz="2000" u="none">
                <a:solidFill>
                  <a:schemeClr val="dk1"/>
                </a:solidFill>
                <a:latin typeface="Arial"/>
                <a:ea typeface="Arial"/>
                <a:cs typeface="Arial"/>
                <a:sym typeface="Arial"/>
              </a:rPr>
              <a:t>Vector(int size)</a:t>
            </a:r>
            <a:r>
              <a:rPr b="0" i="0" lang="en-US" sz="2000" u="none">
                <a:solidFill>
                  <a:schemeClr val="dk1"/>
                </a:solidFill>
                <a:latin typeface="Arial"/>
                <a:ea typeface="Arial"/>
                <a:cs typeface="Arial"/>
                <a:sym typeface="Arial"/>
              </a:rPr>
              <a:t>This constructor accepts an argument that equals to the required size, and creates a vector whose initial capacity is specified by size:</a:t>
            </a:r>
            <a:endParaRPr/>
          </a:p>
          <a:p>
            <a:pPr indent="-182562" lvl="0" marL="182562" marR="0" rtl="0" algn="l">
              <a:lnSpc>
                <a:spcPct val="100000"/>
              </a:lnSpc>
              <a:spcBef>
                <a:spcPts val="400"/>
              </a:spcBef>
              <a:spcAft>
                <a:spcPts val="0"/>
              </a:spcAft>
              <a:buClr>
                <a:schemeClr val="accent1"/>
              </a:buClr>
              <a:buSzPts val="1700"/>
              <a:buFont typeface="Arial"/>
              <a:buNone/>
            </a:pPr>
            <a:r>
              <a:rPr b="0" i="0" lang="en-US" sz="2000" u="none">
                <a:solidFill>
                  <a:schemeClr val="dk1"/>
                </a:solidFill>
                <a:latin typeface="Arial"/>
                <a:ea typeface="Arial"/>
                <a:cs typeface="Arial"/>
                <a:sym typeface="Arial"/>
              </a:rPr>
              <a:t>3.</a:t>
            </a:r>
            <a:r>
              <a:rPr b="1" i="0" lang="en-US" sz="2000" u="none">
                <a:solidFill>
                  <a:schemeClr val="dk1"/>
                </a:solidFill>
                <a:latin typeface="Arial"/>
                <a:ea typeface="Arial"/>
                <a:cs typeface="Arial"/>
                <a:sym typeface="Arial"/>
              </a:rPr>
              <a:t>Vector(int size, int incr)</a:t>
            </a:r>
            <a:r>
              <a:rPr b="0" i="0" lang="en-US" sz="2000" u="none">
                <a:solidFill>
                  <a:schemeClr val="dk1"/>
                </a:solidFill>
                <a:latin typeface="Arial"/>
                <a:ea typeface="Arial"/>
                <a:cs typeface="Arial"/>
                <a:sym typeface="Arial"/>
              </a:rPr>
              <a:t>This constructor creates a vector whose initial capacity is specified by size and whose increment is specified by incr. The increment specifies the number of elements to allocate each time that a vector is resized upward</a:t>
            </a:r>
            <a:endParaRPr/>
          </a:p>
          <a:p>
            <a:pPr indent="-74613" lvl="0" marL="182563" marR="0" rtl="0" algn="l">
              <a:lnSpc>
                <a:spcPct val="100000"/>
              </a:lnSpc>
              <a:spcBef>
                <a:spcPts val="400"/>
              </a:spcBef>
              <a:spcAft>
                <a:spcPts val="0"/>
              </a:spcAft>
              <a:buClr>
                <a:schemeClr val="accent1"/>
              </a:buClr>
              <a:buSzPts val="1700"/>
              <a:buFont typeface="Arial"/>
              <a:buNone/>
            </a:pPr>
            <a:r>
              <a:t/>
            </a:r>
            <a:endParaRPr b="0" i="0" sz="2000" u="none">
              <a:solidFill>
                <a:schemeClr val="dk1"/>
              </a:solidFill>
              <a:latin typeface="Arial"/>
              <a:ea typeface="Arial"/>
              <a:cs typeface="Arial"/>
              <a:sym typeface="Arial"/>
            </a:endParaRPr>
          </a:p>
        </p:txBody>
      </p:sp>
      <p:sp>
        <p:nvSpPr>
          <p:cNvPr id="188" name="Google Shape;188;p10"/>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txBox="1"/>
          <p:nvPr>
            <p:ph type="title"/>
          </p:nvPr>
        </p:nvSpPr>
        <p:spPr>
          <a:xfrm>
            <a:off x="533400" y="381000"/>
            <a:ext cx="702468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Sample Program</a:t>
            </a:r>
            <a:endParaRPr/>
          </a:p>
        </p:txBody>
      </p:sp>
      <p:sp>
        <p:nvSpPr>
          <p:cNvPr id="194" name="Google Shape;194;p11"/>
          <p:cNvSpPr txBox="1"/>
          <p:nvPr>
            <p:ph idx="1" type="body"/>
          </p:nvPr>
        </p:nvSpPr>
        <p:spPr>
          <a:xfrm>
            <a:off x="381000" y="1066800"/>
            <a:ext cx="8686800" cy="5257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1360"/>
              <a:buFont typeface="Arial"/>
              <a:buNone/>
            </a:pPr>
            <a:r>
              <a:rPr b="0" i="1" lang="en-US" sz="1600" u="none">
                <a:solidFill>
                  <a:schemeClr val="dk1"/>
                </a:solidFill>
                <a:latin typeface="Times New Roman"/>
                <a:ea typeface="Times New Roman"/>
                <a:cs typeface="Times New Roman"/>
                <a:sym typeface="Times New Roman"/>
              </a:rPr>
              <a:t>/*This Java Example shows how to create an object of Java Vector. It also shows how to add elements to Vector and how get the same from Vector.*/</a:t>
            </a:r>
            <a:r>
              <a:rPr b="0" i="0" lang="en-US" sz="1600" u="none">
                <a:solidFill>
                  <a:schemeClr val="dk1"/>
                </a:solidFill>
                <a:latin typeface="Times New Roman"/>
                <a:ea typeface="Times New Roman"/>
                <a:cs typeface="Times New Roman"/>
                <a:sym typeface="Times New Roman"/>
              </a:rPr>
              <a:t> </a:t>
            </a:r>
            <a:endParaRPr/>
          </a:p>
          <a:p>
            <a:pPr indent="-182562" lvl="0" marL="182562" marR="0" rtl="0" algn="l">
              <a:lnSpc>
                <a:spcPct val="100000"/>
              </a:lnSpc>
              <a:spcBef>
                <a:spcPts val="320"/>
              </a:spcBef>
              <a:spcAft>
                <a:spcPts val="0"/>
              </a:spcAft>
              <a:buClr>
                <a:schemeClr val="accent1"/>
              </a:buClr>
              <a:buSzPts val="1360"/>
              <a:buFont typeface="Arial"/>
              <a:buNone/>
            </a:pPr>
            <a:r>
              <a:rPr b="1" i="0" lang="en-US" sz="1600" u="none">
                <a:solidFill>
                  <a:schemeClr val="dk1"/>
                </a:solidFill>
                <a:latin typeface="Times New Roman"/>
                <a:ea typeface="Times New Roman"/>
                <a:cs typeface="Times New Roman"/>
                <a:sym typeface="Times New Roman"/>
              </a:rPr>
              <a:t>import</a:t>
            </a:r>
            <a:r>
              <a:rPr b="0" i="0" lang="en-US" sz="1600" u="none">
                <a:solidFill>
                  <a:schemeClr val="dk1"/>
                </a:solidFill>
                <a:latin typeface="Times New Roman"/>
                <a:ea typeface="Times New Roman"/>
                <a:cs typeface="Times New Roman"/>
                <a:sym typeface="Times New Roman"/>
              </a:rPr>
              <a:t> java.util.Iterator;</a:t>
            </a:r>
            <a:endParaRPr/>
          </a:p>
          <a:p>
            <a:pPr indent="-182562" lvl="0" marL="182562" marR="0" rtl="0" algn="l">
              <a:lnSpc>
                <a:spcPct val="100000"/>
              </a:lnSpc>
              <a:spcBef>
                <a:spcPts val="320"/>
              </a:spcBef>
              <a:spcAft>
                <a:spcPts val="0"/>
              </a:spcAft>
              <a:buClr>
                <a:schemeClr val="accent1"/>
              </a:buClr>
              <a:buSzPts val="1360"/>
              <a:buFont typeface="Arial"/>
              <a:buNone/>
            </a:pPr>
            <a:r>
              <a:rPr b="1" i="0" lang="en-US" sz="1600" u="none">
                <a:solidFill>
                  <a:schemeClr val="dk1"/>
                </a:solidFill>
                <a:latin typeface="Times New Roman"/>
                <a:ea typeface="Times New Roman"/>
                <a:cs typeface="Times New Roman"/>
                <a:sym typeface="Times New Roman"/>
              </a:rPr>
              <a:t>import</a:t>
            </a:r>
            <a:r>
              <a:rPr b="0" i="0" lang="en-US" sz="1600" u="none">
                <a:solidFill>
                  <a:schemeClr val="dk1"/>
                </a:solidFill>
                <a:latin typeface="Times New Roman"/>
                <a:ea typeface="Times New Roman"/>
                <a:cs typeface="Times New Roman"/>
                <a:sym typeface="Times New Roman"/>
              </a:rPr>
              <a:t> java.util.Vector;</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a:t>
            </a:r>
            <a:r>
              <a:rPr b="1" i="0" lang="en-US" sz="1600" u="none">
                <a:solidFill>
                  <a:schemeClr val="dk1"/>
                </a:solidFill>
                <a:latin typeface="Times New Roman"/>
                <a:ea typeface="Times New Roman"/>
                <a:cs typeface="Times New Roman"/>
                <a:sym typeface="Times New Roman"/>
              </a:rPr>
              <a:t>public</a:t>
            </a:r>
            <a:r>
              <a:rPr b="0" i="0" lang="en-US" sz="1600" u="none">
                <a:solidFill>
                  <a:schemeClr val="dk1"/>
                </a:solidFill>
                <a:latin typeface="Times New Roman"/>
                <a:ea typeface="Times New Roman"/>
                <a:cs typeface="Times New Roman"/>
                <a:sym typeface="Times New Roman"/>
              </a:rPr>
              <a:t> </a:t>
            </a:r>
            <a:r>
              <a:rPr b="1" i="0" lang="en-US" sz="1600" u="none">
                <a:solidFill>
                  <a:schemeClr val="dk1"/>
                </a:solidFill>
                <a:latin typeface="Times New Roman"/>
                <a:ea typeface="Times New Roman"/>
                <a:cs typeface="Times New Roman"/>
                <a:sym typeface="Times New Roman"/>
              </a:rPr>
              <a:t>class</a:t>
            </a:r>
            <a:r>
              <a:rPr b="0" i="0" lang="en-US" sz="1600" u="none">
                <a:solidFill>
                  <a:schemeClr val="dk1"/>
                </a:solidFill>
                <a:latin typeface="Times New Roman"/>
                <a:ea typeface="Times New Roman"/>
                <a:cs typeface="Times New Roman"/>
                <a:sym typeface="Times New Roman"/>
              </a:rPr>
              <a:t> SimpleVectorExample {</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a:t>
            </a:r>
            <a:r>
              <a:rPr b="1" i="0" lang="en-US" sz="1600" u="none">
                <a:solidFill>
                  <a:schemeClr val="dk1"/>
                </a:solidFill>
                <a:latin typeface="Times New Roman"/>
                <a:ea typeface="Times New Roman"/>
                <a:cs typeface="Times New Roman"/>
                <a:sym typeface="Times New Roman"/>
              </a:rPr>
              <a:t>public</a:t>
            </a:r>
            <a:r>
              <a:rPr b="0" i="0" lang="en-US" sz="1600" u="none">
                <a:solidFill>
                  <a:schemeClr val="dk1"/>
                </a:solidFill>
                <a:latin typeface="Times New Roman"/>
                <a:ea typeface="Times New Roman"/>
                <a:cs typeface="Times New Roman"/>
                <a:sym typeface="Times New Roman"/>
              </a:rPr>
              <a:t> </a:t>
            </a:r>
            <a:r>
              <a:rPr b="1" i="0" lang="en-US" sz="1600" u="none">
                <a:solidFill>
                  <a:schemeClr val="dk1"/>
                </a:solidFill>
                <a:latin typeface="Times New Roman"/>
                <a:ea typeface="Times New Roman"/>
                <a:cs typeface="Times New Roman"/>
                <a:sym typeface="Times New Roman"/>
              </a:rPr>
              <a:t>static</a:t>
            </a:r>
            <a:r>
              <a:rPr b="0" i="0" lang="en-US" sz="1600" u="none">
                <a:solidFill>
                  <a:schemeClr val="dk1"/>
                </a:solidFill>
                <a:latin typeface="Times New Roman"/>
                <a:ea typeface="Times New Roman"/>
                <a:cs typeface="Times New Roman"/>
                <a:sym typeface="Times New Roman"/>
              </a:rPr>
              <a:t> </a:t>
            </a:r>
            <a:r>
              <a:rPr b="1" i="0" lang="en-US" sz="1600" u="none">
                <a:solidFill>
                  <a:schemeClr val="dk1"/>
                </a:solidFill>
                <a:latin typeface="Times New Roman"/>
                <a:ea typeface="Times New Roman"/>
                <a:cs typeface="Times New Roman"/>
                <a:sym typeface="Times New Roman"/>
              </a:rPr>
              <a:t>void</a:t>
            </a:r>
            <a:r>
              <a:rPr b="0" i="0" lang="en-US" sz="1600" u="none">
                <a:solidFill>
                  <a:schemeClr val="dk1"/>
                </a:solidFill>
                <a:latin typeface="Times New Roman"/>
                <a:ea typeface="Times New Roman"/>
                <a:cs typeface="Times New Roman"/>
                <a:sym typeface="Times New Roman"/>
              </a:rPr>
              <a:t> main(String[] args) {</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a:t>
            </a:r>
            <a:r>
              <a:rPr b="0" i="1" lang="en-US" sz="1600" u="none">
                <a:solidFill>
                  <a:schemeClr val="dk1"/>
                </a:solidFill>
                <a:latin typeface="Times New Roman"/>
                <a:ea typeface="Times New Roman"/>
                <a:cs typeface="Times New Roman"/>
                <a:sym typeface="Times New Roman"/>
              </a:rPr>
              <a:t>//create a Vector object</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Vector v = </a:t>
            </a:r>
            <a:r>
              <a:rPr b="1" i="0" lang="en-US" sz="1600" u="none">
                <a:solidFill>
                  <a:schemeClr val="dk1"/>
                </a:solidFill>
                <a:latin typeface="Times New Roman"/>
                <a:ea typeface="Times New Roman"/>
                <a:cs typeface="Times New Roman"/>
                <a:sym typeface="Times New Roman"/>
              </a:rPr>
              <a:t>new</a:t>
            </a:r>
            <a:r>
              <a:rPr b="0" i="0" lang="en-US" sz="1600" u="none">
                <a:solidFill>
                  <a:schemeClr val="dk1"/>
                </a:solidFill>
                <a:latin typeface="Times New Roman"/>
                <a:ea typeface="Times New Roman"/>
                <a:cs typeface="Times New Roman"/>
                <a:sym typeface="Times New Roman"/>
              </a:rPr>
              <a:t> Vector();</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v.add("1");</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v.add("2");</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v.add("3");   </a:t>
            </a:r>
            <a:r>
              <a:rPr b="0" i="1" lang="en-US" sz="1600" u="none">
                <a:solidFill>
                  <a:schemeClr val="dk1"/>
                </a:solidFill>
                <a:latin typeface="Times New Roman"/>
                <a:ea typeface="Times New Roman"/>
                <a:cs typeface="Times New Roman"/>
                <a:sym typeface="Times New Roman"/>
              </a:rPr>
              <a:t>/*  Add elements to Vector using  boolean add(Object o) method    */</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System.out.println("Getting elements of Vector");</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System.out.println(v.get(0));</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System.out.println(v.get(1));</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System.out.println(v.get(2));    </a:t>
            </a:r>
            <a:r>
              <a:rPr b="0" i="1" lang="en-US" sz="1600" u="none">
                <a:solidFill>
                  <a:schemeClr val="dk1"/>
                </a:solidFill>
                <a:latin typeface="Times New Roman"/>
                <a:ea typeface="Times New Roman"/>
                <a:cs typeface="Times New Roman"/>
                <a:sym typeface="Times New Roman"/>
              </a:rPr>
              <a:t>/*Use get method of Java Vector class to display elements of 			Vector.  */</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  }</a:t>
            </a:r>
            <a:endParaRPr/>
          </a:p>
          <a:p>
            <a:pPr indent="-182562" lvl="0" marL="182562" marR="0" rtl="0" algn="l">
              <a:lnSpc>
                <a:spcPct val="100000"/>
              </a:lnSpc>
              <a:spcBef>
                <a:spcPts val="320"/>
              </a:spcBef>
              <a:spcAft>
                <a:spcPts val="0"/>
              </a:spcAft>
              <a:buClr>
                <a:schemeClr val="accent1"/>
              </a:buClr>
              <a:buSzPts val="1360"/>
              <a:buFont typeface="Arial"/>
              <a:buNone/>
            </a:pPr>
            <a:r>
              <a:rPr b="0" i="0" lang="en-US" sz="1600" u="none">
                <a:solidFill>
                  <a:schemeClr val="dk1"/>
                </a:solidFill>
                <a:latin typeface="Times New Roman"/>
                <a:ea typeface="Times New Roman"/>
                <a:cs typeface="Times New Roman"/>
                <a:sym typeface="Times New Roman"/>
              </a:rPr>
              <a:t>}</a:t>
            </a:r>
            <a:endParaRPr/>
          </a:p>
          <a:p>
            <a:pPr indent="-182562" lvl="0" marL="182562" marR="0" rtl="0" algn="l">
              <a:lnSpc>
                <a:spcPct val="100000"/>
              </a:lnSpc>
              <a:spcBef>
                <a:spcPts val="320"/>
              </a:spcBef>
              <a:spcAft>
                <a:spcPts val="0"/>
              </a:spcAft>
              <a:buClr>
                <a:schemeClr val="accent1"/>
              </a:buClr>
              <a:buSzPts val="1360"/>
              <a:buFont typeface="Arial"/>
              <a:buNone/>
            </a:pPr>
            <a:r>
              <a:t/>
            </a:r>
            <a:endParaRPr b="0" i="0" sz="1600" u="none">
              <a:solidFill>
                <a:schemeClr val="dk1"/>
              </a:solidFill>
              <a:latin typeface="Times New Roman"/>
              <a:ea typeface="Times New Roman"/>
              <a:cs typeface="Times New Roman"/>
              <a:sym typeface="Times New Roman"/>
            </a:endParaRPr>
          </a:p>
          <a:p>
            <a:pPr indent="-96201" lvl="0" marL="182563" marR="0" rtl="0" algn="l">
              <a:lnSpc>
                <a:spcPct val="100000"/>
              </a:lnSpc>
              <a:spcBef>
                <a:spcPts val="320"/>
              </a:spcBef>
              <a:spcAft>
                <a:spcPts val="0"/>
              </a:spcAft>
              <a:buClr>
                <a:schemeClr val="accent1"/>
              </a:buClr>
              <a:buSzPts val="1360"/>
              <a:buFont typeface="Arial"/>
              <a:buNone/>
            </a:pPr>
            <a:r>
              <a:t/>
            </a:r>
            <a:endParaRPr b="0" i="0" sz="1600" u="none">
              <a:solidFill>
                <a:schemeClr val="dk1"/>
              </a:solidFill>
              <a:latin typeface="Times New Roman"/>
              <a:ea typeface="Times New Roman"/>
              <a:cs typeface="Times New Roman"/>
              <a:sym typeface="Times New Roman"/>
            </a:endParaRPr>
          </a:p>
        </p:txBody>
      </p:sp>
      <p:sp>
        <p:nvSpPr>
          <p:cNvPr id="195" name="Google Shape;195;p11"/>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flipH="1" rot="10800000">
            <a:off x="457200" y="-228600"/>
            <a:ext cx="7024687" cy="457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sz="4000">
              <a:solidFill>
                <a:schemeClr val="dk2"/>
              </a:solidFill>
              <a:latin typeface="Arial"/>
              <a:ea typeface="Arial"/>
              <a:cs typeface="Arial"/>
              <a:sym typeface="Arial"/>
            </a:endParaRPr>
          </a:p>
        </p:txBody>
      </p:sp>
      <p:sp>
        <p:nvSpPr>
          <p:cNvPr id="201" name="Google Shape;201;p12"/>
          <p:cNvSpPr txBox="1"/>
          <p:nvPr>
            <p:ph idx="1" type="body"/>
          </p:nvPr>
        </p:nvSpPr>
        <p:spPr>
          <a:xfrm>
            <a:off x="152400" y="457200"/>
            <a:ext cx="10363200" cy="62484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import java.util.*;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public class VectorDemo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public static void main(String args[])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Vector v = new Vector(3, 2);</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System.out.println("Initial size: " + v.size());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System.out.println("Initial capacity: " + v.capacity());</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v.addElement(new Integer(1));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v.addElement(new Integer(2));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v.addElement(new Integer(3));</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v.addElement(new Integer(4));</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System.out.println("Capacity after four additions: " + v.capacity());</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a:t>
            </a:r>
            <a:endParaRPr/>
          </a:p>
        </p:txBody>
      </p:sp>
      <p:sp>
        <p:nvSpPr>
          <p:cNvPr id="202" name="Google Shape;202;p12"/>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3"/>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sz="4000">
              <a:solidFill>
                <a:schemeClr val="dk2"/>
              </a:solidFill>
              <a:latin typeface="Arial"/>
              <a:ea typeface="Arial"/>
              <a:cs typeface="Arial"/>
              <a:sym typeface="Arial"/>
            </a:endParaRPr>
          </a:p>
        </p:txBody>
      </p:sp>
      <p:sp>
        <p:nvSpPr>
          <p:cNvPr id="208" name="Google Shape;208;p13"/>
          <p:cNvSpPr txBox="1"/>
          <p:nvPr>
            <p:ph idx="1" type="body"/>
          </p:nvPr>
        </p:nvSpPr>
        <p:spPr>
          <a:xfrm>
            <a:off x="457200" y="685800"/>
            <a:ext cx="8229600" cy="57912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v.addElement(new Double(5.45));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System.out.println("Current capacity: " + v.capacity());</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 v.addElement(new Double(6.08));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System.out.println("Current capacity: " + v.capacity());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v.addElement(new Float(7.4));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System.out.println("Current capacity: " + v.capacity());</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if(v.contains(new Integer(3)))</a:t>
            </a:r>
            <a:endParaRPr/>
          </a:p>
          <a:p>
            <a:pPr indent="-182562" lvl="0" marL="182562" marR="0" rtl="0" algn="l">
              <a:lnSpc>
                <a:spcPct val="100000"/>
              </a:lnSpc>
              <a:spcBef>
                <a:spcPts val="480"/>
              </a:spcBef>
              <a:spcAft>
                <a:spcPts val="0"/>
              </a:spcAft>
              <a:buClr>
                <a:schemeClr val="accent1"/>
              </a:buClr>
              <a:buSzPts val="1190"/>
              <a:buFont typeface="Arial"/>
              <a:buNone/>
            </a:pPr>
            <a:r>
              <a:rPr b="0" i="0" lang="en-US" sz="1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System.out.println("Vector contains 3."); // enumerate the elements in the vector.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Enumeration vEnum = v.elements();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System.out.println("\nElements in vector:");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while(vEnum.hasMoreElements()) </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rial"/>
                <a:ea typeface="Arial"/>
                <a:cs typeface="Arial"/>
                <a:sym typeface="Arial"/>
              </a:rPr>
              <a:t>System.out.print(vEnum.nextElement() + " ");} }</a:t>
            </a:r>
            <a:endParaRPr b="0" i="0" sz="2400" u="none">
              <a:solidFill>
                <a:schemeClr val="dk1"/>
              </a:solidFill>
              <a:latin typeface="Times New Roman"/>
              <a:ea typeface="Times New Roman"/>
              <a:cs typeface="Times New Roman"/>
              <a:sym typeface="Times New Roman"/>
            </a:endParaRPr>
          </a:p>
          <a:p>
            <a:pPr indent="-53023" lvl="0" marL="182563"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Times New Roman"/>
              <a:ea typeface="Times New Roman"/>
              <a:cs typeface="Times New Roman"/>
              <a:sym typeface="Times New Roman"/>
            </a:endParaRPr>
          </a:p>
        </p:txBody>
      </p:sp>
      <p:sp>
        <p:nvSpPr>
          <p:cNvPr id="209" name="Google Shape;209;p13"/>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Times New Roman"/>
              <a:buNone/>
            </a:pPr>
            <a:fld id="{00000000-1234-1234-1234-123412341234}" type="slidenum">
              <a:rPr b="1" i="0" lang="en-US" sz="1400" u="none" cap="none" strike="noStrike">
                <a:solidFill>
                  <a:srgbClr val="FFFFFF"/>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4"/>
          <p:cNvSpPr txBox="1"/>
          <p:nvPr>
            <p:ph type="title"/>
          </p:nvPr>
        </p:nvSpPr>
        <p:spPr>
          <a:xfrm>
            <a:off x="533400" y="381000"/>
            <a:ext cx="8153400"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Methods of Vector Class</a:t>
            </a:r>
            <a:endParaRPr/>
          </a:p>
        </p:txBody>
      </p:sp>
      <p:sp>
        <p:nvSpPr>
          <p:cNvPr id="215" name="Google Shape;215;p14"/>
          <p:cNvSpPr txBox="1"/>
          <p:nvPr>
            <p:ph idx="1" type="body"/>
          </p:nvPr>
        </p:nvSpPr>
        <p:spPr>
          <a:xfrm>
            <a:off x="381000" y="1066800"/>
            <a:ext cx="8763000" cy="53340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3"/>
              </a:rPr>
              <a:t>1. boolean add(E e)</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appends the specified element to the end of this Vector.</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4"/>
              </a:rPr>
              <a:t>2.void add(int index, E element)</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inserts the specified element at the specified position in this Vector.</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5"/>
              </a:rPr>
              <a:t>3.boolean addAll(Collection&lt;? extends E&gt; c)</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appends all of the elements in the specified Collection to the end of this Vector.</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6"/>
              </a:rPr>
              <a:t>4.boolean addAll(int index, Collection&lt;? extends E&gt; c)</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inserts all of the elements in the specified Collection into this Vector at the specified position.</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7"/>
              </a:rPr>
              <a:t>5.void addElement(E obj)</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adds the specified component to the end of this vector, increasing its size by one.</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8"/>
              </a:rPr>
              <a:t>6.int capacity()</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returns the current capacity of this vector.</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9"/>
              </a:rPr>
              <a:t>7.void clear()</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removes all of the elements from this vector.</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10"/>
              </a:rPr>
              <a:t>8.clone clone()</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returns a clone of this vector.</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11"/>
              </a:rPr>
              <a:t>9.boolean contains(Object o)</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returns true if this vector contains the specified element.</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12"/>
              </a:rPr>
              <a:t>10.boolean containsAll(Collection&lt;?&gt; c)</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returns true if this Vector contains all of the elements in the specified Collection.</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13"/>
              </a:rPr>
              <a:t>11.void copyInto(Object[ ] anArray)</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copies the components of this vector into the specified array.</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14"/>
              </a:rPr>
              <a:t>12. E elementAt(int index)</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returns the component at the specified index.</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15"/>
              </a:rPr>
              <a:t>13.Enumeration&lt;E&gt; elements()</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returns an enumeration of the components of this vector.</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16"/>
              </a:rPr>
              <a:t>14.void ensureCapacity(int minCapacity)</a:t>
            </a:r>
            <a:r>
              <a:rPr b="1" i="0" lang="en-US" sz="1400" u="none">
                <a:solidFill>
                  <a:schemeClr val="dk1"/>
                </a:solidFill>
                <a:latin typeface="Arial"/>
                <a:ea typeface="Arial"/>
                <a:cs typeface="Arial"/>
                <a:sym typeface="Arial"/>
              </a:rPr>
              <a:t> </a:t>
            </a:r>
            <a:r>
              <a:rPr b="0" i="0" lang="en-US" sz="1400" u="none">
                <a:solidFill>
                  <a:schemeClr val="dk1"/>
                </a:solidFill>
                <a:latin typeface="Arial"/>
                <a:ea typeface="Arial"/>
                <a:cs typeface="Arial"/>
                <a:sym typeface="Arial"/>
              </a:rPr>
              <a:t>This method increases the capacity of this vector, if necessary, to ensure that it can hold at least the number of components specified by the minimum capacity argument.</a:t>
            </a:r>
            <a:endParaRPr/>
          </a:p>
          <a:p>
            <a:pPr indent="-182562" lvl="0" marL="182562" marR="0" rtl="0" algn="l">
              <a:lnSpc>
                <a:spcPct val="100000"/>
              </a:lnSpc>
              <a:spcBef>
                <a:spcPts val="280"/>
              </a:spcBef>
              <a:spcAft>
                <a:spcPts val="0"/>
              </a:spcAft>
              <a:buClr>
                <a:schemeClr val="accent1"/>
              </a:buClr>
              <a:buSzPts val="1190"/>
              <a:buFont typeface="Arial"/>
              <a:buNone/>
            </a:pPr>
            <a:r>
              <a:t/>
            </a:r>
            <a:endParaRPr b="0" i="0" sz="1400" u="none">
              <a:solidFill>
                <a:schemeClr val="dk1"/>
              </a:solidFill>
              <a:latin typeface="Arial"/>
              <a:ea typeface="Arial"/>
              <a:cs typeface="Arial"/>
              <a:sym typeface="Arial"/>
            </a:endParaRPr>
          </a:p>
          <a:p>
            <a:pPr indent="-106998" lvl="0" marL="182563" marR="0" rtl="0" algn="l">
              <a:lnSpc>
                <a:spcPct val="100000"/>
              </a:lnSpc>
              <a:spcBef>
                <a:spcPts val="280"/>
              </a:spcBef>
              <a:spcAft>
                <a:spcPts val="0"/>
              </a:spcAft>
              <a:buClr>
                <a:schemeClr val="accent1"/>
              </a:buClr>
              <a:buSzPts val="1190"/>
              <a:buFont typeface="Arial"/>
              <a:buNone/>
            </a:pPr>
            <a:r>
              <a:t/>
            </a:r>
            <a:endParaRPr b="0" i="0" sz="1400" u="none">
              <a:solidFill>
                <a:schemeClr val="dk1"/>
              </a:solidFill>
              <a:latin typeface="Arial"/>
              <a:ea typeface="Arial"/>
              <a:cs typeface="Arial"/>
              <a:sym typeface="Arial"/>
            </a:endParaRPr>
          </a:p>
        </p:txBody>
      </p:sp>
      <p:sp>
        <p:nvSpPr>
          <p:cNvPr id="216" name="Google Shape;216;p14"/>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5"/>
          <p:cNvSpPr txBox="1"/>
          <p:nvPr>
            <p:ph type="title"/>
          </p:nvPr>
        </p:nvSpPr>
        <p:spPr>
          <a:xfrm>
            <a:off x="457200" y="0"/>
            <a:ext cx="7024687" cy="762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Ctd..</a:t>
            </a:r>
            <a:endParaRPr/>
          </a:p>
        </p:txBody>
      </p:sp>
      <p:sp>
        <p:nvSpPr>
          <p:cNvPr id="222" name="Google Shape;222;p15"/>
          <p:cNvSpPr txBox="1"/>
          <p:nvPr>
            <p:ph idx="1" type="body"/>
          </p:nvPr>
        </p:nvSpPr>
        <p:spPr>
          <a:xfrm>
            <a:off x="304800" y="838200"/>
            <a:ext cx="8610600" cy="57150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3"/>
              </a:rPr>
              <a:t>15.boolean equals(Object o)</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compares the specified Object with this Vector for equality.</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4"/>
              </a:rPr>
              <a:t>16.E firstElement()</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returns the first component (the item at index 0) of this vector.</a:t>
            </a:r>
            <a:endParaRPr/>
          </a:p>
          <a:p>
            <a:pPr indent="-182562" lvl="0" marL="182562" marR="0" rtl="0" algn="l">
              <a:lnSpc>
                <a:spcPct val="100000"/>
              </a:lnSpc>
              <a:spcBef>
                <a:spcPts val="280"/>
              </a:spcBef>
              <a:spcAft>
                <a:spcPts val="0"/>
              </a:spcAft>
              <a:buClr>
                <a:schemeClr val="accent1"/>
              </a:buClr>
              <a:buSzPts val="1190"/>
              <a:buFont typeface="Arial"/>
              <a:buNone/>
            </a:pPr>
            <a:r>
              <a:rPr b="1" i="0" lang="en-US" sz="1400" u="sng">
                <a:solidFill>
                  <a:schemeClr val="hlink"/>
                </a:solidFill>
                <a:latin typeface="Arial"/>
                <a:ea typeface="Arial"/>
                <a:cs typeface="Arial"/>
                <a:sym typeface="Arial"/>
                <a:hlinkClick r:id="rId5"/>
              </a:rPr>
              <a:t>17.E get(int index)</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returns the element at the specified position in this Vector.</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18</a:t>
            </a:r>
            <a:r>
              <a:rPr b="1" i="0" lang="en-US" sz="1400" u="sng">
                <a:solidFill>
                  <a:schemeClr val="hlink"/>
                </a:solidFill>
                <a:latin typeface="Arial"/>
                <a:ea typeface="Arial"/>
                <a:cs typeface="Arial"/>
                <a:sym typeface="Arial"/>
                <a:hlinkClick r:id="rId6"/>
              </a:rPr>
              <a:t>int hashCode()</a:t>
            </a:r>
            <a:r>
              <a:rPr b="0" i="0" lang="en-US" sz="1400" u="none">
                <a:solidFill>
                  <a:schemeClr val="dk1"/>
                </a:solidFill>
                <a:latin typeface="Times New Roman"/>
                <a:ea typeface="Times New Roman"/>
                <a:cs typeface="Times New Roman"/>
                <a:sym typeface="Times New Roman"/>
              </a:rPr>
              <a:t>This method returns the hash code value for this Vector.</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19</a:t>
            </a:r>
            <a:r>
              <a:rPr b="1" i="0" lang="en-US" sz="1400" u="sng">
                <a:solidFill>
                  <a:schemeClr val="hlink"/>
                </a:solidFill>
                <a:latin typeface="Arial"/>
                <a:ea typeface="Arial"/>
                <a:cs typeface="Arial"/>
                <a:sym typeface="Arial"/>
                <a:hlinkClick r:id="rId7"/>
              </a:rPr>
              <a:t>int indexOf(Object o)</a:t>
            </a:r>
            <a:r>
              <a:rPr b="0" i="0" lang="en-US" sz="1400" u="none">
                <a:solidFill>
                  <a:schemeClr val="dk1"/>
                </a:solidFill>
                <a:latin typeface="Times New Roman"/>
                <a:ea typeface="Times New Roman"/>
                <a:cs typeface="Times New Roman"/>
                <a:sym typeface="Times New Roman"/>
              </a:rPr>
              <a:t>This method returns the index of the first occurrence of the specified element in this vector, or -1 if this vector does not contain the element.</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20</a:t>
            </a:r>
            <a:r>
              <a:rPr b="1" i="0" lang="en-US" sz="1400" u="sng">
                <a:solidFill>
                  <a:schemeClr val="hlink"/>
                </a:solidFill>
                <a:latin typeface="Arial"/>
                <a:ea typeface="Arial"/>
                <a:cs typeface="Arial"/>
                <a:sym typeface="Arial"/>
                <a:hlinkClick r:id="rId8"/>
              </a:rPr>
              <a:t>int indexOf(Object o, int index)</a:t>
            </a:r>
            <a:r>
              <a:rPr b="0" i="0" lang="en-US" sz="1400" u="none">
                <a:solidFill>
                  <a:schemeClr val="dk1"/>
                </a:solidFill>
                <a:latin typeface="Times New Roman"/>
                <a:ea typeface="Times New Roman"/>
                <a:cs typeface="Times New Roman"/>
                <a:sym typeface="Times New Roman"/>
              </a:rPr>
              <a:t>This method returns the index of the first occurrence of the specified element in this vector, searching forwards from index, or returns -1 if the element is not found.</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21</a:t>
            </a:r>
            <a:r>
              <a:rPr b="1" i="0" lang="en-US" sz="1400" u="sng">
                <a:solidFill>
                  <a:schemeClr val="hlink"/>
                </a:solidFill>
                <a:latin typeface="Arial"/>
                <a:ea typeface="Arial"/>
                <a:cs typeface="Arial"/>
                <a:sym typeface="Arial"/>
                <a:hlinkClick r:id="rId9"/>
              </a:rPr>
              <a:t>void insertElementAt(E obj, int index)</a:t>
            </a:r>
            <a:r>
              <a:rPr b="0" i="0" lang="en-US" sz="1400" u="none">
                <a:solidFill>
                  <a:schemeClr val="dk1"/>
                </a:solidFill>
                <a:latin typeface="Times New Roman"/>
                <a:ea typeface="Times New Roman"/>
                <a:cs typeface="Times New Roman"/>
                <a:sym typeface="Times New Roman"/>
              </a:rPr>
              <a:t>This method inserts the specified object as a component in this vector at the specified index.</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22</a:t>
            </a:r>
            <a:r>
              <a:rPr b="1" i="0" lang="en-US" sz="1400" u="sng">
                <a:solidFill>
                  <a:schemeClr val="hlink"/>
                </a:solidFill>
                <a:latin typeface="Arial"/>
                <a:ea typeface="Arial"/>
                <a:cs typeface="Arial"/>
                <a:sym typeface="Arial"/>
                <a:hlinkClick r:id="rId10"/>
              </a:rPr>
              <a:t>boolean isEmpty()</a:t>
            </a:r>
            <a:r>
              <a:rPr b="0" i="0" lang="en-US" sz="1400" u="none">
                <a:solidFill>
                  <a:schemeClr val="dk1"/>
                </a:solidFill>
                <a:latin typeface="Times New Roman"/>
                <a:ea typeface="Times New Roman"/>
                <a:cs typeface="Times New Roman"/>
                <a:sym typeface="Times New Roman"/>
              </a:rPr>
              <a:t>This method tests if this vector has no components.</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23</a:t>
            </a:r>
            <a:r>
              <a:rPr b="1" i="0" lang="en-US" sz="1400" u="sng">
                <a:solidFill>
                  <a:schemeClr val="hlink"/>
                </a:solidFill>
                <a:latin typeface="Arial"/>
                <a:ea typeface="Arial"/>
                <a:cs typeface="Arial"/>
                <a:sym typeface="Arial"/>
                <a:hlinkClick r:id="rId11"/>
              </a:rPr>
              <a:t>E lastElement()</a:t>
            </a:r>
            <a:r>
              <a:rPr b="0" i="0" lang="en-US" sz="1400" u="none">
                <a:solidFill>
                  <a:schemeClr val="dk1"/>
                </a:solidFill>
                <a:latin typeface="Times New Roman"/>
                <a:ea typeface="Times New Roman"/>
                <a:cs typeface="Times New Roman"/>
                <a:sym typeface="Times New Roman"/>
              </a:rPr>
              <a:t>This method returns the last component of the vector.</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24</a:t>
            </a:r>
            <a:r>
              <a:rPr b="1" i="0" lang="en-US" sz="1400" u="sng">
                <a:solidFill>
                  <a:schemeClr val="hlink"/>
                </a:solidFill>
                <a:latin typeface="Arial"/>
                <a:ea typeface="Arial"/>
                <a:cs typeface="Arial"/>
                <a:sym typeface="Arial"/>
                <a:hlinkClick r:id="rId12"/>
              </a:rPr>
              <a:t>int lastIndexOf(Object o)</a:t>
            </a:r>
            <a:r>
              <a:rPr b="0" i="0" lang="en-US" sz="1400" u="none">
                <a:solidFill>
                  <a:schemeClr val="dk1"/>
                </a:solidFill>
                <a:latin typeface="Times New Roman"/>
                <a:ea typeface="Times New Roman"/>
                <a:cs typeface="Times New Roman"/>
                <a:sym typeface="Times New Roman"/>
              </a:rPr>
              <a:t>This method returns the index of the last occurrence of the specified element in this vector, or -1 if this vector does not contain the element.</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25</a:t>
            </a:r>
            <a:r>
              <a:rPr b="1" i="0" lang="en-US" sz="1400" u="sng">
                <a:solidFill>
                  <a:schemeClr val="hlink"/>
                </a:solidFill>
                <a:latin typeface="Arial"/>
                <a:ea typeface="Arial"/>
                <a:cs typeface="Arial"/>
                <a:sym typeface="Arial"/>
                <a:hlinkClick r:id="rId13"/>
              </a:rPr>
              <a:t>int lastIndexOf(Object o, int index)</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returns the index of the last occurrence of the specified element in this vector, searching backwards from index, or returns -1 if the element is not found.</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26</a:t>
            </a:r>
            <a:r>
              <a:rPr b="1" i="0" lang="en-US" sz="1400" u="sng">
                <a:solidFill>
                  <a:schemeClr val="hlink"/>
                </a:solidFill>
                <a:latin typeface="Arial"/>
                <a:ea typeface="Arial"/>
                <a:cs typeface="Arial"/>
                <a:sym typeface="Arial"/>
                <a:hlinkClick r:id="rId14"/>
              </a:rPr>
              <a:t>E remove(int index)</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removes the element at the specified position in this Vector.</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27</a:t>
            </a:r>
            <a:r>
              <a:rPr b="1" i="0" lang="en-US" sz="1400" u="sng">
                <a:solidFill>
                  <a:schemeClr val="hlink"/>
                </a:solidFill>
                <a:latin typeface="Arial"/>
                <a:ea typeface="Arial"/>
                <a:cs typeface="Arial"/>
                <a:sym typeface="Arial"/>
                <a:hlinkClick r:id="rId15"/>
              </a:rPr>
              <a:t>boolean remove(Object o)</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removes the first occurrence of the specified element in this Vector If the Vector does not contain the element, it is unchanged.</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28</a:t>
            </a:r>
            <a:r>
              <a:rPr b="1" i="0" lang="en-US" sz="1400" u="sng">
                <a:solidFill>
                  <a:schemeClr val="hlink"/>
                </a:solidFill>
                <a:latin typeface="Arial"/>
                <a:ea typeface="Arial"/>
                <a:cs typeface="Arial"/>
                <a:sym typeface="Arial"/>
                <a:hlinkClick r:id="rId16"/>
              </a:rPr>
              <a:t>boolean removeAll(Collection&lt;?&gt; c)</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removes from this Vector all of its elements that are contained in the specified Collection.</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29</a:t>
            </a:r>
            <a:r>
              <a:rPr b="1" i="0" lang="en-US" sz="1400" u="sng">
                <a:solidFill>
                  <a:schemeClr val="hlink"/>
                </a:solidFill>
                <a:latin typeface="Arial"/>
                <a:ea typeface="Arial"/>
                <a:cs typeface="Arial"/>
                <a:sym typeface="Arial"/>
                <a:hlinkClick r:id="rId17"/>
              </a:rPr>
              <a:t>void removeAllElements()</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removes all components from this vector and sets its size to zero.</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30</a:t>
            </a:r>
            <a:r>
              <a:rPr b="1" i="0" lang="en-US" sz="1400" u="sng">
                <a:solidFill>
                  <a:schemeClr val="hlink"/>
                </a:solidFill>
                <a:latin typeface="Arial"/>
                <a:ea typeface="Arial"/>
                <a:cs typeface="Arial"/>
                <a:sym typeface="Arial"/>
                <a:hlinkClick r:id="rId18"/>
              </a:rPr>
              <a:t>boolean removeElement(Object obj)</a:t>
            </a:r>
            <a:r>
              <a:rPr b="1" i="0" lang="en-US" sz="1400" u="none">
                <a:solidFill>
                  <a:schemeClr val="dk1"/>
                </a:solidFill>
                <a:latin typeface="Times New Roman"/>
                <a:ea typeface="Times New Roman"/>
                <a:cs typeface="Times New Roman"/>
                <a:sym typeface="Times New Roman"/>
              </a:rPr>
              <a:t> </a:t>
            </a:r>
            <a:r>
              <a:rPr b="0" i="0" lang="en-US" sz="1400" u="none">
                <a:solidFill>
                  <a:schemeClr val="dk1"/>
                </a:solidFill>
                <a:latin typeface="Times New Roman"/>
                <a:ea typeface="Times New Roman"/>
                <a:cs typeface="Times New Roman"/>
                <a:sym typeface="Times New Roman"/>
              </a:rPr>
              <a:t>This method removes the first occurrence of the argument from this vector.</a:t>
            </a:r>
            <a:endParaRPr/>
          </a:p>
        </p:txBody>
      </p:sp>
      <p:sp>
        <p:nvSpPr>
          <p:cNvPr id="223" name="Google Shape;223;p15"/>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6"/>
          <p:cNvSpPr txBox="1"/>
          <p:nvPr>
            <p:ph type="title"/>
          </p:nvPr>
        </p:nvSpPr>
        <p:spPr>
          <a:xfrm>
            <a:off x="457200" y="381000"/>
            <a:ext cx="7024687" cy="609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1400"/>
              <a:buFont typeface="Arial"/>
              <a:buNone/>
            </a:pPr>
            <a:r>
              <a:rPr b="0" i="0" lang="en-US" sz="1400" u="none">
                <a:solidFill>
                  <a:schemeClr val="dk2"/>
                </a:solidFill>
                <a:latin typeface="Arial"/>
                <a:ea typeface="Arial"/>
                <a:cs typeface="Arial"/>
                <a:sym typeface="Arial"/>
              </a:rPr>
              <a:t>Ctd..</a:t>
            </a:r>
            <a:endParaRPr/>
          </a:p>
        </p:txBody>
      </p:sp>
      <p:sp>
        <p:nvSpPr>
          <p:cNvPr id="229" name="Google Shape;229;p16"/>
          <p:cNvSpPr txBox="1"/>
          <p:nvPr>
            <p:ph idx="1" type="body"/>
          </p:nvPr>
        </p:nvSpPr>
        <p:spPr>
          <a:xfrm>
            <a:off x="533400" y="1143000"/>
            <a:ext cx="7286625" cy="53340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31</a:t>
            </a:r>
            <a:r>
              <a:rPr b="1" i="0" lang="en-US" sz="1400" u="sng">
                <a:solidFill>
                  <a:schemeClr val="hlink"/>
                </a:solidFill>
                <a:latin typeface="Arial"/>
                <a:ea typeface="Arial"/>
                <a:cs typeface="Arial"/>
                <a:sym typeface="Arial"/>
                <a:hlinkClick r:id="rId3"/>
              </a:rPr>
              <a:t>void removeElementAt(int index)</a:t>
            </a:r>
            <a:r>
              <a:rPr b="0" i="0" lang="en-US" sz="1400" u="none">
                <a:solidFill>
                  <a:schemeClr val="dk1"/>
                </a:solidFill>
                <a:latin typeface="Times New Roman"/>
                <a:ea typeface="Times New Roman"/>
                <a:cs typeface="Times New Roman"/>
                <a:sym typeface="Times New Roman"/>
              </a:rPr>
              <a:t>This method deletes the component at the specified index.</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32</a:t>
            </a:r>
            <a:r>
              <a:rPr b="1" i="0" lang="en-US" sz="1400" u="sng">
                <a:solidFill>
                  <a:schemeClr val="hlink"/>
                </a:solidFill>
                <a:latin typeface="Arial"/>
                <a:ea typeface="Arial"/>
                <a:cs typeface="Arial"/>
                <a:sym typeface="Arial"/>
                <a:hlinkClick r:id="rId4"/>
              </a:rPr>
              <a:t>protected void removeRange(int fromIndex, int toIndex)</a:t>
            </a:r>
            <a:r>
              <a:rPr b="0" i="0" lang="en-US" sz="1400" u="none">
                <a:solidFill>
                  <a:schemeClr val="dk1"/>
                </a:solidFill>
                <a:latin typeface="Times New Roman"/>
                <a:ea typeface="Times New Roman"/>
                <a:cs typeface="Times New Roman"/>
                <a:sym typeface="Times New Roman"/>
              </a:rPr>
              <a:t>This method removes from this List all of the elements whose index is between fromIndex, inclusive and toIndex, exclusive.</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33</a:t>
            </a:r>
            <a:r>
              <a:rPr b="1" i="0" lang="en-US" sz="1400" u="sng">
                <a:solidFill>
                  <a:schemeClr val="hlink"/>
                </a:solidFill>
                <a:latin typeface="Arial"/>
                <a:ea typeface="Arial"/>
                <a:cs typeface="Arial"/>
                <a:sym typeface="Arial"/>
                <a:hlinkClick r:id="rId5"/>
              </a:rPr>
              <a:t>boolean retainAll(Collection&lt;?&gt; c)</a:t>
            </a:r>
            <a:r>
              <a:rPr b="0" i="0" lang="en-US" sz="1400" u="none">
                <a:solidFill>
                  <a:schemeClr val="dk1"/>
                </a:solidFill>
                <a:latin typeface="Times New Roman"/>
                <a:ea typeface="Times New Roman"/>
                <a:cs typeface="Times New Roman"/>
                <a:sym typeface="Times New Roman"/>
              </a:rPr>
              <a:t>This method retains only the elements in this Vector that are contained in the specified Collection.</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34</a:t>
            </a:r>
            <a:r>
              <a:rPr b="1" i="0" lang="en-US" sz="1400" u="sng">
                <a:solidFill>
                  <a:schemeClr val="hlink"/>
                </a:solidFill>
                <a:latin typeface="Arial"/>
                <a:ea typeface="Arial"/>
                <a:cs typeface="Arial"/>
                <a:sym typeface="Arial"/>
                <a:hlinkClick r:id="rId6"/>
              </a:rPr>
              <a:t>E set(int index, E element)</a:t>
            </a:r>
            <a:r>
              <a:rPr b="0" i="0" lang="en-US" sz="1400" u="none">
                <a:solidFill>
                  <a:schemeClr val="dk1"/>
                </a:solidFill>
                <a:latin typeface="Times New Roman"/>
                <a:ea typeface="Times New Roman"/>
                <a:cs typeface="Times New Roman"/>
                <a:sym typeface="Times New Roman"/>
              </a:rPr>
              <a:t>This method replaces the element at the specified position in this Vector with the specified element.</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35</a:t>
            </a:r>
            <a:r>
              <a:rPr b="1" i="0" lang="en-US" sz="1400" u="sng">
                <a:solidFill>
                  <a:schemeClr val="hlink"/>
                </a:solidFill>
                <a:latin typeface="Arial"/>
                <a:ea typeface="Arial"/>
                <a:cs typeface="Arial"/>
                <a:sym typeface="Arial"/>
                <a:hlinkClick r:id="rId7"/>
              </a:rPr>
              <a:t>void setElementAt(E obj, int index)</a:t>
            </a:r>
            <a:r>
              <a:rPr b="0" i="0" lang="en-US" sz="1400" u="none">
                <a:solidFill>
                  <a:schemeClr val="dk1"/>
                </a:solidFill>
                <a:latin typeface="Times New Roman"/>
                <a:ea typeface="Times New Roman"/>
                <a:cs typeface="Times New Roman"/>
                <a:sym typeface="Times New Roman"/>
              </a:rPr>
              <a:t>This method sets the component at the specified index of this vector to be the specified object.</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36</a:t>
            </a:r>
            <a:r>
              <a:rPr b="1" i="0" lang="en-US" sz="1400" u="sng">
                <a:solidFill>
                  <a:schemeClr val="hlink"/>
                </a:solidFill>
                <a:latin typeface="Arial"/>
                <a:ea typeface="Arial"/>
                <a:cs typeface="Arial"/>
                <a:sym typeface="Arial"/>
                <a:hlinkClick r:id="rId8"/>
              </a:rPr>
              <a:t>void setSize(int newSize)</a:t>
            </a:r>
            <a:r>
              <a:rPr b="0" i="0" lang="en-US" sz="1400" u="none">
                <a:solidFill>
                  <a:schemeClr val="dk1"/>
                </a:solidFill>
                <a:latin typeface="Times New Roman"/>
                <a:ea typeface="Times New Roman"/>
                <a:cs typeface="Times New Roman"/>
                <a:sym typeface="Times New Roman"/>
              </a:rPr>
              <a:t>This method sets the size of this vector.</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37</a:t>
            </a:r>
            <a:r>
              <a:rPr b="1" i="0" lang="en-US" sz="1400" u="sng">
                <a:solidFill>
                  <a:schemeClr val="hlink"/>
                </a:solidFill>
                <a:latin typeface="Arial"/>
                <a:ea typeface="Arial"/>
                <a:cs typeface="Arial"/>
                <a:sym typeface="Arial"/>
                <a:hlinkClick r:id="rId9"/>
              </a:rPr>
              <a:t>int size()</a:t>
            </a:r>
            <a:r>
              <a:rPr b="0" i="0" lang="en-US" sz="1400" u="none">
                <a:solidFill>
                  <a:schemeClr val="dk1"/>
                </a:solidFill>
                <a:latin typeface="Times New Roman"/>
                <a:ea typeface="Times New Roman"/>
                <a:cs typeface="Times New Roman"/>
                <a:sym typeface="Times New Roman"/>
              </a:rPr>
              <a:t>This method returns the number of components in this vector.</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38</a:t>
            </a:r>
            <a:r>
              <a:rPr b="1" i="0" lang="en-US" sz="1400" u="sng">
                <a:solidFill>
                  <a:schemeClr val="hlink"/>
                </a:solidFill>
                <a:latin typeface="Arial"/>
                <a:ea typeface="Arial"/>
                <a:cs typeface="Arial"/>
                <a:sym typeface="Arial"/>
                <a:hlinkClick r:id="rId10"/>
              </a:rPr>
              <a:t>List &lt;E&gt; subList(int fromIndex, int toIndex)</a:t>
            </a:r>
            <a:r>
              <a:rPr b="0" i="0" lang="en-US" sz="1400" u="none">
                <a:solidFill>
                  <a:schemeClr val="dk1"/>
                </a:solidFill>
                <a:latin typeface="Times New Roman"/>
                <a:ea typeface="Times New Roman"/>
                <a:cs typeface="Times New Roman"/>
                <a:sym typeface="Times New Roman"/>
              </a:rPr>
              <a:t>This method returns a view of the portion of this List between fromIndex, inclusive, and toIndex, exclusive.</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39</a:t>
            </a:r>
            <a:r>
              <a:rPr b="1" i="0" lang="en-US" sz="1400" u="sng">
                <a:solidFill>
                  <a:schemeClr val="hlink"/>
                </a:solidFill>
                <a:latin typeface="Arial"/>
                <a:ea typeface="Arial"/>
                <a:cs typeface="Arial"/>
                <a:sym typeface="Arial"/>
                <a:hlinkClick r:id="rId11"/>
              </a:rPr>
              <a:t>object[ ] toArray()</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This method returns an array containing all of the elements in this Vector in the correct order.</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40</a:t>
            </a:r>
            <a:r>
              <a:rPr b="1" i="0" lang="en-US" sz="1400" u="sng">
                <a:solidFill>
                  <a:schemeClr val="hlink"/>
                </a:solidFill>
                <a:latin typeface="Arial"/>
                <a:ea typeface="Arial"/>
                <a:cs typeface="Arial"/>
                <a:sym typeface="Arial"/>
                <a:hlinkClick r:id="rId12"/>
              </a:rPr>
              <a:t>&lt;T&gt; T[ ] toArray(T[ ] a)</a:t>
            </a:r>
            <a:r>
              <a:rPr b="0" i="0" lang="en-US" sz="1400" u="none">
                <a:solidFill>
                  <a:schemeClr val="dk1"/>
                </a:solidFill>
                <a:latin typeface="Times New Roman"/>
                <a:ea typeface="Times New Roman"/>
                <a:cs typeface="Times New Roman"/>
                <a:sym typeface="Times New Roman"/>
              </a:rPr>
              <a:t>This method returns an array containing all of the elements in this Vector in the correct order; the runtime type of the returned array is that of the specified array.</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41</a:t>
            </a:r>
            <a:r>
              <a:rPr b="1" i="0" lang="en-US" sz="1400" u="sng">
                <a:solidFill>
                  <a:schemeClr val="hlink"/>
                </a:solidFill>
                <a:latin typeface="Arial"/>
                <a:ea typeface="Arial"/>
                <a:cs typeface="Arial"/>
                <a:sym typeface="Arial"/>
                <a:hlinkClick r:id="rId13"/>
              </a:rPr>
              <a:t>String toString()</a:t>
            </a:r>
            <a:r>
              <a:rPr b="0" i="0" lang="en-US" sz="1400" u="none">
                <a:solidFill>
                  <a:schemeClr val="dk1"/>
                </a:solidFill>
                <a:latin typeface="Times New Roman"/>
                <a:ea typeface="Times New Roman"/>
                <a:cs typeface="Times New Roman"/>
                <a:sym typeface="Times New Roman"/>
              </a:rPr>
              <a:t>This method returns a string representation of this Vector, containing the String representation of each element.</a:t>
            </a:r>
            <a:endParaRPr/>
          </a:p>
          <a:p>
            <a:pPr indent="-182562" lvl="0" marL="182562"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42</a:t>
            </a:r>
            <a:r>
              <a:rPr b="1" i="0" lang="en-US" sz="1400" u="sng">
                <a:solidFill>
                  <a:schemeClr val="hlink"/>
                </a:solidFill>
                <a:latin typeface="Arial"/>
                <a:ea typeface="Arial"/>
                <a:cs typeface="Arial"/>
                <a:sym typeface="Arial"/>
                <a:hlinkClick r:id="rId14"/>
              </a:rPr>
              <a:t>void trimToSize()</a:t>
            </a:r>
            <a:r>
              <a:rPr b="0" i="0" lang="en-US" sz="1400" u="none">
                <a:solidFill>
                  <a:schemeClr val="dk1"/>
                </a:solidFill>
                <a:latin typeface="Times New Roman"/>
                <a:ea typeface="Times New Roman"/>
                <a:cs typeface="Times New Roman"/>
                <a:sym typeface="Times New Roman"/>
              </a:rPr>
              <a:t>This method trims the capacity of this vector to be the vector's current size.</a:t>
            </a:r>
            <a:endParaRPr/>
          </a:p>
          <a:p>
            <a:pPr indent="-106998" lvl="0" marL="182563" marR="0" rtl="0" algn="l">
              <a:lnSpc>
                <a:spcPct val="100000"/>
              </a:lnSpc>
              <a:spcBef>
                <a:spcPts val="280"/>
              </a:spcBef>
              <a:spcAft>
                <a:spcPts val="0"/>
              </a:spcAft>
              <a:buClr>
                <a:schemeClr val="accent1"/>
              </a:buClr>
              <a:buSzPts val="1190"/>
              <a:buFont typeface="Arial"/>
              <a:buNone/>
            </a:pPr>
            <a:r>
              <a:t/>
            </a:r>
            <a:endParaRPr b="0" i="0" sz="1400" u="none">
              <a:solidFill>
                <a:schemeClr val="dk1"/>
              </a:solidFill>
              <a:latin typeface="Times New Roman"/>
              <a:ea typeface="Times New Roman"/>
              <a:cs typeface="Times New Roman"/>
              <a:sym typeface="Times New Roman"/>
            </a:endParaRPr>
          </a:p>
        </p:txBody>
      </p:sp>
      <p:sp>
        <p:nvSpPr>
          <p:cNvPr id="230" name="Google Shape;230;p16"/>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400"/>
              <a:buFont typeface="Times New Roman"/>
              <a:buNone/>
            </a:pPr>
            <a:fld id="{00000000-1234-1234-1234-123412341234}" type="slidenum">
              <a:rPr b="1" i="0" lang="en-US" sz="14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7"/>
          <p:cNvSpPr txBox="1"/>
          <p:nvPr>
            <p:ph type="title"/>
          </p:nvPr>
        </p:nvSpPr>
        <p:spPr>
          <a:xfrm>
            <a:off x="152400" y="533400"/>
            <a:ext cx="9144000" cy="57308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br>
              <a:rPr b="1" i="0" lang="en-US" sz="3600" u="none">
                <a:solidFill>
                  <a:schemeClr val="dk2"/>
                </a:solidFill>
                <a:latin typeface="Arial"/>
                <a:ea typeface="Arial"/>
                <a:cs typeface="Arial"/>
                <a:sym typeface="Arial"/>
              </a:rPr>
            </a:br>
            <a:r>
              <a:rPr b="1" i="0" lang="en-US" sz="3600" u="none">
                <a:solidFill>
                  <a:schemeClr val="dk2"/>
                </a:solidFill>
                <a:latin typeface="Arial"/>
                <a:ea typeface="Arial"/>
                <a:cs typeface="Arial"/>
                <a:sym typeface="Arial"/>
              </a:rPr>
              <a:t>Differences between a Vector and an Array</a:t>
            </a:r>
            <a:endParaRPr/>
          </a:p>
        </p:txBody>
      </p:sp>
      <p:sp>
        <p:nvSpPr>
          <p:cNvPr id="236" name="Google Shape;236;p17"/>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37" name="Google Shape;237;p17"/>
          <p:cNvSpPr txBox="1"/>
          <p:nvPr>
            <p:ph idx="1" type="body"/>
          </p:nvPr>
        </p:nvSpPr>
        <p:spPr>
          <a:xfrm>
            <a:off x="457200" y="1600200"/>
            <a:ext cx="8229600" cy="5257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1" i="0" lang="en-US" sz="2400" u="none">
                <a:solidFill>
                  <a:schemeClr val="dk1"/>
                </a:solidFill>
                <a:latin typeface="Arial"/>
                <a:ea typeface="Arial"/>
                <a:cs typeface="Arial"/>
                <a:sym typeface="Arial"/>
              </a:rPr>
              <a:t>Differences between a Vector and an Array</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 vector is a dynamic array, whose size can be increased, where as an array size can not be changed.</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Reserve space can be given for vector, where as for arrays can not.</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 vector is a class where as an array is not.</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Vectors can store any type of objects, where as an array can store only homogeneous values.</a:t>
            </a:r>
            <a:br>
              <a:rPr b="0"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Advantages of Arrays:</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Arrays supports efficient random access to the members.</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It is easy to sort an array.</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They are more appropriate for storing fixed number of elements</a:t>
            </a:r>
            <a:br>
              <a:rPr b="0" i="0" lang="en-US" sz="2400" u="none">
                <a:solidFill>
                  <a:schemeClr val="dk1"/>
                </a:solidFill>
                <a:latin typeface="Arial"/>
                <a:ea typeface="Arial"/>
                <a:cs typeface="Arial"/>
                <a:sym typeface="Arial"/>
              </a:rPr>
            </a:br>
            <a:br>
              <a:rPr b="0"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Disadvantages of Arrays:</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Elements can not be deleted</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Dynamic creation of arrays is not possible</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Multiple data types can not be stored</a:t>
            </a:r>
            <a:br>
              <a:rPr b="0" i="0" lang="en-US" sz="2400" u="none">
                <a:solidFill>
                  <a:schemeClr val="dk1"/>
                </a:solidFill>
                <a:latin typeface="Arial"/>
                <a:ea typeface="Arial"/>
                <a:cs typeface="Arial"/>
                <a:sym typeface="Arial"/>
              </a:rPr>
            </a:br>
            <a:br>
              <a:rPr b="0"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Advantages of Vector:</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Size of the vector can be changed</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Multiple objects can be stored</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Elements can be deleted from a vector</a:t>
            </a:r>
            <a:br>
              <a:rPr b="0" i="0" lang="en-US" sz="2400" u="none">
                <a:solidFill>
                  <a:schemeClr val="dk1"/>
                </a:solidFill>
                <a:latin typeface="Arial"/>
                <a:ea typeface="Arial"/>
                <a:cs typeface="Arial"/>
                <a:sym typeface="Arial"/>
              </a:rPr>
            </a:br>
            <a:br>
              <a:rPr b="0"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Disadvantages of Vector:</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A vector is an object, memory consumption is more.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sz="4000">
              <a:solidFill>
                <a:schemeClr val="dk2"/>
              </a:solidFill>
              <a:latin typeface="Arial"/>
              <a:ea typeface="Arial"/>
              <a:cs typeface="Arial"/>
              <a:sym typeface="Arial"/>
            </a:endParaRPr>
          </a:p>
        </p:txBody>
      </p:sp>
      <p:sp>
        <p:nvSpPr>
          <p:cNvPr id="243" name="Google Shape;243;p18"/>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 It is easy to sort an array.</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They are more appropriate for storing fixed number of elements</a:t>
            </a:r>
            <a:endParaRPr/>
          </a:p>
          <a:p>
            <a:pPr indent="-182562" lvl="0" marL="182562" marR="0" rtl="0" algn="l">
              <a:lnSpc>
                <a:spcPct val="100000"/>
              </a:lnSpc>
              <a:spcBef>
                <a:spcPts val="480"/>
              </a:spcBef>
              <a:spcAft>
                <a:spcPts val="0"/>
              </a:spcAft>
              <a:buClr>
                <a:schemeClr val="accent1"/>
              </a:buClr>
              <a:buSzPts val="2040"/>
              <a:buFont typeface="Arial"/>
              <a:buChar char="•"/>
            </a:pPr>
            <a:r>
              <a:rPr b="1" i="0" lang="en-US" sz="2400" u="none">
                <a:solidFill>
                  <a:schemeClr val="dk1"/>
                </a:solidFill>
                <a:latin typeface="Arial"/>
                <a:ea typeface="Arial"/>
                <a:cs typeface="Arial"/>
                <a:sym typeface="Arial"/>
              </a:rPr>
              <a:t>Disadvantages of Arrays:</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Elements can not be deleted</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Dynamic creation of arrays is not possible</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Multiple data types can not be stored</a:t>
            </a:r>
            <a:br>
              <a:rPr b="0" i="0" lang="en-US" sz="2400" u="none">
                <a:solidFill>
                  <a:schemeClr val="dk1"/>
                </a:solidFill>
                <a:latin typeface="Arial"/>
                <a:ea typeface="Arial"/>
                <a:cs typeface="Arial"/>
                <a:sym typeface="Arial"/>
              </a:rPr>
            </a:br>
            <a:br>
              <a:rPr b="0" i="0" lang="en-US" sz="2400" u="none">
                <a:solidFill>
                  <a:schemeClr val="dk1"/>
                </a:solidFill>
                <a:latin typeface="Arial"/>
                <a:ea typeface="Arial"/>
                <a:cs typeface="Arial"/>
                <a:sym typeface="Arial"/>
              </a:rPr>
            </a:br>
            <a:r>
              <a:rPr b="1" i="0" lang="en-US" sz="2400" u="none">
                <a:solidFill>
                  <a:schemeClr val="dk1"/>
                </a:solidFill>
                <a:latin typeface="Arial"/>
                <a:ea typeface="Arial"/>
                <a:cs typeface="Arial"/>
                <a:sym typeface="Arial"/>
              </a:rPr>
              <a:t>Advantages of Vector:</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Size of the vector can be changed</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Multiple objects can be stored</a:t>
            </a:r>
            <a:br>
              <a:rPr b="0" i="0" lang="en-US" sz="2400" u="none">
                <a:solidFill>
                  <a:schemeClr val="dk1"/>
                </a:solidFill>
                <a:latin typeface="Arial"/>
                <a:ea typeface="Arial"/>
                <a:cs typeface="Arial"/>
                <a:sym typeface="Arial"/>
              </a:rPr>
            </a:br>
            <a:r>
              <a:rPr b="0" i="0" lang="en-US" sz="2400" u="none">
                <a:solidFill>
                  <a:schemeClr val="dk1"/>
                </a:solidFill>
                <a:latin typeface="Arial"/>
                <a:ea typeface="Arial"/>
                <a:cs typeface="Arial"/>
                <a:sym typeface="Arial"/>
              </a:rPr>
              <a:t>- Elements can be deleted from a vector</a:t>
            </a:r>
            <a:br>
              <a:rPr b="0" i="0" lang="en-US" sz="2400" u="none">
                <a:solidFill>
                  <a:schemeClr val="dk1"/>
                </a:solidFill>
                <a:latin typeface="Arial"/>
                <a:ea typeface="Arial"/>
                <a:cs typeface="Arial"/>
                <a:sym typeface="Arial"/>
              </a:rPr>
            </a:br>
            <a:br>
              <a:rPr b="0" i="0" lang="en-US" sz="2400" u="none">
                <a:solidFill>
                  <a:schemeClr val="dk1"/>
                </a:solidFill>
                <a:latin typeface="Arial"/>
                <a:ea typeface="Arial"/>
                <a:cs typeface="Arial"/>
                <a:sym typeface="Arial"/>
              </a:rPr>
            </a:br>
            <a:endParaRPr/>
          </a:p>
        </p:txBody>
      </p:sp>
      <p:sp>
        <p:nvSpPr>
          <p:cNvPr id="244" name="Google Shape;244;p18"/>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Times New Roman"/>
              <a:buNone/>
            </a:pPr>
            <a:fld id="{00000000-1234-1234-1234-123412341234}" type="slidenum">
              <a:rPr b="1" i="0" lang="en-US" sz="1400" u="none" cap="none" strike="noStrike">
                <a:solidFill>
                  <a:srgbClr val="FFFFFF"/>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245" name="Google Shape;245;p18"/>
          <p:cNvPicPr preferRelativeResize="0"/>
          <p:nvPr/>
        </p:nvPicPr>
        <p:blipFill rotWithShape="1">
          <a:blip r:embed="rId3">
            <a:alphaModFix/>
          </a:blip>
          <a:srcRect b="0" l="0" r="0" t="0"/>
          <a:stretch/>
        </p:blipFill>
        <p:spPr>
          <a:xfrm>
            <a:off x="5565775" y="2968625"/>
            <a:ext cx="104775" cy="200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ArrayList</a:t>
            </a:r>
            <a:endParaRPr/>
          </a:p>
        </p:txBody>
      </p:sp>
      <p:sp>
        <p:nvSpPr>
          <p:cNvPr id="251" name="Google Shape;251;p19"/>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ArrayList is a part of collection framework and is present in java.util package. </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It provides us with dynamic arrays in Java. Though, it may be slower than standard arrays but can be helpful in programs where lots of manipulation in the array is needed. </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This class is found in java.util package.</a:t>
            </a:r>
            <a:endParaRPr/>
          </a:p>
          <a:p>
            <a:pPr indent="-182562" lvl="0" marL="182562" marR="0" rtl="0" algn="l">
              <a:lnSpc>
                <a:spcPct val="100000"/>
              </a:lnSpc>
              <a:spcBef>
                <a:spcPts val="480"/>
              </a:spcBef>
              <a:spcAft>
                <a:spcPts val="0"/>
              </a:spcAft>
              <a:buClr>
                <a:schemeClr val="accent1"/>
              </a:buClr>
              <a:buSzPts val="2040"/>
              <a:buFont typeface="Arial"/>
              <a:buNone/>
            </a:pPr>
            <a:br>
              <a:rPr b="0" i="0" lang="en-US" sz="2400" u="none">
                <a:solidFill>
                  <a:schemeClr val="dk1"/>
                </a:solidFill>
                <a:latin typeface="Arial"/>
                <a:ea typeface="Arial"/>
                <a:cs typeface="Arial"/>
                <a:sym typeface="Arial"/>
              </a:rPr>
            </a:br>
            <a:endParaRPr/>
          </a:p>
        </p:txBody>
      </p:sp>
      <p:sp>
        <p:nvSpPr>
          <p:cNvPr id="252" name="Google Shape;252;p19"/>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Times New Roman"/>
              <a:buNone/>
            </a:pPr>
            <a:fld id="{00000000-1234-1234-1234-123412341234}" type="slidenum">
              <a:rPr b="1" i="0" lang="en-US" sz="1400" u="none" cap="none" strike="noStrike">
                <a:solidFill>
                  <a:srgbClr val="FFFFFF"/>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253" name="Google Shape;253;p19"/>
          <p:cNvPicPr preferRelativeResize="0"/>
          <p:nvPr/>
        </p:nvPicPr>
        <p:blipFill rotWithShape="1">
          <a:blip r:embed="rId3">
            <a:alphaModFix/>
          </a:blip>
          <a:srcRect b="0" l="0" r="0" t="0"/>
          <a:stretch/>
        </p:blipFill>
        <p:spPr>
          <a:xfrm>
            <a:off x="473075" y="4876800"/>
            <a:ext cx="8686800" cy="1866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sz="4000">
              <a:solidFill>
                <a:schemeClr val="dk2"/>
              </a:solidFill>
              <a:latin typeface="Arial"/>
              <a:ea typeface="Arial"/>
              <a:cs typeface="Arial"/>
              <a:sym typeface="Arial"/>
            </a:endParaRPr>
          </a:p>
        </p:txBody>
      </p:sp>
      <p:sp>
        <p:nvSpPr>
          <p:cNvPr id="259" name="Google Shape;259;p20"/>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Times New Roman"/>
              <a:buNone/>
            </a:pPr>
            <a:fld id="{00000000-1234-1234-1234-123412341234}" type="slidenum">
              <a:rPr b="1" i="0" lang="en-US" sz="1400" u="none" cap="none" strike="noStrike">
                <a:solidFill>
                  <a:srgbClr val="FFFFFF"/>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260" name="Google Shape;260;p20"/>
          <p:cNvPicPr preferRelativeResize="0"/>
          <p:nvPr>
            <p:ph idx="1" type="body"/>
          </p:nvPr>
        </p:nvPicPr>
        <p:blipFill rotWithShape="1">
          <a:blip r:embed="rId3">
            <a:alphaModFix/>
          </a:blip>
          <a:srcRect b="0" l="0" r="0" t="0"/>
          <a:stretch/>
        </p:blipFill>
        <p:spPr>
          <a:xfrm>
            <a:off x="990600" y="838200"/>
            <a:ext cx="5410200" cy="6019800"/>
          </a:xfrm>
          <a:prstGeom prst="rect">
            <a:avLst/>
          </a:prstGeom>
          <a:noFill/>
          <a:ln>
            <a:noFill/>
          </a:ln>
        </p:spPr>
      </p:pic>
      <p:sp>
        <p:nvSpPr>
          <p:cNvPr id="261" name="Google Shape;261;p20"/>
          <p:cNvSpPr txBox="1"/>
          <p:nvPr/>
        </p:nvSpPr>
        <p:spPr>
          <a:xfrm>
            <a:off x="5867400" y="4495800"/>
            <a:ext cx="3429000"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 2, 3, 4,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 2, 3,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1 2 3 5</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500"/>
                                        <p:tgtEl>
                                          <p:spTgt spid="26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txBox="1"/>
          <p:nvPr>
            <p:ph type="title"/>
          </p:nvPr>
        </p:nvSpPr>
        <p:spPr>
          <a:xfrm>
            <a:off x="457200" y="685800"/>
            <a:ext cx="7024687" cy="34448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Object oriented concepts</a:t>
            </a:r>
            <a:endParaRPr/>
          </a:p>
        </p:txBody>
      </p:sp>
      <p:sp>
        <p:nvSpPr>
          <p:cNvPr id="267" name="Google Shape;267;p21"/>
          <p:cNvSpPr txBox="1"/>
          <p:nvPr>
            <p:ph idx="1" type="body"/>
          </p:nvPr>
        </p:nvSpPr>
        <p:spPr>
          <a:xfrm>
            <a:off x="1042987" y="1295400"/>
            <a:ext cx="6777037" cy="4537075"/>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100000"/>
              </a:lnSpc>
              <a:spcBef>
                <a:spcPts val="0"/>
              </a:spcBef>
              <a:spcAft>
                <a:spcPts val="0"/>
              </a:spcAft>
              <a:buClr>
                <a:schemeClr val="accent1"/>
              </a:buClr>
              <a:buSzPts val="2040"/>
              <a:buFont typeface="Arial"/>
              <a:buChar char="•"/>
            </a:pPr>
            <a:r>
              <a:rPr b="1" i="0" lang="en-US" sz="2400" u="none">
                <a:solidFill>
                  <a:schemeClr val="dk1"/>
                </a:solidFill>
                <a:latin typeface="Arial"/>
                <a:ea typeface="Arial"/>
                <a:cs typeface="Arial"/>
                <a:sym typeface="Arial"/>
              </a:rPr>
              <a:t>Class -</a:t>
            </a:r>
            <a:r>
              <a:rPr b="0" i="0" lang="en-US" sz="2400" u="none">
                <a:solidFill>
                  <a:schemeClr val="dk1"/>
                </a:solidFill>
                <a:latin typeface="Arial"/>
                <a:ea typeface="Arial"/>
                <a:cs typeface="Arial"/>
                <a:sym typeface="Arial"/>
              </a:rPr>
              <a:t> A class can be defined as a template/blue print that describes the behaviors/states that object of its type support. A class is a group of objects that has common properties. class is the </a:t>
            </a:r>
            <a:r>
              <a:rPr b="1" i="0" lang="en-US" sz="2400" u="none">
                <a:solidFill>
                  <a:schemeClr val="dk1"/>
                </a:solidFill>
                <a:latin typeface="Arial"/>
                <a:ea typeface="Arial"/>
                <a:cs typeface="Arial"/>
                <a:sym typeface="Arial"/>
              </a:rPr>
              <a:t>logical entity </a:t>
            </a:r>
            <a:r>
              <a:rPr b="0" i="0" lang="en-US" sz="2400" u="none">
                <a:solidFill>
                  <a:schemeClr val="dk1"/>
                </a:solidFill>
                <a:latin typeface="Arial"/>
                <a:ea typeface="Arial"/>
                <a:cs typeface="Arial"/>
                <a:sym typeface="Arial"/>
              </a:rPr>
              <a:t>only. A class in java can contain:</a:t>
            </a:r>
            <a:endParaRPr/>
          </a:p>
          <a:p>
            <a:pPr indent="-182562" lvl="0" marL="182562" marR="0" rtl="0" algn="l">
              <a:lnSpc>
                <a:spcPct val="100000"/>
              </a:lnSpc>
              <a:spcBef>
                <a:spcPts val="360"/>
              </a:spcBef>
              <a:spcAft>
                <a:spcPts val="0"/>
              </a:spcAft>
              <a:buClr>
                <a:schemeClr val="accent1"/>
              </a:buClr>
              <a:buSzPts val="1530"/>
              <a:buFont typeface="Arial"/>
              <a:buAutoNum type="arabicPeriod"/>
            </a:pPr>
            <a:r>
              <a:rPr b="1" i="0" lang="en-US" sz="1800" u="none">
                <a:solidFill>
                  <a:schemeClr val="dk1"/>
                </a:solidFill>
                <a:latin typeface="Arial"/>
                <a:ea typeface="Arial"/>
                <a:cs typeface="Arial"/>
                <a:sym typeface="Arial"/>
              </a:rPr>
              <a:t>	data member</a:t>
            </a:r>
            <a:endParaRPr b="0" i="0" sz="1800" u="none">
              <a:solidFill>
                <a:schemeClr val="dk1"/>
              </a:solidFill>
              <a:latin typeface="Arial"/>
              <a:ea typeface="Arial"/>
              <a:cs typeface="Arial"/>
              <a:sym typeface="Arial"/>
            </a:endParaRPr>
          </a:p>
          <a:p>
            <a:pPr indent="-182562" lvl="0" marL="182562" marR="0" rtl="0" algn="l">
              <a:lnSpc>
                <a:spcPct val="100000"/>
              </a:lnSpc>
              <a:spcBef>
                <a:spcPts val="360"/>
              </a:spcBef>
              <a:spcAft>
                <a:spcPts val="0"/>
              </a:spcAft>
              <a:buClr>
                <a:schemeClr val="accent1"/>
              </a:buClr>
              <a:buSzPts val="1530"/>
              <a:buFont typeface="Arial"/>
              <a:buAutoNum type="arabicPeriod"/>
            </a:pPr>
            <a:r>
              <a:rPr b="1" i="0" lang="en-US" sz="1800" u="none">
                <a:solidFill>
                  <a:schemeClr val="dk1"/>
                </a:solidFill>
                <a:latin typeface="Arial"/>
                <a:ea typeface="Arial"/>
                <a:cs typeface="Arial"/>
                <a:sym typeface="Arial"/>
              </a:rPr>
              <a:t>	method</a:t>
            </a:r>
            <a:endParaRPr b="0" i="0" sz="1800" u="none">
              <a:solidFill>
                <a:schemeClr val="dk1"/>
              </a:solidFill>
              <a:latin typeface="Arial"/>
              <a:ea typeface="Arial"/>
              <a:cs typeface="Arial"/>
              <a:sym typeface="Arial"/>
            </a:endParaRPr>
          </a:p>
          <a:p>
            <a:pPr indent="-182562" lvl="0" marL="182562" marR="0" rtl="0" algn="l">
              <a:lnSpc>
                <a:spcPct val="100000"/>
              </a:lnSpc>
              <a:spcBef>
                <a:spcPts val="360"/>
              </a:spcBef>
              <a:spcAft>
                <a:spcPts val="0"/>
              </a:spcAft>
              <a:buClr>
                <a:schemeClr val="accent1"/>
              </a:buClr>
              <a:buSzPts val="1530"/>
              <a:buFont typeface="Arial"/>
              <a:buAutoNum type="arabicPeriod"/>
            </a:pPr>
            <a:r>
              <a:rPr b="1" i="0" lang="en-US" sz="1800" u="none">
                <a:solidFill>
                  <a:schemeClr val="dk1"/>
                </a:solidFill>
                <a:latin typeface="Arial"/>
                <a:ea typeface="Arial"/>
                <a:cs typeface="Arial"/>
                <a:sym typeface="Arial"/>
              </a:rPr>
              <a:t>	constructor</a:t>
            </a:r>
            <a:endParaRPr b="0" i="0" sz="1800" u="none">
              <a:solidFill>
                <a:schemeClr val="dk1"/>
              </a:solidFill>
              <a:latin typeface="Arial"/>
              <a:ea typeface="Arial"/>
              <a:cs typeface="Arial"/>
              <a:sym typeface="Arial"/>
            </a:endParaRPr>
          </a:p>
          <a:p>
            <a:pPr indent="-182562" lvl="0" marL="182562" marR="0" rtl="0" algn="l">
              <a:lnSpc>
                <a:spcPct val="100000"/>
              </a:lnSpc>
              <a:spcBef>
                <a:spcPts val="360"/>
              </a:spcBef>
              <a:spcAft>
                <a:spcPts val="0"/>
              </a:spcAft>
              <a:buClr>
                <a:schemeClr val="accent1"/>
              </a:buClr>
              <a:buSzPts val="1530"/>
              <a:buFont typeface="Arial"/>
              <a:buAutoNum type="arabicPeriod"/>
            </a:pPr>
            <a:r>
              <a:rPr b="1" i="0" lang="en-US" sz="1800" u="none">
                <a:solidFill>
                  <a:schemeClr val="dk1"/>
                </a:solidFill>
                <a:latin typeface="Arial"/>
                <a:ea typeface="Arial"/>
                <a:cs typeface="Arial"/>
                <a:sym typeface="Arial"/>
              </a:rPr>
              <a:t>	block</a:t>
            </a:r>
            <a:endParaRPr b="0" i="0" sz="1800" u="none">
              <a:solidFill>
                <a:schemeClr val="dk1"/>
              </a:solidFill>
              <a:latin typeface="Arial"/>
              <a:ea typeface="Arial"/>
              <a:cs typeface="Arial"/>
              <a:sym typeface="Arial"/>
            </a:endParaRPr>
          </a:p>
          <a:p>
            <a:pPr indent="-182562" lvl="0" marL="182562" marR="0" rtl="0" algn="l">
              <a:lnSpc>
                <a:spcPct val="100000"/>
              </a:lnSpc>
              <a:spcBef>
                <a:spcPts val="360"/>
              </a:spcBef>
              <a:spcAft>
                <a:spcPts val="0"/>
              </a:spcAft>
              <a:buClr>
                <a:schemeClr val="accent1"/>
              </a:buClr>
              <a:buSzPts val="1530"/>
              <a:buFont typeface="Arial"/>
              <a:buAutoNum type="arabicPeriod"/>
            </a:pPr>
            <a:r>
              <a:rPr b="1" i="0" lang="en-US" sz="1800" u="none">
                <a:solidFill>
                  <a:schemeClr val="dk1"/>
                </a:solidFill>
                <a:latin typeface="Arial"/>
                <a:ea typeface="Arial"/>
                <a:cs typeface="Arial"/>
                <a:sym typeface="Arial"/>
              </a:rPr>
              <a:t>	class and interface</a:t>
            </a:r>
            <a:endParaRPr b="0" i="0" sz="1800" u="none">
              <a:solidFill>
                <a:schemeClr val="dk1"/>
              </a:solidFill>
              <a:latin typeface="Arial"/>
              <a:ea typeface="Arial"/>
              <a:cs typeface="Arial"/>
              <a:sym typeface="Arial"/>
            </a:endParaRPr>
          </a:p>
          <a:p>
            <a:pPr indent="-85407" lvl="0" marL="182563" marR="0" rtl="0" algn="l">
              <a:lnSpc>
                <a:spcPct val="100000"/>
              </a:lnSpc>
              <a:spcBef>
                <a:spcPts val="360"/>
              </a:spcBef>
              <a:spcAft>
                <a:spcPts val="0"/>
              </a:spcAft>
              <a:buClr>
                <a:schemeClr val="accent1"/>
              </a:buClr>
              <a:buSzPts val="1530"/>
              <a:buFont typeface="Arial"/>
              <a:buNone/>
            </a:pPr>
            <a:r>
              <a:t/>
            </a:r>
            <a:endParaRPr b="0" i="0" sz="1800" u="none">
              <a:solidFill>
                <a:schemeClr val="dk1"/>
              </a:solidFill>
              <a:latin typeface="Arial"/>
              <a:ea typeface="Arial"/>
              <a:cs typeface="Arial"/>
              <a:sym typeface="Arial"/>
            </a:endParaRPr>
          </a:p>
        </p:txBody>
      </p:sp>
      <p:sp>
        <p:nvSpPr>
          <p:cNvPr id="268" name="Google Shape;268;p21"/>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2"/>
          <p:cNvSpPr txBox="1"/>
          <p:nvPr>
            <p:ph type="title"/>
          </p:nvPr>
        </p:nvSpPr>
        <p:spPr>
          <a:xfrm>
            <a:off x="457200" y="685800"/>
            <a:ext cx="702468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Objects</a:t>
            </a:r>
            <a:endParaRPr/>
          </a:p>
        </p:txBody>
      </p:sp>
      <p:sp>
        <p:nvSpPr>
          <p:cNvPr id="274" name="Google Shape;274;p22"/>
          <p:cNvSpPr txBox="1"/>
          <p:nvPr>
            <p:ph idx="1" type="body"/>
          </p:nvPr>
        </p:nvSpPr>
        <p:spPr>
          <a:xfrm>
            <a:off x="838200" y="1295400"/>
            <a:ext cx="6981825" cy="4537075"/>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90000"/>
              </a:lnSpc>
              <a:spcBef>
                <a:spcPts val="0"/>
              </a:spcBef>
              <a:spcAft>
                <a:spcPts val="0"/>
              </a:spcAft>
              <a:buClr>
                <a:schemeClr val="accent1"/>
              </a:buClr>
              <a:buSzPts val="1615"/>
              <a:buFont typeface="Arial"/>
              <a:buChar char="•"/>
            </a:pPr>
            <a:r>
              <a:rPr b="1" i="0" lang="en-US" sz="1900" u="none">
                <a:solidFill>
                  <a:schemeClr val="dk1"/>
                </a:solidFill>
                <a:latin typeface="Arial"/>
                <a:ea typeface="Arial"/>
                <a:cs typeface="Arial"/>
                <a:sym typeface="Arial"/>
              </a:rPr>
              <a:t>Object -</a:t>
            </a:r>
            <a:r>
              <a:rPr b="0" i="0" lang="en-US" sz="1900" u="none">
                <a:solidFill>
                  <a:schemeClr val="dk1"/>
                </a:solidFill>
                <a:latin typeface="Arial"/>
                <a:ea typeface="Arial"/>
                <a:cs typeface="Arial"/>
                <a:sym typeface="Arial"/>
              </a:rPr>
              <a:t> Objects have states and behaviors. Object is the </a:t>
            </a:r>
            <a:r>
              <a:rPr b="1" i="0" lang="en-US" sz="1900" u="none">
                <a:solidFill>
                  <a:schemeClr val="dk1"/>
                </a:solidFill>
                <a:latin typeface="Arial"/>
                <a:ea typeface="Arial"/>
                <a:cs typeface="Arial"/>
                <a:sym typeface="Arial"/>
              </a:rPr>
              <a:t>physical</a:t>
            </a:r>
            <a:r>
              <a:rPr b="0" i="0" lang="en-US" sz="1900" u="none">
                <a:solidFill>
                  <a:schemeClr val="dk1"/>
                </a:solidFill>
                <a:latin typeface="Arial"/>
                <a:ea typeface="Arial"/>
                <a:cs typeface="Arial"/>
                <a:sym typeface="Arial"/>
              </a:rPr>
              <a:t> as well as </a:t>
            </a:r>
            <a:r>
              <a:rPr b="1" i="0" lang="en-US" sz="1900" u="none">
                <a:solidFill>
                  <a:schemeClr val="dk1"/>
                </a:solidFill>
                <a:latin typeface="Arial"/>
                <a:ea typeface="Arial"/>
                <a:cs typeface="Arial"/>
                <a:sym typeface="Arial"/>
              </a:rPr>
              <a:t>logical</a:t>
            </a:r>
            <a:r>
              <a:rPr b="0" i="0" lang="en-US" sz="1900" u="none">
                <a:solidFill>
                  <a:schemeClr val="dk1"/>
                </a:solidFill>
                <a:latin typeface="Arial"/>
                <a:ea typeface="Arial"/>
                <a:cs typeface="Arial"/>
                <a:sym typeface="Arial"/>
              </a:rPr>
              <a:t> entity. Objects are created using following keywords.</a:t>
            </a:r>
            <a:endParaRPr/>
          </a:p>
          <a:p>
            <a:pPr indent="0" lvl="3" marL="850900" marR="0" rtl="0" algn="l">
              <a:lnSpc>
                <a:spcPct val="90000"/>
              </a:lnSpc>
              <a:spcBef>
                <a:spcPts val="220"/>
              </a:spcBef>
              <a:spcAft>
                <a:spcPts val="0"/>
              </a:spcAft>
              <a:buClr>
                <a:schemeClr val="accent1"/>
              </a:buClr>
              <a:buSzPts val="1100"/>
              <a:buFont typeface="Arial"/>
              <a:buNone/>
            </a:pPr>
            <a:r>
              <a:rPr b="0" i="0" lang="en-US" sz="1100" u="none" cap="none" strike="noStrike">
                <a:solidFill>
                  <a:schemeClr val="dk1"/>
                </a:solidFill>
                <a:latin typeface="Arial"/>
                <a:ea typeface="Arial"/>
                <a:cs typeface="Arial"/>
                <a:sym typeface="Arial"/>
              </a:rPr>
              <a:t>By new keyword- New keyword is used to allocate memory at runtime.</a:t>
            </a:r>
            <a:endParaRPr/>
          </a:p>
          <a:p>
            <a:pPr indent="0" lvl="3" marL="850900" marR="0" rtl="0" algn="l">
              <a:lnSpc>
                <a:spcPct val="90000"/>
              </a:lnSpc>
              <a:spcBef>
                <a:spcPts val="220"/>
              </a:spcBef>
              <a:spcAft>
                <a:spcPts val="0"/>
              </a:spcAft>
              <a:buClr>
                <a:schemeClr val="accent1"/>
              </a:buClr>
              <a:buSzPts val="1100"/>
              <a:buFont typeface="Arial"/>
              <a:buNone/>
            </a:pPr>
            <a:r>
              <a:rPr b="0" i="0" lang="en-US" sz="1100" u="none" cap="none" strike="noStrike">
                <a:solidFill>
                  <a:schemeClr val="dk1"/>
                </a:solidFill>
                <a:latin typeface="Arial"/>
                <a:ea typeface="Arial"/>
                <a:cs typeface="Arial"/>
                <a:sym typeface="Arial"/>
              </a:rPr>
              <a:t>By newInstance() method</a:t>
            </a:r>
            <a:endParaRPr/>
          </a:p>
          <a:p>
            <a:pPr indent="0" lvl="3" marL="850900" marR="0" rtl="0" algn="l">
              <a:lnSpc>
                <a:spcPct val="90000"/>
              </a:lnSpc>
              <a:spcBef>
                <a:spcPts val="220"/>
              </a:spcBef>
              <a:spcAft>
                <a:spcPts val="0"/>
              </a:spcAft>
              <a:buClr>
                <a:schemeClr val="accent1"/>
              </a:buClr>
              <a:buSzPts val="1100"/>
              <a:buFont typeface="Arial"/>
              <a:buNone/>
            </a:pPr>
            <a:r>
              <a:rPr b="0" i="0" lang="en-US" sz="1100" u="none" cap="none" strike="noStrike">
                <a:solidFill>
                  <a:schemeClr val="dk1"/>
                </a:solidFill>
                <a:latin typeface="Arial"/>
                <a:ea typeface="Arial"/>
                <a:cs typeface="Arial"/>
                <a:sym typeface="Arial"/>
              </a:rPr>
              <a:t>By clone() method</a:t>
            </a:r>
            <a:endParaRPr/>
          </a:p>
          <a:p>
            <a:pPr indent="0" lvl="3" marL="850900" marR="0" rtl="0" algn="l">
              <a:lnSpc>
                <a:spcPct val="90000"/>
              </a:lnSpc>
              <a:spcBef>
                <a:spcPts val="220"/>
              </a:spcBef>
              <a:spcAft>
                <a:spcPts val="0"/>
              </a:spcAft>
              <a:buClr>
                <a:schemeClr val="accent1"/>
              </a:buClr>
              <a:buSzPts val="1100"/>
              <a:buFont typeface="Arial"/>
              <a:buNone/>
            </a:pPr>
            <a:r>
              <a:rPr b="0" i="0" lang="en-US" sz="1100" u="none" cap="none" strike="noStrike">
                <a:solidFill>
                  <a:schemeClr val="dk1"/>
                </a:solidFill>
                <a:latin typeface="Arial"/>
                <a:ea typeface="Arial"/>
                <a:cs typeface="Arial"/>
                <a:sym typeface="Arial"/>
              </a:rPr>
              <a:t>By factory method etc.</a:t>
            </a:r>
            <a:endParaRPr b="0" i="0" sz="1700" u="none" cap="none" strike="noStrike">
              <a:solidFill>
                <a:schemeClr val="dk1"/>
              </a:solidFill>
              <a:latin typeface="Arial"/>
              <a:ea typeface="Arial"/>
              <a:cs typeface="Arial"/>
              <a:sym typeface="Arial"/>
            </a:endParaRPr>
          </a:p>
          <a:p>
            <a:pPr indent="-182562" lvl="0" marL="182562" marR="0" rtl="0" algn="l">
              <a:lnSpc>
                <a:spcPct val="90000"/>
              </a:lnSpc>
              <a:spcBef>
                <a:spcPts val="380"/>
              </a:spcBef>
              <a:spcAft>
                <a:spcPts val="0"/>
              </a:spcAft>
              <a:buClr>
                <a:schemeClr val="accent1"/>
              </a:buClr>
              <a:buSzPts val="1615"/>
              <a:buFont typeface="Arial"/>
              <a:buChar char="•"/>
            </a:pPr>
            <a:r>
              <a:rPr b="0" i="0" lang="en-US" sz="1900" u="none">
                <a:solidFill>
                  <a:schemeClr val="dk1"/>
                </a:solidFill>
                <a:latin typeface="Arial"/>
                <a:ea typeface="Arial"/>
                <a:cs typeface="Arial"/>
                <a:sym typeface="Arial"/>
              </a:rPr>
              <a:t>An object that have no reference is known as annonymous object and it can be used when object is used only once.</a:t>
            </a:r>
            <a:endParaRPr/>
          </a:p>
          <a:p>
            <a:pPr indent="-182562" lvl="0" marL="182562" marR="0" rtl="0" algn="l">
              <a:lnSpc>
                <a:spcPct val="90000"/>
              </a:lnSpc>
              <a:spcBef>
                <a:spcPts val="380"/>
              </a:spcBef>
              <a:spcAft>
                <a:spcPts val="0"/>
              </a:spcAft>
              <a:buClr>
                <a:schemeClr val="accent1"/>
              </a:buClr>
              <a:buSzPts val="1615"/>
              <a:buFont typeface="Arial"/>
              <a:buNone/>
            </a:pPr>
            <a:r>
              <a:rPr b="0" i="0" lang="en-US" sz="1900" u="none">
                <a:solidFill>
                  <a:schemeClr val="dk1"/>
                </a:solidFill>
                <a:latin typeface="Arial"/>
                <a:ea typeface="Arial"/>
                <a:cs typeface="Arial"/>
                <a:sym typeface="Arial"/>
              </a:rPr>
              <a:t>Eg:- new Classname().</a:t>
            </a:r>
            <a:endParaRPr/>
          </a:p>
          <a:p>
            <a:pPr indent="-182562" lvl="0" marL="182562" marR="0" rtl="0" algn="l">
              <a:lnSpc>
                <a:spcPct val="90000"/>
              </a:lnSpc>
              <a:spcBef>
                <a:spcPts val="380"/>
              </a:spcBef>
              <a:spcAft>
                <a:spcPts val="0"/>
              </a:spcAft>
              <a:buClr>
                <a:schemeClr val="accent1"/>
              </a:buClr>
              <a:buSzPts val="1615"/>
              <a:buFont typeface="Arial"/>
              <a:buChar char="•"/>
            </a:pPr>
            <a:r>
              <a:rPr b="1" i="0" lang="en-US" sz="1900" u="none">
                <a:solidFill>
                  <a:schemeClr val="dk1"/>
                </a:solidFill>
                <a:latin typeface="Arial"/>
                <a:ea typeface="Arial"/>
                <a:cs typeface="Arial"/>
                <a:sym typeface="Arial"/>
              </a:rPr>
              <a:t>Object is an instance of a class.</a:t>
            </a:r>
            <a:r>
              <a:rPr b="0" i="0" lang="en-US" sz="1900" u="none">
                <a:solidFill>
                  <a:schemeClr val="dk1"/>
                </a:solidFill>
                <a:latin typeface="Arial"/>
                <a:ea typeface="Arial"/>
                <a:cs typeface="Arial"/>
                <a:sym typeface="Arial"/>
              </a:rPr>
              <a:t>An object has three characteristics:</a:t>
            </a:r>
            <a:endParaRPr/>
          </a:p>
          <a:p>
            <a:pPr indent="-95250" lvl="3" marL="850900" marR="0" rtl="0" algn="l">
              <a:lnSpc>
                <a:spcPct val="90000"/>
              </a:lnSpc>
              <a:spcBef>
                <a:spcPts val="300"/>
              </a:spcBef>
              <a:spcAft>
                <a:spcPts val="0"/>
              </a:spcAft>
              <a:buClr>
                <a:schemeClr val="accent1"/>
              </a:buClr>
              <a:buSzPts val="1500"/>
              <a:buFont typeface="Arial"/>
              <a:buChar char="•"/>
            </a:pPr>
            <a:r>
              <a:rPr b="1" i="0" lang="en-US" sz="1500" u="none" cap="none" strike="noStrike">
                <a:solidFill>
                  <a:schemeClr val="dk1"/>
                </a:solidFill>
                <a:latin typeface="Arial"/>
                <a:ea typeface="Arial"/>
                <a:cs typeface="Arial"/>
                <a:sym typeface="Arial"/>
              </a:rPr>
              <a:t>state:</a:t>
            </a:r>
            <a:r>
              <a:rPr b="0" i="0" lang="en-US" sz="1500" u="none" cap="none" strike="noStrike">
                <a:solidFill>
                  <a:schemeClr val="dk1"/>
                </a:solidFill>
                <a:latin typeface="Arial"/>
                <a:ea typeface="Arial"/>
                <a:cs typeface="Arial"/>
                <a:sym typeface="Arial"/>
              </a:rPr>
              <a:t> represents data (value) of an object.</a:t>
            </a:r>
            <a:endParaRPr/>
          </a:p>
          <a:p>
            <a:pPr indent="-95250" lvl="3" marL="850900" marR="0" rtl="0" algn="l">
              <a:lnSpc>
                <a:spcPct val="90000"/>
              </a:lnSpc>
              <a:spcBef>
                <a:spcPts val="300"/>
              </a:spcBef>
              <a:spcAft>
                <a:spcPts val="0"/>
              </a:spcAft>
              <a:buClr>
                <a:schemeClr val="accent1"/>
              </a:buClr>
              <a:buSzPts val="1500"/>
              <a:buFont typeface="Arial"/>
              <a:buChar char="•"/>
            </a:pPr>
            <a:r>
              <a:rPr b="1" i="0" lang="en-US" sz="1500" u="none" cap="none" strike="noStrike">
                <a:solidFill>
                  <a:schemeClr val="dk1"/>
                </a:solidFill>
                <a:latin typeface="Arial"/>
                <a:ea typeface="Arial"/>
                <a:cs typeface="Arial"/>
                <a:sym typeface="Arial"/>
              </a:rPr>
              <a:t>behavior:</a:t>
            </a:r>
            <a:r>
              <a:rPr b="0" i="0" lang="en-US" sz="1500" u="none" cap="none" strike="noStrike">
                <a:solidFill>
                  <a:schemeClr val="dk1"/>
                </a:solidFill>
                <a:latin typeface="Arial"/>
                <a:ea typeface="Arial"/>
                <a:cs typeface="Arial"/>
                <a:sym typeface="Arial"/>
              </a:rPr>
              <a:t> represents the behavior (functionality) of an object such as deposit, withdraw etc.</a:t>
            </a:r>
            <a:endParaRPr/>
          </a:p>
          <a:p>
            <a:pPr indent="-95250" lvl="3" marL="850900" marR="0" rtl="0" algn="l">
              <a:lnSpc>
                <a:spcPct val="90000"/>
              </a:lnSpc>
              <a:spcBef>
                <a:spcPts val="300"/>
              </a:spcBef>
              <a:spcAft>
                <a:spcPts val="0"/>
              </a:spcAft>
              <a:buClr>
                <a:schemeClr val="accent1"/>
              </a:buClr>
              <a:buSzPts val="1500"/>
              <a:buFont typeface="Arial"/>
              <a:buChar char="•"/>
            </a:pPr>
            <a:r>
              <a:rPr b="1" i="0" lang="en-US" sz="1500" u="none" cap="none" strike="noStrike">
                <a:solidFill>
                  <a:schemeClr val="dk1"/>
                </a:solidFill>
                <a:latin typeface="Arial"/>
                <a:ea typeface="Arial"/>
                <a:cs typeface="Arial"/>
                <a:sym typeface="Arial"/>
              </a:rPr>
              <a:t>identity:</a:t>
            </a:r>
            <a:r>
              <a:rPr b="0" i="0" lang="en-US" sz="1500" u="none" cap="none" strike="noStrike">
                <a:solidFill>
                  <a:schemeClr val="dk1"/>
                </a:solidFill>
                <a:latin typeface="Arial"/>
                <a:ea typeface="Arial"/>
                <a:cs typeface="Arial"/>
                <a:sym typeface="Arial"/>
              </a:rPr>
              <a:t> Object identity is typically implemented via a unique ID. The value of the ID is not visible to the external user. But,it is used internally by the JVM to identify each object uniquely.</a:t>
            </a:r>
            <a:endParaRPr/>
          </a:p>
          <a:p>
            <a:pPr indent="-80009" lvl="0" marL="182562" marR="0" rtl="0" algn="l">
              <a:lnSpc>
                <a:spcPct val="90000"/>
              </a:lnSpc>
              <a:spcBef>
                <a:spcPts val="380"/>
              </a:spcBef>
              <a:spcAft>
                <a:spcPts val="0"/>
              </a:spcAft>
              <a:buClr>
                <a:schemeClr val="accent1"/>
              </a:buClr>
              <a:buSzPts val="1615"/>
              <a:buFont typeface="Arial"/>
              <a:buNone/>
            </a:pPr>
            <a:r>
              <a:t/>
            </a:r>
            <a:endParaRPr b="0" i="0" sz="1900" u="none">
              <a:solidFill>
                <a:schemeClr val="dk1"/>
              </a:solidFill>
              <a:latin typeface="Arial"/>
              <a:ea typeface="Arial"/>
              <a:cs typeface="Arial"/>
              <a:sym typeface="Arial"/>
            </a:endParaRPr>
          </a:p>
          <a:p>
            <a:pPr indent="-80010" lvl="0" marL="182563" marR="0" rtl="0" algn="l">
              <a:lnSpc>
                <a:spcPct val="100000"/>
              </a:lnSpc>
              <a:spcBef>
                <a:spcPts val="380"/>
              </a:spcBef>
              <a:spcAft>
                <a:spcPts val="0"/>
              </a:spcAft>
              <a:buClr>
                <a:schemeClr val="accent1"/>
              </a:buClr>
              <a:buSzPts val="1615"/>
              <a:buFont typeface="Arial"/>
              <a:buNone/>
            </a:pPr>
            <a:r>
              <a:t/>
            </a:r>
            <a:endParaRPr b="0" i="0" sz="1900" u="none">
              <a:solidFill>
                <a:schemeClr val="dk1"/>
              </a:solidFill>
              <a:latin typeface="Arial"/>
              <a:ea typeface="Arial"/>
              <a:cs typeface="Arial"/>
              <a:sym typeface="Arial"/>
            </a:endParaRPr>
          </a:p>
        </p:txBody>
      </p:sp>
      <p:sp>
        <p:nvSpPr>
          <p:cNvPr id="275" name="Google Shape;275;p22"/>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3"/>
          <p:cNvSpPr txBox="1"/>
          <p:nvPr>
            <p:ph type="title"/>
          </p:nvPr>
        </p:nvSpPr>
        <p:spPr>
          <a:xfrm>
            <a:off x="1042987" y="1027112"/>
            <a:ext cx="7024687" cy="57308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Example</a:t>
            </a:r>
            <a:endParaRPr/>
          </a:p>
        </p:txBody>
      </p:sp>
      <p:sp>
        <p:nvSpPr>
          <p:cNvPr id="281" name="Google Shape;281;p23"/>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0" lvl="0" marL="69850" marR="0" rtl="0" algn="l">
              <a:lnSpc>
                <a:spcPct val="100000"/>
              </a:lnSpc>
              <a:spcBef>
                <a:spcPts val="0"/>
              </a:spcBef>
              <a:spcAft>
                <a:spcPts val="0"/>
              </a:spcAft>
              <a:buClr>
                <a:schemeClr val="accent1"/>
              </a:buClr>
              <a:buSzPts val="2040"/>
              <a:buFont typeface="Arial"/>
              <a:buNone/>
            </a:pPr>
            <a:r>
              <a:rPr b="1" i="0" lang="en-US" sz="2400" u="none">
                <a:solidFill>
                  <a:schemeClr val="dk1"/>
                </a:solidFill>
                <a:latin typeface="Times New Roman"/>
                <a:ea typeface="Times New Roman"/>
                <a:cs typeface="Times New Roman"/>
                <a:sym typeface="Times New Roman"/>
              </a:rPr>
              <a:t>class</a:t>
            </a:r>
            <a:r>
              <a:rPr b="0" i="0" lang="en-US" sz="2400" u="none">
                <a:solidFill>
                  <a:schemeClr val="dk1"/>
                </a:solidFill>
                <a:latin typeface="Times New Roman"/>
                <a:ea typeface="Times New Roman"/>
                <a:cs typeface="Times New Roman"/>
                <a:sym typeface="Times New Roman"/>
              </a:rPr>
              <a:t> Student1{  </a:t>
            </a:r>
            <a:endParaRPr/>
          </a:p>
          <a:p>
            <a:pPr indent="0" lvl="0" marL="6985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int</a:t>
            </a:r>
            <a:r>
              <a:rPr b="0" i="0" lang="en-US" sz="2400" u="none">
                <a:solidFill>
                  <a:schemeClr val="dk1"/>
                </a:solidFill>
                <a:latin typeface="Times New Roman"/>
                <a:ea typeface="Times New Roman"/>
                <a:cs typeface="Times New Roman"/>
                <a:sym typeface="Times New Roman"/>
              </a:rPr>
              <a:t> id;</a:t>
            </a:r>
            <a:r>
              <a:rPr b="0" i="0" lang="en-US" sz="2400" u="none">
                <a:solidFill>
                  <a:srgbClr val="00B0F0"/>
                </a:solidFill>
                <a:latin typeface="Times New Roman"/>
                <a:ea typeface="Times New Roman"/>
                <a:cs typeface="Times New Roman"/>
                <a:sym typeface="Times New Roman"/>
              </a:rPr>
              <a:t>//data member (also instance variable) </a:t>
            </a:r>
            <a:r>
              <a:rPr b="0" i="0" lang="en-US" sz="24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Times New Roman"/>
                <a:ea typeface="Times New Roman"/>
                <a:cs typeface="Times New Roman"/>
                <a:sym typeface="Times New Roman"/>
              </a:rPr>
              <a:t> String name;</a:t>
            </a:r>
            <a:r>
              <a:rPr b="0" i="0" lang="en-US" sz="2400" u="none">
                <a:solidFill>
                  <a:srgbClr val="00B0F0"/>
                </a:solidFill>
                <a:latin typeface="Times New Roman"/>
                <a:ea typeface="Times New Roman"/>
                <a:cs typeface="Times New Roman"/>
                <a:sym typeface="Times New Roman"/>
              </a:rPr>
              <a:t>//data member(also instance variable</a:t>
            </a:r>
            <a:r>
              <a:rPr b="0" i="0" lang="en-US" sz="24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public</a:t>
            </a: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static</a:t>
            </a: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void</a:t>
            </a:r>
            <a:r>
              <a:rPr b="0" i="0" lang="en-US" sz="2400" u="none">
                <a:solidFill>
                  <a:schemeClr val="dk1"/>
                </a:solidFill>
                <a:latin typeface="Times New Roman"/>
                <a:ea typeface="Times New Roman"/>
                <a:cs typeface="Times New Roman"/>
                <a:sym typeface="Times New Roman"/>
              </a:rPr>
              <a:t> main(String args[]){  </a:t>
            </a:r>
            <a:endParaRPr/>
          </a:p>
          <a:p>
            <a:pPr indent="0" lvl="0" marL="6985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Times New Roman"/>
                <a:ea typeface="Times New Roman"/>
                <a:cs typeface="Times New Roman"/>
                <a:sym typeface="Times New Roman"/>
              </a:rPr>
              <a:t>Student1 s1=</a:t>
            </a:r>
            <a:r>
              <a:rPr b="1" i="0" lang="en-US" sz="2400" u="none">
                <a:solidFill>
                  <a:schemeClr val="dk1"/>
                </a:solidFill>
                <a:latin typeface="Times New Roman"/>
                <a:ea typeface="Times New Roman"/>
                <a:cs typeface="Times New Roman"/>
                <a:sym typeface="Times New Roman"/>
              </a:rPr>
              <a:t>new</a:t>
            </a:r>
            <a:r>
              <a:rPr b="0" i="0" lang="en-US" sz="2400" u="none">
                <a:solidFill>
                  <a:schemeClr val="dk1"/>
                </a:solidFill>
                <a:latin typeface="Times New Roman"/>
                <a:ea typeface="Times New Roman"/>
                <a:cs typeface="Times New Roman"/>
                <a:sym typeface="Times New Roman"/>
              </a:rPr>
              <a:t> Student1</a:t>
            </a:r>
            <a:r>
              <a:rPr b="0" i="0" lang="en-US" sz="2400" u="none">
                <a:solidFill>
                  <a:srgbClr val="00B0F0"/>
                </a:solidFill>
                <a:latin typeface="Times New Roman"/>
                <a:ea typeface="Times New Roman"/>
                <a:cs typeface="Times New Roman"/>
                <a:sym typeface="Times New Roman"/>
              </a:rPr>
              <a:t>();//creating an object of Student  </a:t>
            </a:r>
            <a:endParaRPr/>
          </a:p>
          <a:p>
            <a:pPr indent="0" lvl="0" marL="6985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Times New Roman"/>
                <a:ea typeface="Times New Roman"/>
                <a:cs typeface="Times New Roman"/>
                <a:sym typeface="Times New Roman"/>
              </a:rPr>
              <a:t>  System.out.println(s1.id);  </a:t>
            </a:r>
            <a:endParaRPr/>
          </a:p>
          <a:p>
            <a:pPr indent="0" lvl="0" marL="6985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Times New Roman"/>
                <a:ea typeface="Times New Roman"/>
                <a:cs typeface="Times New Roman"/>
                <a:sym typeface="Times New Roman"/>
              </a:rPr>
              <a:t>  System.out.println(s1.name);  </a:t>
            </a:r>
            <a:endParaRPr/>
          </a:p>
          <a:p>
            <a:pPr indent="0" lvl="0" marL="6985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Times New Roman"/>
                <a:ea typeface="Times New Roman"/>
                <a:cs typeface="Times New Roman"/>
                <a:sym typeface="Times New Roman"/>
              </a:rPr>
              <a:t> }  </a:t>
            </a:r>
            <a:endParaRPr/>
          </a:p>
          <a:p>
            <a:pPr indent="0" lvl="0" marL="69850"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Times New Roman"/>
                <a:ea typeface="Times New Roman"/>
                <a:cs typeface="Times New Roman"/>
                <a:sym typeface="Times New Roman"/>
              </a:rPr>
              <a:t>}  </a:t>
            </a:r>
            <a:endParaRPr/>
          </a:p>
          <a:p>
            <a:pPr indent="-53023" lvl="0" marL="182563"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Times New Roman"/>
              <a:ea typeface="Times New Roman"/>
              <a:cs typeface="Times New Roman"/>
              <a:sym typeface="Times New Roman"/>
            </a:endParaRPr>
          </a:p>
        </p:txBody>
      </p:sp>
      <p:sp>
        <p:nvSpPr>
          <p:cNvPr id="282" name="Google Shape;282;p23"/>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4"/>
          <p:cNvSpPr txBox="1"/>
          <p:nvPr>
            <p:ph type="title"/>
          </p:nvPr>
        </p:nvSpPr>
        <p:spPr>
          <a:xfrm>
            <a:off x="457200" y="457200"/>
            <a:ext cx="7024687" cy="609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Ctd..</a:t>
            </a:r>
            <a:endParaRPr/>
          </a:p>
        </p:txBody>
      </p:sp>
      <p:sp>
        <p:nvSpPr>
          <p:cNvPr id="288" name="Google Shape;288;p24"/>
          <p:cNvSpPr txBox="1"/>
          <p:nvPr>
            <p:ph idx="1" type="body"/>
          </p:nvPr>
        </p:nvSpPr>
        <p:spPr>
          <a:xfrm>
            <a:off x="457200" y="1600200"/>
            <a:ext cx="7310437" cy="4003675"/>
          </a:xfrm>
          <a:prstGeom prst="rect">
            <a:avLst/>
          </a:prstGeom>
          <a:noFill/>
          <a:ln>
            <a:noFill/>
          </a:ln>
        </p:spPr>
        <p:txBody>
          <a:bodyPr anchorCtr="0" anchor="t" bIns="45700" lIns="91425" spcFirstLastPara="1" rIns="91425" wrap="square" tIns="45700">
            <a:noAutofit/>
          </a:bodyPr>
          <a:lstStyle/>
          <a:p>
            <a:pPr indent="0" lvl="0" marL="69850" marR="0" rtl="0" algn="l">
              <a:lnSpc>
                <a:spcPct val="100000"/>
              </a:lnSpc>
              <a:spcBef>
                <a:spcPts val="0"/>
              </a:spcBef>
              <a:spcAft>
                <a:spcPts val="0"/>
              </a:spcAft>
              <a:buClr>
                <a:schemeClr val="accent1"/>
              </a:buClr>
              <a:buSzPts val="1190"/>
              <a:buFont typeface="Arial"/>
              <a:buNone/>
            </a:pPr>
            <a:r>
              <a:rPr b="1" i="0" lang="en-US" sz="1400" u="none">
                <a:solidFill>
                  <a:schemeClr val="dk1"/>
                </a:solidFill>
                <a:latin typeface="Times New Roman"/>
                <a:ea typeface="Times New Roman"/>
                <a:cs typeface="Times New Roman"/>
                <a:sym typeface="Times New Roman"/>
              </a:rPr>
              <a:t>class</a:t>
            </a:r>
            <a:r>
              <a:rPr b="0" i="0" lang="en-US" sz="1400" u="none">
                <a:solidFill>
                  <a:schemeClr val="dk1"/>
                </a:solidFill>
                <a:latin typeface="Times New Roman"/>
                <a:ea typeface="Times New Roman"/>
                <a:cs typeface="Times New Roman"/>
                <a:sym typeface="Times New Roman"/>
              </a:rPr>
              <a:t> Rectangle{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r>
              <a:rPr b="1" i="0" lang="en-US" sz="1400" u="none">
                <a:solidFill>
                  <a:schemeClr val="dk1"/>
                </a:solidFill>
                <a:latin typeface="Times New Roman"/>
                <a:ea typeface="Times New Roman"/>
                <a:cs typeface="Times New Roman"/>
                <a:sym typeface="Times New Roman"/>
              </a:rPr>
              <a:t>int</a:t>
            </a:r>
            <a:r>
              <a:rPr b="0" i="0" lang="en-US" sz="1400" u="none">
                <a:solidFill>
                  <a:schemeClr val="dk1"/>
                </a:solidFill>
                <a:latin typeface="Times New Roman"/>
                <a:ea typeface="Times New Roman"/>
                <a:cs typeface="Times New Roman"/>
                <a:sym typeface="Times New Roman"/>
              </a:rPr>
              <a:t> length;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r>
              <a:rPr b="1" i="0" lang="en-US" sz="1400" u="none">
                <a:solidFill>
                  <a:schemeClr val="dk1"/>
                </a:solidFill>
                <a:latin typeface="Times New Roman"/>
                <a:ea typeface="Times New Roman"/>
                <a:cs typeface="Times New Roman"/>
                <a:sym typeface="Times New Roman"/>
              </a:rPr>
              <a:t>int</a:t>
            </a:r>
            <a:r>
              <a:rPr b="0" i="0" lang="en-US" sz="1400" u="none">
                <a:solidFill>
                  <a:schemeClr val="dk1"/>
                </a:solidFill>
                <a:latin typeface="Times New Roman"/>
                <a:ea typeface="Times New Roman"/>
                <a:cs typeface="Times New Roman"/>
                <a:sym typeface="Times New Roman"/>
              </a:rPr>
              <a:t> width;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r>
              <a:rPr b="1" i="0" lang="en-US" sz="1400" u="none">
                <a:solidFill>
                  <a:schemeClr val="dk1"/>
                </a:solidFill>
                <a:latin typeface="Times New Roman"/>
                <a:ea typeface="Times New Roman"/>
                <a:cs typeface="Times New Roman"/>
                <a:sym typeface="Times New Roman"/>
              </a:rPr>
              <a:t>void</a:t>
            </a:r>
            <a:r>
              <a:rPr b="0" i="0" lang="en-US" sz="1400" u="none">
                <a:solidFill>
                  <a:schemeClr val="dk1"/>
                </a:solidFill>
                <a:latin typeface="Times New Roman"/>
                <a:ea typeface="Times New Roman"/>
                <a:cs typeface="Times New Roman"/>
                <a:sym typeface="Times New Roman"/>
              </a:rPr>
              <a:t> insert(</a:t>
            </a:r>
            <a:r>
              <a:rPr b="1" i="0" lang="en-US" sz="1400" u="none">
                <a:solidFill>
                  <a:schemeClr val="dk1"/>
                </a:solidFill>
                <a:latin typeface="Times New Roman"/>
                <a:ea typeface="Times New Roman"/>
                <a:cs typeface="Times New Roman"/>
                <a:sym typeface="Times New Roman"/>
              </a:rPr>
              <a:t>int</a:t>
            </a:r>
            <a:r>
              <a:rPr b="0" i="0" lang="en-US" sz="1400" u="none">
                <a:solidFill>
                  <a:schemeClr val="dk1"/>
                </a:solidFill>
                <a:latin typeface="Times New Roman"/>
                <a:ea typeface="Times New Roman"/>
                <a:cs typeface="Times New Roman"/>
                <a:sym typeface="Times New Roman"/>
              </a:rPr>
              <a:t> l,</a:t>
            </a:r>
            <a:r>
              <a:rPr b="1" i="0" lang="en-US" sz="1400" u="none">
                <a:solidFill>
                  <a:schemeClr val="dk1"/>
                </a:solidFill>
                <a:latin typeface="Times New Roman"/>
                <a:ea typeface="Times New Roman"/>
                <a:cs typeface="Times New Roman"/>
                <a:sym typeface="Times New Roman"/>
              </a:rPr>
              <a:t>int</a:t>
            </a:r>
            <a:r>
              <a:rPr b="0" i="0" lang="en-US" sz="1400" u="none">
                <a:solidFill>
                  <a:schemeClr val="dk1"/>
                </a:solidFill>
                <a:latin typeface="Times New Roman"/>
                <a:ea typeface="Times New Roman"/>
                <a:cs typeface="Times New Roman"/>
                <a:sym typeface="Times New Roman"/>
              </a:rPr>
              <a:t> w){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length=l;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width=w;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r>
              <a:rPr b="1" i="0" lang="en-US" sz="1400" u="none">
                <a:solidFill>
                  <a:schemeClr val="dk1"/>
                </a:solidFill>
                <a:latin typeface="Times New Roman"/>
                <a:ea typeface="Times New Roman"/>
                <a:cs typeface="Times New Roman"/>
                <a:sym typeface="Times New Roman"/>
              </a:rPr>
              <a:t>void</a:t>
            </a:r>
            <a:r>
              <a:rPr b="0" i="0" lang="en-US" sz="1400" u="none">
                <a:solidFill>
                  <a:schemeClr val="dk1"/>
                </a:solidFill>
                <a:latin typeface="Times New Roman"/>
                <a:ea typeface="Times New Roman"/>
                <a:cs typeface="Times New Roman"/>
                <a:sym typeface="Times New Roman"/>
              </a:rPr>
              <a:t> calculateArea(){System.out.println(length*width);}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r>
              <a:rPr b="1" i="0" lang="en-US" sz="1400" u="none">
                <a:solidFill>
                  <a:schemeClr val="dk1"/>
                </a:solidFill>
                <a:latin typeface="Times New Roman"/>
                <a:ea typeface="Times New Roman"/>
                <a:cs typeface="Times New Roman"/>
                <a:sym typeface="Times New Roman"/>
              </a:rPr>
              <a:t>public</a:t>
            </a:r>
            <a:r>
              <a:rPr b="0" i="0" lang="en-US" sz="1400" u="none">
                <a:solidFill>
                  <a:schemeClr val="dk1"/>
                </a:solidFill>
                <a:latin typeface="Times New Roman"/>
                <a:ea typeface="Times New Roman"/>
                <a:cs typeface="Times New Roman"/>
                <a:sym typeface="Times New Roman"/>
              </a:rPr>
              <a:t> </a:t>
            </a:r>
            <a:r>
              <a:rPr b="1" i="0" lang="en-US" sz="1400" u="none">
                <a:solidFill>
                  <a:schemeClr val="dk1"/>
                </a:solidFill>
                <a:latin typeface="Times New Roman"/>
                <a:ea typeface="Times New Roman"/>
                <a:cs typeface="Times New Roman"/>
                <a:sym typeface="Times New Roman"/>
              </a:rPr>
              <a:t>static</a:t>
            </a:r>
            <a:r>
              <a:rPr b="0" i="0" lang="en-US" sz="1400" u="none">
                <a:solidFill>
                  <a:schemeClr val="dk1"/>
                </a:solidFill>
                <a:latin typeface="Times New Roman"/>
                <a:ea typeface="Times New Roman"/>
                <a:cs typeface="Times New Roman"/>
                <a:sym typeface="Times New Roman"/>
              </a:rPr>
              <a:t> </a:t>
            </a:r>
            <a:r>
              <a:rPr b="1" i="0" lang="en-US" sz="1400" u="none">
                <a:solidFill>
                  <a:schemeClr val="dk1"/>
                </a:solidFill>
                <a:latin typeface="Times New Roman"/>
                <a:ea typeface="Times New Roman"/>
                <a:cs typeface="Times New Roman"/>
                <a:sym typeface="Times New Roman"/>
              </a:rPr>
              <a:t>void</a:t>
            </a:r>
            <a:r>
              <a:rPr b="0" i="0" lang="en-US" sz="1400" u="none">
                <a:solidFill>
                  <a:schemeClr val="dk1"/>
                </a:solidFill>
                <a:latin typeface="Times New Roman"/>
                <a:ea typeface="Times New Roman"/>
                <a:cs typeface="Times New Roman"/>
                <a:sym typeface="Times New Roman"/>
              </a:rPr>
              <a:t> main(String args[]){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Rectangle r1=</a:t>
            </a:r>
            <a:r>
              <a:rPr b="1" i="0" lang="en-US" sz="1400" u="none">
                <a:solidFill>
                  <a:schemeClr val="dk1"/>
                </a:solidFill>
                <a:latin typeface="Times New Roman"/>
                <a:ea typeface="Times New Roman"/>
                <a:cs typeface="Times New Roman"/>
                <a:sym typeface="Times New Roman"/>
              </a:rPr>
              <a:t>new</a:t>
            </a:r>
            <a:r>
              <a:rPr b="0" i="0" lang="en-US" sz="1400" u="none">
                <a:solidFill>
                  <a:schemeClr val="dk1"/>
                </a:solidFill>
                <a:latin typeface="Times New Roman"/>
                <a:ea typeface="Times New Roman"/>
                <a:cs typeface="Times New Roman"/>
                <a:sym typeface="Times New Roman"/>
              </a:rPr>
              <a:t> Rectangle(),r2=</a:t>
            </a:r>
            <a:r>
              <a:rPr b="1" i="0" lang="en-US" sz="1400" u="none">
                <a:solidFill>
                  <a:schemeClr val="dk1"/>
                </a:solidFill>
                <a:latin typeface="Times New Roman"/>
                <a:ea typeface="Times New Roman"/>
                <a:cs typeface="Times New Roman"/>
                <a:sym typeface="Times New Roman"/>
              </a:rPr>
              <a:t>new</a:t>
            </a:r>
            <a:r>
              <a:rPr b="0" i="0" lang="en-US" sz="1400" u="none">
                <a:solidFill>
                  <a:schemeClr val="dk1"/>
                </a:solidFill>
                <a:latin typeface="Times New Roman"/>
                <a:ea typeface="Times New Roman"/>
                <a:cs typeface="Times New Roman"/>
                <a:sym typeface="Times New Roman"/>
              </a:rPr>
              <a:t> Rectangle();//creating two objects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r1.insert(11,5);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r2.insert(3,15);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r1.calculateArea();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r2.calculateArea();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280"/>
              </a:spcBef>
              <a:spcAft>
                <a:spcPts val="0"/>
              </a:spcAft>
              <a:buClr>
                <a:schemeClr val="accent1"/>
              </a:buClr>
              <a:buSzPts val="1190"/>
              <a:buFont typeface="Arial"/>
              <a:buNone/>
            </a:pPr>
            <a:r>
              <a:rPr b="0" i="0" lang="en-US" sz="1400" u="none">
                <a:solidFill>
                  <a:schemeClr val="dk1"/>
                </a:solidFill>
                <a:latin typeface="Times New Roman"/>
                <a:ea typeface="Times New Roman"/>
                <a:cs typeface="Times New Roman"/>
                <a:sym typeface="Times New Roman"/>
              </a:rPr>
              <a:t>}  </a:t>
            </a:r>
            <a:endParaRPr/>
          </a:p>
          <a:p>
            <a:pPr indent="-106998" lvl="0" marL="182563" marR="0" rtl="0" algn="l">
              <a:lnSpc>
                <a:spcPct val="100000"/>
              </a:lnSpc>
              <a:spcBef>
                <a:spcPts val="280"/>
              </a:spcBef>
              <a:spcAft>
                <a:spcPts val="0"/>
              </a:spcAft>
              <a:buClr>
                <a:schemeClr val="accent1"/>
              </a:buClr>
              <a:buSzPts val="1190"/>
              <a:buFont typeface="Arial"/>
              <a:buNone/>
            </a:pPr>
            <a:r>
              <a:t/>
            </a:r>
            <a:endParaRPr b="0" i="0" sz="1400" u="none">
              <a:solidFill>
                <a:schemeClr val="dk1"/>
              </a:solidFill>
              <a:latin typeface="Times New Roman"/>
              <a:ea typeface="Times New Roman"/>
              <a:cs typeface="Times New Roman"/>
              <a:sym typeface="Times New Roman"/>
            </a:endParaRPr>
          </a:p>
        </p:txBody>
      </p:sp>
      <p:sp>
        <p:nvSpPr>
          <p:cNvPr id="289" name="Google Shape;289;p24"/>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5"/>
          <p:cNvSpPr txBox="1"/>
          <p:nvPr>
            <p:ph type="title"/>
          </p:nvPr>
        </p:nvSpPr>
        <p:spPr>
          <a:xfrm>
            <a:off x="457200" y="381000"/>
            <a:ext cx="702468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Constructors</a:t>
            </a:r>
            <a:endParaRPr/>
          </a:p>
        </p:txBody>
      </p:sp>
      <p:sp>
        <p:nvSpPr>
          <p:cNvPr id="295" name="Google Shape;295;p25"/>
          <p:cNvSpPr txBox="1"/>
          <p:nvPr>
            <p:ph idx="1" type="body"/>
          </p:nvPr>
        </p:nvSpPr>
        <p:spPr>
          <a:xfrm>
            <a:off x="609600" y="1143000"/>
            <a:ext cx="7210425" cy="4689475"/>
          </a:xfrm>
          <a:prstGeom prst="rect">
            <a:avLst/>
          </a:prstGeom>
          <a:noFill/>
          <a:ln>
            <a:noFill/>
          </a:ln>
        </p:spPr>
        <p:txBody>
          <a:bodyPr anchorCtr="0" anchor="t" bIns="45700" lIns="91425" spcFirstLastPara="1" rIns="91425" wrap="square" tIns="45700">
            <a:normAutofit/>
          </a:bodyPr>
          <a:lstStyle/>
          <a:p>
            <a:pPr indent="-182562" lvl="0" marL="182562" marR="0" rtl="0" algn="l">
              <a:lnSpc>
                <a:spcPct val="90000"/>
              </a:lnSpc>
              <a:spcBef>
                <a:spcPts val="0"/>
              </a:spcBef>
              <a:spcAft>
                <a:spcPts val="0"/>
              </a:spcAft>
              <a:buClr>
                <a:schemeClr val="accent1"/>
              </a:buClr>
              <a:buSzPts val="2040"/>
              <a:buFont typeface="Arial"/>
              <a:buChar char="•"/>
            </a:pPr>
            <a:r>
              <a:rPr b="0" i="0" lang="en-US" sz="2400" u="none">
                <a:solidFill>
                  <a:schemeClr val="dk1"/>
                </a:solidFill>
                <a:latin typeface="Times New Roman"/>
                <a:ea typeface="Times New Roman"/>
                <a:cs typeface="Times New Roman"/>
                <a:sym typeface="Times New Roman"/>
              </a:rPr>
              <a:t>A constructor </a:t>
            </a:r>
            <a:r>
              <a:rPr b="1" i="0" lang="en-US" sz="2400" u="none">
                <a:solidFill>
                  <a:schemeClr val="dk1"/>
                </a:solidFill>
                <a:latin typeface="Times New Roman"/>
                <a:ea typeface="Times New Roman"/>
                <a:cs typeface="Times New Roman"/>
                <a:sym typeface="Times New Roman"/>
              </a:rPr>
              <a:t>initializes an object </a:t>
            </a:r>
            <a:r>
              <a:rPr b="0" i="0" lang="en-US" sz="2400" u="none">
                <a:solidFill>
                  <a:schemeClr val="dk1"/>
                </a:solidFill>
                <a:latin typeface="Times New Roman"/>
                <a:ea typeface="Times New Roman"/>
                <a:cs typeface="Times New Roman"/>
                <a:sym typeface="Times New Roman"/>
              </a:rPr>
              <a:t>when it is created. It has the same name as its class and is syntactically similar to a method. However, constructors have no explicit return type.</a:t>
            </a:r>
            <a:endParaRPr/>
          </a:p>
          <a:p>
            <a:pPr indent="-182562" lvl="0" marL="182562" marR="0" rtl="0" algn="l">
              <a:lnSpc>
                <a:spcPct val="90000"/>
              </a:lnSpc>
              <a:spcBef>
                <a:spcPts val="480"/>
              </a:spcBef>
              <a:spcAft>
                <a:spcPts val="0"/>
              </a:spcAft>
              <a:buClr>
                <a:schemeClr val="accent1"/>
              </a:buClr>
              <a:buSzPts val="2040"/>
              <a:buFont typeface="Arial"/>
              <a:buChar char="•"/>
            </a:pPr>
            <a:r>
              <a:rPr b="0" i="0" lang="en-US" sz="2400" u="none">
                <a:solidFill>
                  <a:schemeClr val="dk1"/>
                </a:solidFill>
                <a:latin typeface="Times New Roman"/>
                <a:ea typeface="Times New Roman"/>
                <a:cs typeface="Times New Roman"/>
                <a:sym typeface="Times New Roman"/>
              </a:rPr>
              <a:t>We use a constructor to give initial values to the instance variables defined by the class, or to perform any other startup procedures required to create a fully formed object.</a:t>
            </a:r>
            <a:endParaRPr/>
          </a:p>
          <a:p>
            <a:pPr indent="-182562" lvl="0" marL="182562" marR="0" rtl="0" algn="l">
              <a:lnSpc>
                <a:spcPct val="90000"/>
              </a:lnSpc>
              <a:spcBef>
                <a:spcPts val="480"/>
              </a:spcBef>
              <a:spcAft>
                <a:spcPts val="0"/>
              </a:spcAft>
              <a:buClr>
                <a:schemeClr val="accent1"/>
              </a:buClr>
              <a:buSzPts val="2040"/>
              <a:buFont typeface="Arial"/>
              <a:buChar char="•"/>
            </a:pPr>
            <a:r>
              <a:rPr b="0" i="0" lang="en-US" sz="2400" u="none">
                <a:solidFill>
                  <a:schemeClr val="dk1"/>
                </a:solidFill>
                <a:latin typeface="Times New Roman"/>
                <a:ea typeface="Times New Roman"/>
                <a:cs typeface="Times New Roman"/>
                <a:sym typeface="Times New Roman"/>
              </a:rPr>
              <a:t>All classes have constructors, whether you define one or not, because Java automatically provides a default constructor that initializes all member variables to zero. However, once you define your own constructor, the default constructor is no longer used.</a:t>
            </a:r>
            <a:endParaRPr/>
          </a:p>
          <a:p>
            <a:pPr indent="-182562" lvl="0" marL="182562" marR="0" rtl="0" algn="l">
              <a:lnSpc>
                <a:spcPct val="90000"/>
              </a:lnSpc>
              <a:spcBef>
                <a:spcPts val="480"/>
              </a:spcBef>
              <a:spcAft>
                <a:spcPts val="0"/>
              </a:spcAft>
              <a:buClr>
                <a:schemeClr val="accent1"/>
              </a:buClr>
              <a:buSzPts val="2040"/>
              <a:buFont typeface="Arial"/>
              <a:buNone/>
            </a:pPr>
            <a:r>
              <a:t/>
            </a:r>
            <a:endParaRPr b="0" i="0" sz="2400" u="none">
              <a:solidFill>
                <a:schemeClr val="dk1"/>
              </a:solidFill>
              <a:latin typeface="Times New Roman"/>
              <a:ea typeface="Times New Roman"/>
              <a:cs typeface="Times New Roman"/>
              <a:sym typeface="Times New Roman"/>
            </a:endParaRPr>
          </a:p>
          <a:p>
            <a:pPr indent="-53022" lvl="0" marL="182562" marR="0" rtl="0" algn="l">
              <a:lnSpc>
                <a:spcPct val="90000"/>
              </a:lnSpc>
              <a:spcBef>
                <a:spcPts val="480"/>
              </a:spcBef>
              <a:spcAft>
                <a:spcPts val="0"/>
              </a:spcAft>
              <a:buClr>
                <a:schemeClr val="accent1"/>
              </a:buClr>
              <a:buSzPts val="2040"/>
              <a:buFont typeface="Arial"/>
              <a:buNone/>
            </a:pPr>
            <a:r>
              <a:t/>
            </a:r>
            <a:endParaRPr b="0" i="0" sz="2400" u="none">
              <a:solidFill>
                <a:schemeClr val="dk1"/>
              </a:solidFill>
              <a:latin typeface="Times New Roman"/>
              <a:ea typeface="Times New Roman"/>
              <a:cs typeface="Times New Roman"/>
              <a:sym typeface="Times New Roman"/>
            </a:endParaRPr>
          </a:p>
          <a:p>
            <a:pPr indent="-53023" lvl="0" marL="182563"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Times New Roman"/>
              <a:ea typeface="Times New Roman"/>
              <a:cs typeface="Times New Roman"/>
              <a:sym typeface="Times New Roman"/>
            </a:endParaRPr>
          </a:p>
        </p:txBody>
      </p:sp>
      <p:sp>
        <p:nvSpPr>
          <p:cNvPr id="296" name="Google Shape;296;p25"/>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6"/>
          <p:cNvSpPr txBox="1"/>
          <p:nvPr>
            <p:ph type="title"/>
          </p:nvPr>
        </p:nvSpPr>
        <p:spPr>
          <a:xfrm>
            <a:off x="457200" y="168275"/>
            <a:ext cx="7024687" cy="838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Types of Constructors</a:t>
            </a:r>
            <a:endParaRPr/>
          </a:p>
        </p:txBody>
      </p:sp>
      <p:sp>
        <p:nvSpPr>
          <p:cNvPr id="302" name="Google Shape;302;p26"/>
          <p:cNvSpPr txBox="1"/>
          <p:nvPr>
            <p:ph idx="1" type="body"/>
          </p:nvPr>
        </p:nvSpPr>
        <p:spPr>
          <a:xfrm>
            <a:off x="533400" y="914400"/>
            <a:ext cx="7286625" cy="4918075"/>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1830"/>
              <a:buFont typeface="Arial"/>
              <a:buChar char="•"/>
            </a:pPr>
            <a:r>
              <a:rPr b="0" i="0" lang="en-US" sz="2100" u="none">
                <a:solidFill>
                  <a:schemeClr val="dk1"/>
                </a:solidFill>
                <a:latin typeface="Arial"/>
                <a:ea typeface="Arial"/>
                <a:cs typeface="Arial"/>
                <a:sym typeface="Arial"/>
              </a:rPr>
              <a:t>There are two types of constructors:</a:t>
            </a:r>
            <a:endParaRPr sz="2700"/>
          </a:p>
          <a:p>
            <a:pPr indent="-201611" lvl="1" marL="457200" marR="0" rtl="0" algn="l">
              <a:lnSpc>
                <a:spcPct val="100000"/>
              </a:lnSpc>
              <a:spcBef>
                <a:spcPts val="320"/>
              </a:spcBef>
              <a:spcAft>
                <a:spcPts val="0"/>
              </a:spcAft>
              <a:buClr>
                <a:schemeClr val="accent1"/>
              </a:buClr>
              <a:buSzPts val="1660"/>
              <a:buFont typeface="Arial"/>
              <a:buChar char="•"/>
            </a:pPr>
            <a:r>
              <a:rPr b="1" i="0" lang="en-US" sz="1900" u="none" cap="none" strike="noStrike">
                <a:solidFill>
                  <a:schemeClr val="dk1"/>
                </a:solidFill>
                <a:latin typeface="Arial"/>
                <a:ea typeface="Arial"/>
                <a:cs typeface="Arial"/>
                <a:sym typeface="Arial"/>
              </a:rPr>
              <a:t>Default constructor </a:t>
            </a:r>
            <a:r>
              <a:rPr b="0" i="0" lang="en-US" sz="1900" u="none" cap="none" strike="noStrike">
                <a:solidFill>
                  <a:schemeClr val="dk1"/>
                </a:solidFill>
                <a:latin typeface="Arial"/>
                <a:ea typeface="Arial"/>
                <a:cs typeface="Arial"/>
                <a:sym typeface="Arial"/>
              </a:rPr>
              <a:t>(no-arg constructor): Default constructor provides the default values to the object like 0, null etc.  It will be invoked at the time of object creation.depending on the type. &lt;class_name&gt;(){} </a:t>
            </a:r>
            <a:endParaRPr sz="2300"/>
          </a:p>
          <a:p>
            <a:pPr indent="-201611" lvl="1" marL="457200" marR="0" rtl="0" algn="l">
              <a:lnSpc>
                <a:spcPct val="100000"/>
              </a:lnSpc>
              <a:spcBef>
                <a:spcPts val="320"/>
              </a:spcBef>
              <a:spcAft>
                <a:spcPts val="0"/>
              </a:spcAft>
              <a:buClr>
                <a:schemeClr val="accent1"/>
              </a:buClr>
              <a:buSzPts val="1660"/>
              <a:buFont typeface="Arial"/>
              <a:buChar char="•"/>
            </a:pPr>
            <a:r>
              <a:rPr b="1" i="0" lang="en-US" sz="1900" u="none" cap="none" strike="noStrike">
                <a:solidFill>
                  <a:schemeClr val="dk1"/>
                </a:solidFill>
                <a:latin typeface="Arial"/>
                <a:ea typeface="Arial"/>
                <a:cs typeface="Arial"/>
                <a:sym typeface="Arial"/>
              </a:rPr>
              <a:t>Parameterized constructor</a:t>
            </a:r>
            <a:r>
              <a:rPr b="0" i="0" lang="en-US" sz="1900" u="none" cap="none" strike="noStrike">
                <a:solidFill>
                  <a:schemeClr val="dk1"/>
                </a:solidFill>
                <a:latin typeface="Arial"/>
                <a:ea typeface="Arial"/>
                <a:cs typeface="Arial"/>
                <a:sym typeface="Arial"/>
              </a:rPr>
              <a:t>: A constructor that have parameters. Parameterized constructor is used to provide different values to the distinct objects.</a:t>
            </a:r>
            <a:endParaRPr sz="2300"/>
          </a:p>
          <a:p>
            <a:pPr indent="-182562" lvl="0" marL="182562" marR="0" rtl="0" algn="l">
              <a:lnSpc>
                <a:spcPct val="100000"/>
              </a:lnSpc>
              <a:spcBef>
                <a:spcPts val="360"/>
              </a:spcBef>
              <a:spcAft>
                <a:spcPts val="0"/>
              </a:spcAft>
              <a:buClr>
                <a:schemeClr val="accent1"/>
              </a:buClr>
              <a:buSzPts val="1830"/>
              <a:buFont typeface="Arial"/>
              <a:buChar char="•"/>
            </a:pPr>
            <a:r>
              <a:rPr b="0" i="0" lang="en-US" sz="2100" u="none">
                <a:solidFill>
                  <a:schemeClr val="dk1"/>
                </a:solidFill>
                <a:latin typeface="Arial"/>
                <a:ea typeface="Arial"/>
                <a:cs typeface="Arial"/>
                <a:sym typeface="Arial"/>
              </a:rPr>
              <a:t>There is no copy constructor in java. But, we can copy the values of one object to another like copy constructor in C++.</a:t>
            </a:r>
            <a:endParaRPr sz="2700"/>
          </a:p>
          <a:p>
            <a:pPr indent="-201612" lvl="3" marL="1004887" marR="0" rtl="0" algn="l">
              <a:lnSpc>
                <a:spcPct val="100000"/>
              </a:lnSpc>
              <a:spcBef>
                <a:spcPts val="360"/>
              </a:spcBef>
              <a:spcAft>
                <a:spcPts val="0"/>
              </a:spcAft>
              <a:buClr>
                <a:schemeClr val="accent1"/>
              </a:buClr>
              <a:buSzPts val="2100"/>
              <a:buFont typeface="Arial"/>
              <a:buChar char="•"/>
            </a:pPr>
            <a:r>
              <a:rPr b="0" i="0" lang="en-US" sz="2100" u="none" cap="none" strike="noStrike">
                <a:solidFill>
                  <a:schemeClr val="dk1"/>
                </a:solidFill>
                <a:latin typeface="Arial"/>
                <a:ea typeface="Arial"/>
                <a:cs typeface="Arial"/>
                <a:sym typeface="Arial"/>
              </a:rPr>
              <a:t>By constructor</a:t>
            </a:r>
            <a:endParaRPr sz="1900"/>
          </a:p>
          <a:p>
            <a:pPr indent="-201612" lvl="3" marL="1004887" marR="0" rtl="0" algn="l">
              <a:lnSpc>
                <a:spcPct val="100000"/>
              </a:lnSpc>
              <a:spcBef>
                <a:spcPts val="360"/>
              </a:spcBef>
              <a:spcAft>
                <a:spcPts val="0"/>
              </a:spcAft>
              <a:buClr>
                <a:schemeClr val="accent1"/>
              </a:buClr>
              <a:buSzPts val="2100"/>
              <a:buFont typeface="Arial"/>
              <a:buChar char="•"/>
            </a:pPr>
            <a:r>
              <a:rPr b="0" i="0" lang="en-US" sz="2100" u="none" cap="none" strike="noStrike">
                <a:solidFill>
                  <a:schemeClr val="dk1"/>
                </a:solidFill>
                <a:latin typeface="Arial"/>
                <a:ea typeface="Arial"/>
                <a:cs typeface="Arial"/>
                <a:sym typeface="Arial"/>
              </a:rPr>
              <a:t>By assigning the values of one object into another</a:t>
            </a:r>
            <a:endParaRPr sz="1900"/>
          </a:p>
          <a:p>
            <a:pPr indent="-201612" lvl="3" marL="1004887" marR="0" rtl="0" algn="l">
              <a:lnSpc>
                <a:spcPct val="100000"/>
              </a:lnSpc>
              <a:spcBef>
                <a:spcPts val="360"/>
              </a:spcBef>
              <a:spcAft>
                <a:spcPts val="0"/>
              </a:spcAft>
              <a:buClr>
                <a:schemeClr val="accent1"/>
              </a:buClr>
              <a:buSzPts val="2100"/>
              <a:buFont typeface="Arial"/>
              <a:buChar char="•"/>
            </a:pPr>
            <a:r>
              <a:rPr b="0" i="0" lang="en-US" sz="2100" u="none" cap="none" strike="noStrike">
                <a:solidFill>
                  <a:schemeClr val="dk1"/>
                </a:solidFill>
                <a:latin typeface="Arial"/>
                <a:ea typeface="Arial"/>
                <a:cs typeface="Arial"/>
                <a:sym typeface="Arial"/>
              </a:rPr>
              <a:t>By clone() method of Object class</a:t>
            </a:r>
            <a:endParaRPr sz="1900"/>
          </a:p>
          <a:p>
            <a:pPr indent="-85407" lvl="0" marL="182562" marR="0" rtl="0" algn="l">
              <a:lnSpc>
                <a:spcPct val="100000"/>
              </a:lnSpc>
              <a:spcBef>
                <a:spcPts val="360"/>
              </a:spcBef>
              <a:spcAft>
                <a:spcPts val="0"/>
              </a:spcAft>
              <a:buClr>
                <a:schemeClr val="accent1"/>
              </a:buClr>
              <a:buSzPts val="1530"/>
              <a:buFont typeface="Arial"/>
              <a:buNone/>
            </a:pPr>
            <a:r>
              <a:t/>
            </a:r>
            <a:endParaRPr b="0" i="0" sz="2100" u="none">
              <a:solidFill>
                <a:schemeClr val="dk1"/>
              </a:solidFill>
              <a:latin typeface="Arial"/>
              <a:ea typeface="Arial"/>
              <a:cs typeface="Arial"/>
              <a:sym typeface="Arial"/>
            </a:endParaRPr>
          </a:p>
          <a:p>
            <a:pPr indent="-85407" lvl="0" marL="182562" marR="0" rtl="0" algn="l">
              <a:lnSpc>
                <a:spcPct val="100000"/>
              </a:lnSpc>
              <a:spcBef>
                <a:spcPts val="360"/>
              </a:spcBef>
              <a:spcAft>
                <a:spcPts val="0"/>
              </a:spcAft>
              <a:buClr>
                <a:schemeClr val="accent1"/>
              </a:buClr>
              <a:buSzPts val="1530"/>
              <a:buFont typeface="Arial"/>
              <a:buNone/>
            </a:pPr>
            <a:r>
              <a:t/>
            </a:r>
            <a:endParaRPr b="0" i="0" sz="2100" u="none">
              <a:solidFill>
                <a:schemeClr val="dk1"/>
              </a:solidFill>
              <a:latin typeface="Arial"/>
              <a:ea typeface="Arial"/>
              <a:cs typeface="Arial"/>
              <a:sym typeface="Arial"/>
            </a:endParaRPr>
          </a:p>
          <a:p>
            <a:pPr indent="-85407" lvl="0" marL="182563" marR="0" rtl="0" algn="l">
              <a:lnSpc>
                <a:spcPct val="100000"/>
              </a:lnSpc>
              <a:spcBef>
                <a:spcPts val="360"/>
              </a:spcBef>
              <a:spcAft>
                <a:spcPts val="0"/>
              </a:spcAft>
              <a:buClr>
                <a:schemeClr val="accent1"/>
              </a:buClr>
              <a:buSzPts val="1530"/>
              <a:buFont typeface="Arial"/>
              <a:buNone/>
            </a:pPr>
            <a:r>
              <a:t/>
            </a:r>
            <a:endParaRPr b="0" i="0" sz="2100" u="none">
              <a:solidFill>
                <a:schemeClr val="dk1"/>
              </a:solidFill>
              <a:latin typeface="Arial"/>
              <a:ea typeface="Arial"/>
              <a:cs typeface="Arial"/>
              <a:sym typeface="Arial"/>
            </a:endParaRPr>
          </a:p>
        </p:txBody>
      </p:sp>
      <p:sp>
        <p:nvSpPr>
          <p:cNvPr id="303" name="Google Shape;303;p26"/>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7"/>
          <p:cNvSpPr txBox="1"/>
          <p:nvPr>
            <p:ph type="title"/>
          </p:nvPr>
        </p:nvSpPr>
        <p:spPr>
          <a:xfrm>
            <a:off x="533400" y="457200"/>
            <a:ext cx="702468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Method</a:t>
            </a:r>
            <a:endParaRPr/>
          </a:p>
        </p:txBody>
      </p:sp>
      <p:sp>
        <p:nvSpPr>
          <p:cNvPr id="309" name="Google Shape;309;p27"/>
          <p:cNvSpPr txBox="1"/>
          <p:nvPr>
            <p:ph idx="1" type="body"/>
          </p:nvPr>
        </p:nvSpPr>
        <p:spPr>
          <a:xfrm>
            <a:off x="838200" y="1371600"/>
            <a:ext cx="6981825" cy="4460875"/>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A Java method is a collection of statements that are grouped together to perform an operation. Syntax is</a:t>
            </a:r>
            <a:endParaRPr/>
          </a:p>
          <a:p>
            <a:pPr indent="-182562" lvl="0" marL="182562" marR="0" rtl="0" algn="l">
              <a:lnSpc>
                <a:spcPct val="100000"/>
              </a:lnSpc>
              <a:spcBef>
                <a:spcPts val="480"/>
              </a:spcBef>
              <a:spcAft>
                <a:spcPts val="0"/>
              </a:spcAft>
              <a:buClr>
                <a:schemeClr val="accent1"/>
              </a:buClr>
              <a:buSzPts val="2040"/>
              <a:buFont typeface="Arial"/>
              <a:buNone/>
            </a:pPr>
            <a:r>
              <a:rPr b="0" i="0" lang="en-US" sz="2400" u="none">
                <a:solidFill>
                  <a:schemeClr val="dk1"/>
                </a:solidFill>
                <a:latin typeface="Angsana New"/>
                <a:ea typeface="Angsana New"/>
                <a:cs typeface="Angsana New"/>
                <a:sym typeface="Angsana New"/>
              </a:rPr>
              <a:t>modifier returnType nameOfMethod (Parameter List) { // method body }</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Modifier is optional. There are two ways in which a method is called i.e. method returns a value or returning nothing</a:t>
            </a:r>
            <a:endParaRPr/>
          </a:p>
        </p:txBody>
      </p:sp>
      <p:sp>
        <p:nvSpPr>
          <p:cNvPr id="310" name="Google Shape;310;p27"/>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8"/>
          <p:cNvSpPr txBox="1"/>
          <p:nvPr>
            <p:ph type="title"/>
          </p:nvPr>
        </p:nvSpPr>
        <p:spPr>
          <a:xfrm>
            <a:off x="457200" y="228600"/>
            <a:ext cx="7024687" cy="762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sz="4000">
              <a:solidFill>
                <a:schemeClr val="dk2"/>
              </a:solidFill>
              <a:latin typeface="Arial"/>
              <a:ea typeface="Arial"/>
              <a:cs typeface="Arial"/>
              <a:sym typeface="Arial"/>
            </a:endParaRPr>
          </a:p>
        </p:txBody>
      </p:sp>
      <p:graphicFrame>
        <p:nvGraphicFramePr>
          <p:cNvPr id="316" name="Google Shape;316;p28"/>
          <p:cNvGraphicFramePr/>
          <p:nvPr/>
        </p:nvGraphicFramePr>
        <p:xfrm>
          <a:off x="609600" y="1066800"/>
          <a:ext cx="3000000" cy="3000000"/>
        </p:xfrm>
        <a:graphic>
          <a:graphicData uri="http://schemas.openxmlformats.org/drawingml/2006/table">
            <a:tbl>
              <a:tblPr>
                <a:noFill/>
                <a:tableStyleId>{BF6C83B4-7225-42DA-87CA-8739FA0061FB}</a:tableStyleId>
              </a:tblPr>
              <a:tblGrid>
                <a:gridCol w="481000"/>
                <a:gridCol w="2895600"/>
                <a:gridCol w="3400425"/>
              </a:tblGrid>
              <a:tr h="639750">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Si</a:t>
                      </a:r>
                      <a:endParaRPr sz="1400" u="none" cap="none" strike="noStrike"/>
                    </a:p>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no</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Constructor</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Method</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914400">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1</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Constructor is used to initialize the </a:t>
                      </a:r>
                      <a:r>
                        <a:rPr b="1" i="0" lang="en-US" sz="1800" u="none" cap="none" strike="noStrike">
                          <a:solidFill>
                            <a:srgbClr val="292934"/>
                          </a:solidFill>
                          <a:latin typeface="Arial"/>
                          <a:ea typeface="Arial"/>
                          <a:cs typeface="Arial"/>
                          <a:sym typeface="Arial"/>
                        </a:rPr>
                        <a:t>state</a:t>
                      </a:r>
                      <a:r>
                        <a:rPr b="0" i="0" lang="en-US" sz="1800" u="none" cap="none" strike="noStrike">
                          <a:solidFill>
                            <a:srgbClr val="292934"/>
                          </a:solidFill>
                          <a:latin typeface="Arial"/>
                          <a:ea typeface="Arial"/>
                          <a:cs typeface="Arial"/>
                          <a:sym typeface="Arial"/>
                        </a:rPr>
                        <a:t> of an object.</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Method is used to expose </a:t>
                      </a:r>
                      <a:r>
                        <a:rPr b="1" i="0" lang="en-US" sz="1800" u="none" cap="none" strike="noStrike">
                          <a:solidFill>
                            <a:srgbClr val="292934"/>
                          </a:solidFill>
                          <a:latin typeface="Arial"/>
                          <a:ea typeface="Arial"/>
                          <a:cs typeface="Arial"/>
                          <a:sym typeface="Arial"/>
                        </a:rPr>
                        <a:t>behaviour</a:t>
                      </a:r>
                      <a:r>
                        <a:rPr b="0" i="0" lang="en-US" sz="1800" u="none" cap="none" strike="noStrike">
                          <a:solidFill>
                            <a:srgbClr val="292934"/>
                          </a:solidFill>
                          <a:latin typeface="Arial"/>
                          <a:ea typeface="Arial"/>
                          <a:cs typeface="Arial"/>
                          <a:sym typeface="Arial"/>
                        </a:rPr>
                        <a:t> of an object.</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r>
              <a:tr h="639750">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2</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Constructor must not have return type</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Method must have return type.</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r>
              <a:tr h="639750">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3</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Constructor is invoked implicitly.</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Method is invoked explicitly.</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r>
              <a:tr h="1189025">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4</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The java compiler provides a default constructor if you don't have any constructor.</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Method is not provided by compiler in any case.</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r>
              <a:tr h="914400">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5</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Constructor name must be same as the class name</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292934"/>
                        </a:buClr>
                        <a:buSzPts val="1800"/>
                        <a:buFont typeface="Arial"/>
                        <a:buNone/>
                      </a:pPr>
                      <a:r>
                        <a:rPr b="0" i="0" lang="en-US" sz="1800" u="none" cap="none" strike="noStrike">
                          <a:solidFill>
                            <a:srgbClr val="292934"/>
                          </a:solidFill>
                          <a:latin typeface="Arial"/>
                          <a:ea typeface="Arial"/>
                          <a:cs typeface="Arial"/>
                          <a:sym typeface="Arial"/>
                        </a:rPr>
                        <a:t>Method name may or may not be same as class name.</a:t>
                      </a:r>
                      <a:endParaRPr sz="1400" u="none" cap="none" strike="noStrike"/>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r>
            </a:tbl>
          </a:graphicData>
        </a:graphic>
      </p:graphicFrame>
      <p:sp>
        <p:nvSpPr>
          <p:cNvPr id="317" name="Google Shape;317;p28"/>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parametarized constructor</a:t>
            </a:r>
            <a:br>
              <a:rPr b="0" i="0" lang="en-US" sz="3600" u="none">
                <a:solidFill>
                  <a:schemeClr val="dk2"/>
                </a:solidFill>
                <a:latin typeface="Arial"/>
                <a:ea typeface="Arial"/>
                <a:cs typeface="Arial"/>
                <a:sym typeface="Arial"/>
              </a:rPr>
            </a:br>
            <a:endParaRPr/>
          </a:p>
        </p:txBody>
      </p:sp>
      <p:sp>
        <p:nvSpPr>
          <p:cNvPr id="323" name="Google Shape;323;p29"/>
          <p:cNvSpPr txBox="1"/>
          <p:nvPr>
            <p:ph idx="1" type="body"/>
          </p:nvPr>
        </p:nvSpPr>
        <p:spPr>
          <a:xfrm>
            <a:off x="990600" y="1524000"/>
            <a:ext cx="6829425" cy="4308475"/>
          </a:xfrm>
          <a:prstGeom prst="rect">
            <a:avLst/>
          </a:prstGeom>
          <a:noFill/>
          <a:ln>
            <a:noFill/>
          </a:ln>
        </p:spPr>
        <p:txBody>
          <a:bodyPr anchorCtr="0" anchor="t" bIns="45700" lIns="91425" spcFirstLastPara="1" rIns="91425" wrap="square" tIns="45700">
            <a:noAutofit/>
          </a:bodyPr>
          <a:lstStyle/>
          <a:p>
            <a:pPr indent="-97155" lvl="0" marL="69850" marR="0" rtl="0" algn="l">
              <a:lnSpc>
                <a:spcPct val="100000"/>
              </a:lnSpc>
              <a:spcBef>
                <a:spcPts val="0"/>
              </a:spcBef>
              <a:spcAft>
                <a:spcPts val="0"/>
              </a:spcAft>
              <a:buClr>
                <a:schemeClr val="accent1"/>
              </a:buClr>
              <a:buSzPts val="1530"/>
              <a:buFont typeface="Arial"/>
              <a:buChar char="•"/>
            </a:pPr>
            <a:r>
              <a:rPr b="0" i="0" lang="en-US" sz="1800" u="none">
                <a:solidFill>
                  <a:schemeClr val="dk1"/>
                </a:solidFill>
                <a:latin typeface="Arial"/>
                <a:ea typeface="Arial"/>
                <a:cs typeface="Arial"/>
                <a:sym typeface="Arial"/>
              </a:rPr>
              <a:t>A default constructor does not have any parameter, but if you need, a constructor can have parameters. This helps you to assign initial value to an object at the time of its creation </a:t>
            </a:r>
            <a:endParaRPr b="0" i="0" sz="1800" u="none">
              <a:solidFill>
                <a:schemeClr val="dk1"/>
              </a:solidFill>
              <a:latin typeface="Times New Roman"/>
              <a:ea typeface="Times New Roman"/>
              <a:cs typeface="Times New Roman"/>
              <a:sym typeface="Times New Roman"/>
            </a:endParaRPr>
          </a:p>
          <a:p>
            <a:pPr indent="0" lvl="0" marL="69850" marR="0" rtl="0" algn="l">
              <a:lnSpc>
                <a:spcPct val="100000"/>
              </a:lnSpc>
              <a:spcBef>
                <a:spcPts val="360"/>
              </a:spcBef>
              <a:spcAft>
                <a:spcPts val="0"/>
              </a:spcAft>
              <a:buClr>
                <a:schemeClr val="accent1"/>
              </a:buClr>
              <a:buSzPts val="1530"/>
              <a:buFont typeface="Arial"/>
              <a:buNone/>
            </a:pPr>
            <a:r>
              <a:rPr b="0" i="0" lang="en-US" sz="1800" u="none">
                <a:solidFill>
                  <a:schemeClr val="dk1"/>
                </a:solidFill>
                <a:latin typeface="Times New Roman"/>
                <a:ea typeface="Times New Roman"/>
                <a:cs typeface="Times New Roman"/>
                <a:sym typeface="Times New Roman"/>
              </a:rPr>
              <a:t>class MyClass {</a:t>
            </a:r>
            <a:endParaRPr/>
          </a:p>
          <a:p>
            <a:pPr indent="0" lvl="0" marL="69850" marR="0" rtl="0" algn="l">
              <a:lnSpc>
                <a:spcPct val="100000"/>
              </a:lnSpc>
              <a:spcBef>
                <a:spcPts val="360"/>
              </a:spcBef>
              <a:spcAft>
                <a:spcPts val="0"/>
              </a:spcAft>
              <a:buClr>
                <a:schemeClr val="accent1"/>
              </a:buClr>
              <a:buSzPts val="1530"/>
              <a:buFont typeface="Arial"/>
              <a:buNone/>
            </a:pPr>
            <a:r>
              <a:rPr b="0" i="0" lang="en-US" sz="1800" u="none">
                <a:solidFill>
                  <a:schemeClr val="dk1"/>
                </a:solidFill>
                <a:latin typeface="Times New Roman"/>
                <a:ea typeface="Times New Roman"/>
                <a:cs typeface="Times New Roman"/>
                <a:sym typeface="Times New Roman"/>
              </a:rPr>
              <a:t> int x; // Following is the constructor MyClass(int i ) {</a:t>
            </a:r>
            <a:endParaRPr/>
          </a:p>
          <a:p>
            <a:pPr indent="0" lvl="0" marL="69850" marR="0" rtl="0" algn="l">
              <a:lnSpc>
                <a:spcPct val="100000"/>
              </a:lnSpc>
              <a:spcBef>
                <a:spcPts val="360"/>
              </a:spcBef>
              <a:spcAft>
                <a:spcPts val="0"/>
              </a:spcAft>
              <a:buClr>
                <a:schemeClr val="accent1"/>
              </a:buClr>
              <a:buSzPts val="1530"/>
              <a:buFont typeface="Arial"/>
              <a:buNone/>
            </a:pPr>
            <a:r>
              <a:rPr b="0" i="0" lang="en-US" sz="1800" u="none">
                <a:solidFill>
                  <a:schemeClr val="dk1"/>
                </a:solidFill>
                <a:latin typeface="Times New Roman"/>
                <a:ea typeface="Times New Roman"/>
                <a:cs typeface="Times New Roman"/>
                <a:sym typeface="Times New Roman"/>
              </a:rPr>
              <a:t> x = i;</a:t>
            </a:r>
            <a:endParaRPr/>
          </a:p>
          <a:p>
            <a:pPr indent="0" lvl="0" marL="69850" marR="0" rtl="0" algn="l">
              <a:lnSpc>
                <a:spcPct val="100000"/>
              </a:lnSpc>
              <a:spcBef>
                <a:spcPts val="360"/>
              </a:spcBef>
              <a:spcAft>
                <a:spcPts val="0"/>
              </a:spcAft>
              <a:buClr>
                <a:schemeClr val="accent1"/>
              </a:buClr>
              <a:buSzPts val="1530"/>
              <a:buFont typeface="Arial"/>
              <a:buNone/>
            </a:pPr>
            <a:r>
              <a:rPr b="0" i="0" lang="en-US" sz="18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360"/>
              </a:spcBef>
              <a:spcAft>
                <a:spcPts val="0"/>
              </a:spcAft>
              <a:buClr>
                <a:schemeClr val="accent1"/>
              </a:buClr>
              <a:buSzPts val="1530"/>
              <a:buFont typeface="Arial"/>
              <a:buNone/>
            </a:pPr>
            <a:r>
              <a:rPr b="0" i="0" lang="en-US" sz="1800" u="none">
                <a:solidFill>
                  <a:schemeClr val="dk1"/>
                </a:solidFill>
                <a:latin typeface="Times New Roman"/>
                <a:ea typeface="Times New Roman"/>
                <a:cs typeface="Times New Roman"/>
                <a:sym typeface="Times New Roman"/>
              </a:rPr>
              <a:t> }</a:t>
            </a:r>
            <a:endParaRPr/>
          </a:p>
          <a:p>
            <a:pPr indent="0" lvl="0" marL="69850" marR="0" rtl="0" algn="l">
              <a:lnSpc>
                <a:spcPct val="100000"/>
              </a:lnSpc>
              <a:spcBef>
                <a:spcPts val="360"/>
              </a:spcBef>
              <a:spcAft>
                <a:spcPts val="0"/>
              </a:spcAft>
              <a:buClr>
                <a:schemeClr val="accent1"/>
              </a:buClr>
              <a:buSzPts val="1530"/>
              <a:buFont typeface="Arial"/>
              <a:buNone/>
            </a:pPr>
            <a:r>
              <a:rPr b="0" i="0" lang="en-US" sz="1800" u="none">
                <a:solidFill>
                  <a:schemeClr val="dk1"/>
                </a:solidFill>
                <a:latin typeface="Times New Roman"/>
                <a:ea typeface="Times New Roman"/>
                <a:cs typeface="Times New Roman"/>
                <a:sym typeface="Times New Roman"/>
              </a:rPr>
              <a:t>public class ConsDemo {</a:t>
            </a:r>
            <a:endParaRPr/>
          </a:p>
          <a:p>
            <a:pPr indent="0" lvl="0" marL="69850" marR="0" rtl="0" algn="l">
              <a:lnSpc>
                <a:spcPct val="100000"/>
              </a:lnSpc>
              <a:spcBef>
                <a:spcPts val="360"/>
              </a:spcBef>
              <a:spcAft>
                <a:spcPts val="0"/>
              </a:spcAft>
              <a:buClr>
                <a:schemeClr val="accent1"/>
              </a:buClr>
              <a:buSzPts val="1530"/>
              <a:buFont typeface="Arial"/>
              <a:buNone/>
            </a:pPr>
            <a:r>
              <a:rPr b="0" i="0" lang="en-US" sz="1800" u="none">
                <a:solidFill>
                  <a:schemeClr val="dk1"/>
                </a:solidFill>
                <a:latin typeface="Times New Roman"/>
                <a:ea typeface="Times New Roman"/>
                <a:cs typeface="Times New Roman"/>
                <a:sym typeface="Times New Roman"/>
              </a:rPr>
              <a:t> public static void main(String args[]) { MyClass t1 = new MyClass( 10 );</a:t>
            </a:r>
            <a:endParaRPr/>
          </a:p>
          <a:p>
            <a:pPr indent="0" lvl="0" marL="69850" marR="0" rtl="0" algn="l">
              <a:lnSpc>
                <a:spcPct val="100000"/>
              </a:lnSpc>
              <a:spcBef>
                <a:spcPts val="360"/>
              </a:spcBef>
              <a:spcAft>
                <a:spcPts val="0"/>
              </a:spcAft>
              <a:buClr>
                <a:schemeClr val="accent1"/>
              </a:buClr>
              <a:buSzPts val="1530"/>
              <a:buFont typeface="Arial"/>
              <a:buNone/>
            </a:pPr>
            <a:r>
              <a:rPr b="0" i="0" lang="en-US" sz="1800" u="none">
                <a:solidFill>
                  <a:schemeClr val="dk1"/>
                </a:solidFill>
                <a:latin typeface="Times New Roman"/>
                <a:ea typeface="Times New Roman"/>
                <a:cs typeface="Times New Roman"/>
                <a:sym typeface="Times New Roman"/>
              </a:rPr>
              <a:t> MyClass t2 = new MyClass( 20 ); System.out.println(t1.x + " " + t2.x); } }</a:t>
            </a:r>
            <a:endParaRPr/>
          </a:p>
        </p:txBody>
      </p:sp>
      <p:sp>
        <p:nvSpPr>
          <p:cNvPr id="324" name="Google Shape;324;p29"/>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0"/>
          <p:cNvSpPr txBox="1"/>
          <p:nvPr>
            <p:ph type="title"/>
          </p:nvPr>
        </p:nvSpPr>
        <p:spPr>
          <a:xfrm>
            <a:off x="0" y="533400"/>
            <a:ext cx="7024687" cy="609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	This keyword</a:t>
            </a:r>
            <a:endParaRPr/>
          </a:p>
        </p:txBody>
      </p:sp>
      <p:sp>
        <p:nvSpPr>
          <p:cNvPr id="330" name="Google Shape;330;p30"/>
          <p:cNvSpPr txBox="1"/>
          <p:nvPr>
            <p:ph idx="1" type="body"/>
          </p:nvPr>
        </p:nvSpPr>
        <p:spPr>
          <a:xfrm>
            <a:off x="533400" y="1143000"/>
            <a:ext cx="8077200" cy="4689475"/>
          </a:xfrm>
          <a:prstGeom prst="rect">
            <a:avLst/>
          </a:prstGeom>
          <a:noFill/>
          <a:ln>
            <a:noFill/>
          </a:ln>
        </p:spPr>
        <p:txBody>
          <a:bodyPr anchorCtr="0" anchor="t" bIns="45700" lIns="91425" spcFirstLastPara="1" rIns="91425" wrap="square" tIns="45700">
            <a:noAutofit/>
          </a:bodyPr>
          <a:lstStyle/>
          <a:p>
            <a:pPr indent="-182562" lvl="0" marL="182562" marR="0" rtl="0" algn="just">
              <a:lnSpc>
                <a:spcPct val="100000"/>
              </a:lnSpc>
              <a:spcBef>
                <a:spcPts val="0"/>
              </a:spcBef>
              <a:spcAft>
                <a:spcPts val="0"/>
              </a:spcAft>
              <a:buClr>
                <a:schemeClr val="accent1"/>
              </a:buClr>
              <a:buSzPts val="1530"/>
              <a:buFont typeface="Arial"/>
              <a:buChar char="•"/>
            </a:pPr>
            <a:r>
              <a:rPr b="1" i="0" lang="en-US" sz="1800" u="none">
                <a:solidFill>
                  <a:schemeClr val="dk1"/>
                </a:solidFill>
                <a:latin typeface="Arial"/>
                <a:ea typeface="Arial"/>
                <a:cs typeface="Arial"/>
                <a:sym typeface="Arial"/>
              </a:rPr>
              <a:t>this</a:t>
            </a:r>
            <a:r>
              <a:rPr b="0" i="0" lang="en-US" sz="1800" u="none">
                <a:solidFill>
                  <a:schemeClr val="dk1"/>
                </a:solidFill>
                <a:latin typeface="Arial"/>
                <a:ea typeface="Arial"/>
                <a:cs typeface="Arial"/>
                <a:sym typeface="Arial"/>
              </a:rPr>
              <a:t> is a keyword in Java which is used as a reference to the object of the current class, with in an instance method or a constructor. Using </a:t>
            </a:r>
            <a:r>
              <a:rPr b="0" i="1" lang="en-US" sz="1800" u="none">
                <a:solidFill>
                  <a:schemeClr val="dk1"/>
                </a:solidFill>
                <a:latin typeface="Arial"/>
                <a:ea typeface="Arial"/>
                <a:cs typeface="Arial"/>
                <a:sym typeface="Arial"/>
              </a:rPr>
              <a:t>this</a:t>
            </a:r>
            <a:r>
              <a:rPr b="0" i="0" lang="en-US" sz="1800" u="none">
                <a:solidFill>
                  <a:schemeClr val="dk1"/>
                </a:solidFill>
                <a:latin typeface="Arial"/>
                <a:ea typeface="Arial"/>
                <a:cs typeface="Arial"/>
                <a:sym typeface="Arial"/>
              </a:rPr>
              <a:t> you can refer the members of a class such as constructors, variables and methods.</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 </a:t>
            </a:r>
            <a:r>
              <a:rPr b="0" i="0" lang="en-US" sz="1800" u="none">
                <a:solidFill>
                  <a:schemeClr val="dk1"/>
                </a:solidFill>
                <a:latin typeface="Arial"/>
                <a:ea typeface="Arial"/>
                <a:cs typeface="Arial"/>
                <a:sym typeface="Arial"/>
              </a:rPr>
              <a:t>usage of java this keyword</a:t>
            </a:r>
            <a:r>
              <a:rPr b="0" i="0" lang="en-US" sz="2400" u="none">
                <a:solidFill>
                  <a:schemeClr val="dk1"/>
                </a:solidFill>
                <a:latin typeface="Arial"/>
                <a:ea typeface="Arial"/>
                <a:cs typeface="Arial"/>
                <a:sym typeface="Arial"/>
              </a:rPr>
              <a:t>.</a:t>
            </a:r>
            <a:endParaRPr/>
          </a:p>
          <a:p>
            <a:pPr indent="-457200" lvl="2" marL="1143000" marR="0" rtl="0" algn="l">
              <a:lnSpc>
                <a:spcPct val="100000"/>
              </a:lnSpc>
              <a:spcBef>
                <a:spcPts val="360"/>
              </a:spcBef>
              <a:spcAft>
                <a:spcPts val="0"/>
              </a:spcAft>
              <a:buClr>
                <a:schemeClr val="accent1"/>
              </a:buClr>
              <a:buSzPts val="1620"/>
              <a:buFont typeface="Century Gothic"/>
              <a:buAutoNum type="arabicPeriod"/>
            </a:pPr>
            <a:r>
              <a:rPr b="0" i="0" lang="en-US" sz="1800" u="none" cap="none" strike="noStrike">
                <a:solidFill>
                  <a:schemeClr val="dk1"/>
                </a:solidFill>
                <a:latin typeface="Arial"/>
                <a:ea typeface="Arial"/>
                <a:cs typeface="Arial"/>
                <a:sym typeface="Arial"/>
              </a:rPr>
              <a:t>this keyword can be used to refer current class instance variable.</a:t>
            </a:r>
            <a:endParaRPr/>
          </a:p>
          <a:p>
            <a:pPr indent="-457200" lvl="2" marL="1143000" marR="0" rtl="0" algn="l">
              <a:lnSpc>
                <a:spcPct val="100000"/>
              </a:lnSpc>
              <a:spcBef>
                <a:spcPts val="360"/>
              </a:spcBef>
              <a:spcAft>
                <a:spcPts val="0"/>
              </a:spcAft>
              <a:buClr>
                <a:schemeClr val="accent1"/>
              </a:buClr>
              <a:buSzPts val="1620"/>
              <a:buFont typeface="Century Gothic"/>
              <a:buAutoNum type="arabicPeriod"/>
            </a:pPr>
            <a:r>
              <a:rPr b="0" i="0" lang="en-US" sz="1800" u="none" cap="none" strike="noStrike">
                <a:solidFill>
                  <a:schemeClr val="dk1"/>
                </a:solidFill>
                <a:latin typeface="Arial"/>
                <a:ea typeface="Arial"/>
                <a:cs typeface="Arial"/>
                <a:sym typeface="Arial"/>
              </a:rPr>
              <a:t>this() can be used to invoke current class constructor.</a:t>
            </a:r>
            <a:endParaRPr/>
          </a:p>
          <a:p>
            <a:pPr indent="-457200" lvl="2" marL="1143000" marR="0" rtl="0" algn="l">
              <a:lnSpc>
                <a:spcPct val="100000"/>
              </a:lnSpc>
              <a:spcBef>
                <a:spcPts val="360"/>
              </a:spcBef>
              <a:spcAft>
                <a:spcPts val="0"/>
              </a:spcAft>
              <a:buClr>
                <a:schemeClr val="accent1"/>
              </a:buClr>
              <a:buSzPts val="1620"/>
              <a:buFont typeface="Century Gothic"/>
              <a:buAutoNum type="arabicPeriod"/>
            </a:pPr>
            <a:r>
              <a:rPr b="0" i="0" lang="en-US" sz="1800" u="none" cap="none" strike="noStrike">
                <a:solidFill>
                  <a:schemeClr val="dk1"/>
                </a:solidFill>
                <a:latin typeface="Arial"/>
                <a:ea typeface="Arial"/>
                <a:cs typeface="Arial"/>
                <a:sym typeface="Arial"/>
              </a:rPr>
              <a:t>this keyword can be used to invoke current class method (implicitly)</a:t>
            </a:r>
            <a:endParaRPr/>
          </a:p>
          <a:p>
            <a:pPr indent="-457200" lvl="2" marL="1143000" marR="0" rtl="0" algn="l">
              <a:lnSpc>
                <a:spcPct val="100000"/>
              </a:lnSpc>
              <a:spcBef>
                <a:spcPts val="360"/>
              </a:spcBef>
              <a:spcAft>
                <a:spcPts val="0"/>
              </a:spcAft>
              <a:buClr>
                <a:schemeClr val="accent1"/>
              </a:buClr>
              <a:buSzPts val="1620"/>
              <a:buFont typeface="Century Gothic"/>
              <a:buAutoNum type="arabicPeriod"/>
            </a:pPr>
            <a:r>
              <a:rPr b="0" i="0" lang="en-US" sz="1800" u="none" cap="none" strike="noStrike">
                <a:solidFill>
                  <a:schemeClr val="dk1"/>
                </a:solidFill>
                <a:latin typeface="Arial"/>
                <a:ea typeface="Arial"/>
                <a:cs typeface="Arial"/>
                <a:sym typeface="Arial"/>
              </a:rPr>
              <a:t>this can be passed as an argument in the method call.</a:t>
            </a:r>
            <a:endParaRPr/>
          </a:p>
          <a:p>
            <a:pPr indent="-457200" lvl="2" marL="1143000" marR="0" rtl="0" algn="l">
              <a:lnSpc>
                <a:spcPct val="100000"/>
              </a:lnSpc>
              <a:spcBef>
                <a:spcPts val="360"/>
              </a:spcBef>
              <a:spcAft>
                <a:spcPts val="0"/>
              </a:spcAft>
              <a:buClr>
                <a:schemeClr val="accent1"/>
              </a:buClr>
              <a:buSzPts val="1620"/>
              <a:buFont typeface="Century Gothic"/>
              <a:buAutoNum type="arabicPeriod"/>
            </a:pPr>
            <a:r>
              <a:rPr b="0" i="0" lang="en-US" sz="1800" u="none" cap="none" strike="noStrike">
                <a:solidFill>
                  <a:schemeClr val="dk1"/>
                </a:solidFill>
                <a:latin typeface="Arial"/>
                <a:ea typeface="Arial"/>
                <a:cs typeface="Arial"/>
                <a:sym typeface="Arial"/>
              </a:rPr>
              <a:t>this can be passed as argument in the constructor call.</a:t>
            </a:r>
            <a:endParaRPr/>
          </a:p>
          <a:p>
            <a:pPr indent="-457200" lvl="2" marL="1143000" marR="0" rtl="0" algn="l">
              <a:lnSpc>
                <a:spcPct val="100000"/>
              </a:lnSpc>
              <a:spcBef>
                <a:spcPts val="360"/>
              </a:spcBef>
              <a:spcAft>
                <a:spcPts val="0"/>
              </a:spcAft>
              <a:buClr>
                <a:schemeClr val="accent1"/>
              </a:buClr>
              <a:buSzPts val="1620"/>
              <a:buFont typeface="Century Gothic"/>
              <a:buAutoNum type="arabicPeriod"/>
            </a:pPr>
            <a:r>
              <a:rPr b="0" i="0" lang="en-US" sz="1800" u="none" cap="none" strike="noStrike">
                <a:solidFill>
                  <a:schemeClr val="dk1"/>
                </a:solidFill>
                <a:latin typeface="Arial"/>
                <a:ea typeface="Arial"/>
                <a:cs typeface="Arial"/>
                <a:sym typeface="Arial"/>
              </a:rPr>
              <a:t>this keyword can also be used to return the current class instance.</a:t>
            </a:r>
            <a:endParaRPr/>
          </a:p>
          <a:p>
            <a:pPr indent="-85407" lvl="0" marL="182563" marR="0" rtl="0" algn="l">
              <a:lnSpc>
                <a:spcPct val="100000"/>
              </a:lnSpc>
              <a:spcBef>
                <a:spcPts val="360"/>
              </a:spcBef>
              <a:spcAft>
                <a:spcPts val="0"/>
              </a:spcAft>
              <a:buClr>
                <a:schemeClr val="accent1"/>
              </a:buClr>
              <a:buSzPts val="1530"/>
              <a:buFont typeface="Arial"/>
              <a:buNone/>
            </a:pPr>
            <a:r>
              <a:t/>
            </a:r>
            <a:endParaRPr b="0" i="0" sz="1800" u="none" cap="none" strike="noStrike">
              <a:solidFill>
                <a:schemeClr val="dk1"/>
              </a:solidFill>
              <a:latin typeface="Arial"/>
              <a:ea typeface="Arial"/>
              <a:cs typeface="Arial"/>
              <a:sym typeface="Arial"/>
            </a:endParaRPr>
          </a:p>
        </p:txBody>
      </p:sp>
      <p:sp>
        <p:nvSpPr>
          <p:cNvPr id="331" name="Google Shape;331;p30"/>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1"/>
          <p:cNvSpPr txBox="1"/>
          <p:nvPr>
            <p:ph type="title"/>
          </p:nvPr>
        </p:nvSpPr>
        <p:spPr>
          <a:xfrm>
            <a:off x="457200" y="381000"/>
            <a:ext cx="7024687" cy="533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Destructor</a:t>
            </a:r>
            <a:endParaRPr/>
          </a:p>
        </p:txBody>
      </p:sp>
      <p:sp>
        <p:nvSpPr>
          <p:cNvPr id="337" name="Google Shape;337;p31"/>
          <p:cNvSpPr txBox="1"/>
          <p:nvPr>
            <p:ph idx="1" type="body"/>
          </p:nvPr>
        </p:nvSpPr>
        <p:spPr>
          <a:xfrm>
            <a:off x="533400" y="1066800"/>
            <a:ext cx="8153400" cy="3508375"/>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A </a:t>
            </a:r>
            <a:r>
              <a:rPr b="1" i="0" lang="en-US" sz="2400" u="none">
                <a:solidFill>
                  <a:schemeClr val="dk1"/>
                </a:solidFill>
                <a:latin typeface="Arial"/>
                <a:ea typeface="Arial"/>
                <a:cs typeface="Arial"/>
                <a:sym typeface="Arial"/>
              </a:rPr>
              <a:t>destructor</a:t>
            </a:r>
            <a:r>
              <a:rPr b="0" i="0" lang="en-US" sz="2400" u="none">
                <a:solidFill>
                  <a:schemeClr val="dk1"/>
                </a:solidFill>
                <a:latin typeface="Arial"/>
                <a:ea typeface="Arial"/>
                <a:cs typeface="Arial"/>
                <a:sym typeface="Arial"/>
              </a:rPr>
              <a:t> is a special member function of a class that is executed whenever an object of it's class goes out of scope or whenever the delete expression is applied to a pointer to the object of that class.</a:t>
            </a:r>
            <a:endParaRPr/>
          </a:p>
          <a:p>
            <a:pPr indent="-182562" lvl="0" marL="182562" marR="0" rtl="0" algn="l">
              <a:lnSpc>
                <a:spcPct val="100000"/>
              </a:lnSpc>
              <a:spcBef>
                <a:spcPts val="48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A destructor will have exact same name as the class prefixed with a tilde (~) and it can neither return a value nor can it take any parameters. Destructor can be very useful for releasing resources before coming out of the program like closing files, releasing memories etc.</a:t>
            </a:r>
            <a:endParaRPr/>
          </a:p>
          <a:p>
            <a:pPr indent="-53023" lvl="0" marL="182563" marR="0" rtl="0" algn="l">
              <a:lnSpc>
                <a:spcPct val="100000"/>
              </a:lnSpc>
              <a:spcBef>
                <a:spcPts val="480"/>
              </a:spcBef>
              <a:spcAft>
                <a:spcPts val="0"/>
              </a:spcAft>
              <a:buClr>
                <a:schemeClr val="accent1"/>
              </a:buClr>
              <a:buSzPts val="2040"/>
              <a:buFont typeface="Arial"/>
              <a:buNone/>
            </a:pPr>
            <a:r>
              <a:t/>
            </a:r>
            <a:endParaRPr b="0" i="0" sz="2400" u="none">
              <a:solidFill>
                <a:schemeClr val="dk1"/>
              </a:solidFill>
              <a:latin typeface="Arial"/>
              <a:ea typeface="Arial"/>
              <a:cs typeface="Arial"/>
              <a:sym typeface="Arial"/>
            </a:endParaRPr>
          </a:p>
        </p:txBody>
      </p:sp>
      <p:sp>
        <p:nvSpPr>
          <p:cNvPr id="338" name="Google Shape;338;p31"/>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2"/>
          <p:cNvSpPr txBox="1"/>
          <p:nvPr>
            <p:ph type="title"/>
          </p:nvPr>
        </p:nvSpPr>
        <p:spPr>
          <a:xfrm>
            <a:off x="533400" y="457200"/>
            <a:ext cx="702468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Finalize()</a:t>
            </a:r>
            <a:endParaRPr/>
          </a:p>
        </p:txBody>
      </p:sp>
      <p:sp>
        <p:nvSpPr>
          <p:cNvPr id="344" name="Google Shape;344;p32"/>
          <p:cNvSpPr txBox="1"/>
          <p:nvPr>
            <p:ph idx="1" type="body"/>
          </p:nvPr>
        </p:nvSpPr>
        <p:spPr>
          <a:xfrm>
            <a:off x="533400" y="1371600"/>
            <a:ext cx="7467600" cy="3508375"/>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2040"/>
              <a:buFont typeface="Arial"/>
              <a:buChar char="•"/>
            </a:pPr>
            <a:r>
              <a:rPr b="0" i="0" lang="en-US" sz="2400" u="none">
                <a:solidFill>
                  <a:schemeClr val="dk1"/>
                </a:solidFill>
                <a:latin typeface="Arial"/>
                <a:ea typeface="Arial"/>
                <a:cs typeface="Arial"/>
                <a:sym typeface="Arial"/>
              </a:rPr>
              <a:t>The </a:t>
            </a:r>
            <a:r>
              <a:rPr b="1" i="0" lang="en-US" sz="2400" u="none">
                <a:solidFill>
                  <a:schemeClr val="dk1"/>
                </a:solidFill>
                <a:latin typeface="Arial"/>
                <a:ea typeface="Arial"/>
                <a:cs typeface="Arial"/>
                <a:sym typeface="Arial"/>
              </a:rPr>
              <a:t>finalize()</a:t>
            </a:r>
            <a:r>
              <a:rPr b="0" i="0" lang="en-US" sz="2400" u="none">
                <a:solidFill>
                  <a:schemeClr val="dk1"/>
                </a:solidFill>
                <a:latin typeface="Arial"/>
                <a:ea typeface="Arial"/>
                <a:cs typeface="Arial"/>
                <a:sym typeface="Arial"/>
              </a:rPr>
              <a:t> method is equivalent to a </a:t>
            </a:r>
            <a:r>
              <a:rPr b="1" i="0" lang="en-US" sz="2400" u="none">
                <a:solidFill>
                  <a:schemeClr val="dk1"/>
                </a:solidFill>
                <a:latin typeface="Arial"/>
                <a:ea typeface="Arial"/>
                <a:cs typeface="Arial"/>
                <a:sym typeface="Arial"/>
              </a:rPr>
              <a:t>destructor</a:t>
            </a:r>
            <a:r>
              <a:rPr b="0" i="0" lang="en-US" sz="2400" u="none">
                <a:solidFill>
                  <a:schemeClr val="dk1"/>
                </a:solidFill>
                <a:latin typeface="Arial"/>
                <a:ea typeface="Arial"/>
                <a:cs typeface="Arial"/>
                <a:sym typeface="Arial"/>
              </a:rPr>
              <a:t> of C++. When the job of an object is over, or to say, the object is no more used in the program, the object is known as </a:t>
            </a:r>
            <a:r>
              <a:rPr b="1" i="0" lang="en-US" sz="2400" u="none">
                <a:solidFill>
                  <a:schemeClr val="dk1"/>
                </a:solidFill>
                <a:latin typeface="Arial"/>
                <a:ea typeface="Arial"/>
                <a:cs typeface="Arial"/>
                <a:sym typeface="Arial"/>
              </a:rPr>
              <a:t>garbage</a:t>
            </a:r>
            <a:r>
              <a:rPr b="0" i="0" lang="en-US" sz="2400" u="none">
                <a:solidFill>
                  <a:schemeClr val="dk1"/>
                </a:solidFill>
                <a:latin typeface="Arial"/>
                <a:ea typeface="Arial"/>
                <a:cs typeface="Arial"/>
                <a:sym typeface="Arial"/>
              </a:rPr>
              <a:t>. The process of removing the object from a running program is known as </a:t>
            </a:r>
            <a:r>
              <a:rPr b="1" i="0" lang="en-US" sz="2400" u="none">
                <a:solidFill>
                  <a:schemeClr val="dk1"/>
                </a:solidFill>
                <a:latin typeface="Arial"/>
                <a:ea typeface="Arial"/>
                <a:cs typeface="Arial"/>
                <a:sym typeface="Arial"/>
              </a:rPr>
              <a:t>garbage collection</a:t>
            </a:r>
            <a:r>
              <a:rPr b="0" i="0" lang="en-US" sz="2400" u="none">
                <a:solidFill>
                  <a:schemeClr val="dk1"/>
                </a:solidFill>
                <a:latin typeface="Arial"/>
                <a:ea typeface="Arial"/>
                <a:cs typeface="Arial"/>
                <a:sym typeface="Arial"/>
              </a:rPr>
              <a:t>. finalize() method can be best utilized by the programmer to close the I/O streams, JDBC connections or socket handles etc.</a:t>
            </a:r>
            <a:endParaRPr/>
          </a:p>
        </p:txBody>
      </p:sp>
      <p:sp>
        <p:nvSpPr>
          <p:cNvPr id="345" name="Google Shape;345;p32"/>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3"/>
          <p:cNvSpPr txBox="1"/>
          <p:nvPr>
            <p:ph type="title"/>
          </p:nvPr>
        </p:nvSpPr>
        <p:spPr>
          <a:xfrm>
            <a:off x="457200" y="381000"/>
            <a:ext cx="7024687" cy="533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Access Specifiers in Java</a:t>
            </a:r>
            <a:endParaRPr/>
          </a:p>
        </p:txBody>
      </p:sp>
      <p:sp>
        <p:nvSpPr>
          <p:cNvPr id="351" name="Google Shape;351;p33"/>
          <p:cNvSpPr txBox="1"/>
          <p:nvPr>
            <p:ph idx="1" type="body"/>
          </p:nvPr>
        </p:nvSpPr>
        <p:spPr>
          <a:xfrm>
            <a:off x="457200" y="1143000"/>
            <a:ext cx="8229600" cy="4689475"/>
          </a:xfrm>
          <a:prstGeom prst="rect">
            <a:avLst/>
          </a:prstGeom>
          <a:noFill/>
          <a:ln>
            <a:noFill/>
          </a:ln>
        </p:spPr>
        <p:txBody>
          <a:bodyPr anchorCtr="0" anchor="t" bIns="45700" lIns="91425" spcFirstLastPara="1" rIns="91425" wrap="square" tIns="45700">
            <a:noAutofit/>
          </a:bodyPr>
          <a:lstStyle/>
          <a:p>
            <a:pPr indent="-182562" lvl="0" marL="182562" marR="0" rtl="0" algn="l">
              <a:lnSpc>
                <a:spcPct val="100000"/>
              </a:lnSpc>
              <a:spcBef>
                <a:spcPts val="0"/>
              </a:spcBef>
              <a:spcAft>
                <a:spcPts val="0"/>
              </a:spcAft>
              <a:buClr>
                <a:schemeClr val="accent1"/>
              </a:buClr>
              <a:buSzPts val="1190"/>
              <a:buFont typeface="Arial"/>
              <a:buChar char="•"/>
            </a:pPr>
            <a:r>
              <a:rPr b="1" i="0" lang="en-US" sz="1400" u="none">
                <a:solidFill>
                  <a:schemeClr val="dk1"/>
                </a:solidFill>
                <a:latin typeface="Arial"/>
                <a:ea typeface="Arial"/>
                <a:cs typeface="Arial"/>
                <a:sym typeface="Arial"/>
              </a:rPr>
              <a:t>Public: </a:t>
            </a:r>
            <a:r>
              <a:rPr b="0" i="0" lang="en-US" sz="1400" u="none">
                <a:solidFill>
                  <a:schemeClr val="dk1"/>
                </a:solidFill>
                <a:latin typeface="Arial"/>
                <a:ea typeface="Arial"/>
                <a:cs typeface="Arial"/>
                <a:sym typeface="Arial"/>
              </a:rPr>
              <a:t>A </a:t>
            </a:r>
            <a:r>
              <a:rPr b="1" i="0" lang="en-US" sz="1400" u="none">
                <a:solidFill>
                  <a:schemeClr val="dk1"/>
                </a:solidFill>
                <a:latin typeface="Arial"/>
                <a:ea typeface="Arial"/>
                <a:cs typeface="Arial"/>
                <a:sym typeface="Arial"/>
              </a:rPr>
              <a:t>class, method, constructor, interface </a:t>
            </a:r>
            <a:r>
              <a:rPr b="0" i="0" lang="en-US" sz="1400" u="none">
                <a:solidFill>
                  <a:schemeClr val="dk1"/>
                </a:solidFill>
                <a:latin typeface="Arial"/>
                <a:ea typeface="Arial"/>
                <a:cs typeface="Arial"/>
                <a:sym typeface="Arial"/>
              </a:rPr>
              <a:t>etc declared public can be accessed from any other class. Therefore fields, methods, blocks declared inside a public class can be accessed from any class belonging to the Java Universe. However if the public class we are trying to access is in a different package, then the public class still need to be imported. Because of class inheritance, all public methods and variables of a class are inherited by its subclasses.</a:t>
            </a:r>
            <a:endParaRPr/>
          </a:p>
          <a:p>
            <a:pPr indent="-182562" lvl="0" marL="182562" marR="0" rtl="0" algn="l">
              <a:lnSpc>
                <a:spcPct val="100000"/>
              </a:lnSpc>
              <a:spcBef>
                <a:spcPts val="280"/>
              </a:spcBef>
              <a:spcAft>
                <a:spcPts val="0"/>
              </a:spcAft>
              <a:buClr>
                <a:schemeClr val="accent1"/>
              </a:buClr>
              <a:buSzPts val="1190"/>
              <a:buFont typeface="Arial"/>
              <a:buChar char="•"/>
            </a:pPr>
            <a:r>
              <a:rPr b="1" i="0" lang="en-US" sz="1400" u="none">
                <a:solidFill>
                  <a:schemeClr val="dk1"/>
                </a:solidFill>
                <a:latin typeface="Arial"/>
                <a:ea typeface="Arial"/>
                <a:cs typeface="Arial"/>
                <a:sym typeface="Arial"/>
              </a:rPr>
              <a:t>Protected:</a:t>
            </a:r>
            <a:r>
              <a:rPr b="0" i="0" lang="en-US" sz="1400" u="none">
                <a:solidFill>
                  <a:schemeClr val="dk1"/>
                </a:solidFill>
                <a:latin typeface="Arial"/>
                <a:ea typeface="Arial"/>
                <a:cs typeface="Arial"/>
                <a:sym typeface="Arial"/>
              </a:rPr>
              <a:t>  </a:t>
            </a:r>
            <a:r>
              <a:rPr b="1" i="0" lang="en-US" sz="1400" u="none">
                <a:solidFill>
                  <a:schemeClr val="dk1"/>
                </a:solidFill>
                <a:latin typeface="Arial"/>
                <a:ea typeface="Arial"/>
                <a:cs typeface="Arial"/>
                <a:sym typeface="Arial"/>
              </a:rPr>
              <a:t>Variables, methods and constructors </a:t>
            </a:r>
            <a:r>
              <a:rPr b="0" i="0" lang="en-US" sz="1400" u="none">
                <a:solidFill>
                  <a:schemeClr val="dk1"/>
                </a:solidFill>
                <a:latin typeface="Arial"/>
                <a:ea typeface="Arial"/>
                <a:cs typeface="Arial"/>
                <a:sym typeface="Arial"/>
              </a:rPr>
              <a:t>which are declared protected in a superclass can be accessed only by the subclasses in other package or any class within the package of the protected members' class. The protected access modifier </a:t>
            </a:r>
            <a:r>
              <a:rPr b="1" i="0" lang="en-US" sz="1400" u="none">
                <a:solidFill>
                  <a:schemeClr val="dk1"/>
                </a:solidFill>
                <a:latin typeface="Arial"/>
                <a:ea typeface="Arial"/>
                <a:cs typeface="Arial"/>
                <a:sym typeface="Arial"/>
              </a:rPr>
              <a:t>cannot be applied to class and interfaces</a:t>
            </a:r>
            <a:r>
              <a:rPr b="0" i="0" lang="en-US" sz="1400" u="none">
                <a:solidFill>
                  <a:schemeClr val="dk1"/>
                </a:solidFill>
                <a:latin typeface="Arial"/>
                <a:ea typeface="Arial"/>
                <a:cs typeface="Arial"/>
                <a:sym typeface="Arial"/>
              </a:rPr>
              <a:t>. Methods, fields can be declared protected, however methods and fields in a interface cannot be declared protected. Protected access gives the subclass a chance to use the helper method or variable, while preventing a nonrelated class from trying to use it.</a:t>
            </a:r>
            <a:endParaRPr/>
          </a:p>
          <a:p>
            <a:pPr indent="-182562" lvl="0" marL="182562" marR="0" rtl="0" algn="l">
              <a:lnSpc>
                <a:spcPct val="100000"/>
              </a:lnSpc>
              <a:spcBef>
                <a:spcPts val="280"/>
              </a:spcBef>
              <a:spcAft>
                <a:spcPts val="0"/>
              </a:spcAft>
              <a:buClr>
                <a:schemeClr val="accent1"/>
              </a:buClr>
              <a:buSzPts val="1190"/>
              <a:buFont typeface="Arial"/>
              <a:buChar char="•"/>
            </a:pPr>
            <a:r>
              <a:rPr b="1" i="0" lang="en-US" sz="1400" u="none">
                <a:solidFill>
                  <a:schemeClr val="dk1"/>
                </a:solidFill>
                <a:latin typeface="Arial"/>
                <a:ea typeface="Arial"/>
                <a:cs typeface="Arial"/>
                <a:sym typeface="Arial"/>
              </a:rPr>
              <a:t>Private:</a:t>
            </a:r>
            <a:r>
              <a:rPr b="0" i="0" lang="en-US" sz="1400" u="none">
                <a:solidFill>
                  <a:schemeClr val="dk1"/>
                </a:solidFill>
                <a:latin typeface="Arial"/>
                <a:ea typeface="Arial"/>
                <a:cs typeface="Arial"/>
                <a:sym typeface="Arial"/>
              </a:rPr>
              <a:t>  </a:t>
            </a:r>
            <a:r>
              <a:rPr b="1" i="0" lang="en-US" sz="1400" u="none">
                <a:solidFill>
                  <a:schemeClr val="dk1"/>
                </a:solidFill>
                <a:latin typeface="Arial"/>
                <a:ea typeface="Arial"/>
                <a:cs typeface="Arial"/>
                <a:sym typeface="Arial"/>
              </a:rPr>
              <a:t>Methods, Variables and Constructors </a:t>
            </a:r>
            <a:r>
              <a:rPr b="0" i="0" lang="en-US" sz="1400" u="none">
                <a:solidFill>
                  <a:schemeClr val="dk1"/>
                </a:solidFill>
                <a:latin typeface="Arial"/>
                <a:ea typeface="Arial"/>
                <a:cs typeface="Arial"/>
                <a:sym typeface="Arial"/>
              </a:rPr>
              <a:t>that are declared private can only be accessed within the declared class itself. Private access modifier is the most restrictive access level. </a:t>
            </a:r>
            <a:r>
              <a:rPr b="1" i="0" lang="en-US" sz="1400" u="none">
                <a:solidFill>
                  <a:schemeClr val="dk1"/>
                </a:solidFill>
                <a:latin typeface="Arial"/>
                <a:ea typeface="Arial"/>
                <a:cs typeface="Arial"/>
                <a:sym typeface="Arial"/>
              </a:rPr>
              <a:t>Class and interfaces cannot be private</a:t>
            </a:r>
            <a:r>
              <a:rPr b="0" i="0" lang="en-US" sz="1400" u="none">
                <a:solidFill>
                  <a:schemeClr val="dk1"/>
                </a:solidFill>
                <a:latin typeface="Arial"/>
                <a:ea typeface="Arial"/>
                <a:cs typeface="Arial"/>
                <a:sym typeface="Arial"/>
              </a:rPr>
              <a:t>. Variables that are declared private can be accessed outside the class if public getter methods are present in the class. Using the private modifier is the main way that an object encapsulates itself and hide data from the outside world.</a:t>
            </a:r>
            <a:endParaRPr/>
          </a:p>
          <a:p>
            <a:pPr indent="-182562" lvl="0" marL="182562" marR="0" rtl="0" algn="l">
              <a:lnSpc>
                <a:spcPct val="100000"/>
              </a:lnSpc>
              <a:spcBef>
                <a:spcPts val="280"/>
              </a:spcBef>
              <a:spcAft>
                <a:spcPts val="0"/>
              </a:spcAft>
              <a:buClr>
                <a:schemeClr val="accent1"/>
              </a:buClr>
              <a:buSzPts val="1190"/>
              <a:buFont typeface="Arial"/>
              <a:buChar char="•"/>
            </a:pPr>
            <a:r>
              <a:rPr b="1" i="0" lang="en-US" sz="1400" u="none">
                <a:solidFill>
                  <a:schemeClr val="dk1"/>
                </a:solidFill>
                <a:latin typeface="Arial"/>
                <a:ea typeface="Arial"/>
                <a:cs typeface="Arial"/>
                <a:sym typeface="Arial"/>
              </a:rPr>
              <a:t>Default:  </a:t>
            </a:r>
            <a:r>
              <a:rPr b="0" i="0" lang="en-US" sz="1400" u="none">
                <a:solidFill>
                  <a:schemeClr val="dk1"/>
                </a:solidFill>
                <a:latin typeface="Arial"/>
                <a:ea typeface="Arial"/>
                <a:cs typeface="Arial"/>
                <a:sym typeface="Arial"/>
              </a:rPr>
              <a:t>Default access modifier means we do not explicitly declare an access modifier for a </a:t>
            </a:r>
            <a:r>
              <a:rPr b="1" i="0" lang="en-US" sz="1400" u="none">
                <a:solidFill>
                  <a:schemeClr val="dk1"/>
                </a:solidFill>
                <a:latin typeface="Arial"/>
                <a:ea typeface="Arial"/>
                <a:cs typeface="Arial"/>
                <a:sym typeface="Arial"/>
              </a:rPr>
              <a:t>class, field, method, </a:t>
            </a:r>
            <a:r>
              <a:rPr b="0" i="0" lang="en-US" sz="1400" u="none">
                <a:solidFill>
                  <a:schemeClr val="dk1"/>
                </a:solidFill>
                <a:latin typeface="Arial"/>
                <a:ea typeface="Arial"/>
                <a:cs typeface="Arial"/>
                <a:sym typeface="Arial"/>
              </a:rPr>
              <a:t>etc. A variable or method declared without any access control modifier is available to any other class in the same package. The fields in an interface are implicitly public static final and the methods in an interface are by default public.</a:t>
            </a:r>
            <a:endParaRPr/>
          </a:p>
          <a:p>
            <a:pPr indent="-106997" lvl="0" marL="182562" marR="0" rtl="0" algn="l">
              <a:lnSpc>
                <a:spcPct val="100000"/>
              </a:lnSpc>
              <a:spcBef>
                <a:spcPts val="280"/>
              </a:spcBef>
              <a:spcAft>
                <a:spcPts val="0"/>
              </a:spcAft>
              <a:buClr>
                <a:schemeClr val="accent1"/>
              </a:buClr>
              <a:buSzPts val="1190"/>
              <a:buFont typeface="Arial"/>
              <a:buNone/>
            </a:pPr>
            <a:r>
              <a:t/>
            </a:r>
            <a:endParaRPr b="0" i="0" sz="1400" u="none">
              <a:solidFill>
                <a:schemeClr val="dk1"/>
              </a:solidFill>
              <a:latin typeface="Arial"/>
              <a:ea typeface="Arial"/>
              <a:cs typeface="Arial"/>
              <a:sym typeface="Arial"/>
            </a:endParaRPr>
          </a:p>
          <a:p>
            <a:pPr indent="-106998" lvl="0" marL="182563" marR="0" rtl="0" algn="l">
              <a:lnSpc>
                <a:spcPct val="100000"/>
              </a:lnSpc>
              <a:spcBef>
                <a:spcPts val="280"/>
              </a:spcBef>
              <a:spcAft>
                <a:spcPts val="0"/>
              </a:spcAft>
              <a:buClr>
                <a:schemeClr val="accent1"/>
              </a:buClr>
              <a:buSzPts val="1190"/>
              <a:buFont typeface="Arial"/>
              <a:buNone/>
            </a:pPr>
            <a:r>
              <a:t/>
            </a:r>
            <a:endParaRPr b="0" i="0" sz="1400" u="none">
              <a:solidFill>
                <a:schemeClr val="dk1"/>
              </a:solidFill>
              <a:latin typeface="Arial"/>
              <a:ea typeface="Arial"/>
              <a:cs typeface="Arial"/>
              <a:sym typeface="Arial"/>
            </a:endParaRPr>
          </a:p>
        </p:txBody>
      </p:sp>
      <p:sp>
        <p:nvSpPr>
          <p:cNvPr id="352" name="Google Shape;352;p33"/>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Scope of access specifiers</a:t>
            </a:r>
            <a:endParaRPr/>
          </a:p>
        </p:txBody>
      </p:sp>
      <p:pic>
        <p:nvPicPr>
          <p:cNvPr descr="access specifiers.png" id="358" name="Google Shape;358;p34"/>
          <p:cNvPicPr preferRelativeResize="0"/>
          <p:nvPr>
            <p:ph idx="1" type="body"/>
          </p:nvPr>
        </p:nvPicPr>
        <p:blipFill rotWithShape="1">
          <a:blip r:embed="rId3">
            <a:alphaModFix/>
          </a:blip>
          <a:srcRect b="0" l="0" r="0" t="0"/>
          <a:stretch/>
        </p:blipFill>
        <p:spPr>
          <a:xfrm>
            <a:off x="725487" y="2438400"/>
            <a:ext cx="7351712" cy="3048000"/>
          </a:xfrm>
          <a:prstGeom prst="rect">
            <a:avLst/>
          </a:prstGeom>
          <a:noFill/>
          <a:ln>
            <a:noFill/>
          </a:ln>
        </p:spPr>
      </p:pic>
      <p:sp>
        <p:nvSpPr>
          <p:cNvPr id="359" name="Google Shape;359;p34"/>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5"/>
          <p:cNvSpPr txBox="1"/>
          <p:nvPr>
            <p:ph type="title"/>
          </p:nvPr>
        </p:nvSpPr>
        <p:spPr>
          <a:xfrm>
            <a:off x="457200" y="304800"/>
            <a:ext cx="7024687" cy="685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3600"/>
              <a:buFont typeface="Arial"/>
              <a:buNone/>
            </a:pPr>
            <a:r>
              <a:rPr b="0" i="0" lang="en-US" sz="3600" u="none">
                <a:solidFill>
                  <a:schemeClr val="dk2"/>
                </a:solidFill>
                <a:latin typeface="Arial"/>
                <a:ea typeface="Arial"/>
                <a:cs typeface="Arial"/>
                <a:sym typeface="Arial"/>
              </a:rPr>
              <a:t>Final,finally and finalize</a:t>
            </a:r>
            <a:endParaRPr/>
          </a:p>
        </p:txBody>
      </p:sp>
      <p:sp>
        <p:nvSpPr>
          <p:cNvPr id="365" name="Google Shape;365;p3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53023" lvl="0" marL="182563" marR="0" rtl="0" algn="l">
              <a:lnSpc>
                <a:spcPct val="100000"/>
              </a:lnSpc>
              <a:spcBef>
                <a:spcPts val="0"/>
              </a:spcBef>
              <a:spcAft>
                <a:spcPts val="0"/>
              </a:spcAft>
              <a:buClr>
                <a:schemeClr val="accent1"/>
              </a:buClr>
              <a:buSzPts val="2040"/>
              <a:buFont typeface="Arial"/>
              <a:buNone/>
            </a:pPr>
            <a:r>
              <a:t/>
            </a:r>
            <a:endParaRPr sz="2400">
              <a:solidFill>
                <a:schemeClr val="dk1"/>
              </a:solidFill>
              <a:latin typeface="Arial"/>
              <a:ea typeface="Arial"/>
              <a:cs typeface="Arial"/>
              <a:sym typeface="Arial"/>
            </a:endParaRPr>
          </a:p>
        </p:txBody>
      </p:sp>
      <p:sp>
        <p:nvSpPr>
          <p:cNvPr id="366" name="Google Shape;366;p35"/>
          <p:cNvSpPr txBox="1"/>
          <p:nvPr/>
        </p:nvSpPr>
        <p:spPr>
          <a:xfrm>
            <a:off x="7620000" y="19050"/>
            <a:ext cx="1066800" cy="3286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EFEFE"/>
              </a:buClr>
              <a:buSzPts val="1200"/>
              <a:buFont typeface="Times New Roman"/>
              <a:buNone/>
            </a:pPr>
            <a:fld id="{00000000-1234-1234-1234-123412341234}" type="slidenum">
              <a:rPr b="1" i="0" lang="en-US" sz="1200" u="none" cap="none" strike="noStrike">
                <a:solidFill>
                  <a:srgbClr val="FEFEFE"/>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graphicFrame>
        <p:nvGraphicFramePr>
          <p:cNvPr id="367" name="Google Shape;367;p35"/>
          <p:cNvGraphicFramePr/>
          <p:nvPr/>
        </p:nvGraphicFramePr>
        <p:xfrm>
          <a:off x="381000" y="1066800"/>
          <a:ext cx="3000000" cy="3000000"/>
        </p:xfrm>
        <a:graphic>
          <a:graphicData uri="http://schemas.openxmlformats.org/drawingml/2006/table">
            <a:tbl>
              <a:tblPr>
                <a:noFill/>
                <a:tableStyleId>{BF6C83B4-7225-42DA-87CA-8739FA0061FB}</a:tableStyleId>
              </a:tblPr>
              <a:tblGrid>
                <a:gridCol w="401625"/>
                <a:gridCol w="2817800"/>
                <a:gridCol w="2493950"/>
                <a:gridCol w="2897175"/>
              </a:tblGrid>
              <a:tr h="369875">
                <a:tc>
                  <a:txBody>
                    <a:bodyPr/>
                    <a:lstStyle/>
                    <a:p>
                      <a:pPr indent="0" lvl="0" marL="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No</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final</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finally</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finalize</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5654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Final is used to apply restrictions on class, method and variable. Final class can't be inherited, final method can't be overridden and final variable value can't be changed.</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Finally is used to place important code, it will be executed whether exception is handled or not.</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Finalize is used to perform clean up processing just before object is garbage collected.</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CE0DE"/>
                    </a:solidFill>
                  </a:tcPr>
                </a:tc>
              </a:tr>
              <a:tr h="3698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Final is a keyword.</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Finally is a block.</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Finalize is a method.</a:t>
                      </a:r>
                      <a:endParaRPr sz="1400" u="none" cap="none" strike="noStrike"/>
                    </a:p>
                  </a:txBody>
                  <a:tcPr marT="47600" marB="47600" marR="47625" marL="476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EF0E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_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