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5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FD17-67B7-427B-98ED-D6AD9A73032B}" type="datetimeFigureOut">
              <a:rPr lang="en-IN" smtClean="0"/>
              <a:t>01-08-2023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C001F-1156-449E-8A04-E2F31F15F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141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FD17-67B7-427B-98ED-D6AD9A73032B}" type="datetimeFigureOut">
              <a:rPr lang="en-IN" smtClean="0"/>
              <a:t>01-08-2023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C001F-1156-449E-8A04-E2F31F15F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081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FD17-67B7-427B-98ED-D6AD9A73032B}" type="datetimeFigureOut">
              <a:rPr lang="en-IN" smtClean="0"/>
              <a:t>01-08-2023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C001F-1156-449E-8A04-E2F31F15F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38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FD17-67B7-427B-98ED-D6AD9A73032B}" type="datetimeFigureOut">
              <a:rPr lang="en-IN" smtClean="0"/>
              <a:t>01-08-2023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C001F-1156-449E-8A04-E2F31F15F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9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FD17-67B7-427B-98ED-D6AD9A73032B}" type="datetimeFigureOut">
              <a:rPr lang="en-IN" smtClean="0"/>
              <a:t>01-08-2023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C001F-1156-449E-8A04-E2F31F15F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566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FD17-67B7-427B-98ED-D6AD9A73032B}" type="datetimeFigureOut">
              <a:rPr lang="en-IN" smtClean="0"/>
              <a:t>01-08-2023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C001F-1156-449E-8A04-E2F31F15F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775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FD17-67B7-427B-98ED-D6AD9A73032B}" type="datetimeFigureOut">
              <a:rPr lang="en-IN" smtClean="0"/>
              <a:t>01-08-2023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C001F-1156-449E-8A04-E2F31F15F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24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FD17-67B7-427B-98ED-D6AD9A73032B}" type="datetimeFigureOut">
              <a:rPr lang="en-IN" smtClean="0"/>
              <a:t>01-08-2023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C001F-1156-449E-8A04-E2F31F15F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515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FD17-67B7-427B-98ED-D6AD9A73032B}" type="datetimeFigureOut">
              <a:rPr lang="en-IN" smtClean="0"/>
              <a:t>01-08-2023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C001F-1156-449E-8A04-E2F31F15F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49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FD17-67B7-427B-98ED-D6AD9A73032B}" type="datetimeFigureOut">
              <a:rPr lang="en-IN" smtClean="0"/>
              <a:t>01-08-2023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C001F-1156-449E-8A04-E2F31F15F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803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FD17-67B7-427B-98ED-D6AD9A73032B}" type="datetimeFigureOut">
              <a:rPr lang="en-IN" smtClean="0"/>
              <a:t>01-08-2023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C001F-1156-449E-8A04-E2F31F15F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106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4FD17-67B7-427B-98ED-D6AD9A73032B}" type="datetimeFigureOut">
              <a:rPr lang="en-IN" smtClean="0"/>
              <a:t>01-08-2023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C001F-1156-449E-8A04-E2F31F15F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282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Using the </a:t>
            </a:r>
            <a:r>
              <a:rPr lang="en-IN" b="1" dirty="0" smtClean="0"/>
              <a:t>this</a:t>
            </a:r>
            <a:r>
              <a:rPr lang="en-IN" dirty="0" smtClean="0"/>
              <a:t> Keyword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69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Within an instance method or a constructor, this is a reference to the </a:t>
            </a:r>
            <a:r>
              <a:rPr lang="en-US" i="1" dirty="0"/>
              <a:t>current object</a:t>
            </a:r>
            <a:r>
              <a:rPr lang="en-US" dirty="0"/>
              <a:t> — the object whose method or constructor is being called. </a:t>
            </a:r>
            <a:endParaRPr lang="en-US" dirty="0" smtClean="0"/>
          </a:p>
          <a:p>
            <a:pPr algn="just"/>
            <a:r>
              <a:rPr lang="en-US" dirty="0" smtClean="0"/>
              <a:t>You </a:t>
            </a:r>
            <a:r>
              <a:rPr lang="en-US" dirty="0"/>
              <a:t>can refer to any member of the current object from within an instance method or a constructor by using </a:t>
            </a:r>
            <a:r>
              <a:rPr lang="en-US" b="1" dirty="0"/>
              <a:t>this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141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Using this with a Field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public class Point {</a:t>
            </a:r>
          </a:p>
          <a:p>
            <a:r>
              <a:rPr lang="en-US" dirty="0" smtClean="0"/>
              <a:t>    public </a:t>
            </a:r>
            <a:r>
              <a:rPr lang="en-US" dirty="0" err="1" smtClean="0"/>
              <a:t>int</a:t>
            </a:r>
            <a:r>
              <a:rPr lang="en-US" dirty="0" smtClean="0"/>
              <a:t> x = 0;</a:t>
            </a:r>
          </a:p>
          <a:p>
            <a:r>
              <a:rPr lang="en-US" dirty="0" smtClean="0"/>
              <a:t>    public </a:t>
            </a:r>
            <a:r>
              <a:rPr lang="en-US" dirty="0" err="1" smtClean="0"/>
              <a:t>int</a:t>
            </a:r>
            <a:r>
              <a:rPr lang="en-US" dirty="0" smtClean="0"/>
              <a:t> y = 0;</a:t>
            </a:r>
          </a:p>
          <a:p>
            <a:r>
              <a:rPr lang="en-US" dirty="0" smtClean="0"/>
              <a:t>        </a:t>
            </a:r>
          </a:p>
          <a:p>
            <a:r>
              <a:rPr lang="en-US" dirty="0" smtClean="0"/>
              <a:t>    //constructor</a:t>
            </a:r>
          </a:p>
          <a:p>
            <a:r>
              <a:rPr lang="en-US" dirty="0" smtClean="0"/>
              <a:t>    </a:t>
            </a:r>
            <a:r>
              <a:rPr lang="en-US" b="1" dirty="0" smtClean="0"/>
              <a:t>public Point(</a:t>
            </a:r>
            <a:r>
              <a:rPr lang="en-US" b="1" dirty="0" err="1" smtClean="0"/>
              <a:t>int</a:t>
            </a:r>
            <a:r>
              <a:rPr lang="en-US" b="1" dirty="0" smtClean="0"/>
              <a:t> a, </a:t>
            </a:r>
            <a:r>
              <a:rPr lang="en-US" b="1" dirty="0" err="1" smtClean="0"/>
              <a:t>int</a:t>
            </a:r>
            <a:r>
              <a:rPr lang="en-US" b="1" dirty="0" smtClean="0"/>
              <a:t> b) {</a:t>
            </a:r>
          </a:p>
          <a:p>
            <a:r>
              <a:rPr lang="en-US" b="1" dirty="0" smtClean="0"/>
              <a:t>        x = a;</a:t>
            </a:r>
          </a:p>
          <a:p>
            <a:r>
              <a:rPr lang="en-US" b="1" dirty="0" smtClean="0"/>
              <a:t>        y = b;</a:t>
            </a:r>
          </a:p>
          <a:p>
            <a:r>
              <a:rPr lang="en-US" b="1" dirty="0" smtClean="0"/>
              <a:t>    }</a:t>
            </a:r>
          </a:p>
          <a:p>
            <a:r>
              <a:rPr lang="en-US" dirty="0" smtClean="0"/>
              <a:t>}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0" dirty="0"/>
              <a:t>Each argument to the constructor shadows one of the object's fields — inside the constructor </a:t>
            </a:r>
            <a:r>
              <a:rPr lang="en-US" dirty="0"/>
              <a:t>x</a:t>
            </a:r>
            <a:r>
              <a:rPr lang="en-US" b="0" dirty="0"/>
              <a:t> is a local copy of the constructor's first argument. To refer to the Point field </a:t>
            </a:r>
            <a:r>
              <a:rPr lang="en-US" dirty="0"/>
              <a:t>x</a:t>
            </a:r>
            <a:r>
              <a:rPr lang="en-US" b="0" dirty="0"/>
              <a:t>, the constructor must use </a:t>
            </a:r>
            <a:r>
              <a:rPr lang="en-US" b="0" dirty="0" err="1"/>
              <a:t>this.x</a:t>
            </a:r>
            <a:r>
              <a:rPr lang="en-US" b="0" dirty="0" smtClean="0"/>
              <a:t>.</a:t>
            </a:r>
            <a:endParaRPr lang="en-US" b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public class Point {</a:t>
            </a:r>
          </a:p>
          <a:p>
            <a:r>
              <a:rPr lang="en-IN" dirty="0" smtClean="0"/>
              <a:t>    public </a:t>
            </a:r>
            <a:r>
              <a:rPr lang="en-IN" dirty="0" err="1" smtClean="0"/>
              <a:t>int</a:t>
            </a:r>
            <a:r>
              <a:rPr lang="en-IN" dirty="0" smtClean="0"/>
              <a:t> x = 0;</a:t>
            </a:r>
          </a:p>
          <a:p>
            <a:r>
              <a:rPr lang="en-IN" dirty="0" smtClean="0"/>
              <a:t>    public </a:t>
            </a:r>
            <a:r>
              <a:rPr lang="en-IN" dirty="0" err="1" smtClean="0"/>
              <a:t>int</a:t>
            </a:r>
            <a:r>
              <a:rPr lang="en-IN" dirty="0" smtClean="0"/>
              <a:t> y = 0;</a:t>
            </a:r>
          </a:p>
          <a:p>
            <a:r>
              <a:rPr lang="en-IN" dirty="0" smtClean="0"/>
              <a:t>        </a:t>
            </a:r>
          </a:p>
          <a:p>
            <a:r>
              <a:rPr lang="en-IN" dirty="0" smtClean="0"/>
              <a:t>    //constructor</a:t>
            </a:r>
          </a:p>
          <a:p>
            <a:r>
              <a:rPr lang="en-IN" dirty="0" smtClean="0"/>
              <a:t>    </a:t>
            </a:r>
            <a:r>
              <a:rPr lang="en-IN" b="1" dirty="0" smtClean="0"/>
              <a:t>public Point(</a:t>
            </a:r>
            <a:r>
              <a:rPr lang="en-IN" b="1" dirty="0" err="1" smtClean="0"/>
              <a:t>int</a:t>
            </a:r>
            <a:r>
              <a:rPr lang="en-IN" b="1" dirty="0" smtClean="0"/>
              <a:t> x, </a:t>
            </a:r>
            <a:r>
              <a:rPr lang="en-IN" b="1" dirty="0" err="1" smtClean="0"/>
              <a:t>int</a:t>
            </a:r>
            <a:r>
              <a:rPr lang="en-IN" b="1" dirty="0" smtClean="0"/>
              <a:t> y) {</a:t>
            </a:r>
          </a:p>
          <a:p>
            <a:r>
              <a:rPr lang="en-IN" b="1" dirty="0" smtClean="0"/>
              <a:t>        </a:t>
            </a:r>
            <a:r>
              <a:rPr lang="en-IN" b="1" dirty="0" err="1" smtClean="0"/>
              <a:t>this.x</a:t>
            </a:r>
            <a:r>
              <a:rPr lang="en-IN" b="1" dirty="0" smtClean="0"/>
              <a:t> = x;</a:t>
            </a:r>
          </a:p>
          <a:p>
            <a:r>
              <a:rPr lang="en-IN" b="1" dirty="0" smtClean="0"/>
              <a:t>        </a:t>
            </a:r>
            <a:r>
              <a:rPr lang="en-IN" b="1" dirty="0" err="1" smtClean="0"/>
              <a:t>this.y</a:t>
            </a:r>
            <a:r>
              <a:rPr lang="en-IN" b="1" dirty="0" smtClean="0"/>
              <a:t> = y;</a:t>
            </a:r>
          </a:p>
          <a:p>
            <a:r>
              <a:rPr lang="en-IN" b="1" dirty="0" smtClean="0"/>
              <a:t>    }</a:t>
            </a:r>
          </a:p>
          <a:p>
            <a:r>
              <a:rPr lang="en-IN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371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Using this with a Constructor</a:t>
            </a: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within a constructor, you can also use the this keyword to call another constructor in the same class. </a:t>
            </a:r>
            <a:endParaRPr lang="en-US" dirty="0" smtClean="0"/>
          </a:p>
          <a:p>
            <a:r>
              <a:rPr lang="en-US" dirty="0" smtClean="0"/>
              <a:t>Doing </a:t>
            </a:r>
            <a:r>
              <a:rPr lang="en-US" dirty="0"/>
              <a:t>so is called an </a:t>
            </a:r>
            <a:r>
              <a:rPr lang="en-US" i="1" dirty="0"/>
              <a:t>explicit constructor invocation</a:t>
            </a:r>
            <a:r>
              <a:rPr lang="en-US" dirty="0"/>
              <a:t>. 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01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public class Rectangle {</a:t>
            </a:r>
          </a:p>
          <a:p>
            <a:r>
              <a:rPr lang="en-US" dirty="0" smtClean="0"/>
              <a:t>    private </a:t>
            </a:r>
            <a:r>
              <a:rPr lang="en-US" dirty="0" err="1" smtClean="0"/>
              <a:t>int</a:t>
            </a:r>
            <a:r>
              <a:rPr lang="en-US" dirty="0" smtClean="0"/>
              <a:t> x, y;</a:t>
            </a:r>
          </a:p>
          <a:p>
            <a:r>
              <a:rPr lang="en-US" dirty="0" smtClean="0"/>
              <a:t>    private </a:t>
            </a:r>
            <a:r>
              <a:rPr lang="en-US" dirty="0" err="1" smtClean="0"/>
              <a:t>int</a:t>
            </a:r>
            <a:r>
              <a:rPr lang="en-US" dirty="0" smtClean="0"/>
              <a:t> width, height;</a:t>
            </a:r>
          </a:p>
          <a:p>
            <a:r>
              <a:rPr lang="en-US" dirty="0" smtClean="0"/>
              <a:t>        </a:t>
            </a:r>
          </a:p>
          <a:p>
            <a:r>
              <a:rPr lang="en-US" dirty="0" smtClean="0"/>
              <a:t>    public Rectangle() {</a:t>
            </a:r>
          </a:p>
          <a:p>
            <a:r>
              <a:rPr lang="en-US" dirty="0" smtClean="0"/>
              <a:t>        this(0, 0, 1, 1);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    public Rectangle(</a:t>
            </a:r>
            <a:r>
              <a:rPr lang="en-US" dirty="0" err="1" smtClean="0"/>
              <a:t>int</a:t>
            </a:r>
            <a:r>
              <a:rPr lang="en-US" dirty="0" smtClean="0"/>
              <a:t> width, </a:t>
            </a:r>
            <a:r>
              <a:rPr lang="en-US" dirty="0" err="1" smtClean="0"/>
              <a:t>int</a:t>
            </a:r>
            <a:r>
              <a:rPr lang="en-US" dirty="0" smtClean="0"/>
              <a:t> height) {</a:t>
            </a:r>
          </a:p>
          <a:p>
            <a:r>
              <a:rPr lang="en-US" dirty="0" smtClean="0"/>
              <a:t>        this(0, 0, width, height);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    public Rectangle(</a:t>
            </a:r>
            <a:r>
              <a:rPr lang="en-US" dirty="0" err="1" smtClean="0"/>
              <a:t>int</a:t>
            </a:r>
            <a:r>
              <a:rPr lang="en-US" dirty="0" smtClean="0"/>
              <a:t> x, </a:t>
            </a:r>
            <a:r>
              <a:rPr lang="en-US" dirty="0" err="1" smtClean="0"/>
              <a:t>int</a:t>
            </a:r>
            <a:r>
              <a:rPr lang="en-US" dirty="0" smtClean="0"/>
              <a:t> y, </a:t>
            </a:r>
            <a:r>
              <a:rPr lang="en-US" dirty="0" err="1" smtClean="0"/>
              <a:t>int</a:t>
            </a:r>
            <a:r>
              <a:rPr lang="en-US" dirty="0" smtClean="0"/>
              <a:t> width, </a:t>
            </a:r>
            <a:r>
              <a:rPr lang="en-US" dirty="0" err="1" smtClean="0"/>
              <a:t>int</a:t>
            </a:r>
            <a:r>
              <a:rPr lang="en-US" dirty="0" smtClean="0"/>
              <a:t> height)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this.x</a:t>
            </a:r>
            <a:r>
              <a:rPr lang="en-US" dirty="0" smtClean="0"/>
              <a:t> = x;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this.y</a:t>
            </a:r>
            <a:r>
              <a:rPr lang="en-US" dirty="0" smtClean="0"/>
              <a:t> = y;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this.width</a:t>
            </a:r>
            <a:r>
              <a:rPr lang="en-US" dirty="0" smtClean="0"/>
              <a:t> = width;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this.height</a:t>
            </a:r>
            <a:r>
              <a:rPr lang="en-US" dirty="0" smtClean="0"/>
              <a:t> = height;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    ...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The no-argument constructor creates a 1x1 Rectangle at coordinates 0,0.</a:t>
            </a:r>
          </a:p>
          <a:p>
            <a:r>
              <a:rPr lang="en-US" dirty="0" smtClean="0"/>
              <a:t>The two-argument constructor calls the four-argument constructor, passing in the width and height but always using the 0,0 coordinates.</a:t>
            </a:r>
          </a:p>
          <a:p>
            <a:r>
              <a:rPr lang="en-US" dirty="0" smtClean="0"/>
              <a:t>As before, the compiler determines which constructor to call, based on the number and the type of arguments.</a:t>
            </a:r>
          </a:p>
          <a:p>
            <a:r>
              <a:rPr lang="en-US" dirty="0" smtClean="0"/>
              <a:t>If present, the invocation of another constructor must be the first line in the constructor.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90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301</Words>
  <Application>Microsoft Office PowerPoint</Application>
  <PresentationFormat>On-screen Show (4:3)</PresentationFormat>
  <Paragraphs>51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Using the this Keyword</vt:lpstr>
      <vt:lpstr>this</vt:lpstr>
      <vt:lpstr>Using this with a Field</vt:lpstr>
      <vt:lpstr>Using this with a Constructor</vt:lpstr>
      <vt:lpstr>PowerPoint Presentation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the this Keyword</dc:title>
  <dc:creator>Kaustubh</dc:creator>
  <cp:lastModifiedBy>Kaustubh</cp:lastModifiedBy>
  <cp:revision>2</cp:revision>
  <dcterms:created xsi:type="dcterms:W3CDTF">2023-08-01T09:13:05Z</dcterms:created>
  <dcterms:modified xsi:type="dcterms:W3CDTF">2023-08-01T09:23:55Z</dcterms:modified>
</cp:coreProperties>
</file>