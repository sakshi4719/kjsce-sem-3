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2.xml" ContentType="application/inkml+xml"/>
  <Override PartName="/ppt/ink/ink3.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02"/>
  </p:notesMasterIdLst>
  <p:handoutMasterIdLst>
    <p:handoutMasterId r:id="rId103"/>
  </p:handoutMasterIdLst>
  <p:sldIdLst>
    <p:sldId id="256" r:id="rId2"/>
    <p:sldId id="301" r:id="rId3"/>
    <p:sldId id="303" r:id="rId4"/>
    <p:sldId id="305" r:id="rId5"/>
    <p:sldId id="314" r:id="rId6"/>
    <p:sldId id="386" r:id="rId7"/>
    <p:sldId id="315" r:id="rId8"/>
    <p:sldId id="313" r:id="rId9"/>
    <p:sldId id="302" r:id="rId10"/>
    <p:sldId id="385" r:id="rId11"/>
    <p:sldId id="304" r:id="rId12"/>
    <p:sldId id="449" r:id="rId13"/>
    <p:sldId id="450" r:id="rId14"/>
    <p:sldId id="310" r:id="rId15"/>
    <p:sldId id="451" r:id="rId16"/>
    <p:sldId id="309" r:id="rId17"/>
    <p:sldId id="452" r:id="rId18"/>
    <p:sldId id="453" r:id="rId19"/>
    <p:sldId id="311" r:id="rId20"/>
    <p:sldId id="312" r:id="rId21"/>
    <p:sldId id="454" r:id="rId22"/>
    <p:sldId id="388" r:id="rId23"/>
    <p:sldId id="389" r:id="rId24"/>
    <p:sldId id="308" r:id="rId25"/>
    <p:sldId id="390" r:id="rId26"/>
    <p:sldId id="404" r:id="rId27"/>
    <p:sldId id="455" r:id="rId28"/>
    <p:sldId id="391" r:id="rId29"/>
    <p:sldId id="397" r:id="rId30"/>
    <p:sldId id="456" r:id="rId31"/>
    <p:sldId id="307" r:id="rId32"/>
    <p:sldId id="306" r:id="rId33"/>
    <p:sldId id="392" r:id="rId34"/>
    <p:sldId id="457" r:id="rId35"/>
    <p:sldId id="515" r:id="rId36"/>
    <p:sldId id="400" r:id="rId37"/>
    <p:sldId id="464" r:id="rId38"/>
    <p:sldId id="264" r:id="rId39"/>
    <p:sldId id="261" r:id="rId40"/>
    <p:sldId id="393" r:id="rId41"/>
    <p:sldId id="458" r:id="rId42"/>
    <p:sldId id="394" r:id="rId43"/>
    <p:sldId id="281" r:id="rId44"/>
    <p:sldId id="282" r:id="rId45"/>
    <p:sldId id="285" r:id="rId46"/>
    <p:sldId id="286" r:id="rId47"/>
    <p:sldId id="272" r:id="rId48"/>
    <p:sldId id="275" r:id="rId49"/>
    <p:sldId id="459" r:id="rId50"/>
    <p:sldId id="273" r:id="rId51"/>
    <p:sldId id="274" r:id="rId52"/>
    <p:sldId id="369" r:id="rId53"/>
    <p:sldId id="413" r:id="rId54"/>
    <p:sldId id="414" r:id="rId55"/>
    <p:sldId id="442" r:id="rId56"/>
    <p:sldId id="367" r:id="rId57"/>
    <p:sldId id="266" r:id="rId58"/>
    <p:sldId id="415" r:id="rId59"/>
    <p:sldId id="368" r:id="rId60"/>
    <p:sldId id="445" r:id="rId61"/>
    <p:sldId id="461" r:id="rId62"/>
    <p:sldId id="462" r:id="rId63"/>
    <p:sldId id="268" r:id="rId64"/>
    <p:sldId id="463" r:id="rId65"/>
    <p:sldId id="444" r:id="rId66"/>
    <p:sldId id="467" r:id="rId67"/>
    <p:sldId id="468" r:id="rId68"/>
    <p:sldId id="516" r:id="rId69"/>
    <p:sldId id="270" r:id="rId70"/>
    <p:sldId id="269" r:id="rId71"/>
    <p:sldId id="469" r:id="rId72"/>
    <p:sldId id="276" r:id="rId73"/>
    <p:sldId id="278" r:id="rId74"/>
    <p:sldId id="412" r:id="rId75"/>
    <p:sldId id="277" r:id="rId76"/>
    <p:sldId id="517" r:id="rId77"/>
    <p:sldId id="470" r:id="rId78"/>
    <p:sldId id="472" r:id="rId79"/>
    <p:sldId id="471" r:id="rId80"/>
    <p:sldId id="292" r:id="rId81"/>
    <p:sldId id="518" r:id="rId82"/>
    <p:sldId id="411" r:id="rId83"/>
    <p:sldId id="297" r:id="rId84"/>
    <p:sldId id="443" r:id="rId85"/>
    <p:sldId id="473" r:id="rId86"/>
    <p:sldId id="293" r:id="rId87"/>
    <p:sldId id="519" r:id="rId88"/>
    <p:sldId id="475" r:id="rId89"/>
    <p:sldId id="520" r:id="rId90"/>
    <p:sldId id="477" r:id="rId91"/>
    <p:sldId id="294" r:id="rId92"/>
    <p:sldId id="295" r:id="rId93"/>
    <p:sldId id="407" r:id="rId94"/>
    <p:sldId id="298" r:id="rId95"/>
    <p:sldId id="478" r:id="rId96"/>
    <p:sldId id="300" r:id="rId97"/>
    <p:sldId id="406" r:id="rId98"/>
    <p:sldId id="296" r:id="rId99"/>
    <p:sldId id="521" r:id="rId100"/>
    <p:sldId id="299" r:id="rId10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34" autoAdjust="0"/>
    <p:restoredTop sz="94662" autoAdjust="0"/>
  </p:normalViewPr>
  <p:slideViewPr>
    <p:cSldViewPr>
      <p:cViewPr>
        <p:scale>
          <a:sx n="70" d="100"/>
          <a:sy n="70" d="100"/>
        </p:scale>
        <p:origin x="-868" y="-60"/>
      </p:cViewPr>
      <p:guideLst>
        <p:guide orient="horz" pos="2160"/>
        <p:guide pos="2880"/>
      </p:guideLst>
    </p:cSldViewPr>
  </p:slideViewPr>
  <p:notesTextViewPr>
    <p:cViewPr>
      <p:scale>
        <a:sx n="1" d="1"/>
        <a:sy n="1" d="1"/>
      </p:scale>
      <p:origin x="0" y="0"/>
    </p:cViewPr>
  </p:notesTextViewPr>
  <p:notesViewPr>
    <p:cSldViewPr>
      <p:cViewPr varScale="1">
        <p:scale>
          <a:sx n="56" d="100"/>
          <a:sy n="56" d="100"/>
        </p:scale>
        <p:origin x="-287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ableStyles" Target="tableStyle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785ACA5-C322-4A50-81AB-C4BC26EA351D}" type="datetimeFigureOut">
              <a:rPr lang="en-IN" smtClean="0"/>
              <a:t>21-08-2023</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2BD7850-3785-4D2A-A019-82DC5BB6D377}" type="slidenum">
              <a:rPr lang="en-IN" smtClean="0"/>
              <a:t>‹#›</a:t>
            </a:fld>
            <a:endParaRPr lang="en-IN"/>
          </a:p>
        </p:txBody>
      </p:sp>
    </p:spTree>
    <p:extLst>
      <p:ext uri="{BB962C8B-B14F-4D97-AF65-F5344CB8AC3E}">
        <p14:creationId xmlns:p14="http://schemas.microsoft.com/office/powerpoint/2010/main" val="90625989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2-01-28T04:47:29.049"/>
    </inkml:context>
    <inkml:brush xml:id="br0">
      <inkml:brushProperty name="width" value="0.05292" units="cm"/>
      <inkml:brushProperty name="height" value="0.05292" units="cm"/>
      <inkml:brushProperty name="color" value="#7030A0"/>
    </inkml:brush>
  </inkml:definitions>
  <inkml:trace contextRef="#ctx0" brushRef="#br0">2840 4482 109,'1'-4'175,"-1"0"-13,2-3-11,-1 3-4,0 0-13,0 1-12,1-1-9,-2 4-4,1-3-8,-1 3-13,0 0-7,0 0-11,0 0 1,0 0-4,0 0-4,1 22 3,0 2-1,1 4 6,2 7 3,-4 13-2,-2 3 2,0-1-8,-2 1 2,0 0-7,3 0-3,-2-5-4,-1-1-4,1-11 0,-1-2-5,0-1-4,-1-4-5,4 2 0,-4-5-4,5-6-5,-4-6-9,4-2-11,-3-4-20,2 4-22,1-7-17,-2 1-18,2 1-15,0-5-30,0 0-34,0 0-32,0 0-28,0 0-113,0-22-347,0 10 154</inkml:trace>
  <inkml:trace contextRef="#ctx0" brushRef="#br0" timeOffset="467.9844">2851 4745 30,'0'-5'122,"2"0"-13,-4 1-2,4 0 3,-2-2 3,0 2-1,0 4 1,0-6 5,4 3-7,-4 0-2,0 3 3,0-5-2,0 5-3,0-5-5,0 5 7,0 0-3,0 0 3,0 0-8,-4-7 0,4 7-6,0 0 0,0 0-6,0 0 4,0 0 0,0 0-6,0 0 3,0 0-2,0 0-9,0 0 3,0 0 2,0 0-4,-2-3 2,2 3-9,0 0-2,0 0-8,0 0-2,0 0 5,0 0 1,0 0-7,0 0 0,0 0-6,0 0 2,0 0-2,0 0-3,0 0-5,0 0 1,0 0-2,0 0 5,0 0-2,0 0-4,0 0-6,0 0-4,0 0-9,0 0 3,0 0-7,0 0 3,0 0-5,-6 10-5,6-10-9,0 0 12,0 0-3,0 0-1,0 0 0,0 0-2,0 0 4,0 0-14,0 0-3,0 0 8,0 0-3,0 0-3,0 0 4,0 0-2,0 0 3,0 0 12,0 0-22,0 0 1,0 0-8,0 0-3,0 0-11,0 0-3,0 0-13,0 0-11,0 0-9,0 0-13,0 0-6,0 0-20,0 0-22,0 0-25,0 0-44,0 0-50,0-14-59,-1 11-213,1-4-556,0 7 247</inkml:trace>
  <inkml:trace contextRef="#ctx0" brushRef="#br0" timeOffset="10746.412">2886 4496 53,'-8'-1'94,"8"1"-8,0 0-1,0 0 0,0 0 1,-5 0-2,5 0 0,0 0 2,0 0-2,0 0 10,0 0-4,0 0 4,0 0-3,0 0-9,0 0 12,-4-3-2,4 3-2,0 0 5,0 0-3,0 0 0,0 0-3,0 0-2,0 0-5,0 0-2,0 0-2,0 0-4,0 0-2,0 0-4,0 0-4,0 0 1,0 0-5,0 0 2,0 0-7,0 0 0,0 0-3,0 0 2,0 0-8,0 0 1,0 0-3,0 0-4,0 0 1,0 0-10,0 0 2,0 0-4,0 0 0,0 0-5,0 0-1,0 0-1,0 0-6,0 0 2,0 0-2,0 0-3,18 4 11,-10-4-12,2-1-1,11 3 4,-3-4 4,5 2-2,5 0 1,4 1 5,0-1-5,1 1-1,6 1 1,-2-2-1,2 0-3,0-2 2,13 2 6,-13 0-13,17 0 7,-16-1-5,0 1 1,14 1 2,-2 2-3,1-1 3,-13 0 4,12-4 0,3 4-6,-15-1-1,16 3 7,-5-2 2,3 3-7,-13-3-2,10-2-1,-1 0 0,-11 3 1,18 0 1,-19 2-3,13-4 2,-10 2-4,8 2 10,-9-1 2,0 0-15,0-2-1,-1 0-2,-1 3 3,1-3-2,-4 2 3,6-3 3,-5 2-3,3-1 0,-2-1-1,1 4 2,-2-4 2,1 0-3,-1 3 2,-1-1-7,-3-3 11,2-2-3,-3 6 3,-1-2-5,-1-4 1,-1 4-6,3-1 10,-9-1-9,9 2 5,-5-2-1,-2 1 2,-4-4 10,-1 6-19,3-2 3,-4-1 1,3 0 1,-2-1-4,1 2-2,0 0 1,0 0 6,7 1 1,-6-1-7,2-1 2,5-3 13,-1 5-18,3-2-6,-7 0 11,7 1-1,-2-2 1,3 1 0,-1 1 0,0-1 2,0-1-7,1-2 8,1 6 0,0-2-7,-3-1 3,2 0 2,0 0-1,-1 3 8,1-3-12,-1 0 2,0 0-2,-4 2 0,2-4-1,-2 2 1,3 2 3,-6-2 4,3 0-4,-3 1-1,-2-2 3,10 3 1,-9-1 0,-2 1-1,0-1-2,-1-2 0,0 1 0,1 1-4,-2-1 3,-6 0 4,4 1-1,-6-1-6,0 0 2,4 0-1,-6 0 1,0 0 2,-1 1-5,1 1 9,-8-2-3,9 0-1,-9 0-2,8-3 3,-8 3-3,0 0 2,7 1 4,-7-1-1,0 0-4,6 2 9,-6-2-8,0 0 0,0 0-4,0 0 7,0 0-2,0 0 3,0 0-8,7-3 0,-7 3 15,0 0-18,0 0 0,0 0 11,0 0-1,0 0-5,0 0 2,0 0-2,0 0 2,0 0 1,0 0 0,0 0-1,0 0 3,0 0-3,0 0 3,0 0-1,0 0 1,0 0-1,0 0 0,0 0 0,0 0-4,0 0 9,0 0-6,0 0-5,0 0 3,0 0 2,0 0-1,-5 8-2,5-8-1,0 0-1,0 0-6,0 0 1,0 0-2,-5 5 7,5 2-3,-3 0 12,2 3-6,-1 2-3,-2 4 6,0-4-4,0 3 2,0 2-9,-1 0 9,0 0 0,2 0-1,-2 1 6,3 0-6,-2 2-2,0 3 7,1-5-6,1 1 4,-1-2-8,1-2 9,-1 1 4,3-2-7,-3-1 1,2-1 3,-1 0-1,2 0 0,-4-2-4,3 2 1,-1-2 1,2-2-3,-1 3 16,0 0-15,1-2 1,-2-1 4,2 1-8,0 0-3,0-2 6,-1 3 0,0-1 2,1 1 0,-1 0 2,1-3-5,-2 2 7,2-1-3,-2-2 1,3 2 0,-2 0 1,-2-3 2,3 4-6,0-4 1,0 3 0,0-3 2,0 0-8,0-5 0,0 10 5,0-4 0,0-1-2,0 0 4,0-5-4,-1 10 7,0-6-2,1-4 1,-2 9 0,2-9-1,-1 6 3,1-6-5,3 5 3,-3-5-3,-3 7-3,3-7 4,0 0 0,0 8 9,0-8-16,-4 4 6,4-4-4,0 0 6,0 0-5,0 0 3,-5 2 0,5-2-7,0 0 5,-2 5 1,2-5 0,0 0 0,0 0-3,0 0 5,0 0 3,-11 2-4,6 1 8,1 2-6,-4-5 14,-1 5-4,-2-1-10,-1 2 4,-2-4 13,1 3-8,-4 0 1,2 3 7,-3-4-14,-1 3 7,0-4 1,-1 1 0,-1-1 3,-1-1-3,-9 1-10,1 1 2,-2-1 4,0 0-1,-3 0-2,1-2 0,-3 2 1,0-3-5,1 1 6,-1-1 8,-2 0 4,1 0-15,-14-1-2,13-2 0,-1 3 5,0-1-3,0-2 0,-11 0-3,13-2 1,-16 3 1,16-3-1,-13-2-4,14 5 3,-4 1 0,2-5 7,0 1-12,-15-7 2,20 9 8,-6 1-6,0-1 1,-12-4-2,11 0 0,3 2 1,-13-1-2,15 3 5,-1-1-7,-2 0 10,4 0-1,-2 0-13,1 2 1,-1-1 11,2 0-2,-1 1-6,1-2 0,0 1 3,1-1-1,2-1-4,-1 2 10,6 1-7,-1 2 0,-2-4 1,2 0-4,0 2 17,-2 0-19,10 2 3,-5-3-5,2 3 11,0-2-10,3 2 6,-3-3-5,2 2 4,1-2 4,-1 1 1,0 0-3,3 1 0,-2 1-3,1-3 3,2 2-1,-1 0 2,0-1-1,4 1 4,-2 0-7,-2 0 9,-1-1-8,1-1 2,-2 1-9,3 2 16,-2-2-5,-5 2-4,8 0 5,-3-3-1,0 3-4,2 0 2,-1 0 1,5 0-6,-2 1 0,2-1 8,-5 0-3,2-1-1,2 2 2,1-1-2,-1-1-1,-3 1 2,6 0 14,-5-2-9,-1 4-8,5-2 2,-2 0 3,0 1 1,-1-1-15,2 2 9,-1 0 2,-4-2-7,3 2 5,2-1-1,-5-1-2,3 0 6,1 0 0,1 2 3,0-2-6,0 2 0,3 0 3,-2-3 1,1 3-3,1-3 0,-1 1 5,11 0-6,-14 0 3,14 0 5,-12 0-6,3 0 0,9 0-2,-13-1 0,8 5 1,5-4 2,-14 0 5,9 1-6,5-1 2,-13-1-1,13 1 3,-14 0-3,14 0 3,-14-2-6,7 4 8,1-4-8,6 2 2,-13 0 0,7 3-5,-2-3 2,2-1 5,-4 2-8,1-2 9,0 3 2,-3-2-8,3 0 10,-2 0-9,-1 3-2,4-3 4,-4 0 3,0 0 7,1 1-8,1-1 1,1 0-6,1 2 3,-2-1 0,5-1 5,5 0-2,-13 0-2,9 1-3,4-1 1,-10 0 1,10 0-13,-9 0-4,9 0-9,-4 2-15,4-2-15,0 0-20,0 0-19,-9-2-25,9 2-34,-6-2-31,6 2-48,0 0-53,0-6-253,-2 2-584,4-1 259</inkml:trace>
  <inkml:trace contextRef="#ctx0" brushRef="#br0" timeOffset="11032.971">3239 4746 47,'4'-6'254,"-1"0"2,-1 1-29,0 1-16,-1 0-26,1 0-18,-2 4-16,0 0-14,0 0-18,0 0-14,0 0-2,2 11-7,1-4-9,-2 4-5,-1 2-6,3 3 4,-2 1-6,-1 0-2,3-2-8,-3 0-1,-3-1-10,7 1 8,-4 2-21,1-6 1,0-1-1,-3 0-7,2-1-1,0-2-7,0 2 4,-1-4-32,1 2-20,-3-3-25,3 2-29,0-1-26,0-5-35,0 8-26,3-5-21,-3-3-26,1 2-132,-1-2-373,0 0 165</inkml:trace>
  <inkml:trace contextRef="#ctx0" brushRef="#br0" timeOffset="11384.8248">3471 4766 77,'3'-5'161,"-3"5"-5,2-2-12,-2 2-9,0 0-6,0 0-3,0 0-2,-2 14 6,2-5-3,-3 4-3,3-1-6,-1 2-12,1 4-1,-1 0-6,-2 2 0,1-3-7,-1 0-7,3-5-9,0-2-7,-1 2-6,2-6-6,2 2 5,-1-1-8,-1 1-6,3-3 3,-1 0-5,5-1 5,-2 0 0,4 1 0,2-4 6,2 1 4,-4 0-2,3-2-2,1 0 0,-1-2-2,-2-1 1,2-2-5,-2-1-1,1-1-8,-1-4-2,-2-2-3,1-2-5,-2-1-1,-3-1-5,-1 1 0,1 0-6,-3 4-7,-2-1 3,-2 1-5,1 0 1,-2 0-11,0 3-6,-1-1-6,-1 2-12,-2 1-5,0 2-17,1-1-12,-1 0-5,-2 4-18,0 2-23,-1-2-12,1 4-23,0 0-25,-1-2-23,6 6-18,-3-4-15,1 2-146,3 1-395,1-2 175</inkml:trace>
  <inkml:trace contextRef="#ctx0" brushRef="#br0" timeOffset="11913.8864">4089 4657 17,'0'0'137,"3"-8"-1,-1 4-14,2 0 3,-4 4-4,4-9-10,-2 5 4,0 0-11,2 1-3,-3-1 2,1 3-6,0-4-1,1 2-3,-3 3 5,1-6 3,-1 6 3,3-3 7,-3 3-6,0 0-2,2-3-2,-2 3-5,0 0-1,0 0-4,0 0-10,0 0 0,0 0-6,0 0 0,0 0-10,0 0-3,0 0-5,0 0-2,0 0-10,0 0-2,0 0-2,0 0-6,0 0-7,0 0 5,0 0-2,0 0-7,0 0-5,0 0 3,0 0 6,0 0-16,0 0 2,0 0 0,2 10-4,-2-10 2,0 5-2,0-3 0,2 4 3,2 3-4,-3 5 3,2 3 5,-2 4 2,2 6-3,-3 1 9,0 0 3,1 1-2,-5 4-2,4-3 4,0-1 0,-1-2 6,1 0-13,-2-2 8,0-4-7,2 2 8,-2 4-11,0-12 4,0 2-3,2-5-6,0 1 8,-3 0-11,3-1 1,-1-3-1,-1 2 0,1-4-3,1 0 3,0 1-10,0-1-14,-1-2-16,1 1-25,0 0-23,0-6-24,0 4-33,-2 1-32,2-5-43,0 0-39,2 10-39,-2-10-162,0 0-486,0 0 215</inkml:trace>
  <inkml:trace contextRef="#ctx0" brushRef="#br0" timeOffset="12856.7684">6106 5090 129,'0'0'186,"-9"0"-10,9 0-7,-5-3-4,5 3-10,0 0-6,0 0-14,0 0-3,-6 0-16,6 0-9,0 0-6,0 0-10,0 0-7,23-2-3,-13-1 4,9 1-6,8 0 12,6-1-11,3 2-5,1-2-2,3 1-2,11-1-3,4 3-4,-4-2-6,9-1-2,-8 3-5,1-2-4,4 1-8,-6 1 1,-1 3-6,1-5-2,-12 2-4,0-1-4,-1 4 1,-2-5-3,-4 2-4,3-2-3,-8 2 3,3-3-3,-11 3-1,-1-1 0,0 1 1,-6 0-7,-1 0 4,-1-1-5,1 1 2,-4-1 0,0 0-1,-1 0 0,-6 1-5,9-1 14,-9 1-11,8-2-2,-3 1 2,-5 1-2,0 0-1,0 0-1,0 0-4,9-1-1,-9 1-6,0 0-13,0 0-11,1-4-16,-1 4-18,0 0-17,0 0-22,-1-5-4,1 5-10,-3-6-9,-1 4-1,2-2 2,-3 1-7,1 0 5,-1 0 16,-3-2 14,-1-1 14,-1 1 7,1 0 4,-1 3 22,-1-5 15,1 1 4,0-1 23,-1 3 13,2-1 7,0 0 12,2 3 15,0 0 19,3-1 7,-1 0 1,1 1 3,0-1-3,4 3-1,-6 0 2,6 0-6,0 0-7,0-5-6,0 5-1,0 0-4,0 0-4,0 0-6,0 0 2,0 0-6,16 5-5,-6 0-1,1 2-4,-2-2 8,1 4-2,4 2-2,-1 1-1,-1 0 2,-1 3 1,-1-1-1,3 0-1,-5 1-3,-1-3 5,-2-2-5,3 7 4,-6-6-4,1-1-3,-2 3 1,-2-1-3,-2 0 2,-3 4-3,1-5-2,-4 3-1,0-2-11,-5 2-17,4-2-17,1-3-25,-7 4-31,2-2-26,3-5-43,1-1-31,-1 2-152,-1-3-372,3 1 164</inkml:trace>
  <inkml:trace contextRef="#ctx0" brushRef="#br0" timeOffset="13375.2077">7705 4835 146,'-1'-11'202,"-3"1"-11,4 3-3,0-1-8,-3 4-7,2 0-17,1 0-15,0 4-15,0 0-17,0 0-11,0 0-10,-9 20-7,2 6-1,0 5-9,-1 1 4,2 2-5,0 2-4,-4 11 2,5-14-9,3-1 2,-5 1-8,3-3-1,2-3-3,-3 1-8,2-3 1,-2-5 1,4-2-6,0-3-3,-1-1-1,1-2-4,0-2-2,-1 0-4,0-4-11,2 2-19,-1-3-22,-1-1-18,2-4-19,0 8-17,0-8-31,0 0-47,0 0-49,0 0-155,0 0-395,5-24 175</inkml:trace>
  <inkml:trace contextRef="#ctx0" brushRef="#br0" timeOffset="15316.5953">7653 4878 8,'0'-11'150,"0"7"8,2-6-4,-1 5 1,-1-1-5,0 0-6,0 1-2,0 5-4,0-6-3,0 5-8,1-5-7,-1 6-7,3-5-10,0 3-3,-3 2-2,6-4-7,2 1 3,2-2-2,-1 1 1,4 0-3,4-1 4,3-1-7,0 1 1,5 1-10,5-1 4,0 2 0,0-3-7,5 1-2,2 2-9,0-1 3,2 0-10,-2 2-2,2-2-6,2 1-3,-5 2 2,4 1-7,11-4-4,-12 2-4,12 1 1,-12 0-6,0 1 0,12-2 0,-14 1-7,4 1 3,-4-3 8,19 3-3,-2-3 4,-2 0 1,1 2 1,-2-2 1,1 1-10,-12 2 2,14-2-4,-17-1 0,17 5-1,-15-2-6,16 0 7,-14-2-8,10 5-1,-12-1-2,0-4-4,13 2 8,-12 0-6,0 2-4,0-2 0,12 2 5,-13-2-4,-2 1-4,3-1 9,0 2-3,0-4-3,-2 5 3,2-3-6,0 2 2,-5-2 6,1 1-6,4 0 2,-3-2-4,-1 1 8,-4 0-7,0 0 1,3 0 4,-4 1-3,0-2-1,-3 1-1,1-1-1,1 2 4,-3-1-5,3-3 5,-2 2-1,-6-1-3,-2 4 0,8-5 4,1 3-5,-1-2 5,2 2-7,-2-2 7,0 1-9,2 2-1,0-1 10,-1-1-8,-1 1 4,0 0-3,2-2-1,-4 2-3,-3 0 6,7 0 0,-1 0 0,-2 0-4,3 0-6,-7 0 9,-2 0 4,9-2-6,-3 2 6,0-1-6,1 0 2,-6 1-3,9-3 1,-5 3 1,5 0-7,-4-2 1,1 4 5,0-2 0,-7 2-7,0-2 4,0 1-1,-3-2-2,1 2 0,-1 1 5,-5-2-6,-2 0 2,0 0 10,-1 0-5,-4-1-9,-1 2 4,4-1 4,-9 0-3,6 0 12,-6 0-14,7 0 0,-7 0 5,0 0-9,0 0 5,6 0 0,-6 0-3,0 0-4,5 2 8,-5-2 1,0 0-2,0 0 0,0 0-1,0 0 0,0 0 1,0 0 1,0 0-1,0 0-1,0 0 7,0 0-7,0 0 6,0 0-9,0 0 10,0 0-3,0 0 5,0 0-7,0 0 3,0 0 2,0 0-5,0 0-6,0 0 10,0 0 1,0 0-3,0 0-3,0 0 6,0 0-5,1 3 2,-1-3-1,0 0 0,0 0-3,0 0 12,0 0-13,-4 5-2,4-5 2,-2 9 5,1-6-4,1 4-1,-3 1 3,1 3-1,-1 0 4,1 5 5,-4-2 0,5 3-3,-4 0-2,0 0-2,1 1 11,0 3 7,1-2-4,-1 1 2,-2 5 5,3-7 3,-4-1 0,6 2 8,-1 0-13,-4-1 0,5-2 0,-1-1 2,-5-3-11,7 4 5,0-3-4,-1-1 16,1-2-6,-1 5 5,1-6-12,0 3 13,-2-2-15,2 2 7,-2-2-3,2 0 4,-5 2 3,3-3-6,2 3 7,-2-3-3,1 2 4,1-1-5,-2-2 2,-2 3-7,4-2-5,0-2 2,0-2 5,-2 5-2,1-5-4,1 0 1,0 2 5,-3-5-6,1 3 2,1 2 0,1-4-4,-2 0 3,2 4-5,0-4-5,-1 2 5,1-1 0,0 3-6,-3-2 8,2-2-3,-2 1 4,3 2-4,-2 0-3,1-1 6,1 0-7,-3 1 4,2-2-1,1-2 1,-3 2 4,3-4-2,-1 11-11,0-10 1,-2 2 9,3-3-5,-1 5 3,1-5-4,-3 2-2,3-2 7,-4 3-12,4-3 5,-2 3-6,2-3 6,-10 5 3,6-1-4,-6-1 8,0 1-7,-2-1 5,-6 1-11,0-1 11,-2 0-1,0 3 12,-9-1-12,-1-4-3,4 3 6,-6-1-2,2 1 6,1 0-7,-2-2 0,1 3 3,-1-3-1,2 3 4,-3-2-1,3 1 0,-2-3 5,-1 4 1,-1-1-8,3-2 5,-2 0 2,-1 2 2,-3 0 4,4-4-3,-2 4 5,0-3-5,-4 0 6,1 2-1,-3 0-3,-1-2 4,-8 0 3,12-1-2,-3 3 0,3-2 2,-3 0-2,7 1 2,-3-1-2,2-2-2,1 1 1,1 1 1,0-1 3,1-1-2,2 2 6,-3 1-11,0 1-1,-1-1-3,1-2 0,0 0 4,1 0-3,-2 0-1,1 0 3,-1 0-2,-2 2 1,3-2-1,-1 0-4,0 3 4,1-6-1,0 3-1,4-2 3,-3 2 1,1 0-2,8-2 3,-6-1-1,7 2 0,-10-1 0,6 0 2,2 0-7,-4 2 1,7-4 0,-7 3-3,5-2 0,-7 2 1,0-3-3,-1 2 2,-1-4-5,2 1 2,-1 2-4,0 0 4,0 1 1,2-2 0,-2 1 2,10 1-3,-9-1-1,6 0 4,2 1-1,0 0-3,-1 1 2,-6 0-3,9-2 0,0 1 1,-1 1-3,0-2 7,1 1-2,1-2 2,-2 3-4,2 0-2,-3 0-2,2 1-2,2-2 1,-4 2 3,2-3-1,1 0-3,-2 2 1,-1-2 2,4 1 1,-1 0-2,4 1 1,0 1 1,0 0-5,0-5 7,4 5-2,-2 0-1,0-2-2,0 0 4,-2 2 2,2-3-2,1 1 0,0 2-2,-2 0-5,-1-2-2,1 4 7,-2-2-1,2-2-3,1 1 6,-3 1 0,2-2-3,-2 1-1,2 0 3,-6 0 2,6 1-4,-1-2-1,1 0-1,1-1 0,1 2 0,0 2 2,1-1 2,-2-3-2,6 3-1,-6-2-1,5 2 2,3 0-3,-5-2 2,0 2 5,9 0-2,-14 0-3,7 0-3,-2-1 4,1 1 0,1-1 0,-3 0-4,0-1 8,-1 4-6,4-4 1,-3 1 0,3 1 2,-3-1-1,1 1-1,3 0 1,6 0 3,-11-3-1,5 3-3,6 0-2,-8 0-1,8 0 2,-6-2 1,6 2-2,0 0 2,-5 0-2,5 0-2,-4-5-1,4 5-6,0 0-1,-4-2-5,4 2-18,0 0-15,0 0-14,0 0-14,0 0-33,0 0-9,-6-5-27,2 2-18,3-1-10,1 4-11,-4-6-6,3 2-8,-3 1 8,4 3 7,-4-9 1,0 5 15,3 0 10,1 4 8,-8-6 13,3 3 11,5 3 12,-6-5 12,6 5 13,-7-4 1,2 1 8,5 3-7,-10-3-14,6-3-28,4 6-32,-8-3-21,8 3-118,-6-1-326,6 1 145</inkml:trace>
  <inkml:trace contextRef="#ctx0" brushRef="#br0" timeOffset="16242.4816">7953 5035 84,'0'0'162,"0"0"0,0 0 4,0 0-6,0 0 9,0 0 0,0 0 4,0 0-1,-2-3 4,2 3-1,0 0-2,0 0-3,0 0-5,-2-5-3,2 5-7,0-7-12,0 7-6,0-6-10,0-2-13,2 2-7,0 1 0,-2-2-14,5-2-15,-4-1-2,2 0-10,4 2-5,0-1-2,3 2-11,-1-3-6,1 4-4,1-2 0,0 5-10,-1-3 9,0 4-19,-2 0-2,2 2-1,-4 0-8,3 2-1,-1 0-3,-2 0-4,2 5 0,1 2-5,-1-1-5,-5 2-5,3 1-1,-6-1-8,0 0 4,0 2-2,-3 2 1,-1 1-1,-1-1 3,-1 2 10,-4-2-8,-1 2-2,1-3-3,-1-1 3,-1 0 0,3-3 5,-4 1-1,3 0 6,-3 0-1,1-3 0,3 0-2,0 0 9,4-1-5,-2-3 2,0 3 3,4-4 0,0 0 1,0 1-1,-1-2 4,4-1-7,-4 4 6,4-4 2,0 0-3,-1 4 3,1-4-3,0 0 0,0 0 2,0 0 0,0 0 3,0 0 9,0 0-12,0 0 2,0 0-3,9 1 5,-9-1-2,12-1-1,-6-1-5,9-3 6,1 0 8,2 3-10,2-6 1,0 2 1,7-4 1,-4 5-6,1-4 3,-3 4 0,6-5 0,-7 4 3,-2 2-4,-2-1-3,0-2 3,-6 2-1,1 5 0,-5-4 2,0 1 4,0 2-1,1 0-1,-4-2 2,-3 3-1,8-1-4,-8 1-1,5-3-3,-5 3-1,0 0 1,0 0-7,0 0 0,0 0 2,-2 12 4,-1-5 8,1 0-8,-2 3-4,0-1 2,0 0 1,1 1 6,2 0-5,0 0 7,0 2-1,1-6 0,1 5 0,2-3 3,-1 2 2,1-4 3,2 0 2,4-1-3,-2 0 3,4-1 0,-1 0 0,3-1 4,-3-1 0,4-2 7,-1 0 3,-1 0-7,0-1 0,-1 0-1,1-4 0,-1 3-2,0-6 17,-2 0-15,1 0-4,-1-2 1,1-3-2,0-1 3,-3-2-6,-2 5 2,-1-4 1,-2 3 2,-1-5 0,-2 6-4,1-5 1,-2 4-5,-2-1-6,-1 4-1,-1-1-8,0 2 6,-3-2-9,0 3-8,-1 4-7,-3-2-20,2 0-9,-3 4-19,0 2-19,0 1-17,-3 2-16,7 3-20,-3-4-15,3 6-40,5-4-36,0 0-200,1 2-475,1-1 211</inkml:trace>
  <inkml:trace contextRef="#ctx0" brushRef="#br0" timeOffset="16745.4914">9316 4839 106,'0'-3'121,"0"-2"5,5 0 3,-2 0 8,-2 1-5,0-2 0,0 0 11,-1 0-1,0 2 5,3-3 4,-2 2 5,2 2-9,-3-2-5,1 1-2,-1 4-6,0 0-2,-1-5-14,1 5 0,3-5-13,-3 5-12,0-3-12,0 3-6,0 0-7,0 0-8,0 0-9,0 0-9,0 0-3,0 20-4,0-3 1,0 9-3,2 3 2,1 5 3,-5-2 2,4 3-2,-4-1 3,2-1 6,0 2-1,-1-2 2,-1 2 5,0-2 8,1 0 3,0 0-5,1-6-3,0 1-5,0-1 4,0-9-12,-3 8-9,0-8 6,3 1-6,-1 0-4,1-4 0,-2 2-6,2-1 3,-2-3 4,2-1 0,-1-2-12,1 1 1,0-3 0,0 1-2,-5-2-10,5 1-20,0-3-21,0 2-24,0-2-35,-2-2-22,2 2-30,0-5-37,0 10-34,0-4-45,0-6-32,2 5-210,6-4-545,-8-1 241</inkml:trace>
  <inkml:trace contextRef="#ctx0" brushRef="#br0" timeOffset="17751.7877">10966 5147 17,'-16'-2'188,"4"0"0,-1 1-10,4 0-3,1 1-3,0 0-4,1-3-7,7 3-7,-8 0-4,8 0-16,-6-2-6,6 2-13,0 0-7,0 0-8,-4-2-8,4 2-6,0 0-4,0 0-3,15-1 0,-2-1 4,9 1 3,9 2 2,-2-2-8,8 1-1,-1 0 0,2 0-8,12 0-4,2 1-25,3 1-2,-4-2 0,-11 1-5,10-1-2,5 2-1,-5 0-1,-10 1 0,10-3 0,-9 2-1,10 0 2,-12-2 2,0 1-7,-2 1-3,0 0 8,2 0-6,-7-1 3,3 0-6,-1 0 3,0-1-3,-2 2 3,1-2-1,-3 0 0,0-2-7,1 2 5,0 2-1,-10-4 2,0 1-3,-2 1-3,1 1 16,-5-1-23,-1 0 2,-2 0 8,1 0-8,1 0 5,-3-1-4,1 0 5,-3 1-5,-4 0 3,4-1-6,-1-1 5,-2 0-1,1 2-9,-1-1 6,2 1-8,-3-1 4,1 0 3,-6 1-7,9-2 0,-9 2 3,8 2-4,-8-2 2,4-3-4,-4 3-1,0 0-2,0 0 6,6-1-3,-6 1 15,0 0-18,0 0 2,0 0-8,0 0-7,-9-12-3,5 8-7,-2 0-8,0 0 11,-2-1-5,3 0 3,-5 0 4,1-1 6,1 1 5,-1 0-6,1 1-6,2 0 2,-1 1 1,-2-1 3,3 1 4,2 1 3,1-3 3,-3 5 8,5-4 2,1 4-3,-6-4 2,6 4-1,0 0-5,-3-3 4,3 3-5,0 0 8,0 0-4,0 0-4,0 0 6,0 0-1,16 4-10,-9 3 8,-1 2-4,2 0 3,-1 3 3,0 1-3,0 4-5,-1-3 5,-1 4-4,-1-3 1,-3 2 5,2 2 1,-3-4-5,0 1-3,-3 1 1,-1-2 3,-1-2-2,0-2 4,-4 5-9,2-3-13,-4 1-20,3-4-23,-3 2-22,0-2-16,1-3-29,1 1-31,0 1-37,-1-4-28,4 0-21,3-1-194,-4-1-481,6-1 213</inkml:trace>
  <inkml:trace contextRef="#ctx0" brushRef="#br0" timeOffset="19842.1144">12897 4974 67,'1'-15'251,"-1"3"-8,0 1-10,1 0-17,-1 5-7,0 0-12,-1 0-15,2 1-16,-1 2-19,0-2-16,0 5-18,0 0-13,0 0-12,-2 14-7,-1 3-4,2 3-6,-1 6-5,-1 5-2,-1 1 4,-1 2 3,-1-2-2,2 1 2,1-2-5,-1 3 0,2-4-6,0-1-5,1 0-1,-2-3-7,2-6 2,-2-3-12,1 0 2,1 0-9,-1-5 3,1 0-9,1-3 2,-1-1-5,-2-1 1,3-2 0,-1 0-9,1-1-20,0-4-4,-1 5-10,0-3-6,1-2-5,0 0-18,0 0-29,0 0-22,2-18-12,-1 1-2,4-2-6,-2-6 2,0-2 1,3-2 2,-3-2 9,0 2 12,1 0 8,-1 2 17,3-4 12,-5 6-3,1 4 24,-1-3 21,0 4 8,2 1 12,-1 3 16,-2 0 11,2 4 11,-1-1 6,-1 2 14,1 2 2,-1-1 8,0 2 12,-1 1 3,2-1 3,-1 2-1,1 3 0,-2-3 3,2 0-7,-1 1 2,2 1 1,-2 1-5,1-2 2,-1 5-17,3-4 5,-3 4-6,2-3 1,-1 0-6,-1 3-6,8-4-1,-2 0-7,6-4-8,8 5-8,1-6 3,6 2-3,4 2-4,0-3 2,0 3 3,1 0-2,1-1-14,2 2 25,0 0-22,0 1 1,-1 1 3,5 0-6,-2 2 0,2 0-2,1-3 2,0 6 4,12-3-8,-11-3 5,12 3 5,-3 3-1,5-3 6,-1 2-5,0-2 0,-2 2-3,-11-1-2,-1 0-2,14-1 3,-14 0-4,-3 3-1,-1-1 4,4-1-7,-3 1-7,-4-1 10,3-2-13,-2 1 16,1 0-1,-4-2 3,3 4 0,-2-6-11,2 1-1,-2 2 1,0-1 7,0-1 2,-2 2-5,0-2-2,0 3 0,-4-3 0,-3 3-3,-1-1 4,0 1-3,-2 0-1,0 0 1,-3 0-7,-2 0 1,-2 0 6,0 0 0,0 0-2,-1-1-2,-3 2 2,-2-2-3,1 1 1,-2-2-1,-1 1 5,1 0-3,-6 1 7,8 0-4,-8 0 5,0 0-2,9 0-1,-9 0 0,0 0 6,0 0-4,0 0 1,8 0-4,-8 0 9,0 0-10,0 0 2,0 0 4,0 0-8,0 0 2,0 0-1,5 1-1,-5-1-3,0 0 2,0 0-12,0 0 12,0 0-6,0 0-1,0 0 1,0 0 1,1 3-1,-1-3 1,0 0 4,0 0-2,0 0-3,0 0-6,4 2 3,-4-2 3,0 0 0,0 0 1,5 3-8,-5-3 11,0 0-6,0 0 1,2 3-5,-2-3 7,0 0-5,6 1 1,-6-1 1,4 4 3,-4-4-3,5 2 1,0 0 5,0 0-4,-1 1-3,0-2 6,2 2 0,-2 0-3,0-1 2,2-1 4,-1 1-7,-1 0 0,-4-2 2,5 1 1,-5-1 0,5 2-5,-5-2-1,4 1 1,-4-1 2,2 4-7,-2-4 8,0 0-6,0 0 5,1 4-8,-1-4 0,0 0 3,0 0 0,0 0-3,0 3 1,0-3 2,0 0-6,-1 6-7,-1 1 13,1-3-2,1-2 3,-2 6-1,1-2 2,0 1 5,-1 4 3,0-1-3,1 0-4,1-1-2,-3 3 8,2 3-9,0-4 7,1 4 1,-3 2-1,2 0 7,-3 0-6,3-5-5,-1 0 4,-1 5 0,3-2-5,-4-2 6,4-2 2,-1 1-1,1 4-1,-1-3-4,-1 0 0,1 4 4,-2-5-6,3 5 5,-2-6 4,2 6-8,-2-2 1,4-3 3,-4-1 3,2 0-1,2 1-7,-2-1-1,-2-3 7,2 5 2,0-7-3,-1 2-2,1 0 9,-1 3-4,-2-4-7,3 1 4,0 1 1,-1 1 0,1-1 0,0-1-1,0-3 2,1 4-1,-1 0-2,0-1 9,0 0-5,0-4-12,0 2 5,0 5 4,0-3 0,0 1 1,0-2-3,0 3 5,3-4-5,-3-1 0,0 2 6,1-1-2,-1-3-2,0 3 4,0-2 3,0 0-5,0 1-6,0 2 4,0-4 1,0 2-1,0-1-9,1-1 12,-1-3 1,0 7-11,0-4 7,0-3-9,-1 7 1,1-7-6,-1 6 1,-2-3 7,2 0-11,1-3 11,-3 5-6,0-2-8,0 1 11,-1-1-3,1 1-3,-3 1 6,1-2-2,-4 3 2,0 0 2,-1-1 0,-2-1 4,-3 2 0,-2-2-2,-1 2 4,-2-2-4,-1 0-1,-6 1 14,5 0-6,-4 1-6,-4-4 11,2 2-11,-2 0 4,1 1 2,1-2-3,-1 0-3,-1-1 0,0 1 0,1-2 1,1 0 1,-6 1 2,2 0 2,0-1-4,-4-1 2,1 0-4,2-1 3,-3 0-1,2 1-3,-2-3 4,1 2-1,-3 0 1,3 1 0,-2-3-1,3 3 4,1 0-2,3-2-3,0 2 4,3 0 1,-1 0-1,6-2 3,2 2-1,0 0 2,2-1-6,-3 1 5,1 0 5,-1 0-17,-6-1 13,-2-1-7,7 1 6,-4 1 0,-1-3-2,6 3-1,-2 0-2,3-1 0,-2 1 3,2-1-6,3 1 6,-1 0 3,0-3-1,5 2-2,0 1 0,0-1 7,4 1 4,-5-2-5,3 1 0,0 0 5,1 0-3,-2-1-8,0-1 11,1 3-8,-2 0 0,-1-2 2,5-1 3,-5 2-1,2-2 2,-6 0-6,-1-3-2,-1 5 2,-6-3-2,4 1-7,0-2 12,1 1-10,1 1 9,0-2-1,0 0 0,3 1 1,-1 1 2,3 1 1,2 2-4,0-4 3,-1 2 2,2 2 0,0-3-5,-1 1 0,2-2-1,0 2-2,3 1 0,2-1 1,1 1-3,-3-1-1,2 0 10,-1 2-5,7 0 5,-9 0-1,9 0-9,-11-1 2,7 0 5,4 1-3,-8-1-1,8 1 1,-7-3-4,7 3 4,-8 0 4,8 0-1,-7-1-1,7 1 4,-4-2 0,4 2 2,0 0 1,-9-1 0,9 1-1,-7-2-1,7 2-1,0 0 4,0 0-1,0 0 2,-8 0-1,8 0 0,0 0 8,0 0-2,-4-1-2,4 1-2,0 0 3,0 0 8,-4-4-3,4 4-3,-2-3-3,2 3-8,0-4-23,0 4-33,0-10-48,0 3-37,0-3-23,0-1-40,2 0-29,-1 2-38,5-6-38,0-1-54,4 1-35,-1 0-216,0 3-653,5-1 289</inkml:trace>
  <inkml:trace contextRef="#ctx0" brushRef="#br0" timeOffset="20454.9659">13171 5157 124,'0'0'172,"0"0"-2,0 0 5,0 0-1,-2-4-6,2 4-1,0-5-5,0 5-7,2-6 0,-2 6-6,0-6-2,2 3-5,3-4-12,-5 2 1,1 1-14,2-1-7,2 0-6,-2-2-8,1 2-6,1 0-14,-1 0-4,3-1-10,2 2-5,0-1-5,2 1-7,0-1-4,-1 3-8,2 1 7,0 0-11,-4 3-10,4 0-7,-4 3-4,2 0-7,-1 2-4,-1 1-9,-5 1-5,1 0-3,-1 5-4,-6-4-4,-1 0-10,-3 6-4,-3 0 0,-1-2-3,0 1 0,-2-3 2,0 0 4,-2 0 3,7-5 3,-2 1 6,0-4 3,2 1 5,-1 2-4,4-4 8,-2-1 1,5 1 5,-2-1 3,4-2 5,-3 3-6,3-3 0,0 0 5,0 0-6,0 0-1,23-5-4,-11 5 7,-2-3-2,1 6 3,-1-2-4,5 2 3,-3-1 0,-1 3-2,1 1 7,-2 1-8,0 0 0,-3 2-3,-1-3 2,1 6 0,-7-3-2,2-1-2,-4 0 6,2 3-3,-6-1 6,0-1 4,-2 0-2,-2 2 1,-4-4 0,-2 3-2,5-5-1,0 2 2,-5-5-5,3 2 0,2-1-2,-2-1 0,-1 1 1,5-3-7,0 0-9,-3-2-12,7 1-15,-3 0-13,3-2-20,5 3-18,-9-7-26,9-1-33,1 1-146,1-2-334,1 1 149</inkml:trace>
  <inkml:trace contextRef="#ctx0" brushRef="#br0" timeOffset="20839.1738">13667 5186 137,'0'0'227,"0"0"-23,1-2-25,-1 2-18,0 0-20,0 0-8,-15 14-7,6-8-13,-1 9-3,-4-3-13,4 2-8,-3 0-7,3 2-4,1 1-9,0-2-3,2 0-2,1-1-2,2 3-3,1-6-4,2 0 0,1 2-6,3-1 2,-2-1-4,3-2-2,1-1 0,2 0 0,3-1 2,-1 0-2,1-2 1,3 0 2,0-1-3,5-1 0,-6-3 0,5 1-4,-5-2 3,0-2-1,2-1 2,1-4-2,-2-3 0,0-1 2,0-4-3,-4-2 3,0-6-10,-2 6-1,0-8-1,-5 1-10,-2 6-3,-2-7 2,2 7-4,-4 1-7,-1 1-3,1 5-4,-3 0 8,1 0-22,0 2-11,-3 1-15,-5-1-2,3 6-17,-3-1-10,-4 2-17,4 3-8,0 3-16,-3 1-13,0 1-14,3 0-15,4 2-21,-1 1-26,4 1-15,-2-2-131,9 3-370,-3-8 165</inkml:trace>
  <inkml:trace contextRef="#ctx0" brushRef="#br0" timeOffset="21226.095">14065 4884 42,'0'-4'224,"3"-1"-14,-1 2-16,-2 3-7,0-5-15,0 5-7,0 0-10,0-4-13,0 4-20,0 0-11,0 0-11,0 0-10,0 0-13,0 0-3,0 0-8,-2 19-6,-1-7 5,0 3-3,0 4 8,-2 8 2,0-1-4,-1 2 4,-2 3 2,3 3 5,-3-1 0,1 1-3,2-1-1,-3 16-4,0-13-1,2-3 2,2 2-12,-2-1-5,2-3-1,-1-2-9,0 0-1,3-2-4,-1-5-3,1-3-3,0-1-4,0 0-7,0 2-3,2-6 1,-2-2-8,2 1-8,0-2-33,-1-1-21,1 0-43,0-1-35,0 1-33,0-3-45,1-3-39,2 4-218,0-2-501,-1-3 221</inkml:trace>
  <inkml:trace contextRef="#ctx0" brushRef="#br0" timeOffset="22262.5856">14896 5186 59,'0'0'110,"0"0"4,-9 0-5,9 0-6,0 0 5,0 0-5,0 0 4,0 0-7,0 0 3,0 0 4,0 0-5,0 0 0,0 0-3,0 0-3,0 0-4,0 0 1,0 0 4,18 4 1,-8-3 4,3 2 0,6-1 9,3-2-11,7 0-4,2 0-5,4 0 7,0 0-20,16 2-1,0-2 0,-13 1 3,17-1-12,-2 0-9,1 2-2,5-2-7,-2 2 3,1-2-5,-2 0-11,2 3-4,-5-2 1,0 3-2,1-4-4,-15 2 2,15-1-2,-19-1-8,4 0 0,-2 2-5,2-2 3,-4 0-3,-2 0-1,-2-2-2,2 2 3,-3 2-6,0-2 2,-1-2-1,-2 1 0,-7 1-5,8-2 2,-7 2 1,0 0-3,-1 0-2,1 0 3,0-2 7,-3 2-9,0 0-4,-4 0 2,-1 0 0,0 0-3,-1 0-2,-4 0-1,2 0-5,-3 0 5,0 0-6,-7 0-2,9 0 1,-3-2-4,-6 2 1,6 2 1,-6-2 0,7-2-4,-7 2-1,0 0-3,0 0-12,4-3-12,-4 3-6,-2-5-5,2 5 4,-2-5 2,2-2 5,-5 2-10,2-3 1,-2 1 3,-1-1 9,0 3-1,1-2 7,-3 2 5,1-1 0,3 1 10,-2 0-1,1 3 6,2-2 8,-4-2 9,5 5 0,-1-3-1,3 4 2,-2-2 0,2 2-3,0 0-1,0 0-2,0 0 1,0 0 0,0 0 3,11 9 0,-2-1-2,1-1 2,-1 3-2,4 2 1,-4 2 0,0 3-1,0-2 0,-1 5-1,-1-3-1,-4 0-4,-1 1 4,-2 2-2,-2-7 2,-1 5 0,-1 0 2,-3-2 0,-1 1 6,-3 0-10,3-3-18,-2-2-16,-2 1-22,3-6-22,0 2-21,0-1-17,2-2-23,2-1-22,1-2-21,-2 0-112,2-3-324,4 0 144</inkml:trace>
  <inkml:trace contextRef="#ctx0" brushRef="#br0" timeOffset="22597.7828">16817 5078 216,'2'-7'263,"0"2"-8,-1 0-13,2-2-6,-2 5-12,-1-1-12,0 3-11,4-5-16,-3 1-18,-1 4-20,0 0-17,0-5-10,0 5-15,0 0-20,0 0 6,0 0-24,-5 17-5,5-5-6,-1 4-5,-3 11-2,2 0-8,-3 3-2,2-5-5,0 6-1,1-4-8,-1 4 3,-1 3 4,1-5-5,1 4 3,-2-3-3,-1-4-3,4-6-3,-2 0-1,2-1 2,0-2-5,-2-2 0,2-1 1,-1-4-7,1-1 1,-1 2-1,0-6-9,2-1-20,0 1-17,-2-1-14,0-1-9,2-3-15,-1 5-12,1-5-12,0 0-47,0 0-53,-5-10-28,2 0-6,3-4-5,0-2-133,0-4-398,4-3 177</inkml:trace>
  <inkml:trace contextRef="#ctx0" brushRef="#br0" timeOffset="24022.6118">16812 5165 66,'4'-22'85,"1"-3"17,-3 9 13,3-1-2,-1 1 9,-1 4 13,-2 0-1,2 1 7,1 0-1,-3 5-5,1-5-4,1 5 0,-1 1 0,0-2-2,-1 3-8,5-1-6,-4 1-10,2 0-10,-1 1-7,-1-1-7,2 1-7,4 1-7,1-3-8,0 2-3,3-1-6,4 2-6,5 2-2,-2-3-8,1 2-3,3 0 2,5-1-2,2 1-3,-1 0 1,-1 1-5,3 0 11,-2-1-13,-1-1-3,4 4-1,-1-1 1,2 0-2,3-2-3,1 2 3,-1 2-2,1-2 1,1 0-5,0-1-1,1 3 3,12-1-3,-10 0-1,12 2 0,-14-2 2,11 0-2,2 2-3,-12-3 1,13 4-5,-1-1 1,-1-4 3,-10 3 1,10-2-5,-12 0 5,14 3-5,-2-1 1,-14-1-1,13-1-1,-12 1 2,-1 1 0,-1-3-3,0 1 3,0 0-2,-2 1 10,-4-2-10,4 0 0,-5 2 2,5-2-5,-4 1 2,1 1 2,1-2-2,-1 2-2,-1-1-1,2 1 4,0-3-1,1 2-2,-1 1 4,3 0-3,-1 2-1,2-2 0,-3 0 5,3-2-1,1 1 0,1 3-3,-2-4-2,1 1 5,-1 3-4,4-2 1,-5-2 2,4 3 1,-1-1-1,0-1-3,-2 1 4,1 1-3,-2-1 1,-3 1 0,0-2 1,1 2 0,-4-1-5,3 0 6,-1 3-2,-1-4 0,0 3 0,-1-1-1,0-1 2,1 0 1,-3-1-1,-7 2 2,-2-2 3,0-1-6,2 3 6,-1-3-7,-5 2 5,-2 0-1,-1 1 0,0-3 2,-4 1-1,-1-1 1,-6 0-3,10 0 3,-7 1 1,-3-1-3,7 1 0,-7-1 0,5 2 1,-5-2 1,0 0-4,0 0 1,8 1-3,-8-1 2,5 1-1,-5-1-2,0 0 3,0 0-2,0 0 3,5 3-1,-5-3 2,0 0-5,0 0 4,0 0-3,0 0 2,0 0-5,0 2 5,0-2-6,0 0 2,0 10 0,0-8 1,0 3 7,0 2-7,0 3 1,-2 1 2,2 0-2,0 4 4,-3 4 5,8-3 6,-5 1-3,-2 10 3,-1 0 5,1-1 2,-1-8-4,-1 13 2,-1-2-1,1 0 7,3 0-1,-7 2 6,7 1-4,-6-3-2,4 0-1,0 0-1,-2-3 1,3-1 11,0 2-17,-3-8 1,3 1-5,0-2 3,-3-1-1,4 2 6,-3-2 1,0-2 2,2 0-6,-1-3 4,3-1-3,-2-1-5,0 0 3,0-3 5,1 1-8,-2-1-1,2-2-3,-2 0 18,3-1-16,-2-1-1,2-3 0,-2 5 1,2-5-4,-2 2 1,2-2 0,0 3-5,0-3-3,-3 4 1,3-4 1,0 0-3,-4 3-4,4-3 4,0 0 7,-7 0-3,0 2 3,-5 0-1,-5 0-4,-3-1 4,-7 2 2,0-1-7,-4 0-2,3-2 9,-4-3-4,0 3 2,-2 0-1,-1-1 0,-1 0-4,-2-2-2,-12 1 8,-2-1-5,15-1-2,-17 3 3,4-3-1,10 0 4,-12 1-7,2 3 2,-4-2-1,-1-2 2,1 1 0,0 0-2,-1 1 2,-2-1-3,1 1 5,-1-1-4,-5-1-2,0 4 4,4-5-3,-4 5 17,7-3-14,2 2 2,0 1-7,14-1 3,-13-1-1,15 2-1,-3 0 0,3 0 3,-3 0-4,-1 0 1,5 2 1,-2 0-1,1-2 3,-3 0-2,2 3 3,2-3 0,-2 2-3,-2 1 3,2 0-4,3-2 4,2 2 1,-3-1-5,6-2 6,0 4 0,0-1-6,1 0 12,3-1-10,4 1 0,1-1 0,1-2 1,-2 0 1,1 3-2,0-2 6,2 0-2,1 2 1,-1-2 2,-1 1 1,0-1-1,0-1 0,-2 0 2,4 3-8,-3-6 16,1 6-5,1-6 0,1 6 6,2-3-5,0 0-4,-1 0 5,4 0 5,0 0-2,-1 0 1,1 0-5,-1 0-3,3-3 4,-1 6 7,1-3-26,-4 0 11,1 0 5,0 0-5,-2-3 4,-5 2-3,3-1 6,1 2-4,4 0 3,-5-1 9,6 1-3,-2-3-5,2 2-1,-1 0 3,1-2-3,-1 3 3,1 0 0,2-2-1,0 0 3,-2 1 2,4 1 1,4-2 2,-2 0 7,6 2-4,-7 0 6,7 0 1,-6-1 1,6 1 3,0 0 1,-4-3-6,4 3 8,0 0-4,-1-4 4,1 4-6,0-4-16,0-4-23,3 3-24,-1-6-22,-1 1-6,7-5-21,-4-1-14,4 0-12,-1 0-19,2-1-10,1-2-10,-4 0-27,1 1-32,1 1-32,1 0-35,-3 0-26,4-2-253,-1 5-594,-4-2 263</inkml:trace>
  <inkml:trace contextRef="#ctx0" brushRef="#br0" timeOffset="24521.6287">17175 5245 202,'1'-5'245,"0"1"-16,-1 0-22,3 1-25,-3 3-20,0 0-20,0 0-12,0 0-16,1 13-11,-1-3-9,-1 0-9,-2 2-1,3 5-10,-1-1 1,0 1-1,1-1-1,-3 1-6,2-1-5,1-3 2,-4 0-1,4-3-1,-3 1-3,2-3-3,1 0-1,-1-3-3,-3 1 2,4 0-6,0-1 7,0-1-1,0-4 11,0 5 9,0-5 2,0 3 9,0-3-16,0 0-1,0 0 0,0 6-5,0-6-6,0 0 9,0 0-17,6 1-6,-6-1 2,10 0-8,2 2-5,1-4-2,6 2-6,0 0 14,2 0-23,-1 2 1,1-2-5,-2 0-2,-1 0-4,-2-3-4,-2 3 1,-2-1-3,-3-2-1,2 1 1,-4-1-1,-2 0-6,1-1 3,-2-2-1,2 0 14,-3 0-19,-1 0 5,-2 0 3,2 0 8,-1 2 11,0 0 0,-3-1 9,2 5-10,0-7 2,0 5-2,0 2-8,0 0-4,0 0-2,0 0-5,0 0-4,0 0 4,-7 9 7,4 0-10,-4 1 5,2 2 4,-1 5-3,-6 0-3,6 3-12,-6 2-9,3-4-17,-1 5-15,2-6-30,2 2-23,-5-4-24,4 2-30,-2-1-26,5-5-39,1 3-28,-4-4-214,3 2-509,4-3 226</inkml:trace>
  <inkml:trace contextRef="#ctx0" brushRef="#br0" timeOffset="24868.7128">17644 5407 106,'1'-4'216,"-1"1"-24,0 3-18,0 0-18,0 0-4,-13 20-20,8-10-16,-3 6 1,-1-2-14,2 5-2,0-4-5,2 4 0,0-1-14,1-2 0,4 0-5,-1-4-4,1 1 0,1-1-3,3-2 2,1 0-3,0-1 4,2-1 1,0 1 3,1-3 1,1-1 8,4-1 1,-2-1 0,1-3-8,2-3 0,-3-1 2,1-1-5,-2-3-4,4-2 7,1-7-10,-2 3-7,5-8-4,-5-2-1,-2-1-6,-7 0-9,1-1-2,-2 5-7,-2-5-8,-1 11-2,-4-2-6,-1 0-6,1 1-16,-6 1-16,-1 4-18,0 0-5,-2 4-27,3-1-29,-5 5-20,4 3-18,-5 3-22,4-2-15,0 5-30,1 2-15,4-3-17,1 7-153,4-3-422,2-1 187</inkml:trace>
  <inkml:trace contextRef="#ctx0" brushRef="#br0" timeOffset="25211.8937">18559 5118 15,'2'-9'275,"0"3"-11,1-1-16,-3 3-23,2 0-28,-2 1-20,0 3-20,0-6-19,0 6-18,0 0-18,0 0-5,0 0-11,-5 12-8,2-1-6,-2 3-6,1 3-10,-1 2 3,0 5-8,-3 3-9,2 2-1,-1 1-6,-2 3-3,3 3 1,-4 8-1,2-10 4,3 0 0,-4 12-2,1-11 6,-2 0-1,6-1 3,-5 0-3,5-2-2,-2 0 1,-4-2 7,7-1-19,-2-2-1,1-8 2,2 1-6,-1-1 0,1-2-4,0-5 2,-3-1-2,5 0-1,-2 0-6,0-4-21,1 1-23,1-3-28,0 2-33,0-2-39,0-5-38,0 3-34,0-3-223,0 0-463,0 0 205</inkml:trace>
  <inkml:trace contextRef="#ctx0" brushRef="#br0" timeOffset="25897.9191">19364 5363 10,'-8'-2'282,"7"-2"-13,-2 1-21,3 3-20,-8-1-22,8 1-22,0 0-15,0 0-22,0 0-14,0 0-11,0 0-12,0 0-8,9 11-6,-2-2-1,4 1 4,2 6 2,6 1 1,1 3 5,2-3-3,-3 0-17,3 3-2,3-2-7,-4 2-3,2-3-8,-9-5-9,11 5-2,-10-5-9,2-1-3,-6 0-3,-1-2-6,-1-2-1,-4-2-5,1 0 0,-3-3-3,4 3-7,-5-3 1,1 1-3,-1 0-2,1 0 0,1-2 6,-4-1-9,0 0-5,2 4 8,-2-4-7,0 0-13,0 0-16,0 0-9,0 0-6,0 0-10,0 0-10,0 0-17,0 0-17,0 0-31,0 0-20,0 0-13,-9-13-20,9 10-11,-4-4-17,2 2 2,1 0-3,-1-4-3,1 3-113,0-3-345,1 1 153</inkml:trace>
  <inkml:trace contextRef="#ctx0" brushRef="#br0" timeOffset="26112.1771">19734 5348 90,'1'-9'170,"-1"4"-9,0 0-15,0 2-21,0 3-17,0 0-10,0 0 3,-12 11 9,0 5 3,-8 4-1,2 6-1,-5 0-2,-1 3-2,1 1-10,-9 7 1,-2 1-6,10-13-9,2 1-5,-2 0-11,2-3-4,2-1-5,1-3-4,5-4-3,1-1-8,-1-2-18,4 0-18,1-5-31,2 0-34,-2 1-32,7-2-28,-2-1-24,1-2-23,0 0-17,3-3-101,-6 2-308,6-2 137</inkml:trace>
  <inkml:trace contextRef="#ctx0" brushRef="#br0" timeOffset="27214.2179">2161 3333 92,'-11'-14'266,"0"1"-10,5 5-15,0 2-16,-3-2-3,7 1 5,-2 5-19,0-3-3,0-2-19,3 4-22,-3 1-16,4 2-12,-5-3-17,5 3-21,-3-2-4,3 2-9,0 0-13,0 0-8,-3 7-6,8 3-6,1 7-4,4 5-2,-1 4-5,6 5-3,-2-1-7,6 13-3,-1-11-5,7 14 8,-9-14-7,11 12-2,-5 1-2,-1-3 6,4 1-8,-11-10 0,6-1-15,-3 0 14,-1-6-5,2 3 0,-4 0 1,3-5-2,-7 0-3,-1-9 14,4 0-22,-7 2-9,1-7-19,-2-1-12,-1-2-17,1 0-13,-4-2-15,3 0-6,-3-2-19,3-1-16,-4-2-18,3 5-22,-3-5-51,0 0-215,0 0-467,0 0 208</inkml:trace>
  <inkml:trace contextRef="#ctx0" brushRef="#br0" timeOffset="27568.6216">2225 3880 118,'0'0'162,"0"15"-15,7-4-9,2 1-7,1 1-8,-4 2-2,6 1-11,11 6-2,-5-3-6,-4-5-10,-1 2-8,4-2-8,-4 1-6,4-3-8,-3-2-7,1-1-3,-3-4-11,0 2-6,1-7-23,0 2-7,0-3-16,0 0-20,1-6-17,-5 0-4,6-3-8,-6-3-4,3 1 9,-4-6 0,-1-2 14,-1-5-8,-1-1 19,-1-2 25,1-2 16,-2 1 11,-3 2 24,0 8 16,2 2 25,-2 2 9,2 6 8,-4 4 0,2-3-20,-1 4-12,1 2-15,0 2-8,0 0-2,-9 14-8,8 3 1,-2 1-5,-1 8-4,2 3-1,-3-1-2,2 1-4,-7 0-22,8-1-33,-4 1-36,0-4-49,6-5-34,-6-2-42,3 0-118,3-7-336,-4-1 150</inkml:trace>
  <inkml:trace contextRef="#ctx0" brushRef="#br0" timeOffset="28541.7625">2489 2310 48,'-4'-5'286,"4"5"-4,-5-4-11,5 0-12,-3-3-23,3 4-5,-4-1-26,1-3-10,1 2-15,1 0-14,-3 3-8,-1-5-17,1 6-17,3-4-9,-3 1-19,4 4-11,-5-3-11,5 3-22,-8-2-1,8 2-1,-10 5-8,4 1-2,-4-3-6,3 7-9,-7 0 5,5 5-7,3-1-5,-2 2-16,1-2 18,5 2-9,1 0-11,3 1 8,1 0 2,1-2-1,3 4 0,0-3 3,3 7-3,4-8-1,-1 6-1,-3-4-34,3 0 7,1-1 3,-4 0 2,3 0 2,-4 0-1,3-3 2,-2 3 3,-4-5-5,0 1 6,2-4-8,-2 1 6,-4-4-2,-1 2-1,1 0 6,-2 1 1,-2-3 1,1 1 2,-5 0 3,-6-3-3,3 1 0,0-2 6,-4 0 6,-1-3-5,0 0 5,2-5-5,-7 0 3,2-3 5,1 1-1,6 1 8,0-1-2,-1 2 4,4-1 1,0 3-2,5-1-3,-3 4-4,-2-2-3,4 2-8,3 1 2,-4-1 0,4 1-4,-2 6 1,2-6-1,3 9 0,1-2 2,3 2-5,2 1-2,-1 0-9,1-1-17,4 4-16,-6-6-17,4 2-14,1-6-9,0 4-1,2-5-8,1-1-2,3-2-11,0-3-16,3-1-6,-2-5-18,3-6 10,-1-1 3,-4 4 13,-1-6 5,0-2 7,-5-3 8,0-1 18,-3-2 7,-1-2 16,-2-1 14,-3-5 17,2-14 10,-1 0 8,-3 4 16,1-1 22,-2 10 14,1 7 20,-3 0 18,3 9 10,0 2 14,-1 7 4,1-1-6,0 7-15,-1-2-16,-1 0-13,2 7-7,0 0-10,0 0 3,0 27-9,2-8 4,0 8-7,2 4-2,-4 3 3,5 2-9,3 10 4,-7-17-3,3 4 0,-1 1 0,2-4-5,-1-1 1,2 0-2,-1-6-1,4 0-3,-1-6-12,0 0-5,-1-2-22,1-4-27,-1 1-11,1-4-20,2-1-22,2-2-15,2-3-23,-1-3-27,0 0-146,-1-2-344,5-4 153</inkml:trace>
  <inkml:trace contextRef="#ctx0" brushRef="#br0" timeOffset="29344.4504">2992 2270 84,'-1'-6'162,"-4"-2"-11,3 1-5,-2 2-6,1 0-8,-2 2-17,5 3-15,-10-5-7,7 4-11,3 1-15,0 0-4,-19 9-3,10-1-9,0 2-2,-4 6 8,0 7-17,3 0 1,0 0-2,2-6-8,0 6 6,5 1-6,-1-7-4,2 1 2,2-1-4,2-1-5,3 2 2,-1-7 0,-2-1-6,2-1 1,4-1 0,-3-2 2,1-1-7,2-2 3,0 0 0,-8-3 3,15-3-5,-6 0-2,0-6-1,-1 2-1,3-5-5,1-3 5,-5-2-1,5-6 1,-7 6-2,1-13-5,1 5 2,-2-3-1,-2-5-4,-1 6 9,-2 9-14,2-3 11,-2 11 5,0-2 11,2 5-14,-2 1 0,-2 0-8,2 6-4,0 0-1,0 0 0,0 0 1,0 0-1,-1 28 6,2-9-5,-1-1 5,2 1 1,-1 0 4,4 8-6,-1-3 1,0-7 1,3 0 2,1 1 2,0-4-1,-1 1 0,0-5-4,-1-3 4,1 2-2,3-4 4,1-1 3,-2-1-2,3-5 1,-3 1 3,1-6-2,-1 3 0,1-3 2,-2-5-6,4 0-1,-3-3 0,-4-2 6,2-8-7,-3 5 2,0 2 0,0-12 2,-3 7-2,0-4-2,-1 9 8,-2 1-2,3 1 13,-2 5-2,-1 0 2,2 7 4,0-4-10,-2 6-7,2 2-4,2-7-3,-2 7-7,0 0 10,0 0-7,8 24 5,-4-8-2,2 1 4,0 1-2,0 0-3,1 0 5,0-1-13,-1 9 5,3-9-8,-3 2-6,1-4-12,-2 1-8,0-1-1,1-5-11,-2 0 2,4-2-9,-3 0 5,-3-5 8,5 0-1,1 2 0,-1-5 4,-7 0 0,21-5 8,-10-3-11,1-1-1,2-3 0,-2-1 4,5-8-2,-5 4-3,-3 2 13,0-11-6,-1-1 11,-1 5 12,-3-7 12,0 3 13,-2 2 0,-2-5 9,0 10 1,3-8 19,-3 11 20,-3-1 8,3 8 15,-2 0-10,3 2-5,-4 2-21,3 5-1,-2-5-13,2 5 2,0 0-10,0 0 3,-2 19-7,5-3 2,-2 5-5,2-2 2,1 1 0,-2 7-3,6-2 2,-3 1-11,4-3-7,-4-6-21,4 9-18,0-9-22,-3-1-7,2 0-20,1-2-30,-3-4-7,2-1-15,5-4-17,-8 0-89,0-2-265,3-1 119</inkml:trace>
  <inkml:trace contextRef="#ctx0" brushRef="#br0" timeOffset="29583.0739">3634 2175 208,'0'0'230,"0"0"-4,0 0-18,0-8-13,0 8-21,5-5-9,4 0-22,0 0-14,2-4-11,6-1-9,-1-3-15,8-1-6,2-1-10,1 1-5,-3 1-11,-5 5-6,1 0-3,-3-1-9,0 4 0,-3 0-9,-4 1-14,-4 0-23,1 2-23,-1 0-29,-6 2-39,8-4-42,-8 4-37,0 0-7,0 0-8,0 0-98,0 0-308,0 0 137</inkml:trace>
  <inkml:trace contextRef="#ctx0" brushRef="#br0" timeOffset="30026.6723">2665 2389 100,'0'0'178,"0"0"-17,0 0-13,0 0-5,0 0-9,0 0-6,0 0-17,0 0-4,22-9-8,-9 5-12,6-4-7,5-2-3,3-2-13,-1 1-7,-2-3-24,0 3-24,0-2-49,0 1-51,-5 3-58,-8 3-91,3 1-259,-1 1 115</inkml:trace>
  <inkml:trace contextRef="#ctx0" brushRef="#br0" timeOffset="31261.3083">1676 4652 138,'0'0'144,"0"0"-13,0 0-11,-3 15-6,6-3-5,5 5-6,-3 1-12,4 9 0,6 0-4,-1 1 3,5 0-4,-1-2-5,-1 1-6,4-2-2,1 1-2,0-5 2,1 1-5,0-1-1,2 2 1,-3-4-6,0 0-2,3-2-5,-3-1-4,0 1-5,-4-6-7,-4 1-3,4 0-4,-5 0-1,-2-4-5,-1 1-2,-3-3-4,3 3 2,-3-5-9,-1 1-1,-2 2-5,1-4-2,-3-1-11,2 4-4,-2-2-18,-2-4-9,4 6-5,-1-2-10,-3-4-17,1 6-14,-1-6-18,0 0-17,5 4-12,-5-4-5,0 0-12,0 0-98,0 0-263,0 0 117</inkml:trace>
  <inkml:trace contextRef="#ctx0" brushRef="#br0" timeOffset="31599.6672">2113 4924 21,'0'-5'192,"-1"2"-22,1-2-18,-3 1-20,3 4-11,0 0-9,0 0-15,0 0-7,8 12-2,0-1-5,-4 1 4,5 5 1,-1 0-2,1 9-2,3-4-6,-2 4-2,-2-8-1,2 6-5,-3-7 1,0-1-3,-1 0-2,2-5 0,1 4-1,-4-1-12,-1-5-2,1 2 0,1 1-1,-1-4-2,2 2 3,-6-3-4,-1 0 3,4-3-5,-4 1-1,4 0-1,-4-5 3,1 7-1,2-3 3,-3-4-5,2 4 1,-2-4 0,0 0-5,-2 6 1,2-6-9,0 0-1,-8 11-1,4-5-4,-4-1 0,-1 3-3,-5 2-5,-1 2-8,0 0-14,-7 5-9,1-3-28,-2 2-17,-1 0-25,1 3-19,3 0-23,-7 0-21,4 1-25,-1-1-28,2 1-24,-5 2-132,5-4-384,-3 0 170</inkml:trace>
  <inkml:trace contextRef="#ctx0" brushRef="#br0" timeOffset="32184.1663">1460 6033 49,'0'0'207,"0"0"-10,0 0-3,0 0-8,13-8-6,-13 8-7,5-8-11,-3 5-6,-2 3-5,3-7-8,-3 7 1,3-7-2,3 2 0,-6 5-1,0-10-2,1 3-10,-1 7 3,-2-10-22,-3 3 3,5 1-7,0 6-9,-6-11-3,4 6-7,2 5-7,-5-7-17,5 7-9,-4-3-7,4 3-11,0 0-5,-10-2-8,10 2-8,-13 9-2,3-3-5,4 1 3,-2 3-2,2-1-1,3-2-6,-2 4-5,1-4-1,0 0-5,-1 0-3,5-3-4,0 5 4,0-3-4,0-6 1,-1 12-1,1-8-2,1 3 6,-1-7 2,9 4-1,-9-4 1,5 5 3,-5-5 6,0 0 0,18-3 3,-18 3-2,0 0 0,14-7 5,-9 2-1,-1 0-3,2 0 3,0-2 5,-2 5 5,-4 2 0,7-10 0,-4 5 6,-3 5-3,6-5-6,-6 5 0,0 0-8,0 0 0,0 0-4,0 0 12,12 15-14,-6 0 6,-3 1-3,5 4 15,-1 3-12,0 0 1,-6 3 5,7-2-5,-6-4-1,4-1 2,-4 1-4,2-1 1,2-2 1,-3 3 0,2-3 1,-4-5-2,2 2 3,-3-4-6,4 0 1,-3-5-13,-1 0-12,1 0-13,1-1-17,-2-4-27,2 7-13,-2-7-27,0 0-26,0 0-36,0 0-39,0 0-32,0 0-173,8-17-463,-7 5 205</inkml:trace>
  <inkml:trace contextRef="#ctx0" brushRef="#br0" timeOffset="32719.0634">1606 6394 5,'0'0'192,"0"0"-7,0 0-1,0 0 0,0 0-2,0 0-14,0 0-8,0 0-9,0 0 3,0 0-8,19-10-2,-11 1-12,-3 1-4,9-6-14,-5-1 4,3 1-22,1-3-4,4-3-13,-1-4-4,1 2-11,-3 1-3,3 1-12,-7 6-4,0 2-8,-1 2-15,0 0-20,-4 1-37,2 4-37,-5-2-48,7 2-48,-9 2-49,0 3-177,9-9-425,-9 9 189</inkml:trace>
  <inkml:trace contextRef="#ctx0" brushRef="#br0" timeOffset="35028.2198">2928 7032 191,'0'-26'191,"-1"7"-13,1-1-6,0 10 2,1-7-6,2 9-2,-3-3-7,-3 1-5,3 6-11,-1-2-10,1 2-19,0-3-15,0 5-18,0 2-11,0 0-14,0 0-5,0 0-4,-5 18-6,2-8-4,-3 6-2,2 2-4,0 3-3,2-1-2,-1 4-1,2 1-2,-3-1-1,4-5-4,-3-3 4,2 2-2,1-3 3,0-1-1,1-1-2,-1-4 2,3 0-3,-2-2 3,2-1 2,1-1-1,-4 0 0,5-3 3,-2 2 1,4-3 1,-3-1 2,-4 0-3,16-5-1,-4 2 2,-3-3 0,0 0-3,2-3-1,1-3-2,-2 2-1,3-1-2,-7 0 5,3 4 5,0 0 0,-5 0 1,-2 5-4,1-1-8,0-2-7,-3 5-5,0 0-7,0 0 1,0 0-2,7 10 1,-7-3 4,4 2-4,-3 0-1,2 2 1,-2 1-1,4-3 4,-4 2-1,0-2 1,4 0 0,-3-2-1,0-2 7,1 3-1,1-5 2,1 2 3,3-1 3,-3 0 3,3-3 2,1-1 1,0-3 10,1 1-8,-1-2 5,0-1 3,1 0 3,0-2-2,-2-3 5,1 0-5,-4-1 5,5-2-4,-6 1 3,0-4-7,0-2-6,-3 1-6,-1-2-6,0 3-2,-5-4 9,0 3-20,2-3-8,-7 3-6,3 1-9,0 1-17,-3 2-17,1 6-20,0-2-22,-1 4-15,-2 3-16,2 2-15,-2 0-11,3 4-14,-1-1-13,4 3-15,-2-1-5,4 0-12,-1 2-131,1-2-376,3 0 167</inkml:trace>
  <inkml:trace contextRef="#ctx0" brushRef="#br0" timeOffset="35994.3365">3373 6825 9,'5'-10'265,"1"0"-5,-3 5-19,1 0-16,-2 3-29,0-2-22,-1 1-22,-1 3-20,0 0-15,4 9-8,-4 0-13,0 9-3,-1 1-4,1 6-3,-4 1-3,4 1-4,-2 0-4,0-2-5,-3 0-2,5-5-6,-4-1-5,4 0-7,-4-2-3,4-5-5,-1 0-2,-2 0-1,3-4-9,-1 4 0,1-7-1,0 1-4,0-2 8,0 0 12,0 0 10,0-4 13,0 4 17,0-4 11,0 0 5,0 0 12,0 0-3,0 0-16,7-10-13,-3-2-8,3-3-7,5-2-13,-1 1-6,2-7 3,4 2-11,-5 5-5,2 2-1,0 0-12,-1 2 10,-6 6-14,2-2-9,-1 1-9,-3 6-14,3 0-14,-2 2 0,3 2 0,0 6 7,-1-1-8,-3 4-4,3 3 3,0-1 8,-5 2-4,5 2-4,-4-1-6,1 0-22,-1-1-11,0-6-18,2 2-18,-1 1-13,-1-5-5,3 3-1,1-5-6,4 0-5,-2-1-7,2-5-12,7-1 5,-3-1-1,2-2 5,0-4 14,1-2 13,-6 1 13,1-6 9,-5 1 24,0-1 34,0-2 17,1 0 24,-6 1 35,1-1 13,-2 1 27,2 8 16,-4-2 5,1 2 12,-2 4-17,2-1-13,-2 2-14,0 1-12,0 2-10,0 0-4,0 0-2,-3 12-6,2-2-1,-2 1-5,-1 2-4,4 3 4,-3 1-4,1-1-2,0 0-2,-2-1 0,4-3 0,-1 1-2,2-4 3,-1 0-3,2-1 0,0-1 3,2-2 0,-3 0 3,5-3-3,-1-1 3,4-1 1,2-1-6,0-1 1,1-4 0,2 0 0,-2-4-3,2-2 1,0-2-5,2-6 2,-1-2 4,-2-2-3,2-1-1,-8-4 5,2 0 6,-3 0 0,3-1 13,-1 5 4,-3 1 14,-2 7 33,1 4-9,-2 2-4,-2 1-6,2 6-15,-2-3-18,0 2-7,0 5-3,0 0-8,0 0 1,-6 16-6,1 3 9,1 8-5,-3-1-3,-1-1 1,2 4-5,3-3-2,-4 2 3,2-2-4,1-7-1,4-2 0,-2 3 0,2-3 2,0 0-11,5-8-5,-4 3 8,2 1-6,3-8-4,2 6 8,4-5-5,-1-1 4,-2-2 2,5-1-4,4-4 3,-1 1 3,0-3 1,0-3-3,0-2 5,-1-1-7,2-2 1,-4-3 0,3 1 4,-7-1-1,3-1-2,-3 1 9,-1 0 5,-4 5-4,-2-2 12,3 3-3,-5 1-11,1 4 6,-4-1-14,2-1-3,0 6-1,-7-2-3,7 2 1,-16 8-6,7-2 4,-1 4 2,-3 2-2,2 1-1,-1 2-7,3-3-1,4 0 0,-5 3-2,5-4-3,2 2-1,2-2-3,-1-1-5,2 1 4,3-2-2,1 0 1,1-2 0,4-2-7,0 2-6,-1-4-7,4 0-22,0-1-18,1-3-21,1 0-24,-1-3-27,-2 1-22,6-5-11,2 0-14,-5-3-26,1-1-145,-7 2-409,2-5 181</inkml:trace>
  <inkml:trace contextRef="#ctx0" brushRef="#br0" timeOffset="36210.4106">3829 6756 248,'-1'-4'263,"-4"2"-27,5 2-24,-4-3-24,4 3-15,0 0-21,-1-4-35,1 4-36,0 0-37,0 0-38,0 0-40,0 0-42,0 0-48,19 4-124,-11-3-269,2-1 120</inkml:trace>
  <inkml:trace contextRef="#ctx0" brushRef="#br0" timeOffset="36554.8205">4684 6742 216,'2'-11'290,"0"-2"6,2 4-9,-4-1-14,3 2-16,-1 1-21,-2 2-19,1 1-21,2 1-27,-3 3-24,0 0-23,0 0-8,0 0-15,0 0-8,-12 20-13,7-4-6,-5 7-6,-3 5-7,4 3-4,-1 3-6,1-2-4,-3 1-3,3-1-2,2 0-4,0-3-8,1 2 2,-2-4-6,6 1-2,1-2-5,-2-3-9,3-2-12,4-4-19,-3-1-27,4-4-23,0 2-29,3 0-31,-1-4-28,6-3-23,4 0-35,2-2-39,3-4-154,-3-2-447,10 0 198</inkml:trace>
  <inkml:trace contextRef="#ctx0" brushRef="#br0" timeOffset="37384.8581">5100 6979 222,'7'-14'236,"-2"-2"1,-1 3-7,0-3-10,0-1-6,-8 1-11,4 3-8,0 2 0,0 1-7,-2 0-19,2 3-17,-2 0-19,-4 2-18,2-2-15,-5 3-9,0 4-17,-4 0-4,-6 2-11,0 3-4,-1 4-9,3 3-3,-6 2-1,3 3-6,4-4-8,5 3 2,1-3-1,1 0-3,2 3-7,3-9 4,0 6-4,3-4 4,-4 1 0,5-4-4,5 1 3,-4 0 0,5-3 5,0 1-3,4-1 5,1-3-9,1 0-1,0-1-3,1-2 4,1 0 9,-4-2 8,5-3 0,-4 0 3,-1-1 1,1-1 3,1-6 3,-1 2 4,0 1 13,-2-2 14,-1 2 7,-4 3 1,1 3-6,-2 4-7,0-5-8,1 6-14,-4-2-17,0 3-7,0 0-7,0 0-5,1 11 1,-2 1-4,-6 8 5,1 9-9,0-1 3,-2 4-5,-3 3 5,2-2-3,2 0 7,1 0-2,1 0-4,-3-1-2,-1-2 1,3 0 0,1-5-7,0 3 6,1-13-1,-1 2-9,5-3 14,-3-2 1,0-3-9,2-2 16,0-2-19,1 1 3,-2-2 5,1 1 12,1-5 18,1 7 11,-1-7 11,2 3 10,-2-3 13,0 0 2,0 0-2,0 0-7,14-10-10,-4 3-7,4-1-4,5-3-7,7 0-8,-4-4-4,-3 5-8,4-3-2,-2 0-5,-1 4-5,-4 1 1,0-1-7,-5 3 3,1 0-6,-2 1 0,1-1-4,-2 3-1,-3-1 0,0 1-3,-2 0 2,2-2-4,-2 5 2,-4 0 3,4-2-3,-4 2 0,0 0 3,2-3 8,-2 3 4,0 0 2,0 0 10,0 0 5,0 0 6,4-2 7,-4 2 5,0 0-1,0 0 4,0 0-3,0 0 5,0 0-3,0 0 6,0 0 0,0 0 6,4-4-4,-4 4 5,0 0-1,0 0-15,5 0 7,-5 0 1,0 0-6,0 0-1,0 0-2,4-3-2,-4 3-12,0 0 6,0 0-7,0 0 7,4-3-13,-4 3-1,0 0 3,0 0-8,0 0 4,0 0-7,0 0 3,5-2-6,-5 2 0,0 0-4,0 0-2,0 0 2,0 0 1,0 0-6,0 0 2,0 0-5,0 0-5,0 0 7,0 0-6,0 0-13,0 0-14,0 0-9,0 0-12,0 0-14,0 0-14,0 0-20,0 0-25,0 0-29,0 0-19,0 0-24,0 0-43,0 0-33,0 0-22,0 0-36,0 0-63,-2-7-67,4 2-306,2-4-827,0 1 367</inkml:trace>
  <inkml:trace contextRef="#ctx0" brushRef="#br0" timeOffset="40026.8154">5460 6786 180,'11'-27'202,"-2"3"-2,0-1 19,-4 6 0,3 0-3,-3 1 3,0 2 4,-1 5-7,0 1 1,-4 3-13,4 4-13,-4-4-28,0 5-24,0 2-19,0 0-12,0 0-13,0 0-7,-4 29-11,0-3 6,-4 3-16,4 7-8,-6 13 1,2-1-4,1 4-9,3-7 4,-3-11-13,3-1 5,1 1-6,-1-4-7,2-2 2,0 0-4,0-7 5,0 5-4,1-9-4,0-6-3,1 5-1,-2-5-4,1-2 14,1-2-20,0-2 0,0 1-8,-2-2-23,2 0-20,0-4-12,0 3-25,0-3-26,0 5-30,0-5-36,0 0-46,0 0-49,0 0-246,0 0-552,0 2 245</inkml:trace>
  <inkml:trace contextRef="#ctx0" brushRef="#br0" timeOffset="40420.0878">5480 7465 73,'0'0'245,"0"0"-19,0 0-21,0 0-20,0 0-16,1 3-17,-1-3-15,0 0-13,-1 6-8,1-6-11,-1 8-4,1-4-11,-2 0-11,1 2-2,1 0-5,0-1-7,0 1-1,0-1-4,1-2 1,1 3-2,-1-2-1,1 1 1,0-5 0,2 3 2,-1 1 4,4-3-3,-7-1 2,10 0 1,-2-3-1,0 2 7,-2 0 2,3-2 10,0 0-6,-5-2 7,4 1-2,-2-5 1,-1 1-11,0 0 6,1-1 1,1 1-6,-6-1-7,1 1-7,-4-3-1,2 3-8,-3-2-17,-2 6-12,1-5-2,-3 3-14,-2 1-13,-1 1-8,-2 2-9,2 2-11,-4 0-9,0 0-4,2 0-19,2 2-16,-2 2-12,4-4-25,0 3-27,3-1-24,0 1-14,5 0-3,0-3-18,3 6-25,-3-6-186,12 0-452,-1-1 199</inkml:trace>
  <inkml:trace contextRef="#ctx0" brushRef="#br0" timeOffset="41009.9793">5940 6927 153,'3'-16'311,"-3"7"-16,0 0-27,2 4-32,1 0-28,-3 0-23,0 5-18,0 0-17,0 21-15,0 4-9,-5 1-7,1 6-4,0 1-9,-1 0-6,-1 1-6,3-1-5,-1 1-7,0-5-2,3-3-8,-3-2-6,2-4-8,-4-5 1,5-1-2,0-5 1,-3 1 5,4-4-1,0 0 16,0-1 6,0-1 24,0 0 17,0-4 9,0 0 10,0 0 8,0 3-9,0-3-5,0 0-20,4-11-4,-4 2-14,0-3-13,0-6-6,4 0-7,-3-10-10,3 3-5,-2-3-9,1-1-6,2-2-3,1 0-2,-3 4-6,-2 10 4,3-2-2,-4 8-4,3 1-2,-3 1-4,2 4-9,1 1-5,-3-1-3,0 5-3,0 0-1,0 0-2,15 17 3,-7-2-3,5 10 2,1-2-4,-2 2 2,0 3 0,-1-6-3,-1 7 1,5-5 1,0-2-4,-2 0 2,-3-5 2,0-1 1,2-3-5,-2-1 7,-5-3-4,2 0 0,-1-3 4,-1-2-1,-1-2 5,-2 2 7,1-2 10,0-1 15,-3-1 6,0 0 0,0 0-1,15-8-5,-10-1-3,0-4-5,-1-2 0,0-2-2,1-5-2,1-3-6,1-3-3,-7 0 0,0-2-3,5-1 2,-5-2-9,4 5 0,-4 0-1,0-2-4,-3 1 1,3 6-2,0 7-4,0 4-2,0 2-6,0 3-13,0-1-6,0 4-22,-1-1-19,-1 1-21,2 4-25,0-5-32,0 5-28,0 0-12,0 0-13,0 0-14,-3 12-25,-1-5-27,4 5-29,0-2-29,1 0-19,-1 0-245,3 0-637,2-4 281</inkml:trace>
  <inkml:trace contextRef="#ctx0" brushRef="#br0" timeOffset="41507.6948">5598 7052 159,'0'0'245,"-6"1"-16,6-1-12,0 0-9,0 0-3,0 0-3,-2 3-7,2-3-8,0 0-1,0 0-9,0 0-9,0 0-4,0 0-5,0 0-8,0 0-11,0 0-11,0 0-18,0 0 0,29-5-19,-16 2-8,5 0-4,-1-2-8,-1 4 4,3-1-34,-1-2-28,-1 2-29,1-2-34,0 1-25,-4 2-35,2-1-31,-2 1-32,-5 1-34,0-2-30,-2 4-26,-1 0-162,-6-2-458,3 1 202</inkml:trace>
  <inkml:trace contextRef="#ctx0" brushRef="#br0" timeOffset="41666.0662">5598 7166 25,'-2'4'182,"2"-4"-8,-2 3-7,2-3-9,0 0-3,8 5-14,0-4-6,4 1-17,1-1-10,2-2-10,2-1-10,2 2-9,4 0-29,-4-1-34,9-2-59,3-2-54,-10 0-162,-1 1-282,8-3 125</inkml:trace>
  <inkml:trace contextRef="#ctx0" brushRef="#br0" timeOffset="42071.7181">6500 6975 136,'3'-5'312,"0"0"-20,0 3-30,-3 2-31,1-5-26,-1 5-22,0 0-17,0 0-22,-4 14-11,3-2-10,-4 6-12,-2 0-3,1 7-11,-2 0-10,1-1-6,3 2-7,-3-1-6,4-7 0,-1 1-4,2-2 1,0-1-4,2-4 1,0 1-2,2-3-1,1 2-3,0-4 6,-3 0 0,3-3 2,4 4 7,1-2-6,3-6-2,2 1 3,-2-2-6,3-2 1,4-2-13,0 2 2,-1-5 1,1 2-17,0-3 12,1-4-4,1-4-8,-5 2 3,-1-3 8,-3 1-2,2-6-10,-2 4-6,-5 0 8,5-8-24,-7 7 12,0 0-7,-1-1-13,-2 1 11,-1 2-17,1 0 3,-3 8-2,1-4-25,1 6-17,-3-1-32,1 4-31,1-1-30,-2 0-28,-2 2-35,5 3-19,0 0-27,-14 6-21,11-1-17,-2-3-166,3 2-487,2-4 216</inkml:trace>
  <inkml:trace contextRef="#ctx0" brushRef="#br0" timeOffset="42330.5652">6900 6953 89,'7'-3'238,"-3"-1"8,1 3-3,-1 0-18,-4 1-18,8-1-24,-8 1-15,4-2-19,-4 2-15,2 7-12,-4 1-1,2 3-8,0 1 4,-2 5-5,-2 0 1,1 2-7,0 0-4,-1 0-7,3-3-2,-1 4-10,0-2-3,0-3-4,-2 1-5,4 0 2,0-5-3,0-3-8,0 1-9,0-4 1,0 2-4,4 0-5,-4-3-9,4 1-8,-2 0-2,0-1-2,9 0-8,-2 0-6,4-3-17,7 0-15,0-1-23,1-2-21,6-4-23,1 0-33,-1-2-31,1-1-34,-1-3-33,1-2-42,-5-2-182,-5-1-480,-1-2 213</inkml:trace>
  <inkml:trace contextRef="#ctx0" brushRef="#br0" timeOffset="42551.5525">7284 6907 137,'-2'-4'162,"2"0"-10,0 4-15,0 0-7,0 0-7,0 0 5,-9 17-5,8-6 1,-6 5 2,3 1 4,-2 1-10,2 0-2,-2-1-6,2 1-4,1-1-2,-1-1-3,3-1-2,-1-1-2,-1-7 0,3 6-6,0-6-3,0 1-8,1-2 2,1 2-5,0-1-3,2-2-4,4 2-6,1-3-4,2 1-9,2-2-6,1-2-9,3-1-22,2-1-36,-1-2-38,0-1-46,2-1-40,-2-6-42,1 3-47,-1-5-193,4-1-460,1-2 203</inkml:trace>
  <inkml:trace contextRef="#ctx0" brushRef="#br0" timeOffset="42803.4095">7540 6820 254,'-1'-5'293,"-1"1"-4,-5-2-17,7 4-13,0-3-27,0 5-19,-4-3-21,4 3-20,0 0-14,0 0-21,18 0-7,-9 5-17,8 7-15,2 5-3,0 3-11,-2 2-3,3 0-2,-2 4-3,-1 1-1,-1 6 0,-3 1 0,-3-2-5,0 17 0,-4-14-9,-4 1 3,-2-1-8,-2 0-2,-4-3 0,0 0-4,-7-3-8,-1 0-8,-2 0-2,-4-3-11,2-3-34,-2 0-36,-6-2-33,-3-3-36,2 0-53,0 0-50,-1-5-62,-3 1-238,1-4-564,2 2 250</inkml:trace>
  <inkml:trace contextRef="#ctx0" brushRef="#br0" timeOffset="44488.7832">2656 5592 138,'0'0'197,"0"0"-23,0 0-10,0 0-14,0 0-16,0 0-10,0 0-22,9-13-4,-5 8-10,1 1-4,0-3-1,-1 3-6,1-3-4,3 0 3,-2-1 6,3 1 5,-5-2 7,1 2 9,0-3-4,-1 4 0,1-6-7,-3 5 0,0-2-4,-1 1-9,-1-2-3,0 1-8,-1 2-2,1 0-12,-4-1-7,2 0-7,-2 2-5,0 1-5,0-2-6,-1 4-4,1-1-4,-1 3-4,-1 0-4,6 1-5,-11-1 2,5 3-4,2 2 4,-5 0-3,3 4-4,2 1-2,-3 0 2,4 3-3,-3 2 3,5 2-2,-2 0-2,3 3 0,3-1 3,0 2 1,4 5-1,0 0-1,2-2 0,-2-3 2,4 3 1,-2-5 1,-3 0-1,3 5-2,0-5 2,-1 0 4,0-2-1,-1 0-1,-1 1 2,-4-7-3,3 2 0,-3-3 3,0 0-2,-1-4 1,-1 3 2,0-3-1,-3 0 3,1-2 0,-3 1 3,1 0-2,-4-3 3,3 2-3,-5-3 4,2-3-1,2 1-1,-4-5 0,-1-1-6,2-1 2,-1-5-5,1-3 3,1 2 1,2-2-6,-1 0-3,3 0-4,1 1-6,2-1-12,1 1-21,1 0-18,0 4-25,2 1-27,3 2-32,2-1-25,3 1-21,6 1-5,0 1-158,-2 3-389,8 0 173</inkml:trace>
  <inkml:trace contextRef="#ctx0" brushRef="#br0" timeOffset="44810.6308">2967 5567 67,'0'0'190,"0"0"-24,0 0-23,5 4-13,-3 0-5,-4 2-10,0 4 3,0-1-1,-4 0 1,3 7-8,-1 1-6,1-2-5,-3 3-6,4-1-9,-2 0 6,2-2-11,0 2-9,-2-3-7,3 1-5,2-6-5,2 1-2,-2 0-5,3-1-2,-4-4 2,4 2-9,1-3 7,-2 0-5,3 0-2,-2 0-1,4-3 2,1-2-1,3-2-1,-2 1-2,1-4-2,-1 2-1,0-4 1,0-1 1,-2 1-5,-2-3-1,2-4-7,-1-2 4,-2-7-4,-3 6-8,-4-1 2,1 1-2,-2 0-2,1 3 3,-4 3-14,1 0-4,-2 2-14,2 3-14,-3-1-19,0 2-12,-1 4-14,-1-2-18,-1 4-16,1 4-20,3 0-8,0 1-15,0 2-21,-1 1 0,5 1-122,-1 0-322,3 1 142</inkml:trace>
  <inkml:trace contextRef="#ctx0" brushRef="#br0" timeOffset="45534.1268">3271 5728 22,'4'-3'203,"-1"-1"-15,4 2-5,-1-3-11,1-2-8,0 0-11,1-1-10,-2 2 7,2-3 0,-2 1 8,2-1-6,-3-2 2,2 1-7,-2-2-13,-4-1-3,3-3-12,-4 1-10,0-1-4,-3 1-3,2 3-14,-3 0-9,0 0-5,0 0-8,-1 7-11,0-4-12,0 5-4,0 2-11,-2 2-5,0 0-7,-3 1-1,0 7-7,3 1-3,-2 5 0,3 1-1,-2 3 2,4 2-2,3-1-2,1 5 2,-1 0-5,2 1 3,0 0 1,2-7-3,1 3 5,2-3-5,-1 1 2,0-2 5,1 0-6,-2 0 0,0-2 0,-1-1 1,-1-2 1,0 0 3,-2 0-4,5-2 1,-5-3 2,-3 1-2,1-2 6,-1 0 1,-5 0-3,3-1 4,-5 0 2,0-4 0,-2-1 0,0 0 2,2-1 1,0-3-11,-2-2-1,3 0-6,0-4 0,0 1-2,4-1-7,1-6-11,2 3-4,2-1-12,2-1-2,2 3-8,6-3-7,3-4-5,-2 4-2,9-2-4,4-1 1,-3 2 0,4 0 12,-1 3 4,0-3 3,3 2 5,-10 5 5,4 0 6,-3 4 1,0-2 4,-4 2 4,-2 1 6,-3 3 0,-2-1-4,-2 4 3,0 1-3,1 2 2,-2 4 12,1 1 9,0 5 8,-3 0 5,-3 2 7,2-1 0,-1 1 1,-1 0 0,1 1-1,0-2 2,0-2-2,0 3 3,1-3 0,2-2-2,-2-3 3,3 2-5,-4-4 5,5 1 9,0 0-6,-1-2 1,2-1 9,1-3 1,-1 1 12,3-1-2,2 1 4,1-3 2,0-1 4,2-1-2,-3-3-5,2 0-5,-3-3-7,4-1 2,-2-3-3,-1-2-5,-2-2-4,1 0-1,-5-3-4,-2 1-3,1 2-1,-4-1 1,0 3-1,-2-3-12,0 5-1,-2-1-3,-2 2-13,-2 1-6,1 1-12,-3 3-11,1-1-17,-3 3-16,-2 3-21,-3-2-24,0 6-19,0-1-25,4 3-36,-2 0-39,7 1-50,-1 1-146,0 0-464,5-2 206</inkml:trace>
  <inkml:trace contextRef="#ctx0" brushRef="#br0" timeOffset="46874.4605">7659 6086 110,'0'0'200,"0"0"-15,0 0-2,0 0-3,0 0-2,0 0-6,0 0-6,0 0-14,0 0-10,6-10-14,-2 6-7,0-1-14,3-2-8,4 0-5,2-5-8,-2 0-3,0-2 15,0 1-2,1-3 3,-1 0-1,-2 1 1,1-1 0,-3 2 3,-2 2 0,2 2-1,-2-1 3,-2 5-16,-3-2-3,0 1-14,-2 1-8,1 0-14,-4 0-8,-2 0-7,1 1-9,-5 3-4,-1 2-4,-1 1-5,-1 3-1,2 1-7,-1 2-2,0 3-4,3-1 8,0 6-9,1-1-6,1 2 3,4 2 4,4-1 0,1 2-2,2 1 4,2 9 2,2-4-1,-1-7 2,7 6-1,-8-5-1,3 3-2,-2-2 2,0-5 0,1 2-4,-4-3 5,0-4-2,0 2-7,-2-3 2,-1 1 4,-1 0-9,-3 0 5,-1-1 1,1-4-6,-6 0 2,-2 0-3,2 1 2,-4-5 8,-3 0-3,-1-2 0,2 0-1,2-5-1,-1 0 6,2-3-3,0-1 3,-1-2-1,3 0 0,2-2 3,1 3 1,2 1-12,3-3 2,3 1-11,1-2-3,3 2-15,0 2-20,6-5-17,3 2-14,4 2-9,0 0-8,7-2-12,2 2-10,1 0-1,1 3-5,0-1 1,3-1 11,-1 5 6,0-5 11,-1 3 15,-3-2 2,1 4 9,-7-2 6,-1 2 13,-2-2 14,-5 5 28,-1-1 16,-2 0 15,1 1 8,-6 2 2,1 0-7,-5 0-5,7 2 3,-7-2 5,3 8 6,-3-1 13,-1 5 4,-1 2 4,-1 3 2,1 0 5,-3-2-4,3 3-1,-2 0-2,4-1-1,0 0-1,0-2-2,0-1-2,0-6-1,2 3 0,0-1 3,0-3 3,5 1 4,-1-1 1,0 0 6,5-2 1,-1-3 3,4 1 2,-1-2-2,-1-2 7,2 1-8,-1-3 9,0-1-4,-2-2 1,-1 2 7,4-4-5,-4-4 13,-1-1-15,0-3-10,-4-5-2,-3 4-8,-1-7-3,-1 6-11,-3-2 2,-2 2-15,-4 2-1,4-1-10,-4 4-12,-3-2-8,5 8-17,-6-5-13,-1 5-19,1 1-14,1 4-16,0-1-16,-1 2-15,-1 1-18,4 4-16,-2-1-17,1 0-22,5 3-26,1 1-24,0 1-169,3-1-448,0-1 198</inkml:trace>
  <inkml:trace contextRef="#ctx0" brushRef="#br0" timeOffset="47447.4688">8431 6101 115,'0'0'220,"0"0"-16,0 0-18,2-4-14,-2 4-14,3-5-10,-1 1-7,3 2-5,2-3-5,-5 0-5,5-1 1,-3-1-6,1 1 3,1-2-1,3-3 2,-3 4 9,1-4 2,-1 0 3,-1 1-5,2-4-8,-4 0-10,1 3 12,0-2-25,-3 2-3,2 0-9,-4-1 0,1 2-18,-2-1-16,-1 2-8,1 1-9,-2 3-8,1 0-5,-1-1-9,-2 4-9,0 2 0,6 0-20,-13 2-9,2 4 3,2 0-4,0 4-7,-3 1-3,5 0 1,1 3 0,-3 1 5,5-1-1,4 1 4,-2 2 5,4 0 2,0 3-1,1 1 2,5 1 0,-2-4 5,1 0-5,-1 1 4,7 5 3,-3-7-1,-4 0 2,3 3-2,-2-3 1,0-1-3,-2-1 0,-1-3 3,-1 1-2,2-2-4,-4 1 1,2-4 1,-3 1 0,0-2-3,0 2 7,-2-3-3,-2-1 4,1 0 1,-4 0 2,-4-1 1,4 1 2,-6-5-3,-3 3 4,0-3-3,1-3 3,2 2 4,-4-4 0,4-1 0,0 1-1,-1-4 2,5-1-1,-1 0-3,2-4-8,2-3-4,3 0 1,3 0-5,0-1-6,3 2-13,2 2-12,0 1-26,3-1-21,3-2-32,1 5-39,-2-1-29,8 0-38,-2 3-180,-2-1-442,2 3 196</inkml:trace>
  <inkml:trace contextRef="#ctx0" brushRef="#br0" timeOffset="47782.3206">8823 6004 45,'0'0'300,"4"-2"-1,0-1-19,-4 3-20,3-7-26,0 6-25,1-2-16,-4 3-23,3-5-17,3 3-18,1-1-9,-1 3-17,2 0-10,0 0-12,-2 2-12,7 1-14,-4 1-13,-2 0-9,-1 4-10,-1 2-10,1 0-1,-3 7 1,-6 1-5,-3 2 3,0-2-9,-5 0-2,2 0-3,-6-3 5,4 1-5,-1-4 1,5-1-2,-2-2 7,3-1-3,-1-3 4,2 1 1,3 0 3,-1-2 0,0-2 4,2 1 1,1-3-1,-3 4 1,3-4 3,7 5 1,-4-3-6,4-1-2,5 1 2,-1 0 0,7 0-3,2 1-3,1-3-1,0 3-10,6-3-17,0 2-14,-5 1-20,5-1-28,-5 0-28,-2-1-25,0 0-34,2 0-32,1-1-28,-3 3-166,1-3-424,-5 0 188</inkml:trace>
  <inkml:trace contextRef="#ctx0" brushRef="#br0" timeOffset="48950.634">12502 6370 7,'0'0'201,"0"0"-16,0 0-10,0 0-6,17-8-3,-9 4-5,1-1-6,3 0-6,-5-2 0,4 0-1,1 0 0,3-1-5,1-4-5,-4 0-4,-5 6-1,3-8-3,1 0-9,-5 6 1,-1-2-11,1-2-11,-2 1-4,-2 0-14,0 0 0,-3 1-13,0-1-8,-3 1-2,-1 2-15,2 2-8,-6-2-9,2 5-5,0 1-7,-2 2-2,-2 0 0,-1 3-2,0 4-5,-3 2 0,1 2-6,2 1 4,-1 4-3,3-1-4,0 1-1,5 1 3,-2 0 0,3 1-1,3 0 5,2 2-3,0-1 3,5 0-4,-2 0 2,1-1 0,3 6 3,-6-6-2,5 2 1,-3-2 1,4-4-1,-7 2 0,2-3-3,-1-1-1,-2 0 4,-2-2 1,2 0-4,-4 3 7,-2-4-4,0 1 11,-1 1-8,-3-4 1,-3 1 3,1-1-2,-1-5 2,-1 2-3,1-2 1,1 0 5,-1-2 0,3-3-3,-3 1 8,4-2-9,1-1-1,-3-3-5,6 1-7,-1-7-3,3-1-7,3 0-7,2-3-6,1 0-4,6 2-9,2-7-9,6 1-4,-4 5-11,1 3-7,7-3-9,4 3-8,-5-1-6,6 3 1,1 2-3,3 2-1,2 2 7,0-2 5,-4 1 4,2 0 11,-1 3 4,-2-2 10,-7 2 1,-1 1 7,-5 1 1,-1 1 11,-2 1-5,-4 0-1,-1 1 9,-2 6 2,-1-2 10,-2 4 12,-2 2 11,-2 2 4,-2 4 10,1 0 7,-4 0 6,1 0 5,-1 0-2,6 0 11,-2 0-3,1-5 0,-2 3-1,4-3 4,1-3-1,1 1 2,1-1 5,1 1 7,4-3 6,-1-3-3,3 3 0,1-4 1,1 0 1,2-2-1,-1 1-5,7-4-1,1 1-2,0-3-4,-1-1 4,-2-2-5,1 1 6,-2 0-8,-3-5 4,1-1 0,-4 1 0,2-4-3,-5 1-7,0-2-5,-1-2-6,-2 2-6,-1 0-6,-8 0-12,3 1-18,-4 3-8,-3 0-21,-4 0-21,0 1-15,0 7-18,-2-3-24,-1 4-24,0 2-25,3 2-35,1 2-23,-1 2-186,3-3-448,1 5 199</inkml:trace>
  <inkml:trace contextRef="#ctx0" brushRef="#br0" timeOffset="49464.6872">13367 6432 264,'0'0'264,"4"-5"-19,-1 1-24,-1 1-16,2-3-19,0 1-9,-1-1-14,3-4-6,2 1-7,-1 1-3,0-6-3,3 0-12,0-1-3,-7 1-2,3-1-9,1 0-2,-5-3-12,2 7-5,0-2-9,-2 4-6,-2 0-8,0 0-7,0 1-11,0 1-10,0 5-12,-6-3-8,2 2-2,-3 1-4,7 2-5,-18 7-4,5-3 2,1 4-5,-4 1-6,5 4 7,0-1-16,-2 3 0,5-1 1,1 2-3,2 0 1,3 4-1,0-3 0,0-1 4,6 6-2,-2-5-2,2 0 8,1 5-2,2-4-3,-3-3 7,6 4-4,-4-2-1,2 0 2,0-2 0,-1-1-1,-1-3 1,-2 2 1,1-2-2,-3-2 1,2 1-6,-1-3 2,-3 1 2,0-3-1,0 0-2,-1 1 7,-1-1-1,0-3 5,-2 3-2,-5-2 1,2-1 0,-3-2 4,-2 2-2,1-1-1,2-2-3,-3-2 1,-2-1-1,4 2-3,0-3-2,0 0-9,2-4-6,-1 4-14,2-5-15,1 3-14,2-5-15,4-1-34,0-4-18,4 3-22,6 0-22,0-3-4,6 2-30,-2 1-21,9-3-162,-6 3-420,5-1 186</inkml:trace>
  <inkml:trace contextRef="#ctx0" brushRef="#br0" timeOffset="49919.2815">13590 6336 36,'9'-7'170,"-1"-1"13,-2 2 6,3 0 6,-3 0 12,0 0-5,-2 0-8,2 2-9,-3-1-5,1 1-15,-2 1-8,-2 3-10,5-3-9,-3 0-24,-2 3-15,0 0-8,0 0-17,0 0-11,0 0-3,0 0-5,0 0-7,-4 13-3,1-3-6,1 2-1,-5-1-9,4 5-1,-6 1-1,3 0-4,-1-3 0,1 3-3,-1-2-2,3 1 1,-1-5-5,0 0 0,1-1-1,-1 1 1,2-3 1,3 0 0,-1-3 2,0-1-2,1 1 0,1 2 4,-1-3 2,1 0 6,2-2-1,1 1 6,1-1 5,7 2-5,1-1-3,6-3 1,-2 0-4,2 0 0,-5-2-4,7 1-5,-5-1 3,-3-2 1,0-1-1,5 1-3,-7-3 0,5-2 5,-6 2-9,0-2 3,-2 1-5,-1 1 3,0 0 3,-1-3-1,-1 1-1,-4 2 10,1 1-20,0-1-1,-2 2-2,-2 1-2,2 0-7,0 4 2,-2-4-5,2 4 2,0 0-3,-14 7 2,6-1-2,0 3-1,-4 4 1,3 0-2,2 3 3,-1 1 2,0-1 2,5 1-2,-5 0 2,3 0-1,0-1 3,-2 4 1,2-2 0,1 0-3,0-3-16,1 2-6,1-5-27,-2 2-26,1-1-20,0 0-28,1-2-33,-2 0-40,3-1-34,1-4-39,-2 1-150,2-1-458,-1-1 203</inkml:trace>
  <inkml:trace contextRef="#ctx0" brushRef="#br0" timeOffset="51186.0245">16416 6674 133,'0'0'255,"-2"-4"-16,2 4-21,2-7-19,0 4-19,1-2-16,1 0-16,2 0-6,-2-2-7,2-3-5,1 1-4,0-3-4,3 0 6,0-3-4,0 0-11,-3 0-7,1-3-5,-3-1-10,4 1-2,-3 1-3,-2 5 4,1-4-3,-1 5-7,-4 0-5,2 3-16,-2-2 1,0 4-11,0-1-4,0 3-13,-2-1-6,2 5-4,-6-2-9,-1 0 0,7 2-2,-16 5-8,6 0-3,-2 1-3,5 2-1,-3 0-4,-3 4 0,4-2-5,0 2 0,0-1-5,4 5-1,-1-2-1,3-2 2,0 2 1,0 1 3,3 2 4,0-6 0,2 1 2,3 4 2,0-1 1,6 4 6,-2-3-3,0-1-1,5-1 0,-3 1-4,0-2 6,2 1 4,-3 0-2,5-2 0,-6 3-1,2 0-2,-4-6-1,1 5-2,-3-6 1,-2-1 2,1 1-3,-2 1 0,-2-4 1,1 2 3,-3-1 8,-1-1-5,-2 1 4,-3-1-1,-3 1-3,-6 0 3,-2-1 3,-1-2-5,-1 0 2,-2-2-5,2-2 4,0 1-4,3-4 2,1 1-1,2 1 4,4-1-5,-1-3 5,3 1-8,3-3-13,-1-1-5,4-1-14,0-4-17,6 0-13,3-3-24,3-1-3,5-4-28,4-2-12,1 5-6,3-1-7,3 1-11,2 0-2,5 2 16,-4 0-2,4 2 25,0 1 6,-2-3 10,2 5 9,-2-1 17,0 2 10,-1 1 25,-5 2 20,-5-1 7,-2 4 24,-4 0 15,-3 1 6,-1 1 7,-4 1-6,1 1-6,-6 1-10,7 0 6,-7 0-6,4 8 6,-6-3 8,0 4 7,1 3 5,-5-2-2,-1 6 2,-1-1-1,0 2 9,1 0-4,-1-2 4,2 2-4,1-2 1,-1 1-1,4-4 2,-2 0 0,4 0-1,-4 1-3,3-4-1,1 1 1,0-3 1,5 0 4,-4 0 0,4-1 4,1 1 4,-1-3 2,1-1 1,4 0 3,-2-3-8,2 0 5,0-1-5,2 0-1,-2-2-2,3 0 0,-1-2-4,-2-2-7,0 0 7,5-4-7,-3 0 0,-1 0-2,-2-3 2,1 0-5,-2 1 3,-1-3-5,-4 0 0,0 4 2,-2 2-6,-1-4-7,0 2-5,0 2-6,-6-1 0,2 2-10,-4 2-3,-1-1-10,0 4-5,-1-2-17,-3 4-14,-5 0-17,5 1-17,-2 1-19,1 1-22,3 2-30,-1-1-19,3 0-27,3 3-22,0-3-21,3 3-125,0-1-395,5 0 175</inkml:trace>
  <inkml:trace contextRef="#ctx0" brushRef="#br0" timeOffset="51728.155">17221 6617 115,'0'0'261,"0"0"-9,6-3-14,-3-1-20,-1 1-15,1-1-15,1-1-11,2 0-12,-1 1 4,0-3-4,0 2-6,-1-1 2,3-2-12,-2 0-14,0-3-4,2 1-7,-1 0-3,-3-2-4,1-2-12,-2 2-4,0 0-18,1-1 4,-3 4-12,-5-2-7,1 2-9,2 0-11,-1 2-9,0 2-5,0 2-11,-4 0-1,0 2-8,-1 0 0,-2 2 1,0 3-10,-2-1-2,3 4 0,-1 0-1,0 1-1,1 1-5,1 1 2,1 2 0,3 0-3,2 0 0,1 0 3,-1 3 1,4 2 0,0-3 5,3 1-1,5 4 0,-1-4-1,2 2 1,0 0-1,-1-1 6,4 1-7,-4-4 2,1 0-5,-1 1 3,-4-5 1,3 3-1,-2-4 1,2 1 1,-6 1-2,3-3-5,-3 5 1,-1-4-5,0-4 2,-2 1 3,0 2 0,0-4 14,-2 4-10,-2-2-1,-3 0 5,1-1 4,-5 0 8,-2 4-13,-1-5-3,-3-3 8,-2 2-7,5-2 5,-4-2 1,0-1 1,4 2 14,5-3-16,-4 0 10,4-1-4,0 2-2,5-2-13,-4-3 10,5 0-4,-2-2-9,5 3-19,0-7-1,6-3-16,0 2-6,4-2-9,6-2-9,-3 3-7,1 1-9,5-8-7,4 9-9,-6 0-5,-1 3-4,0 1-6,-1 1-14,2 4-24,-1 1-15,1-2-31,-2 4-20,2 0-189,-3 0-438,-4 2 193</inkml:trace>
  <inkml:trace contextRef="#ctx0" brushRef="#br0" timeOffset="52133.5199">17892 6491 189,'1'-5'300,"-1"3"-19,0-4-21,0 6-31,-1-7-27,1 7-23,-4-1-23,-1-2-16,5 3-14,-20 4-16,5-1-8,-3 5-7,-5 4-15,-4 3-5,-1 3-9,0-1-1,-1 0-12,1 0-4,1 4-2,1 1-7,3-3-2,4 1-5,6-5-1,2-1-6,3 1-1,1 1-1,3-5 0,2 0-2,0 1 2,2-4 1,2 4 4,2-4 6,1 3 4,3-4 7,2 3-3,-1-5-4,2 1 2,2-2-1,-1 0-3,8-1 12,-7-3-16,6-3 0,-7 3 5,-1-4 3,0 1 4,1-4-9,-1 3-2,-4-7-1,2 6-3,-3-2-2,0-3-6,-3 2 5,-3 0-17,0 2-2,-2-1-9,-1 1-9,-5-2-7,1 1-8,-3 1-6,-7 0-14,4 0-13,-4 0-17,-1 4-18,-3-1-20,3-1-24,0 3-32,-1 2-17,0-1-32,6 0-26,0 1-175,1 2-453,2-2 201</inkml:trace>
  <inkml:trace contextRef="#ctx0" brushRef="#br0" timeOffset="66390.5564">3570 6366 68,'0'0'140,"9"-3"-10,-3 2 8,-2-2-1,1-1 4,-1 2-6,1-3 1,1 1-4,0-2-7,-2 2-2,3-1 0,-3 2 1,0-2-3,1-1-5,-1 0-2,2 1-7,-2-1 0,0-1-1,-2 3-8,-1-3-8,1 2-3,-2 1-9,-2-1-4,2 5-6,-2-5-8,-3 3-10,1 1-11,-6-1 0,1 6-13,-9-1-5,-5 7-3,4-1-3,-4 4 1,0 2-1,5-1-8,3-2 0,0-3-6,6-1-2,-1-1-2,4 0-3,1 1-3,1-1-2,1-3 3,1-1-3,2 2 0,0-2 0,2 0 3,-2-3 2,9 4 4,-2-4 0,4-3 2,1 1 1,1-3 1,0 0-5,3 0 3,0-2 6,0 0-8,-1-3 4,-3 3-2,-1 2 2,1-1-1,-5 0 4,1 3 0,-4-2-4,1 4 2,-1 0-4,-4 1-9,0 0 1,0 0 3,2 8-1,-4-1 0,0 5 5,-5 5-3,3 1 2,-6 0 2,5 1-3,-4 1 2,-4 2 0,7-3 2,2-2 0,-4 0-1,3-8 1,0 7-2,0-7 2,5 0-1,-4-2-1,4-2 0,-3 0 1,2 0-2,0-1-1,1-4 1,1 4-1,-1-4 4,4 2 0,-4-2 1,5 0 1,-5 0-5,18-7 3,-8 1-8,10-2-12,-5-1-29,4 3-18,1-4-26,3-7-22,0 5-19,4-3-21,-5 0-23,3-1-19,1-1-131,-4 0-356,1 0 158</inkml:trace>
  <inkml:trace contextRef="#ctx0" brushRef="#br0" timeOffset="66602.829">3999 6234 137,'-6'2'225,"6"-2"-14,0 0-20,0 0-14,0 0-12,0 0-21,0 0-12,0 0-8,11 5-11,-2-3-4,-4-1-13,5 1-3,4-2-12,2 1-8,4 1-6,0 2-7,0-4-11,-1 0-2,-5 1-20,0-1-30,-4 1-35,-1 0-45,0 1-42,-5-1-36,1 0-24,-2 0-103,-3-1-312,0 0 138</inkml:trace>
  <inkml:trace contextRef="#ctx0" brushRef="#br0" timeOffset="66758.2769">3952 6399 169,'0'0'178,"2"6"-6,-2-6-9,12 4-6,-3-2-12,2 0-10,1-1-11,2 1-9,0-2-12,4 4-8,0-3-16,1 0-17,0 0-33,0-1-46,2-1-57,-2-3-52,0 2-126,-1-3-272,1 2 120</inkml:trace>
  <inkml:trace contextRef="#ctx0" brushRef="#br0" timeOffset="67271.5566">4568 6395 203,'4'2'245,"-4"-2"-24,0 0-21,0 0-18,0 0-14,15-6-12,-9 2 0,2 1-9,-1-2 5,4-2-7,-2 2-2,1-2-6,3 0-4,-4-1-1,-1 1-3,-1-4-5,2 4-3,-1-3 5,-3 0-3,0 1-9,2-1-5,-3 1-8,-1 0 9,-3-1-13,0 0 7,0 1-33,-1 0-21,-3 4-4,0-3-8,-5 0-8,3 0-2,-3 3-5,-6-2-5,3 5-9,-1-3-4,3 5 0,-4 0 0,1 4-10,1-1-1,2 1-8,0 3-1,4-2-3,-1 2-4,3 3-2,-2-1 3,3 1 4,3 3 2,2 2 1,3 1 4,1 1 1,1 3 2,2-3 2,1 2-3,1-2 1,2 4 4,0-4-1,-4 0 0,0-2-1,0 2-1,-3-3 5,2-3-4,-5 1 10,3-2-8,-6-1-3,0-1 2,1 3-2,-2-4 2,-5 3 6,2-1-1,-7-3 2,1 2 13,0-3-14,-4-1 4,2-2 3,1 0 1,-2-2 9,2-3-5,0-1-1,0-2 1,3-3-7,-1-5-3,4-3-13,2-10-1,3-1-4,2 0 5,5 0-10,2 1-1,-2 8-6,5-6-4,0 9-8,-2 2-11,2-2-10,-2 7-15,5-1-17,1 0-15,-1 1-22,1 4-30,-1 2-34,3 0-23,0 3-41,-4-1-154,5 1-445,0 1 197</inkml:trace>
  <inkml:trace contextRef="#ctx0" brushRef="#br0" timeOffset="67634.0204">5088 6239 109,'4'-3'245,"-4"3"-24,0 0-25,0 0-21,0 0-19,0 0-18,0 0-16,0 0-11,-7 13 0,1-3-12,2 2 2,-6 6-6,-3 2-5,0 4-6,4-7-3,-1 7-10,-1-7-4,4-2-5,2 1 2,2-6-7,1 3-3,0-1-1,2-5 3,3 3 1,0-3-2,3 0 9,1 0 8,4-2-4,1-1 2,1-1 0,2-2-3,4-4-4,0 1-4,3-3 3,-3 0-4,1-2-3,-2-2 2,1 2 5,-3-6-7,-1 1 7,-3-3-14,-2-1 5,0 1 3,-5-2-3,0 0-8,-3 0-6,0 0-9,-4 6-1,2-2-14,-4-1-9,-3 3-7,2 1-16,-4-1-20,-1 4-9,-2 0-16,-2 4-7,-2 0-20,-1 3-23,-3 1-22,6 1-17,0 3-13,3 0-24,0 1-28,1 0-19,5 1-187,-3-2-456,4 0 202</inkml:trace>
  <inkml:trace contextRef="#ctx0" brushRef="#br0" timeOffset="68167.8547">5575 6314 8,'5'-3'279,"-1"1"-17,-1 0-20,0-1-20,1-3-18,1 1-16,-2 2-14,5-6-13,-2 5-9,1-4-2,-2 0-11,2 1-2,-2-1 3,-1-1-2,3 1 5,-2-1-16,-2 1-6,3-1-2,-6 2-6,3-3-5,-2 2-12,-3 1-2,0 2-11,-1-2-14,0 2-8,-1 1-11,1-1-10,-4 1 0,1 1-8,-1 1 1,1-1-5,-4 2-6,-1 5-10,5 0 4,-4-3-11,-3 3 2,6 3-4,0-2-1,-3 0-2,5 4-5,0-3-4,2 0 1,-1 2 1,3 1-7,-2-1 5,3 1 3,3 1 0,-2 1 6,4 0-3,2 0 6,3 4-4,-1 0 1,1-2-4,3-1 5,-4-1-1,0 1 5,4 3-3,-7-5-3,0 1-1,3-1-1,-1 0 6,-2 0-6,-3-1-5,-1 1 4,-1-2-2,0 2 1,-2-2 1,0 0 4,-1-1-4,-4 3 1,-1-3 17,-1 0-11,-1 0 5,-3-2 1,3-1 2,0 1 3,-5-2 7,2-3-3,0 0-3,0-1 2,3-2 3,1 0 4,-2-2-4,5-2-3,-3-2-6,2-1-8,6-3-15,-2-3-9,2-1-1,2 0 1,3 1-5,-1 0-5,2 0-8,4 3-4,-3 4-13,-1-4-14,6 6-20,-4-3-19,3 3-21,-2 0-33,5 1-22,-1 0-27,3 2-28,-3 1-206,1 0-483,4 0 213</inkml:trace>
  <inkml:trace contextRef="#ctx0" brushRef="#br0" timeOffset="68484.1795">5957 6246 43,'0'0'154,"0"0"-5,2 5 4,-2-1 2,-5 2 3,4-1-3,-7 4-8,2 1-5,-2-2-5,3 6-18,-3-4-10,3 0-10,0 1-6,0 1 0,2-2-11,1 1-4,-2 0-2,4-5 0,0 1-6,0-1-2,4 2 5,0-1 4,1-2 3,3-1 4,3 1 1,2-3 2,2-1 4,2 1 0,1-2 10,-6-3-5,0 1 2,3-1-1,-3-1-5,2-3 9,0 1-1,-1-5 0,-2-1-1,-2-1-4,0-1-5,-3-1-6,-3 4 1,-2-2-6,1 1-5,-5-4-19,0 3-2,-2 1-12,-3 2-8,-4-2-15,-2 2-13,-2 1-17,-1 2-20,1 3-25,-5 3-22,0 2-14,2 0-31,0 2-32,-2 2-47,5-1-43,-1 3-42,6 1-267,1-1-602,0 0 266</inkml:trace>
  <inkml:trace contextRef="#ctx0" brushRef="#br0" timeOffset="70329.6604">11782 6844 5,'1'-5'175,"-1"0"-8,0 3-10,3-3-3,-2 0-11,1 3-11,-2 2-10,2-5-9,-2 5-11,1-2-12,-1 2-9,0 0-8,0 0-9,0 0-6,0 0-9,0 0-5,0 0-1,0 0-1,0 0-1,0 0 0,3 11 3,-3-3 6,0 2 1,-1 2 6,-1 2 1,2 6 7,-3-2-2,-1 7 0,0 4-2,-1-1-4,2 4 0,-4 0-6,3 0 4,-5 13 0,-1 3-2,3-14 18,-3 12-5,-1-1 3,-4 0-7,6-1 0,-6 4-4,4 2-5,-3 0 1,3 2-2,-1 3-2,-2 1-2,-1-1-1,1 3 1,3 0-2,-3 0-1,1 0 11,1 2-16,-4-5 3,0 4 1,3-6 1,-3 5 5,-9 22 7,7-24-5,5 2 2,-3-3 2,-4 2 4,2 0-5,-2 1 0,5 0 2,-3-2 5,1 0-7,-3 1-1,0-1-2,4-2 10,-5 28-9,4-27-6,3 3-2,-4-2-5,4 2-6,-6 22 4,9-29-5,-2 5 1,0-2-6,3 0-2,-4 2-2,3-3-3,2 2 3,-5 4-5,5-1 4,-3-2-3,5 2 0,-3-3-6,-2 3 6,5-3-4,-5 2-7,2-2 13,2-2-1,-1 0 0,-2-1 3,1-2 10,3 5-5,-2 2 3,-3-3-2,8 3-1,-3-5-2,3 3-1,-4-2-2,1 2 0,-1 1-10,5-2 11,-7-2-5,3 0-3,0-1 2,1 0 4,-4-1-6,4-2 3,6 4-3,-9-1 1,2 1-2,-1-5 1,0 4-4,2 0 5,1-1 0,-3 0 6,-2 1 4,4-1 0,-2 0-2,-2 0-1,0-1 3,2 2-2,0 2 1,0-2 1,-2 4-5,0 1 0,1-5 0,-2 2 1,2 3-9,0-2 1,2 1 2,-5-6 0,5 1-3,1 2-3,-4-5 2,4 1 2,-1-2-5,2 0 2,-4 5 2,7-2 0,-6 2 3,4 1 2,-3-3-1,0 1-3,-1 1 4,0-1-4,2 0-3,-2 0 3,2-1-2,-1 0 3,1 1-4,-2-2 0,-1 1 0,0-1 1,2 5 0,-3 3-2,6-8 2,-4 1 1,2-3-3,-3 0 0,2 2 0,1-2-1,0 0-2,-1-10 4,3 0 3,-6 11-7,2-11 3,5 14-1,-5-4 0,2-10-2,1 8 8,1 5-7,-5 0 2,1-3 2,2 1-8,-3-12 9,0 10 0,0-10-3,4 14-1,-4 2-24,0-4 3,-3-4 0,6-6 4,-3 8 3,4-8 0,-3-3 1,-6 15 1,6-15 2,0 3-1,-3 10 4,4 3 0,-3-5-1,1-11-5,3-1 4,-1 16 1,-3-18 2,3 15-5,1-10 3,-2-5 0,-2 16 1,1-1-1,4-14-1,-3 3 2,2-1 1,-6 10-1,6-11 2,1-4 14,-2 3-12,2 2-1,0 0 6,-1 10-3,-1-7 2,-4-4 0,3 1-1,2 0-5,1 1 19,-3 0-4,2-2 0,-1 2-1,5-4-9,-4 2 6,3-1-3,-1 4-3,-2-2 1,2 0-3,-2-2 4,5 1-9,-2-3 8,-2-1-8,2 0 3,1 3 2,-1 1 0,1-4-5,-1 4 6,3 2 5,-4-3-2,2-2-3,0 2-4,1-4 1,1 2 5,-3-6 0,-2 3 6,9 0-4,-6-3-14,-2 2 0,1-1 6,3 1 5,-7-2-8,7-4 0,-3 1 2,0 4 0,2-7 3,-3 3-6,0-3 2,3 7 3,-2-8-2,3 2-2,-2-3 0,-1 0 1,1 0-1,-2 2 1,3 1 1,2 6-7,-2-9 8,-1-5-2,1 2 1,0 4-6,1-1 4,-4 2 3,0-4-3,4-1 5,-3 1-11,2-3 14,1 2-2,-3-1-6,3 4-5,-1-6 6,-1 1-3,0-4 0,2 3 0,-2-4-1,-1 0 3,3 0-5,-1-1 1,1-1 1,0-4 0,0 7-9,0-7-4,-1 6-13,1-6-16,0 0-18,0 0-19,0 1-21,0-1-21,0 0-34,0 0-17,0 0-33,0 0-21,4-11-55,-3-1-94,1-4-25,2-10-50,1 0-332,-2-6-845,5-1 375</inkml:trace>
  <inkml:trace contextRef="#ctx0" brushRef="#br0" timeOffset="74948.0101">3527 7715 173,'3'-7'163,"1"2"-9,0-2-3,-2 2-2,1 0-5,1-1 8,-4 0-2,2 2-1,1-3 0,-3 1 0,0 2-8,0 1-5,0-2-5,-3-1-9,2 1-10,0 0-13,-2 1-7,-2-3-12,0 4-13,0-1-8,0 1-8,-6-2-9,5 2-3,-2 2-7,-3 1-12,2 0 0,1 3-2,-2 1-5,2-2-3,-2 6-2,4-3-4,-4 3-4,4-1 2,1 2 0,1 0-5,2 0 0,1 2 2,1 1 0,3 0-1,1 3 3,1-3-4,1 2 3,4 0 1,-4 1 0,1-2 0,-1 1 14,-2-3-3,3 0-6,-3-1-9,-2 2-5,-1-2 0,-1 2-3,-1-3 5,-2 3 1,-3-2-1,-3 4-3,-3-3 0,2 1-6,-4-1 0,-2-1-1,4-6 2,3 2 4,0-4 0,-4-1 1,8-1 5,5 0 0,-13-2 4,12-1-2,-5 1 0,6 2 0,-4-3-2,4 3 2,0 0-4,0 0 2,0 0-7,0 0-1,4 11 1,-2-5 1,5 3-2,-4 1 5,1 1-1,-2 1 1,4 0-1,-6 0-1,1 1 3,2-1 4,-3 2-5,4-4 2,-3 2 2,-1-5-2,3 1 5,-3-1 0,0-2 1,2 0 1,-1-2 5,-1 1 2,0-4 0,4 3 4,-4-3 2,2 4-1,-2-4 1,6 1-1,-6-1-3,10-1-1,3-2-1,-2-1-1,3 0-7,-1 1-11,4-4-15,1 0-28,1-1-28,-1 1-37,10-3-30,-4 2-39,-5 1-183,0 2-400,2 2 178</inkml:trace>
  <inkml:trace contextRef="#ctx0" brushRef="#br0" timeOffset="75642.4001">3714 8508 52,'11'-6'175,"-7"3"-11,-1 1-12,2-5-4,-1 2-3,0 0-2,2-3-3,-2 0-2,0-3-1,0 2-3,-1-2-10,0 0 3,1 0-1,-3 0 0,-1 1-8,0-2-2,0 3-8,-1-2 1,-2 4-6,2 1-14,-4 0-13,0 2-7,0 1-12,-6 0-13,0 3-5,-2 3-8,-3 7-4,-6 6-5,0 4 2,2 3-6,2 0 4,0-4-8,9-2 0,0 0-5,0-2 1,3 1-1,6-4-1,-4-1-2,4 1-1,0-1 2,0-7 0,1 5 2,3-4-1,4-2 4,-2-2 2,5-1 1,0-2 0,3 2-1,2-10 2,0 3-6,-2-3 3,0 1 7,-3 2-1,2-8 5,-1 3 2,-1 2 13,-1 1 4,-3 1-1,-1-1 3,-2 5 1,0-1-2,0-1-14,-3 6-7,4-2-6,-5 2-14,0 0 5,0 0-8,-3 19 6,-3-4-3,1 4 0,0 8 5,-5-1-5,1 3 2,0-1-5,2-3-2,1 0 4,-2 1-1,3-6 4,3-3-4,-2 3 1,-1-3-2,5-1 4,0-5 3,-2-3-1,4 2 4,-4-4-1,2-1 3,2 1 1,-4-4 5,4 3-4,-2-1 4,0-4-2,5 3 4,-3 0 7,-2-3-10,11-1 6,-1-1-2,0-2-6,1 0 0,6-3-4,1 1-9,-2-2-18,4-4-27,-2 2-35,0-2-36,3-4-40,0-1-50,1 4-58,2-4-271,-10 6-575,9-10 255</inkml:trace>
  <inkml:trace contextRef="#ctx0" brushRef="#br0" timeOffset="75885.1717">4196 8470 227,'0'0'317,"-10"-2"-7,10 2-27,0 0-24,0 0-30,0 0-21,0 0-22,-4 4-16,4-4-25,0 0-10,0 0-12,0 0-12,25 2-7,-7-1-4,-6 1-18,11-2-8,-6 1-6,7 1-9,-3-2-5,1 0-14,-3-2-24,2 2-23,-3 0-31,-3-1-36,-5-1-42,-1 2-44,3 0-58,-7 0-28,-1 2-162,-4-2-440,0 0 196</inkml:trace>
  <inkml:trace contextRef="#ctx0" brushRef="#br0" timeOffset="76057.1893">4205 8644 139,'0'3'203,"0"-3"-4,4 4-14,1-2-11,5-1-6,0 1-12,3-2-15,7 2-13,0-1-10,0-2-11,9 1-11,-2-1-12,1-2-14,-1 1-19,-5 1-40,0-1-41,-1 0-37,2 0-45,-2-1-37,-1 2-130,1-1-302,0 0 134</inkml:trace>
  <inkml:trace contextRef="#ctx0" brushRef="#br0" timeOffset="76508.6918">4939 8535 118,'6'-11'256,"1"0"-1,0 1-7,-2-1-19,-3 1-9,2 1-3,-1 4-6,-2-4-7,-1 3-8,0-1-19,-1 0-13,-2 0-14,1 2-17,-1 2-17,-3-2-22,-6 3-11,1 2-13,-8 3-9,2 2-3,-1 3-6,0 2-5,3 0-2,-2 2-10,2 3 3,2-3-7,3-2-5,2-1-5,3 0-5,0-1 0,1 0-1,3-1 2,1 0-5,0 0 3,2-3 0,1 2 1,2-2-4,1-3 4,6-2-3,-2 1 2,4-4 3,-1-1-1,4-2-4,-2 2 1,-2 0-3,-4 0 0,3 0 2,-3-1-5,-3 3-6,2 1 6,-3-1-2,-5 3 0,8-3-4,-8 3-7,5 1-1,-3 5 1,-2 6-1,-4 1 3,4 6 1,-5 4 5,-1 5 4,3 1 2,-6-2-3,0 1 5,4-1-5,-3-2 6,2 1-2,1-9 1,-2 2 2,5-2 0,-2-6-2,1 0 4,3-3 1,-1 1-5,0-3 11,2 0-13,0-1 12,-1-3-2,3 3-6,1-2 5,-4-3 4,14 0-6,4-3-11,1-3-6,1 3-9,11-7-21,6 0-18,-2-1-27,3 1-45,-1-2-43,-2 0-38,5-1-54,-3 1-282,-3 0-582,-1-2 258</inkml:trace>
  <inkml:trace contextRef="#ctx0" brushRef="#br0" timeOffset="76899.8437">5380 8645 301,'-4'-1'313,"4"1"-7,-8-2-22,8 2-22,0 0-28,0 0-30,0 0-18,0 0-20,0 0-17,0 0-12,23-2-16,-8 2-11,3-1-12,0-1-5,1 2-11,0-1-10,1 1-7,-4 0-5,2 0-6,-4 0-2,0 0-8,-5-1-1,4 1-5,-1 0 2,-6-3-9,1 3 3,-2 0 1,-5 0 10,9 0 4,-9 0-1,3-5-2,-3 1-5,2 1-10,-2 3-5,0-12-4,-2 5-2,0 0-4,1 2 2,0-3-4,-1 2-1,1 3 2,-2-1-3,3-2 1,3 1-5,-6 3-5,3 2-3,0 0 6,0-5-18,0 5 7,0 0-7,8 10-1,-4 1 1,0-1 0,-1 1-9,1 6 4,-4 0 2,1-1 2,-2 3-2,-2 6 7,-1-4-2,-2-4-5,0 2 2,-2 1-4,1-3-10,-2-3-13,2 1-23,-2 0-22,0-2-24,0-2-23,4-2-36,-4-3-32,3 0-19,1-1-38,-1-3-168,2-1-461,4-1 203</inkml:trace>
  <inkml:trace contextRef="#ctx0" brushRef="#br0" timeOffset="78232.7777">5984 8858 126,'0'0'310,"8"0"-14,-8 0-18,2-4-28,3 0-27,-1-2-23,6-3-22,-5 0-16,5-1-13,1-4-16,1-1-12,0-2-5,3-2-3,-2-3 0,2 0-2,-2 0 3,-3-4-9,2 2-2,-5-3 2,1 3 4,1-2 7,-4 11-1,-4 3 3,3 1 0,-4 2-1,0 1-22,0 4-17,0 4-14,-1-7-12,1 7-10,0 0-2,0 0-4,-9 15-5,-4 2 0,0 5-6,-2 4 3,3 1-8,0 0-2,2-1 1,2-2 1,0 2-12,2-8 0,2 1-5,1-2 2,0-1-7,3 1 2,3-2-8,0-5 5,2 0-5,3-2 4,1 0-4,1-2 14,8 0-15,-1-3 9,2-1 0,2-2-7,-1-3 3,-1-5 8,0 2-2,1-2-2,-2-1-3,-2-3 1,0 0 3,-2-2-7,0-1 4,-2 1 5,-1 0-8,-4 4 13,-4 2 7,1 3 6,-1-4-9,-2 6-9,2 0-11,-2 2-5,-1 1 0,0 0-1,0 0 28,0 0-28,-9 11-6,5 0 3,0 2 12,-5 0 2,2 1-8,2-3 0,-1 0 10,3 4 4,-1-3-12,2-2 4,1-1 1,1 0-2,3 1-1,-3-5 4,1 0 0,2 2 1,2-2 1,0-3 2,3 1 0,0-2-3,5-1 3,4-3 6,1 0-7,0-2-10,0-4-2,1 1 11,-1-4 7,5 0-4,-2-5 0,-5 3 3,-2 3 3,-3 0 8,-2 1-17,3 3 4,-6 0 0,-1 0 8,-4 4-1,3 1 1,-2-1-7,-2 3-6,2-4-2,-2 4-7,0 0 2,0 0-1,0 0-9,-6 11 10,1-1 3,0 1 0,-2 0-19,3-1 21,-2 4 2,2-2 1,-2-2 0,1 1-5,1 0 5,1 0 1,-2-3 2,3 1-8,1-3 16,0 1-2,1-2-1,0-3 1,0-2 15,4 7-15,-3-4 6,-1-3 0,0 0-1,17-3 0,-4-2 1,2-2-7,4-3 5,4-3-5,-3 4 1,6-2-3,-8 1 0,-2 2 0,1-1 5,-8 7-9,-2-4-5,0 2-1,0 2-1,-3-1-7,2 3-2,-6 0 6,9 4-13,-7 0 3,-2 0 9,0 4-9,-1-1 5,2 4 1,-2 1 5,1-1-5,-1 3 9,1-4 5,1 0-12,0 4 7,2-4-1,1 0 0,-2 1 6,5-1 6,1-3-6,1 1 2,3-3-2,5 1 12,1 0-16,1-6-7,4 0-5,4-3 3,-6 1-1,8-3 0,-9 0-5,7-4 3,0 1 3,-4-4 1,2-2 4,-8 1-3,3-5 3,-6 3 9,-2 0-8,3-7 18,-5 6-11,1-7-3,-4 7 5,-3-1 6,0 0 16,-3 7-2,2-2 13,-3 7 0,0-2-5,0 0-9,0 2 4,0 4-21,0 1 15,0 0-11,0 0-16,-12 13 6,5-6 2,-1 9 5,-1-3-3,0 6-8,-1-5 8,0 4 6,1 1-3,0-2-7,4 0-9,-2 0 13,-1-1-6,3 0 10,0-7-4,2 4 1,1-4 1,0 1 3,0-4-5,-1 1-3,3-3 0,0 0 4,0-4 2,0 7 0,3-6-11,-3-1 16,0 0-7,6 2 1,-6-2 3,13-3 1,-2-2 1,7-4-7,-2 1 4,9-5 1,-6 4-2,4-7-2,3 2-3,-1 1 5,0-1-7,-7 4 9,0 1-1,-3 2-10,-3-1 1,-2 4 3,-1-1-9,-3 2-5,-3-1 1,2 0-5,-5 2-8,2-2-11,-2 4-2,0 0-3,-21 0 5,10 4 4,-5 1-2,-3 3 1,-1-1 6,7 3 0,-5-1 1,4-2 4,1 4 2,7 0 1,-2-4 2,4 4 3,2-1 3,2 1 3,1-1 3,3 2 5,1-2 1,5 4-1,3-2-3,-3 0 2,3 0-2,-1 3 3,-2-5-1,4 2-2,-5-2 0,-4-3 3,6 1-1,-4 0-5,0 2 5,-3-3-5,-1-2-4,1 2-11,-2-2-18,-1 2-13,-1-2-9,0 0-18,0 2-7,0-2-18,0-5-24,-3 9-16,1-5-22,-3-2-30,5-2-30,0 0-28,0 0-175,-15-3-463,15 3 206</inkml:trace>
  <inkml:trace contextRef="#ctx0" brushRef="#br0" timeOffset="78459.9895">6633 8378 317,'-8'-3'312,"4"1"-23,-2 0-24,6 2-32,-5-2-22,5 2-28,-4-4-24,4 4-27,0-4-33,0 4-37,0 0-36,0 0-49,0 0-56,0 0-44,0 0-54,0 0-138,0 0-341,0 0 152</inkml:trace>
  <inkml:trace contextRef="#ctx0" brushRef="#br0" timeOffset="86038.6793">8498 7056 126,'4'-11'202,"-2"4"-7,1-3-3,0 4-9,-2 0-14,2-1-2,-3 2-5,0 1-12,2 0-11,1 0-9,-2 0-16,-1 4-17,0 0-15,0 0-10,0 0-11,0 0-8,0 0-5,-6 15-5,0-1 0,-2 4-2,-1 7-5,-6 1-3,4 1-4,-1 5-3,0-4 7,-2 1-10,3 0-4,-3 1 3,2-1-4,3-1-1,-1-1 3,1-2-6,-2-2-1,4-4 3,-1-2-3,4 0 1,2 2 3,-1-3-4,3-5-1,-1 1 3,-2-3-1,3-2-2,0 1 4,3 0 2,1-3-2,1 0 4,-3 2-3,6-4-1,5-1 1,0 1 1,6-2-2,-1-3 0,1-2-1,2-2-5,0 0 2,1-2-3,3-4-1,-1 1 1,0-3 1,-8 1-4,1-1 0,-3 3 6,-2-5 15,-1 0 1,-2 2 2,1-2-3,-6 6-2,1-1-2,-4 1 1,0-1-2,-1 1-9,-2 3-2,-3 0-2,1 2-5,-6-2-3,3 2 0,0 2-2,1 1-7,-3 2-3,4-3-6,5 3-3,-9 5 0,6-3 3,0 3 4,2 3 3,1-2 0,4 5 1,1 0 3,2 3-2,-2 2 2,5 0 0,0-1-2,-4 0 4,-2 3-2,5 0 1,-5 0 0,1-2 0,-3-3-2,0 4 3,0-6 1,-2-1-5,2 2 2,-2-3-1,2 0 3,-4-1 1,4 0-6,-1-4-1,-1 1-4,1-2 2,-1-3 1,3 4 3,-3-4 0,0 0 2,17-7 0,-7 3 2,4-1-2,1-4 0,3 1 2,0-4 2,3 2-3,-1-6 1,1 0 2,2-1-2,-2 1 2,-3-4 15,-3 6 5,-2 2 4,0-1 11,-5 5 11,-1-3 7,-1 6 15,1-1-3,-3 0 6,-2 2-18,0 2-10,-2 2-10,4-5-10,-4 5 1,0 0-5,0 0-2,-8 14-2,3-5 2,-3-1-5,-1 5 4,3 0-4,-2-3 0,1 1 2,1 0-1,0 0-4,3 0 3,0 0-5,1-1 5,1 0-1,1-5 1,0 3-1,1 0 6,1-4-4,1 1 6,1-1 2,3 1-6,-2-3 4,2 0 0,4 2 1,-1-4-2,3-3-4,-3 1 2,4-3 2,-4 2 12,2-4-5,-1 1-1,2-5 6,1 1 6,-1-2-7,0-3 0,1 1 4,-5 6 6,-2-2 1,0 1 8,0-1 0,-2 3 5,-3 2-1,3-1 0,-3 3-8,0 0-9,0-2-4,-2 5-15,4-2-21,-4 2 16,0 0-5,0 0 9,-8 10-7,5 0-2,-3-2 15,3 0-13,-3 2-5,1 0 1,0 0-2,1-1-1,3 1-6,-1-3-8,2 0 16,0 1-13,3-1-5,-3 0 2,0-1 10,11 1 0,-8-1-3,6-1 8,4 0-3,-1-3 5,5 3 1,3-5-6,0 0 9,0-1 0,-1-4-1,5 0 4,-8 2 1,6-5 1,-2 3-5,-1-4 4,-2-3-5,-1 2 5,-2-1 2,-7 2 1,7-4 13,-3 3 5,-5 0-2,-2 3 1,0 0 0,-3 2-6,-1 0-7,0-2-12,-1 3 1,1 4-4,-8-4-2,2 7 2,-6-2 0,-4 8 0,-1-1-11,3 3 2,-3 0 4,2 2-2,3 1 1,-5-2-5,8 4-1,-1-7-16,6 3 10,0 0 1,2 1 1,2 3-8,4-6-4,1 4 1,2-6 11,4 2 4,2-1-3,6 1 8,8 0-9,-2-2-16,-5-4-10,4-2-17,5-2-13,-8 0-13,-1-3-15,3-1-15,-4-2-16,0-1-14,-3-1-22,0 1-21,-5 0-14,-1 0-7,0 0-14,-1 0-11,-1-1-7,0 1-169,-3 1-441,-5 1 195</inkml:trace>
  <inkml:trace contextRef="#ctx0" brushRef="#br0" timeOffset="86693.7859">8425 7235 19,'0'0'149,"-7"0"-12,7 0-6,-10-3-4,10 3-3,-11 0-6,4 0-3,-1 0 2,2-1-9,6 1-9,-14 0-3,7 1-2,7-1-2,-11 0-2,6 0 3,1 3-6,-1-2 1,5-1-3,-9 2 1,4-1 1,1 1-4,0 1 1,4-3-6,-8 1-3,8-1-2,-5 3-2,5-3-3,-4 2-2,4-2 6,0 0-7,0 0 3,0 0 1,0 0 0,0 0 7,0 0-2,0 0-4,0 0-8,0 0-3,12 0 0,1 0-1,6 0-4,1-1-6,11-2 1,1 2-5,3-3 7,-1 1-12,2 0-8,-3 0 0,5-1-7,-3 3 1,2-2-6,-5 0 4,0 0-7,-11 0-4,-1 2-1,-6-2 0,0 2 1,-4 1-4,0 0 0,-2-3 3,-3 3-1,4 0 0,-9 0 1,7-1-1,-7 1 1,7 0-6,-7 0 1,0 0 1,6-2-4,-6 2 0,0 0 1,0 0-4,0 0 8,3 3-6,-3-3 0,0 0-5,0 0-6,0 0 2,0 0 2,0 0 0,0 0-1,0 0-1,0 0 4,0 0-11,0 0-1,0 0-6,0 0-17,0 0-11,0 0-13,0 0-17,0 0-16,0 0-21,0 0-19,0 0-26,0 0-33,0 0-31,0 0-18,0 0-10,0 0-150,0 0-436,0 0 193</inkml:trace>
  <inkml:trace contextRef="#ctx0" brushRef="#br0" timeOffset="89046.9641">3433 9675 1,'0'0'192,"15"-8"-6,-10 4-19,2-5 2,2 1-3,0 1-4,-3-1-3,1-2-4,1 0-11,-3-2 2,3-4 0,-3-1-11,2 2-8,-2-1-12,-3-2-6,1 1-1,-3 5-7,0-1-10,0 2-10,0 1-11,-4 1-11,0 4-9,-2-2-9,-1 5-10,-3 2 0,-2 2-10,-6 5-2,-5 6 3,-4 3-5,4 4-5,1-1-2,-1 1-1,3-1-2,7-2-1,4-3-3,-1 1 5,6-3-1,1-2 1,0-1-1,2-1-1,1-3-2,3 2 4,1-1 8,5-3-7,-3 0 3,11-1 1,-1-4-3,4-1 2,-1-2-2,2-4 3,-3 2-3,1-3-2,-2-1 1,1 0 1,0-1 2,-3 0 19,0 0 3,-2 3 3,-5 1 8,1 1-9,-4 4 1,0-2-12,-2 4-7,-3 1-14,0 0-2,0 0-2,0 16 1,-7 1-1,-7 7 5,4 4 1,-3 2-5,-2 1 3,-5 11-1,7-13 0,-1 0 0,1-2-4,3 1 0,1-1 5,0-4-1,4 2-2,-1-8 0,3 0 0,-2-7 0,5 2 2,-1-3 4,-2-4 3,3 0 7,0 0 5,0 1 5,3-5 6,3 2 2,-6-3 5,12-3-9,1 2-8,-1-7 2,3 0 2,3-4-6,0-2 2,4 0-4,-3-4-19,4 1-33,-10 4-35,9-5-25,-7 4-33,0 0-42,7-3-46,-2 0-36,-1-1-247,-5 5-536,2-1 238</inkml:trace>
  <inkml:trace contextRef="#ctx0" brushRef="#br0" timeOffset="89305.0377">3966 9551 236,'0'0'327,"0"0"-4,0 0-13,0 0-20,0 0-23,0 0-27,0 0-18,0 0-19,0 0-24,9-4-12,-9 4-6,10-3-29,-1 3-8,4 0-20,2 0-8,7 0-11,-2 0-4,1-1-10,8 0-7,-9 1-6,0 0-9,-1 0-12,0-2-23,-4 4-27,-1-2-25,-2-2-24,-3 2-28,-1 2-32,-2-2-37,-1 2-38,1-2-31,-6 0-12,6 3-8,-6-3-160,-4 4-441,-1 0 196</inkml:trace>
  <inkml:trace contextRef="#ctx0" brushRef="#br0" timeOffset="89506.6786">4007 9697 21,'-9'7'186,"4"-2"9,1-3-3,0 1-5,0 2-9,3-2-5,1 1 2,0-4-1,2 6-1,2-2-3,3 0-8,2 1-3,7 3-9,-3-4-4,9-1-16,-3 1-10,0 1-12,1-2-12,2 1-10,-1-2-9,0-1-7,-4 1-6,0 0-14,-5-1-17,0 1-25,-1-2-25,1 0-19,-7 1-22,1-1-22,1 0-25,-1 0-25,-6 0-26,13-1-28,-7 1-25,-2-3-176,-4 3-417,7-5 185</inkml:trace>
  <inkml:trace contextRef="#ctx0" brushRef="#br0" timeOffset="91350.7652">5539 3696 75,'0'0'130,"-2"3"4,2-3 16,0 0 8,-3 2 2,3-2 5,0 0 1,0 0 9,0 0 3,0 0 2,0 0-9,0 0-3,-4-12-28,4 5-10,0-5-13,0-8-5,0 2 23,1-12-18,-1-1-9,4-18-6,0 0-13,1-3-4,0-2-7,-2-7-1,11-20-10,-4-2-26,4 2 16,-3 22-2,0 0-8,8-29 7,2 5-13,3 0-7,2 2-5,-5 3-2,-2 18-1,15-21 6,2-1-6,3 9-1,-15 20-3,4-2-34,12-23-4,-11 28 7,17-25-4,-13 26 40,12-31-10,-12 34-3,3-4 2,16-18-12,1 1 3,-16 18-5,5 2 14,18-18-12,-19 24 3,23-19-8,-21 21 2,3-5 2,23-10 3,-19 14-11,19-11 4,-20 16-13,-5 0 15,7-1-5,-4 7 1,2-6 0,2 7 1,-3-1-4,4 2 6,-3 1-8,-3 1 6,0 3-3,-12 9-3,1-4 6,13-3-4,-8 10 6,10-4 1,-13 2 1,2 7-3,0-2-1,0 3-2,0 3 4,-2 2-5,1 2 0,-6-3 2,4 4-2,-7 1 0,2 10-2,-1-5-2,-6 3 1,4 3 6,-7 5-9,4 0 6,-8 0-1,3 4-2,-4 4 5,1 4-1,1-1-11,-2 10 18,-4-9-5,5 12 10,-2 1-5,-2-2 0,0 6-1,-6-13 2,-1 14 1,2 2-10,-1 1 5,3 4 14,-4-7-9,-2 5 1,2 3 5,-2-3-22,1 2 19,0 24 5,-3-30-9,-1 5 5,-1-3 0,1 4-4,-3 24 1,2-28 2,-3 3-1,0 4 1,4 21 5,-4-25-7,2 0 0,-2 25 3,3-29-3,-4-1 1,2 4-1,-1 1 5,2-2-6,-2 0 2,1 0 3,-1-2 0,1 1 1,2-2-3,-3 0 2,0-1 3,-1 1 2,0-3-7,1-13 2,3-1-2,-4-1 1,0 1-2,6-4-2,-7-2 2,3 0-2,1-4 0,-1-4-1,1-2-7,0-2 9,1-5 0,-3 0-7,3-3 11,-2-1-5,2-8-1,0 10-6,0-10 10,0 10-1,0-10 7,2 7-2,-2-7-4,0 0 5,0 0 2,0 0 1,-2 8-9,2-8 9,0 0-2,0 0-12,0 0-21,0 0-32,0 0-35,0 0-27,0 0-25,-9-27-23,7 22-28,-5-6-23,1 1-42,-4-1-20,0-3-191,0 2-503,-6 0 222</inkml:trace>
  <inkml:trace contextRef="#ctx0" brushRef="#br0" timeOffset="91728.3551">7935 3434 118,'-14'-9'149,"6"4"9,-1-5 2,0 6 12,3 1 1,6 3-7,-8-8-10,8 8-18,-6-6-16,6 6-13,0 0-13,0 0-13,0 0-8,0 0-5,0 0-2,0 0-1,6 31 6,2-17 4,2 4-2,-1-2 1,0 1 3,4 0-3,1 7 3,0-4 4,-1 1 6,6 0 4,-1 0-2,-4-5-2,1-3-4,0 1-1,-1 0-2,2-2-4,-4-1 1,4 1-3,-6-4-2,-1 0-14,4-2 3,-4 1 3,0-4-11,-4 2 11,-5-5 6,16 4-5,-10-3 5,-6-1-1,15 2 5,-15-2-4,22-11-4,-6 2-1,0-3-8,7-6-6,-2-3-5,2-3-2,4-2-9,-4-5 4,7-6-9,-6 7-4,-1 2 1,1-2-4,-6 7 0,-3 3-8,-3 4 6,-6 6-2,2 2 5,-2-1-14,-3 2 4,2 2 1,-5 5-4,0 0-12,6-6-1,-6 6-21,0 0-16,0 0-37,0 0-39,0 0-2,0 0-9,0 0-21,0 0-28,-19 28-35,8-14-26,2 2-50,-8 4-57,-4 0-192,1 0-576,-3 0 255</inkml:trace>
  <inkml:trace contextRef="#ctx0" brushRef="#br0" timeOffset="92672.2227">7508 3696 154,'-1'-16'230,"1"3"-12,-3 2-15,3 1 0,0 3-6,0 0-2,-1 1-7,1 1-14,0 5-14,0-7-14,0 7-10,-5-5-11,5 5-10,0 0-15,-1-5-7,1 5-13,0 0-7,0 0-11,0 0-5,0 0-3,10 14 1,-4 1-9,2 1 8,4 11-2,-1 1 3,2 2-3,0 3 10,0-1-7,3-1-3,-5 2 0,4 0-7,-3-2 4,1 1 2,2-2-9,-3-3 0,-2-1 2,3 3-3,-4-6 3,2 1-8,1-1-1,-7-7-8,4 1 5,-2-2-5,-4-4 8,3 1-12,-1 1-7,2 1-1,-2-3 3,-1-3-2,-2 1-4,2 1 1,-2-5-10,-2 2 9,0-7 1,5 10-1,-5-10-3,2 4 1,-2-4 0,1 6-6,-1-6 5,0 0-7,1 7 7,-1-7 3,0 0-7,0 0 5,3 5-6,-3-5 1,0 0 4,0 0-4,0 0-1,0 0-16,0 0 4,0 0-2,0 0-6,0 0-6,0 0-3,0 0-14,0 0-12,0 0-9,0 0-9,-24-8-3,12 3 2,1 0-2,1-2 1,-7 0 8,7 2 1,-4-1 8,-3-2 6,2-2 5,-1 3 11,-1-1-4,5 2 3,-3-3 3,2 5 11,2 1 5,4-2 7,1 3 7,0-1 0,6 3 1,-7-2 0,7 2-2,-8-4 0,8 4-3,0 0 0,0 0-1,0 0 1,0 0 0,0 0 4,0 0 2,8 16 8,-4-12 0,2 0 4,1 4 0,2 1-2,6 1 8,-5-2-7,1-1 3,4 2 0,-5-1 2,6 1 2,1-1-5,0 1-1,-7-4-5,3 2 3,-4-1 4,2-2-8,-1 0 3,1 1-1,-6-1 0,3-1 4,-2 0 0,1-1-2,-7-2 10,13 2-7,-7-2-2,-6 0-1,12-4-3,-12 4 7,15-5-4,-10 3 1,4-3-10,0 1 7,1-5-4,-2 0 1,1-1-4,0 0 1,0 0 3,-2-1-2,1 1 2,4-4-5,-3 1 6,-1 2-2,0 2 5,-2-5-11,-1 2 7,-1 2-2,3 1 8,-4 1-2,2-1 1,-1 3-2,-2-1 0,-2 3 3,3-1-1,-3 5-8,2-7-2,-2 7-2,2-4-1,-2 4-10,0 0-3,0 0 2,0 0 0,0 0 0,0 0 1,-7 26 3,3-11-1,-4 2 1,2 4 0,-3-6-4,-5 7-2,4-5-15,-1 5-21,-2-6-27,3 0-21,-3 1-39,-1 4-30,1-8-26,2 3-34,0 0-22,0-4-166,1-3-451,2-1 200</inkml:trace>
  <inkml:trace contextRef="#ctx0" brushRef="#br0" timeOffset="93316.2077">7098 4060 171,'4'-4'200,"-4"0"-11,0 4-15,3-7-7,-1 4-10,-2-1 3,0-2-8,0 2-5,0-2-6,0 0-7,-2 0-9,-1-4-12,-1 1-9,3-1-6,-3 1-7,-1 0-6,1 1-10,-2 3-8,-1-1-8,1 0-16,-2 3-5,-1 2-7,0 2 4,-2 2-13,-1 4 3,-1 3-9,-2 5-3,2-1-2,-1 7-2,3-1-1,-2 0-8,8-3 0,-4-2-6,3 2 0,5-5-2,0 0 0,0-2 2,1 0 1,1-3-1,1-2 3,1 1 4,3-2 2,0-1 3,-1-3-2,8 0 2,-2-3-2,1-3 0,0 1-1,1-5-1,1 0 8,0-2-2,-2 0 2,-2-2 5,3 1 5,-6-2 9,0 6 4,0 0 7,-4 2-1,0 2-2,0 2-12,-3 3-4,6-2-8,-6 2-2,0 0 0,1 17-3,-1 0-2,2 2 0,0 9 5,-6-3-6,4 1 3,-1 2 0,1-2-3,0-6 3,0 1-4,0-4 4,3 0-2,-1-6-1,-2 0 0,5-1 4,-5-3 0,5-1 16,-1 1-7,-2-3 6,5-2 5,5 1-2,1-4-1,5-6-4,8-3-3,3-4-11,7-5-22,6-6-23,6-7-39,-1-1-35,1-6-58,-3-3-45,1-1-59,-3 0-158,1 4-466,-6 7 206</inkml:trace>
  <inkml:trace contextRef="#ctx0" brushRef="#br0" timeOffset="94656.4099">4630 9600 157,'0'0'219,"-2"4"-14,2-4-19,0 0-11,-4 3-14,4-3-10,0 0-9,0 0-9,0 0-6,0 0-9,0 0-3,0 0-6,0 0 0,0 0-2,0 0-4,19-9 2,-11 5 0,-3 0-4,-1-3 3,2 2-1,2-4-2,-3 1-2,2-2-2,-1-1 2,-1-1-1,-1 1-7,0-2-10,0 1 12,-4 2-22,0-3-9,-2 1-1,0 2-16,-1-2 3,-1 3-16,1 3 0,0 0-9,-3 2-2,-1 0-9,-2 0-5,3 3 17,-6 2-17,-2 2-4,2-1-2,-2 2 3,3 3-14,1 1 5,0-1-3,1 3 13,-1 4-18,0 1 6,4 1-4,1 2 5,0 1-6,5-1 5,0 0 9,4-1-7,-3 0 0,4 0 2,0 2-3,3 0 0,-2-1-2,2-1 15,-3 2-10,4-4 1,-2-1-6,0 1 4,-2-3 2,1 2 1,-2-4-2,-1 1 2,2-3 1,-3 2-5,-2-5 18,0 3-21,0-2 8,-1-1 1,0 1 3,-4-2 2,-3-1 5,-1 2-4,-1-3-3,-1 1 3,-2-3 7,1-3-1,-1 1 0,4-3 2,-3-1 2,3-1 7,0 0-8,2-2 1,2-3-1,-1-4-13,5 0-6,-1-1-12,4-3-8,3-6-6,2 11-8,0 1-16,2-1-20,0 1-18,3 1-24,-3 4-26,5-3-28,-3 7-32,-1-1-38,8 0-19,-7 1-187,1 2-481,2 1 213</inkml:trace>
  <inkml:trace contextRef="#ctx0" brushRef="#br0" timeOffset="95055.2772">4904 9600 131,'0'0'220,"0"0"-20,0 0-27,0 0-19,0 0-13,0 0-14,0 0-16,-12 16-8,6-8-10,1 4-4,-3 1-7,2 3-3,-2-3-8,-2 3-5,3 1-3,2-2-7,1-4-5,1 0-3,0 1-3,2 2-2,1-2 1,1-3 1,1 2 0,1-4 6,0 0 2,3 0 0,-1 1 3,4-1 4,3-2 2,-2-2 2,3 2-5,5-3 1,1-3-3,-7 1 0,8-5-1,-5 1-6,-1-1 1,1-2-6,1-3 9,-2-2-17,-3-1 1,1-1-6,-6-1-3,3 1-5,-1 0 0,-7-3 1,2 2-7,-2 1-6,-5 0-3,3 4-7,-3-2-1,-5 1-4,0 0-7,0 5-8,-4 1 2,2-1-13,-8 3-6,-1 3-2,1 2-2,0 2-3,-1 0-6,2 3-16,1-1-11,2 2-12,1-2-19,0-1-28,6 2-25,2-2-26,0-1-19,3 1-151,2 1-384,2-2 169</inkml:trace>
  <inkml:trace contextRef="#ctx0" brushRef="#br0" timeOffset="95645.1159">5318 9747 82,'0'0'221,"0"0"-4,0 0-13,0 0-12,0 0-11,0 0-12,0 0-5,0 0-6,-3-7-6,3 7-6,0 0-9,9-5-8,-5 1-6,4-3-5,2 2-1,-3-3-4,-1 3-3,3-4 0,-4 1 0,5-1-3,-4-1 6,3-2-1,-1 2 0,0-5-4,-3 4 8,-1-1-10,2-1-11,-4 1-14,0 0 4,-2 0-10,-2 3-11,-1 0-10,-1-2-5,0 5-24,-1-2 5,-2 3-6,-4 1 3,-1 4-8,-2 0-4,2 2-6,-7 4 16,3 0-20,0 3 8,-1 2-12,3-2-4,4 0-3,1 2-11,1-2 6,2 3 3,1-3-4,2 1-1,0 0 1,3 4 4,4-4 13,0 3-14,5 1 3,2-2 10,1 2-4,1-2-7,1 1 3,0-1 0,-1 0 2,-4-5-4,5 4 1,-5-1 5,-2-2-9,5 6 7,-5-6-4,-1 1 2,-1 1-3,-1-3 5,-1 3 0,2-3-6,-3-1 4,-1 0 4,-1-1-5,0 3 3,-3-4 10,1 1-12,-4 2 2,-3-2 20,1 0-14,-4-2 6,0 1-1,-1-4-11,-2 3 13,-2-6-1,-2 2-1,1-3 2,5 1-2,-1-2 5,4 0-3,-1-2-5,1 1 4,3-4-5,0 3-8,2-5-9,1 0-8,2-3-17,4-2-17,2 1-11,4 0-7,1-1-21,5-4-25,3 2-14,-2 4-12,0 5-25,3-1-26,1 1-27,3-2-12,-2 7-28,1-2-164,-2 4-461,1 1 205</inkml:trace>
  <inkml:trace contextRef="#ctx0" brushRef="#br0" timeOffset="96155.9917">5719 9697 120,'-1'-12'299,"1"12"-1,1-4-16,-1 4-16,0-6-22,4 1-18,-4 2-21,0-1-19,4 0-15,1-1-14,4 1-15,0-3-3,-3 1-26,6 2-13,-2-1-8,3 1-17,-1 1 14,0 1-27,-2 2-5,1-2-4,-2 6 0,2-3-11,-4 2-8,2 4-3,-2 0-5,-3 3-4,-2 0 0,-2 2-5,-2 5 3,-5 0 1,-4 6 2,-5 1-8,-2-4 0,-1 1 1,0-1-4,4-6 4,1 1 4,1-5-5,3 2 3,1 0-3,0-7-3,2 3 1,4-3-2,-1 0 6,0-1 4,1 0-2,3-1 2,0-3 4,0 0-1,0 0 3,9 7 2,-2-7-2,4 2-3,7 1-5,0-1 2,4-2-2,1 2 0,3-2-6,-6 1-1,-1-1 1,0-1-5,-2 2 6,-4-1-1,-1 0 0,0-1-4,-2 2 1,-2-1 2,-3-1 2,-5 1-9,9 0 6,-3-2-7,-6 2-2,8 0 7,-8 0-6,0 0-2,5 2 4,-5-2-5,0 0-3,0 0 2,8 0 4,-8 0-5,0 0 1,0 0-6,0 0-1,0 0-5,0 0-11,0 0-11,0 0-2,6-4-14,-6 4-7,0 0-11,0 0-6,0 0-18,0 0-9,0 0-14,0 0-12,0 0-13,0 0-10,0 0-19,0 0-15,0 0-2,0 0-14,0 0-12,0 0-167,0 0-412,0 0 182</inkml:trace>
  <inkml:trace contextRef="#ctx0" brushRef="#br0" timeOffset="125299.4119">4307 7819 26,'0'0'51,"0"0"12,0 0-10,0 0-2,0 0-3,0 0 0,0 0 1,0 0-2,0 0 6,0 0-4,0 0-5,0 0 5,0 0-1,0 0-7,0 0-14,0 0-1,0 0 1,0 0 1,0 0-9,0 0-10,0 0 10,0 0 3,0 0 1,0 0-1,0 0-2,0 0 8,0 0 6,0 0 5,0 0-3,0 0 1,0 0 3,0 0-2,0 0 6,0 0 2,0 0 1,0 0-6,0 0 1,0 0-7,0 0 5,0 0-1,0 0-2,6-4-1,-6 4 1,2-3-3,-2 3-4,2-5-3,-1 0 3,1 2-3,-1-1-3,-1-3 4,3 3-5,-2-2-6,0-1 5,2 1 1,-2-1-4,2 2-2,-2-2 3,0 1-1,0-1 5,-1 3 2,1 0 0,-1 4-1,3-5-3,-3 3 2,3-3-3,-3 5-3,0 0 1,0-6-1,0 6-7,0 0 2,0 0-5,0 0-3,0 0 4,0 0-4,0 0-4,-10 18 0,4-8 3,0 1 0,1 4-3,-4-1 4,3 1-2,2-3 0,-3 4-3,1 1 2,-4 8-3,3 2-3,-4 2 7,1 0 1,1 0-1,-1 3 3,-3-2 3,1 1-3,-2-1 0,1 1-2,3-3 6,-1 1-2,0-3 0,5-9 1,1 2-1,-1-9-4,3 3 1,-2-4 3,2-2-2,2 0 12,-2-1 7,3-2 9,-2-1 10,2 1 7,0-4 10,0 0 5,0 0-1,0 0-5,0 0-9,0 0-4,6-13-3,-6 5-3,3-1-5,2-2-6,-2-1-4,5-3-3,-1-1 1,-3 1-2,0-4-2,1 2-2,0-1-4,2 1-2,-2-1 12,2 0-15,-1 0 1,3-1-1,-5 3 0,4 0 2,-3-1-2,0 1-2,4 0 0,-4 4-1,3-1 2,1-1-3,1 3 1,-2 0-1,1 3-2,1-1 0,-1 1-2,0 3 3,-3 1-2,4-1-6,-2 4 24,2 1-9,0 1-5,1 3-9,-1 0-2,0 1-7,-4 3 0,2 1-6,-3 0-6,-1 2 2,-1 3-9,-1 0-8,-6 2-1,1-3-5,-3 1-4,-1 1-9,-4-1-11,-3-1-6,1 2-4,0-5-2,-2 2 5,0-3 4,4-2 8,-5 1 5,5-4 8,-2 1 3,3-4 2,1 1 9,3 1 8,0-3 10,-1 0 3,7 0 4,-9 0 5,9 0 14,-8 0-15,8 0 3,0 0 0,-11 0 0,11 0-5,0 0 3,0 0 2,-4 1-1,4-1 2,0 0 3,1 6 2,-1-6-3,0 0 2,9 7 2,-8-6 1,3 0 4,1 2 4,0-1 3,3-2 5,1 1 3,1-4 6,3 2-3,5-2-3,1-1 2,0-2 1,0-2-6,2 1 0,-3-1-3,8-2 2,-1-3 4,-7 4-2,0-1 2,-4-3 3,2 1-5,1-3 4,-6 2 8,0-1-7,-1-1-2,-1 1 2,-4 5-3,-1-1 0,-1 0 3,0 4-1,-2 1-3,2 0-4,-2-1-9,-1 6-4,-1-3-7,1 3-7,0 0 6,0 0-5,0 0-2,-9 17 0,6-9-1,1 3-4,-1 0 2,1 1 1,2 0 3,2 5 1,1 0 1,-2-2 0,0 2 2,2-2-1,-2-3 4,-1-1-1,3 0-1,-2-1 5,0-3-7,2 0-5,-2-1 1,0-1-8,1 0 1,0 0 2,1-2-2,-1-1 4,2 0 0,3-2 0,-2 0 6,-5 0-1,15-2 3,-7-1 1,1-1-1,1-1 0,-1-2 6,0-1-5,1-2-1,-1 0 3,4-4-2,-3 2 4,-2-1 2,2-3-2,1 2 11,-5 3-2,1 2 6,-2 0 6,-1 5 3,-2-2-1,0 1-1,2 3-3,-4-1-6,0 3-1,0 0-4,0 0-5,0 0 4,0 12-1,-4-4 0,-2 1-1,2 3 1,1 0-2,-1-2 0,0 2 1,2-2 0,2 1-4,-1-3 3,2-1-2,-1 0 2,0 0-2,3-1 5,0-1-3,2-2 1,1 1 3,2-3-4,3 0 0,-1-2 4,4-1-3,-1-2 3,5-1-5,-3-1 3,-2 0 0,5-1-3,-4-3 2,1 2 0,2-3 3,-11 1 7,6 2 8,-4-1 4,-1 1 2,2 1 4,-3 1 7,-1 3 3,-2-2-7,-1 4-6,-2 1-10,3-4 0,-3 4-5,0 0-3,0 0 0,-3 14-3,-1-6 2,-2 2-2,0 0-2,1-1 3,1 3-2,-1-1-2,1 0 1,-2-4 0,6 1-1,-4-4-1,4 2 1,-4-2-2,3 0 5,1-4 3,0 4 2,0-4 3,0 0 1,5 1-2,-5-1-1,12-5-3,-3-1-1,2-1 1,-1-1-2,5-2-1,-1-1-1,-2 6 1,-5-3-6,6 1-1,-3 2 3,-3 1-1,-1 0-2,-1 2-4,0 2-3,-5 0-3,9 6-2,-5-2 3,0 2-3,1 2 2,0 1 1,-1 2 3,4-2 2,-4 1-3,-2 0 3,4 1 0,0-2-3,-4 0 2,5-1-2,-2-1 0,-1-2-1,1-1 3,1 0 1,2-3-3,-1 2 1,3-3 4,3-3-2,-2 2 1,3-5 2,-2 1-3,1 0 3,3-4-2,-6 0 1,4-2 1,-1 1-1,-1-3 0,0-2 6,-2 1-3,3-4-1,-5 1-1,2-3 0,2 6 8,-5-1 7,-1 6 7,-2 1 3,-1 3 1,0-1-11,-1 3-7,-2 3-5,-2-4-1,2 4-5,0 0 5,-8 15-4,1-6 4,1 5-4,-2 3 2,-3 0 3,3 0-3,1 0-5,-5 0-2,4-1-6,3 2-10,4-1-14,-3-5-17,4 1-13,0-4-5,0 3-22,4-3-12,1-4-28,-1 3-13,6-4-34,-1-1-35,-1 1-146,2-4-393,4 0 174</inkml:trace>
  <inkml:trace contextRef="#ctx0" brushRef="#br0" timeOffset="125504.5127">5400 8079 169,'0'0'176,"0"0"-14,0-5-12,0 5-8,0 0-17,15-3-6,-4 2-8,1-2-8,2 3-8,4-3-12,-2-3-3,5 4 0,-4-3-14,3 3-12,-2-1-4,0 2-8,-4-2 0,-1 1-7,-1 1-7,-1-1-15,-5 1-20,0 0-33,-3 1-31,-3 0-30,0 0-17,0 0-17,0 0-108,0 0-262,0 0 117</inkml:trace>
  <inkml:trace contextRef="#ctx0" brushRef="#br0" timeOffset="125695.9141">5023 7875 47,'-7'-3'245,"0"-1"-19,4 1-18,-3-1-25,3 1-24,-1 1-17,4 2-23,-3-3-21,3 3-21,0 0-21,0 0-20,0 0-33,0 0-27,0 0-36,10 15-35,-4-11-44,-3 1-75,3 0-232,-2 0 104</inkml:trace>
  <inkml:trace contextRef="#ctx0" brushRef="#br0" timeOffset="126307.5477">6247 7958 40,'4'-18'221,"-2"7"-1,3-1 2,-2 1-11,-3 4-8,2-2-11,-2 4-13,2-2-7,-2 3-19,0 0-18,0 4-13,0 0-20,0 0-8,0 0-9,-7 15-5,0-1-5,-2 4 3,0 10-5,-5-1-3,0 0-1,0-1 5,2 1-13,-2-4-3,3 2-9,3-7-6,-3-1 1,0 1-7,3-1-2,2-2-7,-1-1 1,1-2-9,1-3-11,1-1-22,0 2-25,2-3-27,1-1-22,-2-3-14,2 1-9,-2 1-19,3-5-26,0 0-43,4 4-201,-4-4-430,0 0 190</inkml:trace>
  <inkml:trace contextRef="#ctx0" brushRef="#br0" timeOffset="126728.6456">6543 7981 17,'5'-7'258,"-2"2"-9,1 0-12,-2 2-21,1-1-24,-3 4-17,1-4-19,-1 4-18,0 0-12,0 0-7,-8 12-8,5-3-6,-4 3-3,2 2-5,-4 1-8,2 2-9,-2 0-5,2-1-6,3 0-8,-3-2-3,2-2-8,2-1-5,0 0-4,0-1-3,3-1-4,0-4-2,-2 3-2,4-1-4,-2-3-1,2 2-2,1 1 7,1-5 6,1 3 3,2-2 7,1 1 0,-2-1 4,6-3 5,-5 1-6,4-1 3,-1-1-2,0 0 7,0-3-6,1-1 18,0 0-14,1 0-6,-2-5-5,-1 2 0,1-5 0,3-2-5,-4 1 0,-2-4-1,1 0-3,0-1-9,-5 1 5,1 1-6,-2 0 2,-5 0-7,2 1-3,-4 4-8,1 2-4,-2-3 2,-3 4-3,1 2-9,-3 0-10,1 1 1,-2 5-2,-2-1-9,0 2-1,-2 2-11,2-2-15,3 6-16,0-1-15,5-1-12,-2 2-20,0 2-15,1 0-21,5 1-19,0-2-39,2 0-42,2-2-216,1 2-506,4-3 225</inkml:trace>
  <inkml:trace contextRef="#ctx0" brushRef="#br0" timeOffset="129016.7021">11602 2279 129,'3'-27'214,"-2"9"-2,-1 2-7,0 7-3,0-2-16,0 6-5,0-3-21,-1 2-8,1 3-13,-3-2-19,3 5-9,3-4-21,-3 4-9,0 0-19,0 0-3,0 0-9,-7 26-1,4-9-4,-1 15-3,0 14-3,-1 8 0,-1 0 0,-5 29-1,5-26-2,-1 24-1,0 1 5,-3-26-6,3 28 3,2-25 3,1 23-3,1-27-2,1 1-1,1 1-2,2-5-4,0 1-1,-3-7-3,4-11 1,-1 1-2,2-6-4,-3 3 1,1-7-6,1-7 2,-4 1-9,1-2-13,2-3-18,-1-5-24,0-1-18,2-3-18,-2 1-16,0-7-27,0 0-54,0 0-66,0 0-141,0 0-419,-8-24 185</inkml:trace>
  <inkml:trace contextRef="#ctx0" brushRef="#br0" timeOffset="130248.2497">11690 2348 162,'-3'-6'193,"3"-1"-12,0 1-11,0 2-13,0-2-16,3 1-8,-2 3-8,3-5-18,1 4-9,5-2-12,6-2-2,3 0-12,11 3 3,0-4-6,9 5-3,0-1-4,15-4 0,3 9-9,5-4-3,0 3 0,2 2-3,26-4-9,-24 4 6,-2-2-10,28 8 0,-3-6 1,-22 1 0,36 1 5,-3 3-4,8-2 7,-3 1-7,0-2 1,-4-1-7,7 2-1,-2-1-1,0 1-3,2-3 1,4 10-4,0-7 3,-4-2-5,5 1 2,1-1-2,-1 0 0,-2 4-3,-2-6-3,2 0 2,-6-2-4,-1 4 1,-5-3-2,-1 0-3,-3-2 1,-30 7 0,32-5 0,-6-6-6,-28 12 3,1-5 0,-2-2-1,1-1 1,-2 5-1,-6 1 5,-1-7-7,-18 7 2,1-4 1,3 0-1,-5 0 3,3 1 5,-6 1-6,-1-2 4,-2 0-1,-9 2 2,-3-2-6,-3 1 0,-1-2 0,-4 2 3,3-2 6,-4 2-4,-4 1 1,3-2-3,-7 0 6,9 0-2,-5 1 6,-4-1-7,0 0 5,10 3-3,-10-3-3,0 0-2,4 0-1,-4 0 0,0 0-5,0 0 3,2 4-6,-2-4 2,0 0-5,0 4-2,3 1 8,-6-2-11,6 4 8,-3 3 0,1 2 1,2 7 0,-2 3 2,2 8-2,-1-2 1,2 20 4,-4-2 5,1 0-2,-2 0 1,1 0-5,-3 3 2,3 4 3,0 2 22,-1 3 3,2-4 6,-1 1 0,0-1-2,0 0 4,0-4-8,0 0 2,0-14-6,3-1-1,-2-1 3,-1 2-9,3-2 10,-3-1-7,1-1 3,-1-2-3,1-4-3,0 3 2,-2-3 3,4-9-7,-3 1-5,-2-4 3,2 2-6,-1-3 0,0-1-8,1-3 7,-1-1-2,-2-4-2,3-4-3,0 10 2,0-10 4,-1 7-3,1-7-2,0 0-3,1 8-1,-1-8 4,0 0-12,0 0-5,-4 5 1,4-5-4,-7 5-3,7-5-3,-16 0-1,-3 2-3,-9 4-2,-6-2-9,1-3 6,-7-1-14,0 0 5,-11-2-3,-2 4-3,1-5 5,0 5 1,-6-1-2,-4-2 0,-1 3 2,-28-6-2,26 6 12,0-3-2,-25 1 3,30 0 9,-6 0-5,-1-3 4,-31-1 3,6 2-1,-1 2 7,1-5-1,25 5-1,-26 0 3,0-3 0,-1-1 3,-1 4 5,4 0 3,23-3-2,-24 6 8,-3-6-3,30 3 15,2-1-9,-2 2 2,0-1 0,1-4-3,-2 8 4,-1-8-3,3 8-4,0-4 5,2 3-2,-2-1 3,1-4-4,2 5 3,1-4-7,2 3-1,3-6 0,3 4 2,11 2 2,-10-2-5,11-2 1,4 2 2,-16 0 4,17 0-6,-1 0 4,2-3-4,2 3 3,0 0 7,4 0-4,6 0-4,4 0-2,-2 0 4,0 0 2,3-1-9,3 1 1,0 1 3,1-1-1,0-4 1,3 4 3,10 0-4,-19 3 1,19-3-2,-16 0-1,16 0 1,-13 1-2,13-1 2,-16-1-7,16 1 6,-13-3 0,13 3-3,-18-2 3,6 2-1,-1 0-5,-6-2 4,-3 1 0,-5-2 0,-5 2-6,13-2 2,-13 2 16,1-3-15,2 3 2,0 0-2,6-1 8,2 1-5,1 1-3,-2-3 3,9 3 2,1 0-1,-3-1 7,15 1-1,-17 0 3,17 0-4,-13-1-1,13 1-3,-12-4 0,12 4 0,-6-3-18,6 3-4,0 0-15,0 0-8,-6-3-6,6 3-6,0 0-9,0 0-11,0 0-9,0 0-23,-9-4-16,9 4-34,-5-7-3,5 7-33,-8-8-12,3 3-27,1-2-148,-3-1-409,2 0 181</inkml:trace>
  <inkml:trace contextRef="#ctx0" brushRef="#br0" timeOffset="130689.5054">11794 2201 30,'0'0'54,"0"0"-3,0 0-5,0 0-1,23 4-11,-7-1-13,5-3-29,8-3-38,-8 4-50,11-1 23</inkml:trace>
  <inkml:trace contextRef="#ctx0" brushRef="#br0" timeOffset="131194.7213">11108 1614 67,'0'0'186,"0"-6"-27,0 6-16,0 0-19,0 0-4,-14 19-7,4-5-23,-3 7 0,0-7-9,-3 12-1,11-9-9,-2 2-5,-1-2-13,2 0 7,3-2-10,3-1 1,3-3-3,-1-3-9,1 5 1,2-6-2,2 0 7,2 1 0,2-3 9,0-1 12,2-1 4,6-1 10,-7-4 1,3 2 3,-4-3 32,3-2-7,-2 1-4,-3-3-9,5-6-15,-6 7 7,-1-7-14,1-2-8,-2 3-15,-4-4 7,-2 0-8,0 5-3,-2-1-13,-4 0-16,5 4 1,-8-4-24,1 5-16,-4 2-10,0 3-17,-1-2-11,-1 8-6,-4-4-21,4 4-12,-3 1-22,2-2-21,7 2-4,3 0-14,3-1 0,0 1-1,2-5-28,6 5-116,-6-5-329,18-1 146</inkml:trace>
  <inkml:trace contextRef="#ctx0" brushRef="#br0" timeOffset="131443.2201">11522 1435 176,'9'-16'181,"1"-1"-9,-3 0 5,-1 11-5,-3-2-13,1 1-7,-1 2-5,-2 2-25,-1-3-17,0 6-11,0 0-9,0 0-10,-10 26-13,2-9 3,-4 13 3,-1-1-8,-9 14-2,0 0-7,4-14-8,-9 14-1,12-9-2,-1-4-2,-4-2-8,6 1 3,1 0-3,-1-5-2,2 0-2,2-8-2,0-2-6,1 0-9,6-2-10,-4-4-24,1 4-5,3-6-24,0 0-15,3-1-4,-3-3-21,0 2 7,3-4-22,0 0-81,0 0-112,0 0-327,0 0 144</inkml:trace>
  <inkml:trace contextRef="#ctx0" brushRef="#br0" timeOffset="131896.1646">11687 1474 50,'3'-10'225,"-2"6"-14,4 1-19,-5 3-22,0 0-11,4-5-20,-4 5-21,0 0-11,0 0-17,4 16-6,-9 8-3,-1 0-4,0 7 3,-3 15 6,-3-12-1,1 12-4,5 0 1,-3-13-8,3 0-2,0-1-1,-5 2-6,8-1 0,-5-7-7,7-8-7,-5 8 0,2-10-13,2-1 3,1 2-5,0-6-7,-1-3 2,1 1-5,0-4 5,-1-2 11,2-3-1,0 8 35,0-8 12,-1 5 10,1-5 17,0 0 12,0 0 11,0 0 9,0 0 4,0 0-4,0 0-16,0 0-15,0-17-17,3 0-6,1-3-24,0-7 2,2-4-7,3-2-9,0-4-9,8-6-7,-4 11-19,3 0 15,-5 5-10,0 4-21,1 6 3,-1 3-4,2 0-9,-4 6-10,0-4-20,1 10-10,2 1-14,-4 1-10,3 2-4,-4 1-7,0 6 0,3 3 0,-4-2-3,-4 2 2,1 5 6,-5 0 2,-5 1 5,1 0-10,-5 4-14,-4 2-8,-3-6-17,-4-1-5,2 3-8,4-12-23,-3 2-2,-7 5-18,11-6-15,-2-4-18,4 0-15,1-2-148,-1-1-402,7-3 178</inkml:trace>
  <inkml:trace contextRef="#ctx0" brushRef="#br0" timeOffset="132335.6632">11929 2458 132,'3'-9'183,"1"-2"1,-4 5-6,0-3-2,1 5-2,1-2-11,-2 2-14,0-1-16,0 5-17,0 0-17,0 0-9,0 0-9,0 0-5,-7 22 3,0-6-3,1 12 3,0-2-3,0 4-6,3-4-1,-6-2-8,4 5-2,-1-3-6,3-6-8,-3 4-1,3-7-3,0-2-7,0-3-20,3 4-4,0-6-35,-1 0-16,1-3-24,0 1-29,0-2-19,4 2-13,-1-4-29,-3-4-49,9 0-117,-9 0-346,15-11 153</inkml:trace>
  <inkml:trace contextRef="#ctx0" brushRef="#br0" timeOffset="132639.2338">12210 2484 121,'0'0'152,"0"0"2,-7 21-10,2-9-9,-2 6-5,-1 0-4,-2 5-4,4-4-11,-3 0-10,5-2 2,-2-2-20,3 2 0,-1-5-7,3-1-4,1 0-3,1-4-10,3 3 6,-1-5-3,1 0 11,2-1 4,3 1 7,2 0 3,-1-5 1,5 2 9,3-2-1,-3-2-3,2-1 0,-1-1-7,0-3-3,-2-2-5,0-3-6,1-2-5,-2 2-5,-6-5-4,3 1-7,-4-3-2,-3-1-10,-3 0-8,0 1-6,-3 0-11,-3 3-7,-4 0-16,3 7-12,-2 1-37,-1 2-17,-7-2-16,-2 8-23,1-3-25,-2 8-24,3 1-31,0 3-30,-1 0-175,2 7-432,0-6 193</inkml:trace>
  <inkml:trace contextRef="#ctx0" brushRef="#br0" timeOffset="137596.6076">3115 10382 113,'-8'0'207,"8"0"-11,0 0-14,0 0-8,0 0-18,0 0-10,4-8-15,-4 8-9,0-7-9,1 2-9,2 0-6,-1 0-7,0-2-7,3 1-7,0 0-5,-3-4-7,5 1-4,2-1-8,-4-1-4,4 1-3,-2 2 2,2-2-7,0 1-3,1 1-3,-1 0-8,1 1 0,0 1-3,0 1 0,0 2-4,3 3-6,-4-2 5,2 2-4,-3 2-2,-1 1-4,0 2 0,-4 2-2,2 3-1,-2 2 0,-1 0 4,-4 5-4,0 0-5,-2 2 6,-3 5-5,-1-7-2,0 3 5,1-3 1,-1-1 0,0-1-2,0-6 0,2 1-4,2-2 0,-2 1 0,4-2 2,-3 0-4,4-2 6,-1 0-4,2-1 0,-2-1-1,2-3 1,2 5-3,-2-5 3,5 3 3,0 2-3,0-4 3,0 2-2,3-2 0,-2 0 3,-2 1-1,2-1-1,0 2-2,0-1 2,-2 1-7,1-2 9,-2 2-4,-3-3 2,5 4-4,-2 0 4,-1 1 1,0 0-1,1 1 0,-3-1 1,3 0 1,-3 0-3,2 3 3,-2-3-3,1 2 1,-1 0 0,0-2-4,0 2 6,4-2-1,-4 2 5,0-4 2,0 3 1,1-2 4,0 0 2,-1 1 3,-1-1 5,1-4 4,-1 5 5,1-5 4,-4 5 8,3 0-2,-4-2 1,0 1 4,-5-1-5,2 2 0,-5 0-6,-4 2 1,-2-3-12,-1 1-8,2 0-20,-5-1-24,2 2-27,0-1-32,0 2-39,1 0-43,4-2-37,2 0-50,-4 3-167,2-1-454,2 3 200</inkml:trace>
  <inkml:trace contextRef="#ctx0" brushRef="#br0" timeOffset="141572.1933">2648 11239 87,'-1'-8'279,"-2"3"-7,2 1-10,-2 1-27,1 1-26,2 2-25,-4-5-23,4 5-21,0 0-15,0 0-10,-9 14-13,4-5-11,0 7-8,-2 1-4,1 1-9,1-3-3,1 3-6,2-7-4,-1 2-9,1 3-1,0-3-4,-2-4 0,4 3-4,3-3-6,-2-1 1,1-1-3,0-2-4,1 2 1,1 0 0,1-4-3,0 0 1,4-1-1,1 0 0,2-2 1,0-2-3,0-2-1,4 0-3,-4-1 1,0-1-2,-1 0-5,1-1 1,-1 0 3,-4 3-4,-1-1-7,-2 2-2,3 2 3,-1-2 0,-6 3-9,6-1-7,-6 1 2,0 0-1,9 8 3,-5-1 1,-1 2-4,2-2 4,2 4 3,-2-1-1,0 3 0,2-1 3,-2-3 0,1 3 1,-1-2-5,0-2 0,0 0 1,0-2 1,0-1 1,2 1 0,-3-5-6,2 0 7,2 2-4,2-3 0,-10 0 3,10-5 0,-1 1 0,-3-4 2,1 0 3,-3-4-3,1 4 4,-1-3 2,-3-2 0,3-4 3,-2 0-3,-2 0 1,0-1-1,-2 2-1,1 0 3,-3-1-3,1 6 2,3 0 1,-1 1 4,1 2 3,-1 4-6,1-1-2,-4-1 1,9 3-4,-5-1-3,0 4-3,-1-8 0,2 6-5,-1 2-1,4-3-2,1 0-2,-5 3 5,14-1-1,-3-3 1,2 0 1,3 1-1,1-2 2,8 1 1,-5-1-2,-1 0 2,-1-2 0,-1 1 3,-2-2-3,6-1 3,-11 1-2,0-1 5,1-4 5,0 0 6,-2 3 8,-4-2 13,2 3 7,-5 0 19,2 3 1,0 2 18,-1-1-20,0 0-11,-3 3-9,0 2-11,0 0 0,0 0-10,0 0 4,-6 19-4,2-2-1,0 1-4,-3 10 0,0-3-1,-4 4-5,4 1 0,2-4 4,-3 2 0,3 0 1,2-8 14,0 5-17,-1-2 0,0-6-2,3 1 0,-2-7-4,2-2 1,2-3 0,-2 1 4,1-2-3,0 0 0,0-5 5,4 5-7,-4-5 4,0 0 13,0 0-8,10-13-8,0-2 13,5-2-7,6-4-1,-2-1-10,1 4 7,-4 5-2,-1-1 1,-5 6 11,0 0-22,-2 2-9,-1 2 5,-2 1-7,1 2-4,0 2 6,1 1-3,-3 3 0,0 2-2,2 1 9,-5 3-3,3 0 2,0 5 2,-3-3-5,3 3 7,-1-3 1,-1-2 1,1-2-3,1 1-3,-3-2-7,4-1 2,0-2-4,-1-3 0,0 1 10,5-3-2,3-3-5,-1-2 3,5-4 2,2-2 3,3-7 0,0 2-1,-2-5 1,2 3 2,-11 5 0,3-2 0,-4 6 3,-4 0 8,0 1 5,-1 2 7,1 0-11,-3 4 0,0-1-10,-2 3-2,4-2 0,-4 2 2,0 0-2,0 0 2,-3 14-2,2-8 5,2 2-5,-1 3-2,-1-4 6,2 4 1,-1-1-4,4 0 2,-4-5 2,4 3 2,-4-2-4,5 0 4,-1-1-1,4 0-2,-2-4 5,5 2-3,0-3 3,1 0-3,1-3 6,1-1-4,-2-2-3,4-2 5,-3-3-3,4 0 2,-2-4 2,0-6-2,0-2 5,2-3-6,-1 1 0,-1-6 4,3 2-4,-6 0 11,0 4-9,-4 6-1,2 2 6,-5 0 9,-2 8 4,-2 2-10,1 1-5,-1 2-5,-1 1-9,0 3 0,0 0 0,-3 15 2,-1 2 0,0 0-4,-5 7 4,2 2-1,-2-1 4,3 4 1,3-3-6,-4-1 5,5-5 2,2 5-1,-1-6 3,2-1-5,0-1 2,2 0 9,4-2-6,-2-4 3,2 0-1,2-2 6,1 0-10,1-3 7,9-3 4,-2-4 7,-1-1-6,4-4-11,-3-1-2,0 0 4,-3-4-2,10-3 1,-9 2 0,6-5-1,-8 4 3,-2-2 3,2 3 12,-3-2 5,-6 3 15,1 2 5,-3 0-1,-1 2-8,1 1-2,-5 3-14,2-3-7,0 6 11,-10-3-21,10 3 1,-15 9 2,4-3 1,-2 3-2,1 3-5,0 0 0,1 1 3,3-3-2,0 5-8,2-5-2,6 2 12,-3-1-14,5 0-6,1 1 0,1-3-4,0 4-1,7-5 11,-3 0-4,8-1-6,-6-3-7,3 2-7,0-3-23,0-3-20,7-3-17,-7 2-22,1-6-20,0 1-34,-1-1-26,-4-2-27,4-3-19,-2 4-21,-3-1-182,-4 1-483,3-1 215</inkml:trace>
  <inkml:trace contextRef="#ctx0" brushRef="#br0" timeOffset="141815.1219">3543 11088 181,'0'0'292,"0"0"-14,-7-3-21,7 3-23,0 0-27,-2-2-22,2 2-20,0 0-20,0 0-31,0 0-40,0 0-41,0 0-54,0 0-62,0 0-64,0 0-172,15 7-347,-6-4 154</inkml:trace>
  <inkml:trace contextRef="#ctx0" brushRef="#br0" timeOffset="142555.2592">4984 11046 122,'0'-6'238,"0"1"-36,0 2-23,0 3-12,0 0-19,-18 15-11,7 0-6,-8 9-5,3 5-8,-4 2-9,-3 9-4,1 3-5,6-12-11,0-1-8,2 3-10,-1-1-7,5-4-5,1-1-4,6-1-6,-1 3-3,2-9-3,1-2-7,5 1-11,2-2-9,0-3-15,2 2-22,6-4-26,0-1-31,1 1-13,6-10-37,2 1-46,5-1-156,2-4-357,2-1 158</inkml:trace>
  <inkml:trace contextRef="#ctx0" brushRef="#br0" timeOffset="143074.3051">5394 11318 148,'6'-17'220,"0"1"0,-1-1 0,-1 0-16,-4 0-14,0 6-8,0-1-3,-1 2-5,1 1-14,-3 2-18,-1 2-11,0-1-14,-2 4-17,-4 2-10,-1 2-10,-1 3-10,-6 5-7,3-2-7,-2 3-8,3-1 0,1 2-2,-1 1-7,5-3-10,4-1 2,-4 1-6,5-1-2,2-1-5,-1-3-7,3 2 2,0-2-4,0 2 3,4-2-3,-1-1-1,-1-2 2,4 2 1,2-3-2,2 0 2,3-3 0,-3-2-7,3 1 6,0-3-4,4-3 0,-2 4 2,-2-6 0,-1 6 9,-1-3-4,-4 3 5,-2 2-4,2-1 1,-1 2-2,-2 1-7,-4 1-3,6 6 1,-3-1 7,1 8-3,-3 5 3,-2 7 6,-1 3 5,-1 4 4,-6 15 7,2-12 4,-2-1 1,-1 11-4,4-11-5,-1 0 11,-3-2-5,-1-3-3,5 0-1,-1-6 0,2-6 6,0 0-10,5-4 2,-2-2 2,-1-6-8,6 4 5,-3-5 6,0 1-1,2-3 8,-2-2 3,5 3-5,4-8-5,1-3-4,8-4 0,10-6-6,0 0-3,2-1 2,-1 1-5,-2-1-6,1 2-5,-5 1 3,0 0-12,-10 5-9,4-3-4,-2 6-8,-4-2 0,0 5-3,0-4-6,-1 4-6,-2 0-7,-3 1-13,-3-1-18,1 2-20,-2-2-30,2 0-37,-2 1-41,3-1-29,-4 5-51,1-7-195,-1 7-516,0 0 228</inkml:trace>
  <inkml:trace contextRef="#ctx0" brushRef="#br0" timeOffset="143341.7973">6143 11064 279,'3'-8'306,"-3"-1"-10,0 4-16,1 0-31,-1 1-30,0 4-21,0 0-20,0 0-14,-6 17 4,0 0-12,-1 0-3,-2 6 1,1 6-4,-2-2-3,2-1-4,-1-1-6,2 0-10,-3 0-10,-1-3-16,4-2 2,2-1-16,1-1-3,-2 1-20,2-1 8,0-2-14,2-5-2,0 0-8,-2-2-17,3 0-29,1-2-27,0 1-48,0-5-33,0 0-35,0-3-33,0 8-41,0-8-57,5 0-282,-5 0-600,0 0 266</inkml:trace>
  <inkml:trace contextRef="#ctx0" brushRef="#br0" timeOffset="143639.0131">6082 11737 219,'0'0'266,"-3"6"-10,2-2-11,-3 0-13,3 1-10,-1 0-28,0 3-18,1-3-13,0 3-17,1-4-13,1 2-10,0-4-12,3 5-7,-3-3-19,3 0-1,1-1-6,0-1-7,-1-2 2,-4 0-4,11 0-3,-11 0 3,9-2 5,-7-1 0,3-1 3,-1 1 4,-3-1 4,-1-2 10,0 3-2,0-4 0,-1 1-23,0 2-9,-3-3-12,0 1-10,-4 1-13,1-1-13,0 5-15,-1-3-16,-2 1-21,0 2-19,0-1-23,0 1-21,6 1-33,4 0-46,-10 0-39,10 0-30,-6-1-34,6 1-174,0 0-496,0 0 220</inkml:trace>
  <inkml:trace contextRef="#ctx0" brushRef="#br0" timeOffset="143884.2669">6511 11396 170,'-1'-10'328,"-3"3"10,4 3 3,-3-2-9,2 4-24,-1-3-19,2 2-27,0 3-23,-2-6-17,2 6-17,2-6-17,3 5-21,1-2-23,5 1 5,1 0-26,4-2-14,3 1-11,2 0-22,-1-1-17,3 2-34,0-2-35,-5 3-29,1-2-27,-6 3-27,0 0-32,-2 0-31,-5 3-30,-6-3-23,11 3-17,-8-1-21,-2 0-4,-3 5-177,-3-2-462,-5 2 204</inkml:trace>
  <inkml:trace contextRef="#ctx0" brushRef="#br0" timeOffset="144091.3126">6498 11491 50,'-5'2'156,"2"2"-5,-1 1 7,2-3 1,2-2-8,3 5-9,2-3-11,3 1-16,3-3-8,3 3-13,0-6-8,4 3-15,12-3-7,-7 1-30,5-2-38,-1 0-35,4-4-28,-1 1-36,-9 1-38,-2 0-79,9 0-237,-5-7 105</inkml:trace>
  <inkml:trace contextRef="#ctx0" brushRef="#br0" timeOffset="144501.6067">6964 11313 135,'2'-9'224,"1"-2"14,-2 4 3,0 5-9,1-5-19,-2 3-24,1 3-24,-1 1-15,0 0-6,0 0-3,-8 18-2,2-5-6,-3 5-3,1 4 2,0 2-2,-1-6-4,0 7-1,1 1-10,-1 0-3,2-8 1,0 2-8,3-3 2,1-5-9,1-2 1,0-1-16,2-2 0,-3 0-4,3-2 6,-3 0 7,1-2 4,2-3 5,0 5 4,0-5 12,0 0 2,0 0-7,0 0-10,0 0-5,10-11-13,-10 2-9,5-8-1,-1 5-13,6-11-1,-4 4-2,3-8-9,-6 1-8,3 9-1,0 0-3,2 1-2,-5 6 3,2-2-3,-1 5-5,-3 0-4,2 1-7,-2 2-1,3 1-9,-2 2-8,-2 1 2,0 0 0,12 6 0,-5 2-3,2 2 1,2 5-1,-1-2 0,4 1-1,1 6 2,2 2 3,-4-6-3,-3 0 0,3 0 1,-4-3-3,2-4 1,-3 2 6,-1-6-2,-2 1 5,1-3 7,-1 1 5,1-4 7,-6 0 16,8 0 3,-3-3-5,4-3 3,-3-3-10,2-11-1,-1 4-2,4-8 0,-4-1-4,1 2-2,-1-2-7,0-3-3,-2 0-7,-1 0 1,0 1 2,0 1-11,-2 1-9,-1 7-11,2 2-10,0 3-20,-3 4-13,5-2-28,-5 4-31,0 4-42,0-4-30,2 4-35,-2 3-14,0 0-2,0 0-12,7 13-27,-3-4-37,1 1-17,5 5-278,-1-3-666,2 0 296</inkml:trace>
  <inkml:trace contextRef="#ctx0" brushRef="#br0" timeOffset="144770.1053">7476 11275 50,'12'-3'152,"-3"0"10,1-4 14,-4 2 17,2 0 20,-4 0 15,1 1 2,0 3-2,-5-3-11,4 1-17,-4 3-21,1-4-22,-1 4-17,0 0-18,0 0-2,0 0-1,-5 22 2,0-11-7,-2 5 2,-3 2 2,0 7 10,1-8-9,-1 5-1,2-5 2,-1 1-13,3-2-8,-2 2-12,3-1 3,0 3-8,1-10-3,-1 2-12,2-2 4,6-1-5,-6-1-6,1-4-3,2 1-10,2 0 4,1 0-6,3-2-2,2 0 3,2-2-11,9 2-2,1-6-6,9-2-13,0-4-21,-1 2-32,3-4-26,-3 3-25,2-1-31,-2 1-31,0-2-27,-10 6-33,-2-3-29,-2 2-33,-4 1-28,-5 3-259,3-3-608,-3 1 269</inkml:trace>
  <inkml:trace contextRef="#ctx0" brushRef="#br0" timeOffset="145264.1243">7899 11269 107,'0'0'172,"0"-1"-18,0 1-10,0 0-15,0-5-5,0 5-3,0 0-3,0 0 1,-3-6-3,3 6 4,0 0 1,-1-4 4,1 4 5,0 0 1,-1-3 4,-3-1 0,4 4 1,-2-3-1,2 3-11,-2-5 17,2 5-16,-5-7 0,5 5-4,-1-2-4,1-2 8,0 6-12,0-7 9,0 7-5,-1-5-4,1 0-9,0 5 1,0-5-10,0 5-3,0-4-4,0 4-17,0 0 5,0-3-6,0 3-9,0 0-4,0 0-5,0 0-12,0 0 3,0 0-9,0 0-9,0 0 0,0 0-4,0 0-1,-8 10-2,6-6-6,1 2 1,-1 1-9,-2 2 10,1 1-4,1 1-3,-2-1 6,1 2-12,-2 4 8,-1 0 0,1 1-5,-3 0 6,0 5-2,1-4-3,2 0-2,-3-1 7,1 0-6,-1 9 2,1-10 6,0 0-10,-2 0-7,5 0 10,-1-4-11,3-1-25,-1-3-25,3-1-49,-3 0-26,3-4-21,3 4-21,-2-6-38,-1-1-58,13 4-64,-13-4-268,21-5-649,-11 2 287</inkml:trace>
  <inkml:trace contextRef="#ctx0" brushRef="#br0" timeOffset="145833.1716">8172 11246 126,'2'-12'237,"-1"3"-4,1 1-12,0 1-8,-2 4-22,2-3-21,-1 5-17,-1 1-10,0 0-10,0 0 1,-8 12-3,4 1-9,-6 5 7,1 4-2,-3 5 7,1-4-9,-1 2-3,1-1 1,2 0-9,2-7-3,0 1-10,3-2-9,-1-2-6,2-2-2,2-1-9,-2 2 12,3-5-10,0 3-2,2-5 5,0 0-9,3-1-6,7 0 1,3 3-8,4-3-2,2-2-9,7 2-4,-2-1-19,2-4-28,-5 0-27,-2-3-31,1 1-25,0-1-33,-3-1-24,3 3-33,-4-6-44,-2-2-29,0 0-22,1-1-29,-4 0-151,-5 0-490,4-3 218</inkml:trace>
  <inkml:trace contextRef="#ctx0" brushRef="#br0" timeOffset="146111.3699">8497 11353 53,'1'-17'104,"3"-1"6,-2 1 2,0 0 4,0-2 37,0 9 21,-4 1 12,4 1 2,-1 0-15,-1 3-19,1 2-16,-1 3-17,0 0-3,0 0 5,-9 11 4,2 3 3,-1 2 2,-2 7 6,-2-1-8,-1 2 2,1-1 4,0 1-2,5-6-7,-4 4-8,3-5 2,4 2-4,-2-3-1,3-2-15,0-3 5,6 4 2,-2-4-7,7 3 4,1-4-9,6 2-9,3-1-10,10 0-7,1-5-6,3 0-8,2-4-4,-1 1-10,-1-3-19,-2-3-21,-2 2-26,-1-3-25,-7 1-23,-2 2-21,-3-2-7,-4 1-12,1 1-14,-6-1-13,1 1-16,-1 0-28,-2-1-24,-4 2-11,5-1-20,-5 1-17,0 0-24,0 0-142,0 0-455,-19-3 202</inkml:trace>
  <inkml:trace contextRef="#ctx0" brushRef="#br0" timeOffset="149379.6878">8308 11200 5,'-9'-26'156,"0"-2"0,1 1 5,5-3-3,-1 3-6,1 8-5,3 1-3,1-1-9,1 8-9,0 1-4,2-3-13,1 5-14,2-1-9,3 2-11,8 2-2,2 8-8,10 2-3,-1 11 1,12 13-3,2 5-4,-7 11 1,-1 3-1,7 26-5,-19-20 0,7 27-1,-14-24-10,-1 28 2,-6-1-4,-8-24-6,-3 23-3,-5-27-5,-1 1 1,-4-2-4,-3-1-10,-5-7-7,4-14-10,-8 6-14,3-9-7,-1-4-10,-3-1-11,-3-1-18,0 0-21,-4-8-19,4 1-23,2-6-13,8-4-28,-2-3-147,2-3-343,4-1 152</inkml:trace>
  <inkml:trace contextRef="#ctx0" brushRef="#br0" timeOffset="150442.1922">9080 10981 186,'2'-12'241,"-1"7"-16,1-4-24,-1 5-23,-1-1-23,0 5-17,0 0-12,0 0-15,-1 18-10,-1-1-5,-1 8-7,-4 6-9,2 3 0,-3 0-8,1 1-3,-1 1-4,1-1-8,1-3-6,0 0-1,5-1-1,-5-5-6,2 1 0,1-7-4,6 4 0,-6-8 0,3-3-7,3-2 2,-3 0-2,4-4-1,-1 1 6,1-3-1,2-1 2,1 1 0,2-5 0,1-3-4,10-2-3,-2-1-1,1-3-6,7-7-2,2 1 6,-2-4-9,-3-1 2,0 2-5,0-3 2,-5 5-3,-4-1 5,-5 4 2,-2 1 0,-3 4 0,2-4 2,-3 8-6,-2-3-1,-1 0-1,-1 4-8,-2-2-5,3 1-2,-6 3-2,6 1-7,-6 0-6,6 0 1,-11 5-2,8 1 0,-1 4-1,-3 0 2,4 3-1,3 4 2,0 1-1,2-3 0,-1 4 1,3-1 3,-1 2 0,1-1-2,-1 5 3,-1-5-2,2 0 1,-4-3-1,2-4-2,-2 0 0,0 0-7,0-3-8,4 2-4,-3-6-10,1 2-1,-2-3 5,2-1-2,3 1 4,0-4 0,-5 0 8,14-5 6,-1-1 0,1-2-3,3-6 9,3-2 0,1-1 3,-9 4 5,2-3 7,1 3 7,-1-1 13,-2 2 12,0-4 5,-4 7 5,1 1-2,-3 2 10,-3-1 3,1 2 1,-1 1-9,0 0-12,-3 4 0,0 0-8,0 0-4,0 0-5,0 0 3,-10 20-3,4-11 0,-1 5-1,2 2-4,-1 0 3,0 1-6,0-7 0,2 5 4,3-1-2,1-3-6,0 0 2,1-4 4,3 0 0,-1-2 1,1 2 0,5-2 0,2-2-3,-2-1 2,4-3-4,0 0 0,1-2 5,2-2 4,2-2-7,-4-2-1,2-1 1,1-2-2,-1-1 7,-1 0 2,-1-4 5,0 5 4,-2 1 3,-4 2 5,-1 2 12,-2-1 1,0 3-10,-3 1-2,2 3-7,-1-3-10,-3 4 3,0 0-5,0 0-5,0 0 12,-4 14-13,1-5 0,-2 3 11,1 5-18,-3 1 4,4-4-1,-1 3 2,2-2 1,2-2 1,0-2-3,2 1 0,2-2-1,-1 0 1,4-2 2,0 0 4,2-2-7,1 1 6,3-2 2,-1-1-7,1-3 3,1-1 0,3 0 12,-4-2-14,5-2 1,1-6-1,-5 5-1,0-8 6,4 4-3,-6-3 0,0-4 2,-2 2 0,0-2 5,-1 1 5,0 1 24,-5 5-8,-3-1-2,1 3 4,-2-3-6,0 7-11,0 3-2,0 0 9,-5-4-20,5 4-2,-17 6-2,7 5-3,-5 4-2,4 2 7,-5 3-4,3-4 4,4 1-3,0-1-9,3 1-8,2 2-6,0-2-7,4-4-10,1 3-10,2-6-9,1 1 0,6-3-3,-3 1-14,4-5-13,1 1-15,4-1-25,2-1-16,-3-3-13,4-3-15,0-1-10,2-1-10,-2-3-17,-2-1-11,-1 2 1,-3-3-127,0-2-372,-4 4 164</inkml:trace>
  <inkml:trace contextRef="#ctx0" brushRef="#br0" timeOffset="150778.0268">9021 11255 94,'0'0'184,"-13"0"6,13 0-1,-6 0-5,6 0-6,-6 2-6,6-2-10,0 0-6,0 0-11,0 0-10,0 0-12,0 0-3,0 0-15,30-6-9,-8 2-10,12 0-12,3-4-9,17-1-4,-1 1-18,3 1-29,1 2-19,1 1-24,-6 2-41,-1-1-29,-13 3-36,-1-1-39,-5 2-170,-2-1-373,-10 0 164</inkml:trace>
  <inkml:trace contextRef="#ctx0" brushRef="#br0" timeOffset="152164.6149">3655 12373 62,'3'-27'160,"-2"-4"-2,2 4 3,-1-3-9,2 2 11,1 2 11,0 2-11,-2 4-1,1 3-3,-2 0 1,1 5-8,-1 3-5,0 1-12,-2 3-12,1 0-17,-1 0-10,0 5-20,0 0-7,0 0-9,-1 16-8,-2 5 0,-3 10-4,-1 4 3,-4 20 2,-3-2-6,2 2 0,-3-5-6,0 3-4,0 0-4,-1-5-1,3-2-2,3-11-7,0-4-2,-3 0-18,3 2-13,-2-6-25,2-2-21,-3-1-27,4-10-24,2 2-23,0-3-30,2-5-24,1 1-13,3-4-16,-2 0-127,2-3-366,1-2 162</inkml:trace>
  <inkml:trace contextRef="#ctx0" brushRef="#br0" timeOffset="153308.2334">3603 12410 23,'9'-18'144,"4"-1"-8,-1 4-6,1-1-10,3 4-20,1 0-9,-1 4-5,0 2-12,-3 2-3,0 1-3,0 6-11,-1 0-2,-1 2-7,-3 1 7,-2 5-13,-1 1-6,-5 2-1,0 3 4,-9 1-8,-1 7-7,-8-4-21,0 5-26,-4-5-13,-1-1-15,2-1 5,1-2 3,4-5 3,3-6 9,4 2 7,-1-4 13,2 0 10,3 1 15,0-3 1,1-2 1,4 0-3,0 0 2,0 0-5,0 0 6,9-12 1,-1 9 2,5-6 1,2 0 3,4 1 4,0-2 6,7-4 5,0 1 0,1-4 1,3 2 4,-2-3 7,-1 1-3,-1-2 7,1 1 6,-5-3 2,2 3 11,-5 0-1,-6 3 12,-1 1-3,-2-1-2,-2 4 2,-3 1 2,-4 3 1,3 2-7,-3-1-10,2 0-10,-3 3-6,0 3-10,0 0-15,0 0-6,0 0-3,0 0-6,-13 12-4,12-3-5,-2 5-5,2 2-2,1 0 10,0-1-11,1 2 3,2 0 0,2-1 1,-1 4-1,-2-5 0,1-2 0,2 3 0,-5-3-5,4-1 7,-4-2-11,0 1-3,2-5-7,-2-1-1,3 1-2,-3-1 2,0-1 4,1-1 2,-1-3-4,4 2 5,-4-2-1,10-7 0,-1 2 3,-1 0 5,5-7-2,2-1 1,-2 0 3,2-2 2,2-4 3,0-7 1,2 3 6,-2 1 8,0-2 5,1 2 10,-8 6 5,-1 0 7,0 1 6,-4 9 6,4-2 0,-8 2 1,3 2-14,-1 3-7,-3 1-3,0 0-5,0 0-4,-3 11 0,-1 0 5,1 7-5,-5-1 3,4 1-5,-1 2 2,0 4-1,-2-6 0,3 2-4,2-3 3,1 0-1,1 0 1,0-2-5,0-3-1,6-5 2,-3 3 3,2-4-3,0 0 3,0-1-1,5-1 6,3-4 1,-1 1-1,1-5-2,4-1 4,1-1-6,1-4-2,-2 3 4,0-3 2,-1-2 2,3-5 6,-5 3 6,4-5 11,-6 2-2,-1 1 2,2 0-2,-4 1 13,-2 6 4,-2-2 12,1 3-4,-3 2-10,-1-1-4,-2 5-15,0 2-12,4-6-8,-4 6 0,0 0-12,0 0 5,-4 17 10,-1-6-16,1 5 4,0-2-5,-1 2 8,0-1-10,0 0 1,1 0-9,0-1 9,3-3 2,-3-1-5,4-3 14,-2-1-22,2 1-7,-2-3 7,4-2-6,0 2 5,-2-4 3,1 3-1,-1-3 0,12-5 4,0-3 0,2-3-3,2-1 6,5-5-5,1 0-1,-3 0 2,0 0 1,1-3-5,-6 8 10,-4 5-8,-2-2 2,-3 3-1,-2 2-1,3 3-7,-6 1-11,0 0 2,9 1 6,-8 3 1,-1 4 2,2 2-3,-2 2 2,0 0-2,2 5 6,-4-4 1,0 1 2,4-1-9,-2-4 2,2 3 3,-2-4-6,0-2 0,1 1 2,2-2-3,2-2 4,0-1 1,4 1 3,-1-4-1,4-3 3,5 0-1,-6-3 1,6-2-1,-2 2 3,1-7-3,-4 4 2,4-4 0,-5-3 1,10-7 0,-10 1 3,6-2-2,-4 0 0,-3 2 1,-1 7 1,-2 2 10,0 1 3,-5 5 4,0 2 5,-2 0-13,2 1-10,-2 5 0,0 0-2,0 0 0,0 0 1,0 0 0,-15 27-2,8-12 3,-1 3 0,-1 8 1,0 0-5,0-1 0,0 1 1,1-1-1,2 3-18,-1-1-23,-4-3-21,4 0-24,2-5-20,1-1-13,3-1-26,-2-6-12,3-1-22,1-2-24,1-3-33,1 2-205,-2-7-483,-1 0 214</inkml:trace>
  <inkml:trace contextRef="#ctx0" brushRef="#br0" timeOffset="153547.0637">4881 12371 126,'0'-7'212,"0"7"-10,1-6-16,3 3-14,5 1-23,0-3-11,4 1-14,6-1-13,0 1-8,9-2-10,-2-1-1,3 3-14,-1-2-8,-2-1-4,2 2-10,-7 1-5,-3-1-7,-4 5-2,-3-3-12,1 1-10,-1 0-26,-6 0-23,0 1-32,-5 1-49,9-5-39,-9 5-17,0 0-108,0 0-298,-17-6 132</inkml:trace>
  <inkml:trace contextRef="#ctx0" brushRef="#br0" timeOffset="153770.2438">4423 12114 84,'-11'-4'278,"-1"-1"-15,5 4-20,1-2-26,1 0-22,0 2-28,5 1-25,-4-3-17,4 3-25,0 0-17,0 0-30,0 0-42,16 10-41,-8-7-42,12-1-53,-2 1-164,0-1-314,-1-1 139</inkml:trace>
  <inkml:trace contextRef="#ctx0" brushRef="#br0" timeOffset="155182.2367">5699 12366 84,'0'0'85,"-3"5"-1,3-5 0,0 4 2,0-4-8,0 3 3,0-3-5,0 5-3,0-5 2,1 4-4,-1-4 3,-2 6 2,2-6-5,1 4 2,-1-4-1,0 3-2,0-3-5,0 0-2,0 7 2,0-7 2,0 0-5,-1 4-5,1-4-1,-2 3 0,2-3-1,0 0-1,-1 2-1,1-2-3,0 0-1,0 0 1,-1 5-4,1-5 1,0 0 2,0 0 0,0 0-2,0 0 2,-3 3-3,3-3-2,0 0 1,0 0 1,0 0 0,0 0 1,0 0 2,0 0 3,0 0 1,0 0 5,0 0 7,0 0 6,0 0 5,0 0 8,0 0 4,0 0 10,0 0 3,0 0 4,0 0 25,0 0-18,0 0-5,0 0-12,0 0-5,4-13-10,0 6-3,-1 0-6,3-3-4,4-1-18,-2 1 7,5-2-13,-2-3-13,1 3 5,2 2-3,-5 1 1,0 1-13,1 1-1,-1 2-5,-2-1-3,2 4-3,3-2 14,-3 4-16,1 4-8,1-2 4,0 4-6,-1 2-8,0 1-7,-2 1 4,1 4-2,-2 0-2,-6 3 2,1 1-9,-5 2 12,-3 6-6,-3-1 7,-5 1 1,-3 0-4,-5-4 5,2 0 4,-2-1-3,0-1-2,-1-1 5,2-2-5,1 0 5,2-5-1,4-2 5,-2 0-2,5-3 3,2 0 0,0 0-1,3-2 0,1-2 1,1 1 2,1 1 1,1-3 4,2-2-3,-4 4 7,4 0 4,0-4-2,6 7-1,3-5 4,2-1-4,9 0-3,8-1 1,4-1 3,0 1-6,5-1 7,-2-6-1,1 3-2,1 1 2,2-2-10,-1-2 1,10-2-5,-11-1-6,2 2-9,-2-4-8,-2-2-5,-3 2-2,1-4 3,-3 0 4,1-5-4,-4 2 2,0-1 6,-4 2 12,-5 0-8,-4 6 1,-1-1 18,-8 5 22,5 2 20,-6 0 6,-1 2-16,-1-1 1,2 4-14,-4 1-4,0 0 5,0 0-5,0 0-10,-17 14 8,6-1 4,-2 2-3,-1 0 4,1 2 2,-2 3-6,4-3 1,2-1 1,3 1 0,-2 0 0,5-2 0,0-3 1,3 0-3,0 0 0,4-2 4,-3-1-6,5 1 8,2-3 7,1 2-9,9-3 2,-1 3-2,2-6 5,-1 0 0,2-2 20,0-1 0,-2-2 16,-5 0 12,1-1 6,2-7 7,-6 5 11,4-9 10,-3 1 0,-2-3-2,-2 2-9,0-6 2,-3 2-6,0-7-23,-3 9 7,-1 1-11,-2-3-6,-3 6-8,-4-2-11,0 2-7,-4-1-16,-1 3-20,4 4-25,-1-1-30,0 1-30,2 2-36,2 1-45,-1 3-48,3-1-36,5 1-36,-14 1-45,10 2-54,-3 2-64,5 0-229,-3-1-737,2 0 327</inkml:trace>
  <inkml:trace contextRef="#ctx0" brushRef="#br0" timeOffset="156852.3103">13068 2663 38,'0'0'193,"0"0"-8,0 0-16,0 0-4,-5-3-6,5 3-4,0 0-2,0 0 0,0 0-1,0 0 1,0 0 0,-3-2-2,3 2-1,0 0-10,0 0 4,3-7-22,-2 2 0,0 0-12,2 1-14,0-2 1,2-4-14,2 3-4,5-5-11,-3 3-6,4-1-10,2-3-5,0 4-3,-4 2-8,0 2-5,1 3 0,-3-1-9,0 1-12,0 4-15,-2 1 6,-1 1-13,-2 0-2,1 7 0,-4-1 2,-1 12 2,-5-4-3,-2 5 6,-7 2-3,-3 0-1,-2-4 2,1 0-4,-1-2 1,-3 5 2,7-10-1,-4 4 9,6-6-10,0 0 10,4-5-7,3 0-4,-1 0 2,2-4-8,3 2 1,-1-4-5,0 4 3,3-1 4,0-4 0,4 2 7,5 0-5,1-1 6,9-4 7,1 3-5,10-1 2,1-5-1,2 2 8,-1-3-8,0-2-2,3 2 4,-3-3-1,-2 1-1,0-1-1,-5-2 4,0-2-1,0 2 3,-6 1-4,5-1 2,-7 2 0,0-3 4,-4 2 22,-4 2 12,1-1 1,-4 3 8,-1 0 8,-1 2 3,0-1 12,-1 2-2,-2 2-13,-1 2-7,0 0-15,3-5-4,-3 5-4,0 0-6,0 0-2,0 0-2,-9 15 1,4-8-5,-2 2 0,0 0 4,2 2-7,-1 0-3,5 0-2,-2-4 2,2 0-4,0-2 1,1 2 3,1 0 1,3-2 1,1-2 4,4 2 3,-3 0-3,4-1 0,2-3 11,1 0 10,-3-1 5,3-2 18,-1 0 11,0 0 13,-2 1-3,-1-4 7,2 0 10,-5 1 0,1-5 9,1 1-6,-1-2-1,-3 1-8,-1-2-12,0-5-8,-1 4-8,-2-5-10,-1 5-9,-3-3-6,-1 4-16,-3-1-6,2 3-13,-4-2-31,0 5-28,-1-3-17,-6 4-30,-2 3-21,2 2-25,0 2-21,6 1-39,-1 4-23,2 0-34,1-2-40,2 5-251,4 2-610,-1-4 271</inkml:trace>
  <inkml:trace contextRef="#ctx0" brushRef="#br0" timeOffset="159113.1358">3679 13401 45,'3'-4'191,"-2"-2"-18,1-1-14,-2 3-15,3-6-6,0 0 0,0-1 0,-1 1-4,-2-3-9,3 1-3,-3-4-4,1 6 8,-1-2 2,-1 2 0,-2-2-12,-1 4-10,2 1-13,-3 2-6,2 0-11,-4 1-8,0 4-5,-4 2-5,-3 3-6,-3 2-11,-6 8-6,-1 4 1,2 2-6,-4-1-3,3 0-2,4 3 3,4-1-13,4-6 3,1-2 4,4 2-9,2-6-1,2 0-3,-2 0 4,4-3-3,4-2 1,-1-1 3,3-2 0,4-2 4,4-2 8,6-5-9,-3-1 4,2-1 3,8-3 6,-8-2 12,-1 2-3,0-8 5,2 2 1,-4-3 3,-5 5 8,-2 3 6,1-3 7,-3 6 7,-1 0 7,-2 5 3,-1-2-14,-1 2 8,-2 3-18,1-1-11,-1 3-8,0 0-3,-5 17-9,-3 0-1,-2 9 9,-4 0-13,0 5-3,-2-1-3,-1 3-2,2-2-2,2-2-3,-2 1 2,7-2 7,-1-2-11,-1-2 1,3-6-3,1-1-1,2-1 10,0-5-12,3 0 12,-3-1-20,2-3 17,0-3-14,2 3 8,0-3-5,2 1 14,-2-5-1,2 2 10,2 0 12,-4-2 1,0 0-7,22-7-3,-7-2-4,7 1 1,1-6-6,4 0-6,-1-1-18,4-2-20,-2 2-33,-4 1-43,-2-3-44,-1 1-44,-4 3-53,-1 1-53,1 0-51,-4 0-240,4 0-631,-4 2 279</inkml:trace>
  <inkml:trace contextRef="#ctx0" brushRef="#br0" timeOffset="159373.2314">4197 13317 136,'-1'-2'302,"1"2"-2,0-4-8,0 4-18,0 0-29,0 0-17,0 0-20,1-5-24,-1 5-15,8-1-10,-8 1-13,10 1 1,2-1-3,3 1-3,3-2-13,2 1-8,3-1-11,5-2-7,0 2-15,2 0-9,-2-1-9,-5 1-7,5-1-20,-10-1-13,0 1-26,-5 2-16,1-1-24,-7-1-21,1 2-13,-3-2-31,-5 2-39,6 0-56,-6 0-53,0 0-38,0 0-171,0 0-495,-24-1 219</inkml:trace>
  <inkml:trace contextRef="#ctx0" brushRef="#br0" timeOffset="159621.7881">4170 13505 178,'7'2'225,"2"-1"-1,10 3-11,1 0-3,11-3-5,-1 4-11,4-2-8,0-3-11,3 2-15,2 1-16,-5-1-20,2-2-8,-3 1-11,-1-1-14,-4 0-12,-9-1-19,-1 2-24,-5-1-19,0 0-18,-4 0-23,-4 0-21,0 0-25,-5 0-32,13-3-45,-12 0-41,-1 3-174,3-4-390,-3 4 173</inkml:trace>
  <inkml:trace contextRef="#ctx0" brushRef="#br0" timeOffset="162437.3729">5190 13371 43,'0'0'102,"-3"1"-9,3-1-5,0 0 10,0 0-10,0 0 6,0 0 5,0 0 9,0 0 3,0 0 2,0 0 8,0 0-10,0 0 0,0 0-1,0 0 2,0 0-4,0 0 9,0 0-8,0 0-4,0 0 4,20 0-10,-20 0-3,9 0-4,-9 0-4,7 0-2,-1-1-2,1-2 0,-2 1-1,4-1-3,2-2-1,-1-2-2,-3 2-8,3 0-1,-1-2-2,2-1-3,-4-1-6,2 1-7,1-4-3,-3-2 0,3-1-6,-1 1-8,-3-6 5,-1 7-7,0-4 3,-3 0 1,2 1-8,-3 4 2,-1-5 2,-1 0-5,-1 1-8,-2 0 3,1 5-3,-2-3 5,3 6-11,-4-1 13,3 4-14,1 0-2,-3-2-1,-4 4-6,-1 1 1,2 2-3,-5 3 3,3 3-3,-6 5 3,1 3-1,-4 3-10,6-1 3,2-1-7,-5 6-8,9-6 1,-1-1-6,2 1-4,1 0 1,5 2-2,2-5 2,2 1 4,5 1 2,1 0 4,-1 0 2,4-1 3,2-1-3,2 0 9,1 2-2,-3-2 1,3 0 0,-5-1-3,1 0 0,-2 4 0,-5-5 4,3-2-2,-2 5 4,-3-1 2,-1 0 1,-2 0 1,-2-1 3,-2 5 2,0-1 2,-3-3-4,-5 3-1,0-1 1,0-1 1,-6-2 0,0-1 2,-1-1-1,4-4-2,-4 0-2,4-2 4,-1-2-3,1-2-1,1-3 5,6 0-4,-3-2-5,3-5 0,-2-1-7,4-5-2,2-2 1,5-7-5,0 3 5,7-4-3,-5 9 1,4-4-5,0 2-9,1 6-13,1 1-13,1-1-13,0 0-16,1 6-31,2-4-25,3 5-28,-1 2-35,2-3-15,1 3-22,-1 1-131,3 0-400,-3 1 178</inkml:trace>
  <inkml:trace contextRef="#ctx0" brushRef="#br0" timeOffset="162948.0174">5723 13289 124,'0'0'200,"4"-2"-16,-4 2-12,0 0-11,1-3-7,-1 3-2,4-1-7,-4 1 1,0 0-2,0 0 4,4-5 0,-4 5-7,0 0-4,0 0-4,0 0-1,0 0-4,0 0-2,0 0-7,0 0-3,0 0-5,0 0-10,0 0-6,0 0 0,0 0-9,0 0-10,0 0-2,0 0-5,0 0-1,0 0-7,0 0-12,0 0-7,0 0-2,-9 9-5,5-2-7,-4 1 2,-3 6-9,-1 2-2,2 2 4,-3 4-5,2-5-1,-2 7 1,4-7-5,1 0 12,-1 1-5,2 0-17,2-2-1,-3 0 2,3-4-1,1-2-1,3 2-6,-1-5 4,-1 3-4,6-4 3,-1 2 4,-1 0-5,3-3 4,2-1-2,3 3 6,4-4 1,0-1-2,4 0 6,3-1-3,-1-2-2,0-1-8,-2 0 4,2-3 9,-1 0 0,1 0-7,-1-3 3,-4-1 0,-1-2 6,1-2-10,-1-4 3,-2 1 0,-1-1 3,-3 0-7,4 0 15,-7 0-9,1 0 3,-5 0-3,3 5-5,-6-3 6,2 5-3,-4-1-4,-1 1 6,-2 2-15,0 2-4,-4 2-15,-3 0 0,-2 4-10,-2 3-12,-1 1-14,1 1-19,1 1-21,4 1-25,1 0-30,3 0-34,1 2-30,1-2-37,2 3-242,-1-2-539,5-1 238</inkml:trace>
  <inkml:trace contextRef="#ctx0" brushRef="#br0" timeOffset="163888.1476">6150 13455 199,'0'0'276,"7"-3"-14,-7 3-22,4-5-23,0 2-17,5-1-22,-1-1-12,1-2-12,1 0-3,0 0-4,8-3-5,-7-5-3,4 6-2,-2-5-6,2 2 3,0-1 0,-4-2 5,2-2-8,0-3-10,-2 3-8,-6 1 13,2 2 1,-3 2-3,-1-1-1,-1 1-5,-1 3-28,-2-1 0,-2 0-6,-4 5-15,1-1-7,-4 5-5,-1-2 8,-7 6-23,0 4-2,-2 1-7,-3 9-3,1 2 2,3-1-18,0 0-7,2 2-12,8-3-8,5 0 7,2 0-8,2 2-6,1-2-5,8 9 11,0-9-7,0 0 10,1 0-1,4 5 5,-2-6-3,0-1-1,0-2 10,2 1-5,-3 1 6,-4-6-6,-2 2 3,0-5 8,-3 4-6,0-5 11,-1 3-17,-1-3 25,-1 1 0,-3 1 6,-1-3-3,-2 0 4,-2 0 3,-2 1-11,-1-1 11,0-1 0,-2-2-11,5-1-2,-3 1-1,2-3-9,4 0 15,-1 0 0,1-1 3,2-2 0,-4 1-9,5-4 2,-3 0-10,6-1-8,0 0-11,2-6-16,2 0-7,2-1-36,3 1-18,0-1-23,8-4-17,-4 5-21,2 0-13,6-4-17,0-1-15,3 4-7,0-1-6,4 3 1,-1 0 17,3 1 5,-3-3 23,3 5 14,1-5 18,-4 1 19,1 0 26,-3 0 24,1 2 35,-3 0 33,-5 4 27,-9 0 30,2 6 23,-1-4 21,-1 2 18,-5 3 2,4 1 8,-3-1-15,-1 1-8,-1-1-11,-3 2-9,0 0-10,4 5-1,-4 0-10,-1 2 2,-3 3 2,0 4 0,-3 3-5,-1 0 0,2 3 9,-3-2 2,1 0 1,1 1-5,-1-2-4,3 1 0,-2-1-9,1 0-10,1-7-4,4 3-2,-3-3-8,0-1-3,1-1-1,3-2-4,-1 0-4,2-1-3,2 1 4,1-2-1,0 0 4,3-1 1,5-1-1,1-1-2,6-2 2,2-1-3,6-1 1,-8-2-6,3-2-3,0 0 7,-4 0-11,1-1 2,-4-1-3,2 1 2,-3-3-2,-1 2 4,-4 4-7,-3-6 18,3 6-1,-5-1 6,1-1-5,-1 1 1,-2-1 0,-2 4-5,3-3 7,-3 3-4,0 0-6,0 3-3,-1-5-5,1 5-2,0 0-2,0 0-5,-15 11-1,10-2 5,-6 5-14,2 1 2,2 3 6,-5 7-3,3 4 1,-3-5-2,2 5 3,0 5 0,-3-5 5,0 2-2,2 3-2,-1-1 1,-2-1-2,-2 14-8,4-14-18,-4-3-23,3-1-35,0-2-41,1-4-39,1-5-34,4-3-45,-1-4-46,4 0-39,0-3-39,3-1-270,1-1-685,-3-4 303</inkml:trace>
  <inkml:trace contextRef="#ctx0" brushRef="#br0" timeOffset="166214.2338">10289 4110 169,'-2'-5'190,"2"-2"-6,-1-3-4,-2-1-5,0-2-10,1-5 0,0 2 0,0-10-10,-1 6-9,1-8-9,1 0-3,-2-4-4,1-1-1,-3 0-7,0-2-8,2 2-7,2-4-4,0 1-4,-3 0-5,1-11 0,-1-3-8,3 5 4,1 9 1,0 3 4,1-14-2,1 13-7,-1 1-7,1-1 1,1-2-9,1 2 10,-3-2-4,3 4 0,0 1-6,2-5-3,-2 2 2,-1 0-7,2 2-7,1 2 0,-1-2 0,1 3 32,1-1-10,2 1-6,-1 0-8,0-1-4,-2 0-2,7 0-2,-7 2-7,3-1-2,-2 0 1,4-2-16,1 1 0,-3 4 3,0 1 8,1 1-5,-6 7 4,4-2-8,1 0-9,1 2-2,-1 0-2,-2 0 3,-1 1-5,2 0 1,-2 2-4,-1 3-5,0 2 5,2 0-11,-1-1 6,-2 3-9,1-3-5,-1 5 1,1 0 0,0-1 1,3 1 1,-2-5-8,3 7 6,4-5 1,5-1 3,3 0-3,4-3-4,4 2 4,-3 0-7,3 5-5,-2-2 7,1 1 2,-6 5-2,-3 1-5,-4 0-6,3-3-5,3 6 3,0-1 1,11 1 3,3-1 2,-2 8-2,3-5 2,1 4 1,-4-1 4,3 4-6,0 0-6,13 10 6,0-1 11,-1 1-2,0 1-2,-2-1 2,4 3-5,-4 0 8,-2-1-2,-3 5-2,-2 2 3,-9-7-2,10 5 2,-10-4 3,11 11-4,-11-12 5,-2 3-4,8 4 0,-10-4-2,12 5 9,-14-3-6,7 9 0,2-2 2,-10-7 4,0-2-14,-2 5 17,0-4-3,6 15-1,-7-13-2,5 9 9,-8-8-1,2 0-5,-2 0-7,1-2 5,-1 2 2,0-1-6,-4 0 4,3 1 0,0 0-2,-2 0 8,-1-1 1,1 1-5,-1 1-6,-3-1 9,3 4-3,-2 0 0,2-3-3,-5-2 5,5 3-3,1-1 3,-5 2 2,6 11 1,-4-13-1,0 1 1,1-1-3,-3 3-3,0-2-2,1-1 5,0 1 1,1 1-5,0-8 2,-5 4-1,3-3 2,2 2-3,-5-1 3,1-1 1,1-2 1,-3-1-2,2 0-1,-2-6-1,1-2 0,-3 2 4,1-1-5,1-5-3,-1 1 0,2-1 3,0 0-7,-4-1 5,3 1-2,-2-1 7,2-4 0,0 1 4,-2-3-2,-3-5-6,2 9 3,-2-9 2,0 0 0,1 8-1,-1-8 0,0 0 3,0 0-3,0 0 0,2 7 4,-2-7-9,0 0-1,0 0-15,0 0-17,0 0-21,0 0-24,0 0-35,0 0-24,0 0-30,0 0-24,0 0-31,0 0-40,0 0-37,0 0-341,0 0-692,0 0 306</inkml:trace>
  <inkml:trace contextRef="#ctx0" brushRef="#br0" timeOffset="166632.1092">12354 4332 49,'-9'-4'216,"2"1"5,7 3 7,-12-5-5,12 5-27,-6-4-24,6 4-19,0 0-21,0 0-11,0 0-16,0 0-7,0 0-2,8 22-2,0-14-4,3 7-1,0-2 1,2 1-6,0 3-1,8 0-5,-4 6 4,0-2-5,3-2 1,-7-4-2,8 3-6,-7-6-8,0 1 4,1-3-10,-3-1 2,-3-3-7,3 1-2,-1-2-1,-2 1-5,5-2 0,-4-2 8,4-2-8,4 1 1,-5-4-10,4-3 1,3-3 0,-2-1-3,2-7 0,-5 4-9,7-6 6,-2-2-6,-3-1-2,2-2-1,-6-1 0,2 1 4,-2-1-11,0 0-5,-4 0 9,-1 11 3,-2-1 7,-2 4 2,0 1 11,-1 2-7,0 2 9,0 0-13,-3 6-2,1-7-16,-1 7-3,0 0-23,0 0 18,0 0-15,0 0 16,0 0 0,-13 32 5,3-16 3,0 1-1,-2 8-7,-2-2-3,-1 1 0,-2 1 1,0 0-6,3-1-25,-5-3-34,5 4-10,-4-4-23,7-4-15,-3 5-17,0-7-21,2 0-17,2-1-20,0 1-32,2-5-42,-1 1-205,3-1-504,1-1 223</inkml:trace>
  <inkml:trace contextRef="#ctx0" brushRef="#br0" timeOffset="167706.7608">13303 4368 32,'4'-7'241,"0"-2"-10,-1-2-19,1 0-13,-2-1-9,0 2 1,-2 1-9,3-2-12,-6 2-11,3 3-13,0-1-15,-1 1-14,-2 1-12,-1 0-11,-1 0-12,-1 4-8,-6 2-11,0 4-3,-5 0-7,-1 2-3,-1 4-8,-3 4-3,0 0-10,9-2 5,0 1-12,-1 1-7,6-5-1,2 1 2,-1 1-3,4-1-3,-1 0 1,1-1 2,2-3-6,3 4 6,0-3-3,1-1-3,1-1 4,0-1 9,2 0 5,3-3 15,1 0-7,3-4-3,-1 2 11,1-2 4,-1-3 6,1 0 3,-3-1 6,2-1 0,-1-1 0,-2 1 5,4-6-1,-5 5-2,-1 1 6,0 0 8,-2 2-21,-1 2-1,1 0-3,-3-1-7,2 1-9,-4 3-15,3-1-5,-3 1-9,0 0-10,0 0 4,8 13 2,-7-5 3,0 4-4,3 5 2,1 1 2,-1 1-4,0 5 20,-1-5-18,1 0 1,2 0-3,-4-1 4,3 1-7,-1-7 16,-2 0-19,1-4 5,0 4 2,0-7 1,-1 2-5,-2-2 1,0 0 16,2-1 15,0-1 11,-2-3 13,4 2 16,-4-2 9,3 3 4,-3-3 4,4 1 1,-4-1-5,8-6-2,8-9-18,15-4-20,20-12-15,31-16-31,6-1-25,4-2-60,6 4-76,0-1-76,1-7-118,-8 4-349,-1-6-767,-7-1 340</inkml:trace>
  <inkml:trace contextRef="#ctx0" brushRef="#br0" timeOffset="170785.4577">2560 14750 190,'3'-8'206,"-3"2"-14,2 2-20,-2-1-24,2 1-12,-2 4-21,1-3-10,-1 3-10,0 0-16,0 0 4,0 0-7,0 17-6,0-7-3,0 1-6,-3 4 8,-1 3-4,1 0-1,-1 2-4,-1-1-2,1 6-3,-1-6-5,1 0 1,-2-1-4,6-2 3,-3-2-7,-3 1 0,6-6-5,-4 1-2,4-1-6,-1-3 0,-2 0-3,3-1-1,-1-1 7,1 0 0,0-4 4,1 6 5,2-5 5,-3-1 3,3 3 0,-3-3-8,17-6-3,-4 0-3,3-5-4,2 1-2,1 1-9,4-3 2,-8 5-6,1-1-2,-3 3-4,-3 1 0,-2 2-5,-2-1 0,1 2 0,-7 1-3,11 4 0,-2-2-1,-4 2 1,4 3-3,-2-1 5,-3 2-5,2-1 4,1-1-5,1 5 36,-4-6-4,1 1-2,-1-2-3,0 2 0,-1-2-3,1 0-4,2-1 1,0-3 0,-1 1-4,3-1 1,-2 0-3,5-4-3,-2 1-1,1 0-2,1-3 1,-2 1 8,-2-2-4,2-1-2,-1 0-3,-3-1 2,-1-4 0,0-3 0,-1-1-14,-1 0 12,-4 0-1,2-1-5,-3 0-2,-2 1-1,-3 3 2,3 2-4,-4 1 3,4 2 1,0 3 0,2 0-2,-1 1-2,2 0-4,0 1-1,0 1 1,2 3-5,1-5 1,-1 5-1,0 0 1,0 0-4,9 0 6,-9 0 3,18 3 2,-5-5-2,2 4 2,6-6 2,-2 3-2,-1-1 1,1-1 5,1-2 3,-2-1-5,-3 0 6,2-1 5,-3-3 3,0 1 9,-1-2 8,-4 1 3,1-3-3,-2 1 22,-4 4 15,1-1-6,-1 4 2,-3-2-2,3 2 3,-4 5-13,1-9 1,3 6-17,-4 3 1,0 0-18,0 0 3,0 0-7,-10 24 10,1-9-8,-4 8 8,4 2-8,0 2-5,-5 0 2,4 0-6,-3 1 1,4-5-2,0 0 4,4-4-4,-3-2-7,5-2 7,0-3-8,-1 0-2,1-3 3,2-1 6,0 0-9,1-4 3,-1 0 12,1-4-8,-2 8 4,2-8 5,2 4 6,-2-4-2,0 0 8,0 0-9,18-16-9,-4 3-13,0-1 17,9-2-4,-2-4 4,4 5 2,-15 4-1,4 0-7,-1 4 1,-4 2-13,-4 1 1,4 2-4,-9 2 6,10 1-2,-10-1-2,10 7 8,-2 1 4,-2 2-9,-2 1 1,0-1 2,1 5-3,-2-2-1,0-2-16,2 1 20,-3 1 1,3-5 2,-1 5-4,-3-6 0,5 2 2,0-4 9,-3 1-4,5-3 0,-1 0 2,3-2 4,5-1-5,-5-2-7,6-1 4,-1-6 2,0 4 12,1-7 2,-2 4-10,-2-5-9,1-3 9,1 2 0,-2 2-2,-6 2 0,2 0 1,-3 4-15,0 0 17,0 2-3,-2-2-12,-1 5 7,-2 1-17,0 0-8,0 0 17,0 0-6,0 0 10,-5 18 3,1-10 3,3 4-16,-4 0 17,4-2-12,-3 2 0,-1 1 5,2-4-5,2 0-3,-2-2 1,3 1 1,-1-3 5,0 1-13,1-2 6,0-4-1,1 8 9,0-6-2,-1-2 4,0 0 2,21-2 3,-11-3 3,3-1-5,3-2 3,1-4 3,1 0 5,1-6 3,3-2-25,-3 0 13,1-1 5,1-1 2,-2-4-3,1 1 6,-2-2 0,-3 5 4,-3 5 7,-4 1 6,1 2 0,-4 6 5,-1-1-9,-1 5-3,0-1-3,-3 5-8,4-6-15,-4 6 3,0 0-3,0 0 0,-10 15-2,2-5-1,0 6 10,-2-1-2,-2 1-6,1 9-5,-2-4 6,6-4-6,0-1 3,2 0-2,0 1-8,-1-1 1,3 0 5,1-4-7,2-1 2,1 0 2,1-2 5,2 0-4,4 0 1,-1-1 0,4-1 9,1 1-7,6-5 0,3-3-1,2 0 0,-4-2 4,3 1-6,-1-5-17,6-3 27,-1-1-7,0 1 5,-7-3 12,1-7-13,-7 6 6,1-1-9,-1 0 9,-4-2 2,1 2 9,-4 4 3,-2 0-4,0 1-2,-4 7-1,0-6 1,0 8-4,-5-7 5,5 7-9,-19 0 1,10 4-10,-9 5 6,5-2-9,-4 5-1,5 0-12,0 2 19,1-1-5,3 1-5,1-4-1,2 2 3,3 0-19,-2 1 11,4-4 1,1 0 4,3 3-2,1-5 3,2 2-6,0-1 1,5-1-1,-2-4-16,2 1-9,2-1-15,-2-2-10,2-2-22,6-1-19,-10-2-24,3 1-34,-4-4-35,1 2-23,-1-6-34,0 5-33,-5-6-152,2 1-483,-1 2 213</inkml:trace>
  <inkml:trace contextRef="#ctx0" brushRef="#br0" timeOffset="171091.0785">3359 14629 39,'0'0'235,"-8"-5"-26,8 5-21,0 0-22,0 0-19,0 0-11,0 0-14,0 0-14,0 0-8,0 0-27,0 0-29,0 0-43,0 0-57,23 14-63,-19-10-114,-4-4-251,8 3 112</inkml:trace>
  <inkml:trace contextRef="#ctx0" brushRef="#br0" timeOffset="173529.6923">4992 14584 64,'5'-4'167,"0"-3"-4,-1 3-10,-1-1-8,3-1-3,-4 2-7,1 1-2,0-1-8,-1 2-7,1 0-10,-3 2-9,0 0-7,4-5-2,-4 5-11,0 0-1,1-3-5,-1 3-7,0 0 0,0 0-8,0 0-2,0 0-3,0 0-3,0 0 2,0 0-5,0 0-1,0 0-4,0 0 1,0 0-3,0 0-5,0 0 5,0 0-4,0 0 6,-4-6-6,4 6-5,0 0 4,0 0 1,0 0-5,0 0 3,0 0-3,0 0 0,0 0 3,0 0 5,0 0 3,0 0 1,0 0 2,3-3 0,-3 3 0,0 0-5,0 0 3,0 0-7,0 0 0,0 0 0,0 0-2,0 0-1,0 0-6,0 0-4,0 0 6,0 0-11,0 0 4,0 0-5,0 0-1,0 0-6,0 0 0,0 0-1,0 0-6,0 0-3,0 0 3,0 0-1,0 0 2,0 0-8,0 0 7,0 0-3,0 0 3,0 0-6,0 0 0,0 0 1,0 0-7,0 0-2,0 0 8,0 0-2,0 0 1,0 0-1,0 0-4,0 0-1,0 0 1,0 0 3,0 0-4,0 0 7,-3 15-5,3-11 1,0-4 9,-1 6-5,-1-3-4,2-3 4,2 4 3,-2-4 6,-2 6-12,1-2 11,1-4-10,-1 2 2,1-2 0,-1 5 1,1-5-1,-3 3 0,3-3 1,0 0-1,0 5-1,0-5 4,0 0 0,0 0-2,0 0-1,0 0-3,0 0 7,0 0-5,0 0 7,0 0-4,0 0 3,0 0-1,0 0-3,0 0 1,0 4 1,0-4-2,0 0 0,0 0-2,0 0 5,0 0-4,0 0 1,0 0 3,0 0-4,0 0 1,0 0 2,0 0-5,0 0 2,0 0 1,-1 3 1,1-3-1,0 0-2,0 0 7,0 0-7,0 0 3,0 0 5,0 0-1,0 0-1,0 0-4,0 0 3,0 0 0,0 0-1,0 0 4,0 0-2,0 0 2,0 0-3,0 0 4,0 0 6,0 0-5,0 0 2,0 0 1,0 0-1,0 0 8,0 0-1,0 0 8,0 0 0,0 0 0,0 0 0,-4-15-8,3 13 0,1 2-2,-7-4-5,2 3-2,-1 1-9,-6 1 4,-6 3-4,-7 7 5,-8 9-4,-11 6-1,-3 8 4,-5 4-4,3 1 5,1 3-5,5-1 9,5-2-10,2 0-5,7 4-8,11-14-7,4 1-8,2-3-12,7 4-9,8-5-12,4 2-13,7 0-14,2-2-28,7-2-24,3-2-42,8-2-29,12 1-27,-14-7-171,7-6-448,-3-1 199</inkml:trace>
  <inkml:trace contextRef="#ctx0" brushRef="#br0" timeOffset="174107.5379">5391 14900 7,'2'-3'213,"1"-2"-12,-2 0-11,2 1-12,-3 1-10,3-2-6,1 0-6,-1 2-3,-3-3 1,2-1-16,1-1-4,-3 3-6,1-7-2,-1 0-7,0 2-1,-2-2-8,-1 0-6,0 3-11,-4-1-4,4 3-5,-1 0-15,-1 2 0,-2-1-9,-2 4-6,-5 2-12,1 2-5,-6 1-2,0 5-2,-8 3-5,5 3-6,-2-1 1,7 2-4,2-3-4,2 2-1,0 0-6,4-2 1,1 0-5,4-4 4,-2 1-4,6-2-1,-2 0-2,2 2-1,0-4 3,2 1 0,0-3 5,5-1 1,3-2-1,3-3 0,5-1 3,-2-1 0,1-2 1,-1-5-3,2 2 8,-3-3-4,0-1 1,2 0 3,-4-1 3,-4 3 5,1 5 4,-3-3 1,-1 6-13,-1-1-3,-1 3-8,-4 2-5,0 0 3,0 0 0,0 21 0,-4-3 3,-7 11-3,-1 1-3,-1 4 2,-1 0 0,-4 9 1,6-9-3,-1-4 2,0 1-2,0-1 6,-1-5-1,6 2 4,1-9-4,0 0 11,1-3-2,3-2 10,1-6-8,0 0 4,1 0 5,0-2 14,-3-1 11,4-4 11,0 0 16,0 0-1,6 5-7,-6-5-6,12-9-9,4-3 0,6-2-3,3-3-7,4-2-12,-1 0-2,1 0-17,-2 0-13,-1 1-14,-3 2-12,-1-1-18,-5 5-27,0 2-24,-4 1-27,-3 0-29,2 1-33,-6 1-41,3 0-56,-1-1-47,-6 4-182,1-1-552,3 0 244</inkml:trace>
  <inkml:trace contextRef="#ctx0" brushRef="#br0" timeOffset="174357.6424">5891 14600 115,'3'-13'282,"1"6"-9,-4-1-33,1 3-27,0 0-24,-1 5-23,0 0-20,0 0-11,-6 25 0,1 1-4,-5 6 4,1 2-13,-3 1-7,-1 10 0,-1 1-5,2-12-3,3-3-10,0 3-5,-5-1-8,5-5-10,-1 0-4,2-3-10,0-9-6,3 1-4,-1-2-13,1-5-23,1 1-25,4-1-38,-4-3-43,3-2-35,-3 1-55,4-2-38,0-4-38,0 6-146,0-6-438,0 0 195</inkml:trace>
  <inkml:trace contextRef="#ctx0" brushRef="#br0" timeOffset="174637.5839">5815 15257 110,'-5'5'251,"1"2"-11,1 0-14,-2 3-25,-1-2-17,5 2-20,1-2-12,0-4-15,-2 5-14,2-3-5,2 0-6,0 4-5,6-5 0,-6 0-2,10-2 4,-1-4-21,3-1-1,-2-4-8,1 4 1,-3-4-1,-2 0 10,2-1 20,-4 2-7,-2-2 3,1 1 2,-1 2-7,-4-4-17,0 2-6,-3 0-12,0 0 3,-4 3-15,-3-4-6,1 5-9,-5-1-13,1 1-22,0 0-21,-1 1-26,1 1-29,3 1-24,-1 1-33,4-1-38,7-1-55,-15 4-41,10-3-222,5-1-526,0 0 233</inkml:trace>
  <inkml:trace contextRef="#ctx0" brushRef="#br0" timeOffset="174902.6426">6297 14902 64,'-6'-3'280,"2"-2"1,-2 2-17,4 2-20,-3-2-21,5 3-25,-2-4-16,2 4-18,0 0-10,0 0-4,0 0-13,22 1-5,-5 1-12,2-2-10,10 4-9,-1-4-8,2 4-9,-2-4-17,-5 3-15,-4-2-22,9 1-17,-10-1-27,1 2-27,-2 0-26,-6-3-27,1 0-33,-8 2-36,2 0 15,-6-2-4,4 5-35,-4-5-18,-17 5-120,3 0-350,-6 2 155</inkml:trace>
  <inkml:trace contextRef="#ctx0" brushRef="#br0" timeOffset="175525.9138">6223 15078 130,'10'5'136,"1"-2"-19,8-3-4,1 0-17,9 0-13,0-3-11,1 2-18,2-2-16,5 2-18,-1-2-19,2-1-22,-1-1-8,-1 0-14,-3-2 6,-3-1-13,0-1 2,-2-3 7,-1 0 13,-9 1 11,6-7 27,-3 0 14,-6 5 21,4-7 26,-6 3 15,-1 3 21,-2 2 15,-2 3 8,-2 3 1,-3 1-4,3 2-10,-6-1-21,4 4-9,-4 0 1,0 0 0,-1 14 0,-5-4 0,3 10 1,-4 3 3,-1-3-2,-2 5-4,1-4 0,0 3 0,4-4-3,-5 3-1,1-4 3,5-1-7,-3-3-4,5-4-3,-3 0-6,1-2 0,3-4 1,-2 3 3,2-4 14,0 1 5,-1-1 18,2-4 23,-2 5 13,2-5 8,0 0 1,0 0-3,0 0-12,0 0-17,0 0-5,10-18-16,-6 5-7,2-1-10,-1-3-12,2-1-1,2 1-7,1-2-13,-5 5 3,3 3-3,-3 0-4,0 1-8,0 6-9,-3-2-7,1 3-6,0-2-9,-3 5 1,3-2-4,-3 2-4,0 0 0,9 9-1,-6-4-1,3 0 4,-3 4 0,3 1 2,-3-2-6,1 2 0,3 0 6,-3-2-3,2 1 6,-2-1-4,0-3-3,-1-1 1,-1 1 0,2-1-1,-3-1 10,2-2-6,1 3 4,-2-3 5,-2-1 7,4 3 8,-4-3 7,9 0 8,-9 0 1,10-4 2,-2 1 1,1-4-6,-1-3 0,6-3-3,-1-1-4,-3-3-1,4-5-4,-1-1 1,2-1-6,-7-1-1,4 1-2,-5 7-4,2-6-2,-4 3-1,1 4-1,-2 1-15,-1 2 1,0-1-6,-3 5-14,2 3-10,-2-1-20,0 0-22,0 3-29,2-1-36,-2 5-44,0-8-40,0 8-37,0 0-41,0-4-26,0 4-33,0 0-17,0 0-218,0 0-646,0 0 285</inkml:trace>
  <inkml:trace contextRef="#ctx0" brushRef="#br0" timeOffset="175907.0134">7410 14778 55,'6'-2'230,"-6"2"0,9-3-10,-9 3-17,0 0-19,0 0-14,10 5-18,-10 0-4,-1 2-6,-4 3-5,1 2-4,-3 5-2,2 0 1,-3 4-6,1-6-5,-2 2-11,4 0-6,0 0-7,-1-3-6,0 2-12,3-3-3,3-1-8,0-3-9,-2 2-7,2-6-3,2 2-5,-2-1 3,0-1-5,2 1-2,1-3-1,3 3 3,4-3-5,2-1 9,1-1-21,1-1 11,5-2-7,-1 0 1,-2-6-7,1 1-1,1-3-3,-4 0 1,2-3 1,-3-2-8,-1-2 1,3-4-3,-1 0 1,-2-1 1,-3 5 6,-1 0 3,0 1 9,-1 3 13,-1-2 1,-2 6 5,-1 0-3,0 2 5,-2 1-1,2 1-3,1 1-11,-3-2 5,-1 6-8,1-4-11,-1 4-2,0 0-9,2-7 2,-2 7-3,0 0-2,0 0-10,0 0-9,0 0-12,0 0-5,0 0-18,0 0-7,-8 14-22,4-9-19,1 2-25,0-2-45,-4 3-50,2-1-81,-1 2-277,2-4-618,-1 2 273</inkml:trace>
  <inkml:trace contextRef="#ctx0" brushRef="#br0" timeOffset="176198.2275">7930 14790 131,'1'-3'253,"-1"3"-15,0 0-24,0 0-15,0 0-15,0 0-13,-5 16-15,-3-1-4,1 3-4,-1 8 4,-7-1 4,3 1-17,-2 4 6,0-1 4,0-4-18,1 0 1,3 0-18,2-7-11,-4-1-11,9-2-4,-2-3-4,3 0-6,0-3-7,-1 4-7,3-8-5,0 2 2,1 0-8,1-3 19,2 2 2,7-1-1,6-1-14,6-4 1,4 0-15,2-1-19,0-3-25,1-4-23,-1 1-35,-3-6-48,-1 2-20,-7-1-30,-3-1-44,5-6-16,-5 5-31,-2-2-14,-2 0 6,0 0-162,-1-2-448,-1 1 198</inkml:trace>
  <inkml:trace contextRef="#ctx0" brushRef="#br0" timeOffset="176452.9434">8179 14916 285,'2'-9'61,"-1"-4"16,4 2 20,-5 0 20,1 1 20,3-1 23,0 3 15,-4-3 5,0 5 9,2 2 2,0-3-6,0 1-11,-2 6-21,1-4-10,-1 4-27,0 0-7,0 0-16,0 0-10,0 0 0,-7 21 3,3-10-4,-1 9 10,-3 3-4,-3 1-2,3 2 8,-1-2-8,0-4-7,5-1-2,-5-3-6,5 0-14,0-1 4,3-3-6,0-1-11,1-1-2,0 0-2,1-1 3,-1-4 0,4 3-3,1-1 5,5-2 6,2 0-9,9-1 0,-1 0-11,0 0 5,9-1-7,-7-3-26,-3 0-13,0-4-19,2 0-31,-4 0-33,-1-6-27,0 0-32,-1 2-37,-2-3-37,2-1-31,-2 0-35,-3 0-196,0-2-528,-4-2 234</inkml:trace>
  <inkml:trace contextRef="#ctx0" brushRef="#br0" timeOffset="176716.1905">8436 14518 97,'-3'-10'284,"1"3"10,0 1-12,0-1-12,2 7-16,2-8-24,-2 8-30,0-7-16,0 7-20,0 0-18,18 5-9,-2 1-15,8 10-5,-3-2-6,9 10-10,-4 2-7,12 12-5,-6 1-5,0-1 1,-11-6-9,-4-3-9,1 1 1,-7 3-7,1 0-1,-6 0-1,-5-2-11,-1-1 4,-7-1 2,-2 0-11,-1-3-9,-7 0 7,-3 0-1,-3-1-11,-3-1-8,-5-1-20,-8 4-42,-5 1-47,3-1-39,-3-2-45,-4-3-61,3-1-64,9-7-227,-14 10-567,-1-5 251</inkml:trace>
  <inkml:trace contextRef="#ctx0" brushRef="#br0" timeOffset="179867.3169">8959 14696 76,'6'-9'111,"3"-3"34,0-5-7,-2 1 4,2 2 3,0-3 1,2-5-1,-1 3-8,-1 6 8,-2-1-6,-3 3-2,5 1-4,-5 0-2,0 6-13,-2-3-12,0 3-13,-2 0-12,0 4-9,0 0-7,0 0-6,-4 15-2,-2-1-4,-1 3 2,-5 11-1,-4 5 1,-4 9-2,-2 5-3,-2-3-2,3 3 0,-2-1-2,9-13-2,-2-2-2,4 0-7,-2 0 2,3-4-1,0-1 1,1 0 2,5-8-6,-2-1 0,5 0-7,-2-7-1,0 4 2,2-5-5,2 0 4,-3-2 1,3 2-12,0-5 1,0-1 3,0 1 3,3-1 10,-3-3 1,2 6 7,-2-6-5,13-2-5,-4-2-4,5-1 0,4-4-7,5-3 2,2-5 2,1 0-3,-4-2-5,2 0 5,0-4-8,-2 0 3,-2-3-6,1 3-1,-5 3 6,0-2 3,-7 6-3,-2 6-6,-2-1 0,0 0-2,-3 2 2,2 1-5,-2 0 0,-2 4-3,0-4-3,-1 2 0,0 3-6,1 3-6,-6 0 3,6 0-3,0 0-1,-12 3-8,7 1-7,-1 2-1,5-2 0,-1 8 2,-1-2 4,2 2-1,2 1 0,0 1 5,1 1-1,1 2 1,1-3 5,-2 3 8,3 0-7,-3-1 4,-1 2 4,0-5-2,1-2 4,-4 9-2,1-9-4,1 6 9,-1-5-6,-1-1 1,-1 1-2,-1-3 1,3 1-4,-2-3-7,3 0 1,3-3-14,-6 0 3,3 2 4,0-6 0,3 3 1,-3-3-2,0 0 0,17-9-4,-8 5 4,3-3 4,4-4-1,-4 0 7,4-2 1,4-7 5,-2 0-5,3-2 5,-2 1 6,-1-1 4,-1 2 9,-4 4 5,0 0 16,-3 3-1,-1 1 7,-1 3 2,-3 1 1,0 3-7,-1 0 0,-3 2-9,3 2-1,-4 1-4,0 0 0,0 0 2,-1 16-2,-3-6-5,0 7 6,-1-2-1,-3 3-1,2-1 0,0 1 0,3-2 1,-1 1-3,1-2 0,1-2-8,2-1 5,0-1-4,1-1 1,0-3 2,-1 3 2,4-6 10,-1 1-2,2 1 6,0-5-2,0 1 8,3-1-4,0 1 7,2-5-7,1 0-2,0 0-1,-1-5 1,3 4 6,-2-4-1,3-4-3,-2 0 0,1-2-11,2 1 7,-6 0 0,1-3 5,-4 6 1,1-1 2,-3 4-3,1 2 6,-4 0-5,2 0-8,1 2 1,-1 1-5,-3 2-12,0 0 4,0 0-4,0 0 5,0 0-3,-10 12 1,7-4 1,0 2-4,-3 0 0,1-2-6,3 1 2,-2 0-3,1 1-1,3-3 1,0 0-3,-1 2-2,1-1 0,1-1 11,2-2-12,1 0 5,0 0 11,3-1-3,1 2-1,2-4 5,1 1 2,9 1-2,-4-7-3,4 2 5,-2-2 0,1-1-7,-3 0 6,3-2-7,-3-2 6,-2 0 1,4-5 17,-5 2-18,2-3-1,-4 2 11,-3 0-1,3 0 4,-5 2 6,-1 3 0,-3-1 7,0 3-2,-1 0-8,-1 3-2,0 2-7,-9-2-3,9 2-4,-21 4 1,9 4-7,-6 2-1,4 0 6,-2 3-7,4 0-1,-1 0-1,3 1-3,1 1 4,2-4-11,0 3-7,4-4-5,3 5 14,0-8-18,3 6 4,2-4-2,0 1-4,2 0-22,4-5 0,3 1-7,-1-3-11,0 0-13,6 2-16,-2-5-17,0 0-15,-3-1-20,1-3-27,-1 1-14,-2-2-13,3-2-34,1-4-22,-7 2-7,4-4-169,-6-2-469,2 1 208</inkml:trace>
  <inkml:trace contextRef="#ctx0" brushRef="#br0" timeOffset="180193.9937">9003 14642 53,'0'0'175,"0"0"3,0 0 5,0 0 7,0 0 3,-1-4-2,1 4 2,0 0 1,0 0 0,0 0-4,28 3-7,-13-2-9,4-1-16,2 0-14,12 0-6,-1 1-14,0-2-8,1 2-18,2-1-5,-5 0-15,-3-1-5,3 1-24,-10 0-15,-1 1-31,-1 1-18,-5-2-30,-3 0-42,0 2-42,-10-2-45,12-2-38,-6 4-17,-2-2-7,-2 3-143,-2-3-410,0 9 181</inkml:trace>
  <inkml:trace contextRef="#ctx0" brushRef="#br0" timeOffset="181325.7094">5160 15741 175,'-1'2'178,"-2"-1"-12,3-1 2,-4 3-9,4-3 0,-4 3-3,4-3-3,0 0-4,0 0-3,0 0-11,0 0-11,11-7-5,-1 0-8,-1 0-10,2-2-10,0-3-6,2 2-1,0-2-2,0-1 3,-2-2-4,2-1-8,-2-1-2,-1 3-5,-3-6 1,2 5 9,-5-3 4,-3 5 3,2 4-12,-2-3-12,-1 1 3,-1 6-16,1-3 2,-4 3-13,0 3-4,-1 0-3,-8 2-4,0 3-7,-2 5-4,-3 3-1,1 2-1,-3 3 3,1 4-6,6 5-3,-2-1-4,6-2-4,1 3 5,2 0-3,2-5 0,3 6-1,1-1 8,1-6-9,-1 1 5,4 3-12,-3-6 11,3 2 5,-3-2-8,3 0 2,-2-2 3,0-4 1,-2-1-1,0 0 3,0-4-3,0 3 3,0-6 4,0 6-1,-4-6-3,2 1 2,-1-1-3,-2-1 6,5-2-8,-13 0 5,5-2-2,-2-1 6,4-2-2,-2-2 2,-1 1-3,0-5-2,5-4 2,-1 2-3,0-2 2,5 0-1,-2 2-6,1-3-5,2-1 1,1 5-14,2 1 9,2-4-10,1 3 5,-1 4-14,2-3-8,1 3-9,-1 1-13,7 2-22,-5-1-21,8 1-34,-1 1-38,5 1-46,0 1-39,0 0-192,6 1-485,-9 0 215</inkml:trace>
  <inkml:trace contextRef="#ctx0" brushRef="#br0" timeOffset="181659.7386">5584 15698 151,'0'0'215,"-13"4"-21,4 3-6,-1 0-7,2 6-9,-2 1-12,0 1-8,-2 2-11,2 0-6,1-1-12,2-1-7,-2 0-11,4 1-10,1-4-8,2 3-8,-3-5-9,5 0-2,0-2-4,3 3-4,0-6-6,1 0 8,0 2 3,-2-6 8,5 3-1,0-2-3,2-2 5,3-3-8,0-1-1,1-1 5,-2-1-2,-1 2-9,-2-5 6,1 1 0,3-3 1,-5-1-11,-2 1 7,-2-5-13,0-2 0,-1 5-4,0-2 0,-1-1-14,-4 0-3,3 3-10,-6-1-5,3 2-7,-5 3-19,0 0-25,-2 1-13,4 0-19,-3 2-18,-1 2-29,2 0-32,0 1-19,1 2-52,3 1-42,4 0-201,-12 2-501,8 0 222</inkml:trace>
  <inkml:trace contextRef="#ctx0" brushRef="#br0" timeOffset="182131.3233">5796 15802 21,'7'-2'194,"0"1"-6,-2 0-11,1-2-4,1 0-14,4-2 4,-5 0-5,4 0 0,-2 0-2,0-3-3,1 2-1,-1-5-2,1 2-5,-3 0-2,2-3-4,-1-2 0,1 5-2,-3-7 4,0 4-1,-2 2-16,1 2-10,-4-3 3,0 4-21,-4-3-11,1 3-9,-1 2-5,-1 1-7,-1-2-2,-4 5-11,-1 0-6,11 1-14,-23 5 0,8 2-6,1 3-3,1 3-4,-3 4-6,7 0 5,0 1-1,0-1-6,0 8 1,4-6-5,0-1 0,5 1-5,-5-1 3,5-1-1,0 3 4,0-2 2,0-6-7,0 4 2,0-3-3,0 3 5,0-5 0,0-1-6,0-1 7,-4 0-6,4 0 11,-4-3-11,3 0 8,-3 0-3,-1-2 9,-3 1-7,2-5-2,-1 4 10,-3-3-12,1-2 6,0 1-6,1-2 5,1 0-3,-2-1-8,1 1 1,3-2-14,0-1-11,1-1-16,-1 2-26,0-2-21,2 0-33,5 1-30,-1-2-29,4 0-41,1-1-15,5-4-21,3 2-11,0 0-160,2-2-463,5-5 205</inkml:trace>
  <inkml:trace contextRef="#ctx0" brushRef="#br0" timeOffset="182559.7043">6005 15704 86,'25'-16'118,"-8"5"13,-1 0 9,-2 3 11,-5 0 11,-1 3 0,-1 3 2,1-3-10,-3 1-7,-1 2-17,0 1-12,-4 1-10,0 0 2,2 10 2,-3-4-5,-2 3 0,-1 1-4,-2 7 0,-1-2-3,0 2-8,-2-3 3,1 2-9,2 0-4,-4-2-3,1-1 0,4-1-14,-3 0-6,1-3-4,3 1 6,0-3-12,-2-1-8,3 0-10,0-2 12,2 0-2,1 0-4,0 0 3,0 0-10,4 0 1,-1-1 6,3 1-13,2-1-1,2 1 0,2-1 11,0 2-10,3-2-4,-2 1 6,0-3-8,0 1-1,-3 0-4,4-4 0,-4 2 1,-5 2 2,4-2-2,-1 0-2,-2 0 1,1-3 10,-1 1-5,-2-3-11,0 2 23,-1-1-1,-1 0-3,-1 0 3,2 0 3,-3-1 7,3 2-9,-3 3 3,2-5 1,-2 5-11,0-4 2,0 4-4,0 0-5,0 0-4,0 0-2,0 0 3,-9 13-4,4-7-4,-2 1 5,0 3-28,0 0 30,1 2-5,-3 2-2,-1 0-6,1 0 1,1-4-5,1 1-17,0 0-8,2 0-28,-2-1-8,-2 4-23,5-5-20,-2 3-19,0-4-27,1 2-28,0-2-27,2 0-36,-2-5-36,1 3-193,2-1-514,2-5 228</inkml:trace>
  <inkml:trace contextRef="#ctx0" brushRef="#br0" timeOffset="182906.1225">6653 15608 34,'6'-10'258,"1"3"-7,-3 0-3,0 2-14,-2 2-13,2-2-16,-2 4-18,-2 1-10,0 0-3,0 9 4,-2 3 0,-4 8 5,4 6-1,-5 3-28,-2 0 15,-1 0-6,-2 0-6,4-1-8,-3 2-11,2-8-12,-4 6-13,4-5-3,1-3-11,1-2-13,0 0-10,0-3-1,0-1-18,1 3-23,0-8-21,0 3-30,1-4-44,2 1-48,-3-1-42,4 1-49,-3-4-52,2 2-48,3-2-257,-6 2-603,1-2 267</inkml:trace>
  <inkml:trace contextRef="#ctx0" brushRef="#br0" timeOffset="183239.7581">6573 16312 278,'0'0'279,"-2"8"-4,2-8-19,-1 5-13,-3-1-29,3 3-10,-3-2-20,-2 3-19,2-2-6,1 1-17,1-2-18,2 1-8,-2-2-10,4 2-8,-4-2-10,4-1 2,-2-3-9,2 7 4,-2-5 3,0-2-5,0 0 7,9 0-4,-9 0-2,9-6-7,-2 1 15,2 1 1,-1-1 1,-4 1 12,0-4 4,-1 0 3,-3 4-5,1-2-14,0 1-10,-1-1-3,0 6-13,-1-11-8,-3 6-10,-1 0-4,-1 3-16,-1-1-3,-4 2-25,-1 0-43,3 1-3,2 1-27,-1-1-26,-1 1-39,3-1-46,1 3-43,-2-3-58,7 0-45,0 0-263,0 0-641,0 0 283</inkml:trace>
  <inkml:trace contextRef="#ctx0" brushRef="#br0" timeOffset="183512.1902">7123 15922 117,'-5'-4'323,"-1"-1"9,-1 3-15,2-1-13,2 3-28,-1-4-36,4 4-20,-5-3-24,5 3-18,0 0-15,0 0-11,0 0-3,0 0-8,0 0-14,28 5-4,-16-3-21,8 1-3,-1-1-11,1 1-16,2-1-10,0 0-18,-2 0-20,1-4-24,-2 4-28,-3-4-33,-2 4-25,-3-4-32,3 4-34,-7-4-37,1 0-47,-3 1-32,0 0-185,-5 1-489,0 0 218</inkml:trace>
  <inkml:trace contextRef="#ctx0" brushRef="#br0" timeOffset="183734.4738">7095 16038 105,'-2'3'197,"0"0"-7,2 1-15,0-4-15,6 6-6,-1-2-15,5-3-15,5 1-17,2 2-6,3-2-11,2 1-8,7-3-11,1 0-14,2 0-26,-2 0-18,2 0-22,0 0-33,2-4-48,0 3-44,-7-1-120,4-3-275,-5 1 122</inkml:trace>
  <inkml:trace contextRef="#ctx0" brushRef="#br0" timeOffset="184341.1086">7723 15837 85,'-3'-6'252,"3"2"-12,0-2-19,0 6-20,-1-5-22,1 5-12,0 0-4,-10 17-7,5-5-6,-6 4-6,2 2-2,-1 8 3,1-1 0,-1-1-4,1 1-10,-1-1 3,3 0-8,-4 0-10,3 2 19,0-8-11,2 2-7,2-2 0,-2-1 1,2-2-13,0-3-9,0-5 4,0 0-6,3 2-6,-1-1-9,0-1 1,1-2 3,0 0-3,1-5-4,-4 5 0,4-5-6,0 5 3,0-5-3,-4 5 6,4-5-5,0 0-4,0 0-2,0 0-2,0 0-8,0 0-3,0 0-2,2 5-5,-2-5-4,0 0-5,0 0 2,0 0-7,0 0-3,0 0-3,0 0-1,0 0-1,0 0 5,0 0-2,0 0 0,0 0-3,0 0 3,0 0-3,0 0-4,8-12 2,-6 6-2,5-1 0,-3-4-5,0 1-2,3-6 0,0 0 1,1-1 0,-2 5-3,1-4-2,0-2 3,3-5-11,-2 8 8,0 0-4,-2 5 1,-2-2 3,1 3-6,-2 1-1,1 1 2,1 2-5,-4-1 3,0 2-2,3 0-5,0 1-3,-4 3-1,0 0-6,0 0 6,0 0 3,5 8 0,-5-1-1,4 3 0,-4 2 0,1 0 5,-1 4-1,-1 1-1,1 1 6,0-1-4,0 3 2,0-2 1,1 1-3,2-7 5,-3-2 2,0-1-5,0-2 5,0 1-1,4-2 1,-4 1-3,0-3 3,0 1 4,2-4 8,-2-1 5,0 6 0,3-4 14,-3-2-3,0 0-4,10-8-1,-6 4-5,2-9 2,2-1-1,6-9-3,-5 5 0,5-5-12,-2 1-8,1-3-2,-3-1-1,-1-3-1,2 3-4,0 2-3,-4 5-1,-5 3-1,2 0-2,0 4-4,-2 2-9,3 2-6,-2 1-19,-3 4-21,1-3-29,0 1-39,-1 3-52,0 2-26,0 0-36,0 0-42,0 0-58,0 0-38,-19 8-264,16-3-711,0 1 315</inkml:trace>
  <inkml:trace contextRef="#ctx0" brushRef="#br0" timeOffset="184696.7213">7995 15888 32,'2'-4'260,"2"-1"9,-3 1 5,1 1-6,0 1-28,-2 2-24,0 0-27,0 0-16,0 0-8,0 0-5,0 16 4,-2-7 0,-3 4 1,1 1-5,-3 1 2,-1 3-10,4-2-7,-1 3-5,-1-1-10,2-7-26,1 1 19,-2 3-11,3-3-5,-1-2-3,3-1-13,0 2-7,-3-1-8,2-3 0,1 1-3,1-1-2,2-4 5,0 2 6,2-2-3,1-3 3,6 0-8,0-3-6,4 1-3,1-5-9,-2-3-4,5 1 0,-4-4-4,2 1-6,-1-1-2,2-5-8,-1-2 3,-5 4-7,2-6-3,-4 2 3,-4 4-5,1 0-7,-2 7 1,-2-2 4,1 2-8,-4-1-1,4 3-8,-2 3-10,-2-1-11,-1 5-17,3-5-17,-1 1-19,-2 4-37,0-4-38,0 4-27,0 0-44,0 0-45,0 0-48,-24 8-52,18-6-301,2 3-717,0-3 317</inkml:trace>
  <inkml:trace contextRef="#ctx0" brushRef="#br0" timeOffset="185204.1286">8444 15848 171,'6'-4'304,"-3"0"9,1 0-7,0 1-18,-4 3-37,5-2-23,-5 2-23,0 0-10,0 0-3,-1 14-7,-3-2-3,-1 2 4,-1 2-15,-3 2 5,-1 0-2,-1 6-13,-3-5-14,5 1-9,-2 2-5,2-3-16,3-1-7,2 0-9,-5 0-9,6-6-19,1 1 5,-1-3-10,-2 2-8,5-7-4,3 1-4,-1 5-2,-1-7-3,1 2-8,4-1-15,2-3-12,1 1-24,5-3-16,-2 0-25,8-3-33,-1 1-15,-1-5-28,7-8-29,-2 1-21,3-2-24,-2-2-25,-1-1-20,0-1-24,1 1-10,-2-2 5,-1 0 23,-4 2 26,0-3 32,0-1 36,-8 8 41,0-1 41,1 3 43,-5 2 37,0 2 32,-2 3 23,2-1 17,-4 3 3,0 2-5,-1 2 4,0 0 5,0 0 21,0 0 6,-15 9 11,2 4 3,2 0 11,-4 2 9,1 0 2,3 2 3,-6 1-9,3 3-8,4-4-5,1 0-8,-2 0-17,2 0-3,3-6-4,1 3-13,2-3-5,-1-1-10,4 0-1,0 2-8,0-1 3,1-1-4,3-3 0,2 5-6,4-4 4,1 0-7,4-3-5,4-4-9,3-2-11,0 2-10,-1-1-21,1-1-23,0-3-7,0-1-36,-3-2-21,0 2-28,-8 4-28,0-5-22,-3 4-25,-2 2-25,1-3-32,-7 3-18,8-2-24,-8 2-176,0 0-514,0 0 228</inkml:trace>
  <inkml:trace contextRef="#ctx0" brushRef="#br0" timeOffset="186102.0853">4882 15391 79,'0'-5'235,"0"5"-17,0-6-17,0 6-22,0 0-14,0 0-18,0 0-6,0 0-9,-22 24 3,11-7 1,-5 11-7,1 5-9,-4 12-3,-4-2-7,-1 7-6,5-4-6,1 0-8,1-2-7,8-10-10,3-3-6,-2 2-6,6-4-10,-1 0 0,3-1-2,4 1-5,1-3-12,5 0-16,6-2-23,3-2-19,0 3-32,7-2-31,4-5-46,6-3-51,14 2-43,1-5-161,2-1-421,3-1 188</inkml:trace>
  <inkml:trace contextRef="#ctx0" brushRef="#br0" timeOffset="186742.4785">8998 15688 76,'0'-5'231,"-2"1"-7,2 4-21,2-5-13,-2 5-16,1-4 8,2 0-19,-3 4-19,3 0-8,-3 0-7,14 7-10,-4-2-9,4 4-8,-1 6-5,6 3-9,-2 3 5,0 5 3,-3 5 5,-1-2 6,-3 6 8,-4 1-11,-3 11 7,-6-1-11,-3 1-1,-8 6-11,-3-6 3,-6 1-14,-7-7 10,-2 5-22,-4-4-10,-6-4-8,2-4-31,-3 1-64,1-5-38,0-3-41,-3-1-43,12-7-69,-14 3-76,3 3-158,11-10-512,-2 2 227</inkml:trace>
  <inkml:trace contextRef="#ctx0" brushRef="#br0" timeOffset="188943.9186">9414 15770 57,'12'-23'190,"1"1"-6,-3 5-8,1 0-14,-1 4-5,-4 1-1,3 5-14,-5-3-11,1 5-11,-2-1-15,1 1-12,-1 4-13,-3 1 2,0 0 2,2 18-1,-7 1 25,-4 10-1,2-1-10,-7 4-8,0 10-3,1-9-8,-5 0 0,1-1-11,3-2-7,3 3-3,-2-8-3,3 4-4,2-12-4,1 1-7,0 0 3,5-1-5,-1-4-1,0-2-6,3 0 8,0-2-1,0-2 2,2-2 6,0-1-9,3 1-3,1-3 4,0-1-1,3-2-2,1-3-6,3 0-4,2-7 2,-1 1 1,-1 2-6,0-7-8,2 2 4,-3-4-1,2 0-3,-5 1 0,3-6-4,-3 7 3,-2 1-1,-3 0-2,-2 4 1,1 0-4,-2 0-5,-1 5 1,3-1-2,-3 3 3,2 0-12,-2 3-12,0 0-6,0 0 3,0 0-1,0 0 1,0 0-1,2 17 6,-2-9-2,2 4 7,0 0-3,2 4 3,-4-4 1,4 6 2,-3-6 1,2 5 2,-3-5-5,0 4 2,0 4 4,-3-4-1,2-3-4,-2-3 2,3 2-5,0-7-1,0 3-7,3-3 0,-3 0 3,1-1 4,-1-4-4,1 2 3,-1-2-6,0 0 4,14-7 0,-6-1 3,0-2 0,1-4 5,5 3 0,-1-7 1,1 2 8,1-4 2,-1 5 6,-4-2 2,1 1 7,3 2-2,-5-2 7,-2 7 1,2 0 10,-2 1 2,-3 2-4,-1-2-6,-1 5-5,-2 1-1,0 2-6,0 0 6,0 0 1,-2 16 0,-1-3-1,-1-2 2,-2 4-2,2 2-2,0-1 2,4 1-6,-5 1 4,5-1-16,1-1 18,-1-3-4,4-3 3,0-1-7,-4-2 5,3 1 0,2-3 5,1-2-5,-1-2 2,4-1-4,1-1 2,1-2-1,1-5-1,4-3 0,-4 0 2,3-2-2,-2-3 5,1 2-10,7-4 9,-10 5-4,1-3 6,1 3-7,-3 0 11,-5 4 6,-1 4 4,-1 0-7,-1-2-11,3 4 1,-3 3-7,-2 0 0,0 0 1,0 0-1,-7 12 0,3-3 0,-1 2 2,0 0-4,-3 1 0,3 3 2,-5 0-2,7 1-2,-1 0-1,-1 0 5,4-4-3,1-2 1,-3 0 3,3 0 0,3-3 4,0-1 0,0 0-4,4-2-9,-1-1 13,7 1-5,-6-4-4,4 0 11,2-1-1,-1-2-2,6-6-1,2 1 2,-2-5 2,1 4-8,1-7 6,3-4-6,-4-1 13,-6 8-14,1-3-11,-4 1 18,-2 0 14,-2 5 2,2 1 9,-7 2-8,1 2-1,-2 0-1,0 5-10,-12-3-9,12 3 9,-20 10-5,7-3-8,-3 5-2,-4 6 13,7-4-10,0 0 1,0 1-12,2 9 9,1-8 4,2 0-10,2 1-8,1 0-1,4-6-9,-4 6-1,5-7-10,5 2-1,1-2-19,-3-3-13,5-1-24,2 1-25,3-5-34,-1 0-24,0-1-31,1-2-38,-1-2-43,6-5-236,-6 0-562,4-2 249</inkml:trace>
  <inkml:trace contextRef="#ctx0" brushRef="#br0" timeOffset="189359.9137">9296 15843 112,'0'0'243,"0"0"-10,0 0-19,37-3-17,-5 1-15,20 4-15,1-1-10,7-2-15,-3 4-13,3-2-13,1 3-9,-7-4-17,-2 4-23,-17-2-31,-3 1-20,-4-2-33,-6 0-38,-10 2-37,4-3-42,-6 0-36,-4 0-120,0 3-315,-6-3 140</inkml:trace>
  <inkml:trace contextRef="#ctx0" brushRef="#br0" timeOffset="191106.9149">3837 16752 21,'0'0'113,"0"0"-12,0 0-16,0 0-2,2-4-22,-2 4 11,0 0-11,0 0 3,0 0-22,0 0-4,0 0-5,0 0-9,0 0-2,0 0 6,0 0-4,0 0-11,0 0 5,0 0-6,0 0 4,0 0 0,0 0-6,0 0 17,0 0-27,0 0 12,0 0-3,0 0 2,0 0-2,0 0 5,0 0 0,0 0 2,0 0-3,0 0 9,0 0 6,0 0-4,0 0-1,0 0 6,0 0-1,0 0-3,0 0 0,0 0 4,0 0-2,0 0 5,0 0 2,0 0-1,0 0-2,0 0 0,0 0 4,0 0-5,0 0 6,0 0-8,0 0 6,0 0-5,0 0 7,0 0-2,0 0 1,0 0 0,0 0-6,0 0 7,0 0-1,0 0 6,0 0 1,0 0-4,0 0 4,0 0 0,0 0 10,0 0-8,0 0 3,0 0-2,0 0 2,0 0-1,0 0-4,0 0 2,0 0-9,0 0 7,0 0-8,0 0-3,0 0 3,0 0-3,0 0-2,0 0-2,0 0-4,0 0-1,0 0-1,0 0-4,0 0 1,0 0-5,0 0 0,-7 9 2,7-9-3,0 0 2,0 0-3,0 0-4,0 0 2,-4 4-4,4-4 6,0 0-6,-3 4 2,3-4-3,0 0 4,0 0 0,-4 7-3,4-7 3,-2 1-2,2-1 0,0 0 1,0 0 0,0 0 2,0 0-4,-1 6 0,1-6 0,0 0-2,0 0 4,0 0-7,0 0 6,0 7-1,0-7-5,0 0 6,0 0 1,0 0-6,0 0 5,-4 3 1,4-3 0,0 0 1,0 0 3,0 0-2,0 0-1,0 0-1,0 0 2,0 0-8,0 0 8,0 0-5,0 0-3,0 0 4,0 0-3,0 0 5,0 0-8,0 0 9,0 0-9,-2 5 1,2-5 0,0 0 0,0 0 3,-2 5-3,2-5-1,-5 4 3,5-4-3,0 0 1,0 0 2,0 5-1,0-5 1,-4 4-3,4-1 2,0-3 0,0 0 0,0 0-2,0 0 0,-5 8 5,5-8-1,0 4-2,0-4 2,0 0 2,0 0-4,0 0 12,0 0-3,0 0 1,0 0 4,0 0 1,0 0 0,0 0 2,0-24-9,0 12 1,5-5-1,-4 3-2,2-5-3,1-6 4,-3-1-2,3-2-3,0-1 1,1-2-1,-3 3 2,1 0 4,-2 2 3,3 9 9,-4-2-3,2 8 3,0 0-1,-2 4-4,0 0-2,0 0-7,0 2-1,0 5-15,4-3 3,-4 3-2,0 0-1,-4 17 3,0 0-2,-1 12 2,-4 1 4,0 4-2,-5 18 0,3-6 0,-1 0 1,-2 0-1,-2-2-1,1-1-5,4-8-3,-1-5-21,-2 2-11,4-1-20,-3-4-18,2 0-15,2-10-36,-2 7-12,4-10-33,3-1-32,-1-6-24,3 2-136,0-4-401,-3-2 178</inkml:trace>
  <inkml:trace contextRef="#ctx0" brushRef="#br0" timeOffset="192270.4778">3705 16701 163,'5'-11'222,"3"-4"-19,1 1-9,2 1-16,2 3-14,5-4-13,-4 7-7,4 2-9,0-1-18,0 5-5,3 4-6,-4 5-6,0 0-14,-5 8-8,-2-3-7,0 4 0,-3-2-10,-5 1-6,0 2-3,-2-1-7,-2 0-2,-5 7 0,-1-7-8,-3 0-4,-2-3-4,-3-1-6,3 0-1,-10 2-1,9-9-8,0 1 2,2 0-2,0-2 0,0-2 1,3-3-2,-1 1-1,3 2 5,7-3 3,-10 0 2,10 0-3,0 0 2,0 0-2,-11-3-4,11 3 1,0 0-4,0 0-8,0 0 7,16-11 4,-8 8-4,7 0 1,-2-1 1,9-1-3,-2 2 4,0-4-2,0 0-1,0 2 8,10-4 0,-5-1-3,1 4 0,2-4 1,-1 1-1,-8 0 4,-4 1 6,2-4-2,-4 0 1,-4 3 0,2-4 5,-2-1-3,-3-2-4,0 5 4,0 0 0,-4 1 2,0 0 0,-2 3 0,1 1-7,-1 2-1,0 4-7,3-7-7,-1 3-10,-2 4-19,0 0 7,0 0-2,0 0-7,7 21 13,-4-10 3,-1 1-2,2 8 5,0-5-1,0 4-3,3 5 5,-3-7-5,-4-1 3,2 1 1,-2-1-12,3 1 0,-3-7-4,-3 3-3,3-3 5,3-2-6,-3 0-7,0-1 2,0-3 3,1 1 3,-1-5-1,3 5 9,-3-5-4,0 0 5,0 0-1,19-12 2,-13 4 8,2-1-2,5-4 2,-3-1 6,0 1 5,2 0 8,-2-3 2,-4 7 13,4-5-2,-3 3 2,0 2 9,-4 4 0,3-3-2,-2 3 3,0 1-1,-1 0-10,-3 4 0,2-5-17,-2 5 10,0 0 0,0 0-18,0 0 17,0 18-6,-2-7-11,2 0 15,0 1-3,-2 1-1,2-1 3,-1 5-6,1-9-2,1 2 3,2 1-9,1-4 10,0-1-4,-1 4 1,4-5 5,0-1-14,0 3 17,6-6-6,-1-1 4,5-3-1,1-2-3,0 0 5,0-2-5,-3-3 2,3 0 1,0-2 1,-4-2-1,4 3-5,-7-3 5,1 5 15,-3-1 0,-3 3-1,-2 1 7,0 2 0,-2-2-5,2 3-6,-4 3-2,4-4-9,-4 4-1,0 0 1,0 0-4,0 0-3,-4 17 5,-1-10-4,0 2-2,4-3 4,-2 1-11,-1 3 7,2-3 2,0-1-16,1 3 17,0-4-6,-1 2 6,2-7-4,-1 6 2,1-2 1,0-4 9,0 0-2,0 0 3,0 0-4,11 2 1,-11-2-8,16-12 4,-7 10 7,0-5-9,2 2 2,-3 3-7,-3-1-3,2 1-1,-7 2-4,11-3 0,-11 3 6,13 2 1,-6 1-6,-1 0 3,-1 2 2,4 4 6,0-3-3,-1 2-6,2 0 4,-3-1-16,2 4 20,-1-4-15,1-1 18,-3-1-3,2 3 2,1-5 5,-1-2-1,2 2-1,4-1 3,2-7-6,2 3 5,-6-2-3,3-3-4,-3 2-1,2-3 7,-2-2-2,3 0 7,-5-2-4,-1 0-16,-2-5 15,0 0-1,-2 1-1,5-7-3,-7 7-13,3-4 30,-3 6 1,-5 4 14,4 5 0,-2-4-6,3 6-2,-3 3-6,2-11-16,-2 11 7,0 0 0,0 0-11,0 0 6,-9 21-3,4-9-2,-1 5 3,-1-2-21,2 4 22,-7 5 0,4-5-14,1 7-3,-1-9-25,1 9-23,3-7-33,0 6-22,-1-7-38,0-1-31,5-1-31,-5-5-38,2-1-36,2 1-173,1-3-496,0-1 220</inkml:trace>
  <inkml:trace contextRef="#ctx0" brushRef="#br0" timeOffset="192619.4551">4950 16862 212,'3'-5'212,"-3"5"-12,11-3-18,-5 0-14,7 3-9,4-2-9,-5-2-11,5 4-9,3-3-13,-3 1-9,5 2-10,-3-3-3,-1 0-13,0 3-8,-4-2-10,-2 0-2,-1 2-14,-1-1-18,-2 0-11,-8 1-17,10 0-22,-10 0-8,0 0-48,0 0-48,12-4-52,-12 4-146,0 0-347,0 0 154</inkml:trace>
  <inkml:trace contextRef="#ctx0" brushRef="#br0" timeOffset="192971.744">4647 16590 2418,'-19'-9'178,"5"-1"-90,1 0-25,4 4 39,1 2 32,1-1-6,4 2-24,3 3-18,-8-5-18,8 5-5,-6-3-8,6 3-10,-4-2-4,4 2-9,0 0-8,0 0-12,0 0-30,0 0-27,0 0-40,0 0-41,0 0-54,0 11-82,0-11-226,8 10-528,-2-3 234</inkml:trace>
  <inkml:trace contextRef="#ctx0" brushRef="#br0" timeOffset="193587.2728">5557 16824 144,'0'0'303,"0"0"-6,0 0-13,-10-4-17,10 4-3,-5-2-16,5 2-11,0 0-13,0-7-28,0 7-18,6-7-21,-2-1-17,6 2-12,3-5-12,6 2-16,-1-1-1,9 2-24,-2-1-4,-3 5-10,-2 3-6,1-1-4,-1 2-8,-3 4-11,-3 1 10,0 5-14,-3 0-5,-1 2 2,-4-2-9,-4 6 2,-4 1-4,-4 0 4,-6 6 0,-6 3 3,-1-6-15,-4 1 2,-3-3-9,1 2 11,2-6-14,5-5 2,1-1 0,7 0-7,-3-5 8,6 4 1,3-5 8,-2 3-5,3-4-3,1 1-1,2-2 1,0 0-4,0 0-7,20-2 2,-3 1-5,0-1 5,1 2-4,2 0 4,-3 3-9,0 1 5,2 0 3,-1 2 2,-8-1-3,3 2 4,-4-2-2,-4 0 4,1 2 0,2 0-2,-8-2 4,0 3 2,-5-2 4,-2 2-1,-3 1 15,-5 1-15,3-3 1,-4 2 0,-5-2 2,2 1-3,-1-3 0,3 2-3,-3-5-4,0 1-3,0-3 23,1 3-7,6-3-7,-2 0-18,5-2-25,2 2-38,1-3-49,0 1-40,3-4-41,0 1-46,4-1-242,4-2-540,1-2 239</inkml:trace>
  <inkml:trace contextRef="#ctx0" brushRef="#br0" timeOffset="193971.8712">6169 16888 205,'5'-5'301,"3"1"-8,-7 2-25,-1 2-26,0 0-19,0 0-19,0 0-7,0 0-2,-18 21-5,4-7 6,-5 7-13,-1 2-3,0-2-28,2 1 3,2-2-11,7-3-10,-6 0-12,7 2-20,4-2-5,-1-6-22,5 0 11,0 6-17,1-1-6,3-6 0,4 2-1,2-5 2,-1 3 0,6-4-5,-1 0 2,5-1-1,2-3-5,-1-4 4,7-1 14,-5-3-7,-4 1 6,-3-5 6,3-3-7,-7-1-3,3 0-9,2-5-3,-6 1-4,-1-7-13,-4-3 6,1 4-2,-4-2-6,-4 8-10,0-3-2,-2 6-11,-1-2-12,-2 8-10,-4-4-24,-4 2-27,3 6-20,-6 0-27,0 1-35,2 4-36,-3 1-46,2 2-52,2 0-86,-4 2-305,8-1-720,0-2 320</inkml:trace>
  <inkml:trace contextRef="#ctx0" brushRef="#br0" timeOffset="195615.0551">14583 2689 2,'-4'-4'190,"-1"1"-2,-2 1-3,4-1 0,-2 1 1,-1-1 2,-1-1 0,1 0 5,0 0-1,2 2 5,1-1-2,3 3 5,-4-4-5,0-1-8,4 5-9,0 0-19,0-7-15,2 4-19,1-2-7,3-2-18,4 2-14,1-6-2,3 4-18,3-3-5,-2 2-8,3 1-2,0 1-14,-6 4-8,0-3-10,-1 3-11,-2 2-10,1 2-16,-1 0-5,-4 3-5,2 1-1,1 3 2,-4 1-4,-3 0 6,-1 4 6,0 1 3,-5 2 1,-3 0 1,1-1 0,0-1 0,-1 0 4,2-6-7,0 1 6,0-3-9,3 1-5,-1-4-5,3-1-1,0 2-4,1-1 4,0-4 2,0 5 0,1-3 5,3 1-1,0 0 4,-1 4-2,6-2 5,0 2 5,0 1-3,1 1 7,-2-1-5,-3 1 7,2-4-4,0 4 6,-7-1 1,2-1-1,-1 3 2,-4-1 2,-1 1 3,1 0 1,-7-1 1,-3 3 0,-3-4 1,-5 7-2,1-4 4,1-4-7,-5 5 0,4-4-2,2-1 0,1-2 2,1-3-2,5 1-1,0-1 1,-1 0-7,5-1-7,7-1-18,0 0-23,-18-8-28,14 6-21,4 2-17,-1-10-33,1 10-22,1-12-27,5 5-178,0-2-414,5-2 183</inkml:trace>
  <inkml:trace contextRef="#ctx0" brushRef="#br0" timeOffset="195963.5533">15144 2673 101,'0'0'191,"-13"4"-8,4 1-14,-4 5-7,-3 0-10,2 3-12,1 0-1,-1 0-8,1 4-7,2-4-15,0 3-8,0-2-11,6-2-9,0-2-9,1-1-7,3 3 0,1-3 0,0 2 5,1-5 2,5 1 5,-2-1 5,3-1 2,2 2 4,2-4-5,3-2 0,-1-2-1,0-2 1,2 2-3,2-5-1,1-1 6,-6 0-2,-4-1 7,7-3 3,-7 2-1,2-5-6,0 0 1,-6-4-14,0 2-11,-2-2 0,-4 0-12,1-2 4,-2 3-24,-5 0-3,2 0-10,-3 4-10,0 3-10,-1 0-27,-3 2-17,2 3-23,0-1-20,-4 5-23,0-1-28,5 7-12,-3-1-30,2 3-31,-1 1-24,3 1-233,-1 0-508,5 2 225</inkml:trace>
  <inkml:trace contextRef="#ctx0" brushRef="#br0" timeOffset="197556.7126">3152 17505 74,'0'-10'291,"0"-4"-16,0 4-12,0-5-20,0-1-17,0 3-12,-1-6-19,-2 5-9,-1-3-7,2 3-11,-2 3-8,-3 4-12,1-2-14,1 4-12,0 2-19,-4 1-8,-5 4-10,-3 1-17,-2 7-7,-6 5-12,1 3-8,3 4 0,3-1-17,0 2-6,4-1-7,5-6-10,1-1-2,3 2-4,4-7-4,1 1 1,1 2-1,3-5 1,4 2 4,-2-2 0,6-5-2,5-2 11,1-5-4,0-1-1,3-2 5,3-10-6,-2 3 2,-4 4 4,-1-4 3,-1 1 4,-1 1 19,-3-3-9,-2 1 14,-1 5 8,-4-2 3,-1 6 8,-1 1-12,1 1-12,-2-2-4,-2 5 3,0 0-9,-9 21-2,-4 2 2,0 5 0,-2 3 10,-8 12-6,5-9 1,-1 10 1,1-11-8,-2 11-3,5-11 3,1 1-27,3-5-9,-1 1 11,1-5-4,2-9 3,5 3 3,1-4 0,0-3-4,-2-3 2,1 1 8,4-4 1,-4 0 0,4-3 8,0-3 6,0 0 6,0 9 5,0-9 3,0 0 6,0 0-14,0 0 8,13 1-5,-13-1-7,18-12 4,-1 5 1,0-1-22,3-4-12,6 1-4,3-3-22,-2-1-23,8 2-15,-5-3-33,2 1-24,-1 0-19,-2-2-43,1 0-26,-2 2-39,-2 1-251,-10 6-550,4-2 243</inkml:trace>
  <inkml:trace contextRef="#ctx0" brushRef="#br0" timeOffset="197850.5413">3750 17616 229,'0'0'311,"0"0"-21,0 0-17,0 0-28,13-4-20,-6 1-23,5 2-12,7 0-15,-1 0-10,11-1-16,3 4-5,-1-4-9,3 2-17,2-3-8,-1 3-7,-2 0-22,-4-5-15,1 5-24,-10 0-31,-6 3-40,-2-3-47,-1 0-54,-11 0-49,10 0 0,-10 0-40,0 0-190,0 0-443,0 0 196</inkml:trace>
  <inkml:trace contextRef="#ctx0" brushRef="#br0" timeOffset="198150.4209">3773 17817 199,'-3'3'271,"3"-3"-2,0 0-6,0 0 0,13 7-29,-13-7-15,31 0-9,-12 0-9,3 0-19,7-3-13,-1 6-9,2-6-18,-4 2-16,-4-2-16,1 5-12,-2-4-24,-6 2-28,-2-1-26,-1 2-28,-1-2-32,-2-1-44,-9 2-30,14 0-53,-14 0-41,11-2-40,-11 2-151,0 0-430,9-2 190</inkml:trace>
  <inkml:trace contextRef="#ctx0" brushRef="#br0" timeOffset="200362.2061">14812 4511 13,'0'0'88,"-1"2"11,1-2 6,0 0 17,0 0 11,-1 4 3,1-4 4,0 0 6,0 0 10,0 0-2,0 0 1,0 0-3,0 0-10,0 0-6,6-12-8,-4 6-3,2-1-13,2-2-10,1-3-9,2-5-8,2 0-6,1-8 6,5 2-17,-5-5-4,5-1-5,0-2-4,2 2-1,1-1-9,-2-3 4,0 2-6,6-10-3,-7 11-2,1 0 0,0 0 0,1 0-10,2 2 0,-4-4-1,7 3-6,7-7-2,-5 7-1,4-11 2,-6 13-4,7-10 1,-6 10-2,13-9 1,4 6-4,-4-4 20,2 4 17,0-1-8,3 1-8,-9 6 3,7-5-2,2 0-2,-1 0-4,-1-1 2,-9 9 3,10-8-4,0 2 2,-1 0 3,-10 6-9,14-8 7,-5 0 0,1 0-11,2 0 2,1 0-5,4 2-3,-3-1 3,5 0-2,1-4 4,-2 1-8,4 3-2,-2-2 2,1 6-2,-1-1-4,-2 0 5,-1 3-6,0 2 4,-13 3-2,15-5-2,-15 9 3,1-2-5,1 2 4,-2 1-9,2 0 9,-1 0-9,2 2 0,0-1 13,-2 2-20,4 3-31,-5 2 1,3-2 9,-4 1-1,4 1 3,-3 6 4,2 1 1,-6 1-2,-2 2 4,0 0-1,-2 9 4,-3-1 0,1 1-1,-1 4 2,-4 1 3,2 7 1,-6-5 4,3 7-3,-8 3 2,10 10 5,-8 4 2,-4-10 1,1 10-1,-5 5 9,1-2-5,-1 4 3,-9-1 1,4-3-1,-5 2-3,-2-2 4,-5-3 2,1-2-1,0-9-3,-4 9 2,2-13 7,-6 15-4,-1 1 10,0-5-3,0 2 6,3-11-9,1 0 5,0 0 1,-3 1-7,5-2 1,-2 0 0,2-1 0,1-2 1,0 0-3,0-8-1,4 4-6,1-8 12,0-4-12,1 3 1,2-7 7,1 1-5,0-4 0,2 1-7,-3-2-2,2-1-6,2 1-5,1-5-3,-4 7-10,4-7-6,-2 2-4,2-2-9,-4 6-9,4-6-7,0 0-7,-4 2-9,4-2-4,0 0-16,0 0-24,-15-1-8,15 1-1,-17-4 12,3 1 3,2-2 12,-3-4 13,2 4 9,-2-5 12,-2 0 22,6 0 10,-4-3 11,3 0 24,2-2 5,1-1 14,1-3-3,2 2 7,0 0 7,2 3 13,-1 1 20,3 3-5,0 1 4,-1 3-2,2 1-5,-2 2-3,3 3-18,0-8 0,0 8-14,0 0 2,0 0-7,0 0-2,0 0-3,-3 18 2,3-2 2,2 1 5,-1 12-2,2-5 2,-2 4 0,3-2-2,-1-3-6,0-3 7,3 5 2,-2-8 5,2 1-8,-4-3 4,1-3-4,1-4 0,-3 2 2,2-4-1,-2 0 9,1-2 4,0 0 8,-2-4 18,5 5 11,-5-5 22,7 3 18,4-3 6,15-5-1,8-2-7,19-5-8,7-4-5,2-1-11,28-8-11,-28 11-8,-2-1-8,-1 1-7,-3 2-5,-5-1-9,-13 4-17,-5 0-4,-6-1-10,-10 5-10,-1 3-13,-6-3-8,1 4-8,-5-2-15,2 1-11,-8 2-19,5-2-23,-5 2-25,0 0-22,0 0-15,0 0-30,0 0-28,0 0-37,-23-3-31,6 3-159,17 0-492,-31 1 219</inkml:trace>
  <inkml:trace contextRef="#ctx0" brushRef="#br0" timeOffset="200918.092">18198 4166 132,'2'-7'238,"-1"2"-15,1 0-10,2-5-24,-4 1-9,4-1-18,-4-1-4,8-6-1,-5 6-10,-3-7-17,4 6-12,-4 3 0,0-5-3,-1 6-6,-2 1-8,3 1-11,-3-2-16,0 4-10,-6 0-9,0 2-9,-8 2-5,0 3-4,-11 5-5,1 2-3,1 5-6,1 2-3,5-2-2,4-1-5,4-4-4,2 1-7,3 0-2,1-1 3,0 0-3,5 1 6,-3-2 3,6 1 3,1-1 0,3-4 2,3 2 4,1-3 3,3-2 4,6 1 2,-2-2 13,4-3 3,-1 0 8,-3-3 14,0 0 5,3 1 10,-2-5 6,-1 1-7,-1 0 13,-6 1-8,4 3 3,-5-1-9,-4 2-9,-1 1-13,-4 2-13,9-2-16,-9 2-5,0 0-8,6 9 1,-6-2-6,-4 12 4,-1 0-2,-3 9 5,-1 0 11,-2 2-18,1 1 7,0-2-3,1-1-4,-2 2 11,3-6-8,1 0-4,1-7-1,1-1-4,1-7 11,3 3-6,-2-6-3,3-1 1,-2 1 10,2-6-2,4 6 11,-4-6 7,0 0 23,17 1 5,6-7 14,13-1 1,20-8-10,7-3-5,26-13-4,-27 11-18,26-14-26,-38 10-25,0-5-46,3 0-58,-6-5-51,-3 2-67,-1-7-77,-4 4-91,-12 10-226,-3 3-682,-1-3 303</inkml:trace>
  <inkml:trace contextRef="#ctx0" brushRef="#br0" timeOffset="202524.2403">4741 17633 191,'-12'-4'260,"12"4"-8,0-5-29,0 5-20,0 0-23,6-13-22,-2 6-20,2-1-6,1-1-16,2-4-6,3 0-7,0 0 10,-2-4-10,7-2-6,-4 4 1,-3-3-6,4-7-1,-4 8 1,-2-1-9,1-6-12,0 8 3,-8-2-5,3 2-7,-4 2-4,-5-1-12,1 1-4,0 4 0,-1 1-24,0 0 11,-9 5-5,0 2-5,-6 4-2,4 3-5,-5 3-2,-5 5-2,3 4 6,1 0-12,9-2 2,3 12-1,-3-5-7,11-3 6,2 8-2,2-3-4,7 1 8,-1 1-1,7-1-7,-4-7 2,6 3 0,-4-4-1,4 3 1,-6-3-1,-1-2-11,-1-1 19,-3-4-7,1-1 4,1 1 9,-6 0 0,-2-3 3,-1 1 7,-3-1-1,-2-1-1,-3 5 6,-3-7-8,-1-1-2,-4 1 1,0-1 0,-4-6 1,4 4-17,0-2 18,-2-5-10,6 3 2,-1-2 0,2-7-1,3 3-5,3 4 6,1-7-9,4 2-17,3-2 16,3 0-11,4-5-9,3 3-6,-2-1-8,7 3-13,-3 1-9,4 1-26,1 1-19,-3 2-29,6-2-28,5 2-44,-8 1-37,2 3-193,-8 2-466,4 1 207</inkml:trace>
  <inkml:trace contextRef="#ctx0" brushRef="#br0" timeOffset="202920.0375">5186 17522 170,'0'0'269,"0"0"-10,1-7-25,-1 7-20,0 0-20,0 0-20,0 0-9,0 0-10,0 0-8,-14 17-5,5-5-7,-3 2-6,-1 7-1,-2 4-9,-2-6-13,-2 0-19,10-4 5,-1 0-17,1 3-3,1-2-6,3-9-7,1 7-4,0-4-10,3-1-8,1-1-5,5 1 8,-3-1-6,3-1-3,3-2 3,3 2 2,0-4 1,6 2 5,6-5-4,-2 0-8,9-1 10,2-5-9,-4-4 8,0 3 5,-1-5-6,-3-1 2,-6 4 2,1-11-15,-6 8 3,0-2 8,-3-3-10,-2 1 2,-3 2 7,-4-2-16,-2 4 2,-4-3-8,1 1-12,-3 2 4,-5 0-10,-1 4-11,-1 2-5,-4-1-26,0 6-2,1-2-13,-2 3-28,-1 0-19,2 3-34,5 2-21,-2 2-40,7-5-34,0 3-280,1 5-558,2-8 248</inkml:trace>
  <inkml:trace contextRef="#ctx0" brushRef="#br0" timeOffset="203440.0055">5741 17685 149,'0'-4'264,"5"0"-10,-5-1-20,4-2-22,-2 2-12,2-2-17,3-1-12,-2-1-3,5-8-6,-1 5-8,0-1 6,-2-6-13,5 2-4,-4 4-10,-3-1-10,0-2-17,1 1 5,-3-2-3,-2 8-4,-1-4-12,-1 1-7,1 3-1,-4-3-13,-6 4-11,1 0 4,0 2-17,-5 3-1,1 3-5,-6-1-11,-2 5 0,1 1-2,-2 1-8,0 4 1,3 0-6,4 0 0,2 4-1,4-1-5,2-1-6,3 4 11,4 0-7,2 0 6,7 8-3,-2-5-6,4 6 0,-1-8-14,-1-2 12,1 3 3,3 4-2,-8-7-2,6 2 6,-5-3 1,-1-4-4,0 4 0,-2-4 5,2 0 2,-5-1-4,-4-1 10,-2 3 5,2-3-5,-5 1 6,0-1 2,-5-2-19,1-2 13,-2 3 1,-3-2-17,3-4 15,-1 0-5,-2-1-14,7-2 14,-2-1 6,2-2-26,1 1 10,0-5-4,3-1-19,3-1 5,0-6 7,4 0 0,4-1 1,1 1-13,4 1-10,3 3 5,-2 0-4,7-1-4,-2 2-15,1 0-13,0 5-15,4-1-9,-1 0-28,-2 2-21,6 3-31,-5-1-27,1 1-43,1 1-47,1 3-183,-3-1-503,10 1 222</inkml:trace>
  <inkml:trace contextRef="#ctx0" brushRef="#br0" timeOffset="203821.7456">6403 17464 26,'5'-12'303,"0"1"7,0 3-8,-3-1-17,0 4-5,1-1-25,-1 1-31,-2 5-26,-2-4-2,2 4-27,-8-2-12,8 2-14,-23 6-5,2 1 0,-3 11-12,-11-2-3,5 4-7,-14 6-10,2-1 0,1 6-22,12-12 2,1 1-18,5 2-9,0 2 7,2-4-6,5 1-7,6-2-9,6-4-11,-5 1 0,5 3-2,4-2-4,0 0 0,4-5-19,0-2 12,3 1 7,6 0-12,3 0-3,1-6 9,3 1-6,0-3-6,1 0 2,-1-2 1,-1 0 2,-1-2-6,0-4 11,-7 1-4,1 1 2,-3-1 11,1-2-14,-4-1 14,-3 1 11,1-1-8,-4 4-5,-2-4-1,-4 1-15,-5 1 0,-2-4-17,-6 3-3,-3 2-32,-8 3-24,1 0-31,-2 6-41,1-3-57,3 3-51,4 0-77,-5 4-291,10-3-665,-4 1 294</inkml:trace>
  <inkml:trace contextRef="#ctx0" brushRef="#br0" timeOffset="207220.1149">13362 7962 104,'3'-10'193,"-1"-2"0,2 3-10,-1-7-3,1 0-2,2 2 7,-3-3-7,1 5-1,0 3 2,-2-2-9,2 6-6,-2-2-15,-2 3-18,0 2-16,0 2-17,0 0-7,0 0-9,-2 14-7,-4 3 5,-2 9-20,-1 1-1,-1 2-3,1 1-8,-2-2-4,2 1-1,2-2-8,-3-3-5,6-7-2,0 4-4,1-6-3,1-5 3,1-1-7,0-1 0,-1-1-2,1-2-2,1-1-3,0-1 1,0 1 1,0-4 3,8 0 9,-8 0-13,18-7 0,-8 3-2,4-4 4,0-1-3,2 0-6,-1-1 10,0 0-13,-4-1 3,1 5 2,-2-2-3,3 3-2,-7 1-1,5-2-3,-2 5 3,-6-2-3,3 2 4,-6 1-4,0 0 3,10 3-4,-4-1-1,-2 4 5,0-1-1,0-1 1,1 1 1,-1 1-7,-3 0 1,4-1 3,-1-2-2,-2 2 1,2-1 4,-1 0-4,2-1 5,-1 1-3,1-3 1,2 2 2,0-3 7,2-3-6,0 2-1,4-3-2,-4 1 2,4-1-1,-4-2-5,1-1 13,2-2-11,-5-1 0,2 0 2,-6-2-3,5-5 7,-4 1-4,1-1 0,-4-1 5,-1-2-7,0 1 3,-4 2-4,2-1 2,-6-2-2,4 3 0,-1 5 8,1 1 1,-2 1 0,2 2-3,-1 1 0,3 3-1,-1 0-7,3 1-1,-2 0 7,2 3-10,0 0-3,0 0 3,0 0 5,0 0-5,9 7 2,-1-3 4,3 1 1,2-1 0,3 0-1,12 0 3,-8-1-4,10-5 28,-1 4-4,1-4-2,-9 1 0,2-3-1,-2 0 0,-2-1 3,-1 0-6,-3-2 0,-2 2-1,0-5 2,-4 0 5,-2 3 2,1-3-6,-1 1 8,-4-1 12,1 2 0,-1-2 4,-2 3 12,1-3 2,-2 6-6,0 0-2,0 0-14,0 4-5,-3-4-3,3 4-5,-10 9-2,1 1-3,-7 4 2,0 8 4,-1 0 3,-1 3-4,-1 1-6,3 1-4,1 1-8,2-2 6,-1 2-3,2-3 1,3-1-1,0-5-7,4-3-1,1-4 0,0 1 6,1-4-4,1 1-9,-1-5 1,3 1 2,0 0 0,0-4 6,0 4 8,0-6-7,11 1 0,-11-1-1,19-10 6,-5 1-5,4-2 1,6-9-2,3 0-5,-2-1-3,3 0-8,1 2 10,-7 1 0,0 2-1,-3 6 3,-7 2-5,2 1 7,-4 3-9,-5 3-4,3 1 7,-4 2 1,1 4-3,-1 3 0,-2 3 2,-2 1 3,0 6 1,0-3-4,0-1 23,-2 2-17,2-1-7,0-4 0,0 1-6,0-4-1,0-2 0,2-1-3,2 1 2,0-1 6,4-4 0,3-1-2,-1-1-1,2-1-1,7-4 3,-1-1-6,0-2 3,-4-3 3,2-1-1,6-5-1,-7 2 5,-2 1 0,4-5-1,-9 2 5,-1 2 6,3 0 1,-6 2 3,3 5 6,-3-2 2,-1 6-4,0-2-5,1 2-3,-4 2-3,0 2 7,0 0-8,-4 13 3,1-5 2,-3 4 1,0 2 0,-1 1-2,-2 1-4,5 0 3,-1-2-2,1 1 1,3-3-1,-1 0 0,2-3-4,0 2 4,1-1 0,4-3 2,3 2 1,2-4 7,0-2-8,7 1 5,2-4-1,0-3-2,0 2-6,2-5 5,6-3-7,-3-4-3,-5 4 6,-1-5 5,2-3-2,-2-4 1,-3 0 6,1 0-2,-2-6-3,-3-1 0,0-2 7,-2 1-5,0 0 10,-4-3 1,2 4 11,-2 5 0,-3 5 5,-1 1 4,0 9-8,-1 0-4,0 3-8,0 4-6,0 1 9,0 0-11,-7 17-1,2 0-1,-4 9 5,0 6 0,-2 0-1,0 0-1,-1 2 0,4 2 0,-1-5-1,3 3-6,2-7 0,3 1-2,1-10 0,4 2 0,0-3 0,4-3 1,3 0 4,2-3-2,2-4 6,4 0-6,2-4 5,8-2-2,-1-7-5,-1 1 5,1-1 0,-1-4-4,-1-3 4,-2 1-1,-1-5 2,-8 4-1,3-1 7,0-8-3,-6 1-7,-2 4 1,-1 0 4,-3 1-2,-1 4 2,-2 1 3,-1 1-2,-4 1 4,2 4-12,-2 1 1,-3 1-5,5 3 1,-15 9 1,4-4 0,-1 8-1,-1 1-1,0 1-1,1 2 0,3 0-1,1 0-1,1 0-2,1-1 0,3 1-3,3-3 2,1-1-2,1-1-1,0 0 2,5-4 2,1 1-3,3-3 3,-1-2-2,2 1-7,-2-1-13,3-1-14,1-3-16,-1-2-18,0 1-17,1-3-13,-1-1-23,-3-1-13,2-2-8,-1 1-9,-1-1-12,-2-1-12,-1-2-11,0 4-14,-5-1-137,1 2-380,0-2 169</inkml:trace>
  <inkml:trace contextRef="#ctx0" brushRef="#br0" timeOffset="207517.7002">14455 7686 129,'-3'-4'267,"3"0"-23,-7 3-16,7 1-29,-2-5-22,2 5-18,0 0-20,0 0-20,0 0-23,0 0-23,0 0-23,-6 8-39,6-5-45,0-3-44,5 7-57,-5-2-139,1 2-298,1-3 132</inkml:trace>
  <inkml:trace contextRef="#ctx0" brushRef="#br0" timeOffset="208175.5422">15960 7643 11,'5'-18'195,"0"6"-12,-2-1 3,0 2 4,0 1-3,0 4-2,-2-2-7,2 3-9,-3-2-7,0 3-9,0 0-11,0-1-14,-3 1-10,0 1-16,-1-1-9,-1 2-12,-4-1-7,-2 3-6,-3 3-7,1-2-7,-9 3-10,0 9-1,-9 2 1,2 7-11,-10 11-1,0 2-3,-1 6-2,5 5 2,-14 23 16,12-19-5,0 26-5,12-26 0,2 3-4,1 2 1,5-4-2,1-1-5,4-4-5,3 2-3,9-4 4,4-12-4,0 4-9,2-3-6,3-3-7,4-1-10,2-4-21,4-1-21,3-2-25,6-5-27,-1-2-27,5-4-33,6-3-22,-3-4-40,2-1-157,0-6-421,2-1 186</inkml:trace>
  <inkml:trace contextRef="#ctx0" brushRef="#br0" timeOffset="209130.7719">16234 7972 14,'5'-2'154,"-2"0"-6,3-1 6,-1 1-1,1-1 3,-3-3-4,1 3-5,1-3-3,2-3 1,-1 4-6,0-7-5,-3 4-4,2-4-14,-2 0-5,0 0-7,-3-5-9,0 2 6,-1 2-11,-2 1-7,-3 0-4,2 2-12,-2 0-11,-4 2-8,-2 3-6,0 5-5,-6 5-3,-2-1-4,-3 9-7,-2 2-1,1 4 1,3 0-7,3 3 0,4-1-2,5-4-4,0 0-4,5 1 3,2-3-3,2 1 4,0-4-3,2-1-3,2-2 2,5 0 0,0-4 0,5 0 5,1-3 0,5-2 0,0-3 0,-3-1 2,6-4 3,-3-1 3,-2 0 1,0-2 6,-4 0 13,4 0 5,-5-3-1,1 1 5,-1-3 9,-6 6 1,5 1-1,-6 2 3,-2 1-10,1 2-6,-2-1-11,0 3-6,-3 2-3,0 0-4,0 10-8,-4 4 4,-9 8 2,-3 7-6,-2 2 1,-7 10 1,-1 4-5,3-2 6,-2-2-2,3 0-5,3-9 3,5-2 12,0-2-18,1-2 8,3-7 0,0-1-1,1-2-6,5-4 1,1 0 0,-1-4 5,3-3 3,-3 2-4,4-4 0,-1 3 10,1-6 20,6 4-19,-6-4 10,17-7-10,1 1 7,7-9-6,1 1-1,-1-1-5,4-2-5,-2 0-15,2 3-19,-1-3-9,0 0-18,-1 0-36,-3 1-28,1 2-30,-1 0-29,-6 3-45,7-4-29,-11 5-43,4 1-201,-4-1-530,-3 0 235</inkml:trace>
  <inkml:trace contextRef="#ctx0" brushRef="#br0" timeOffset="209439.1095">16943 7702 76,'4'-11'290,"0"3"-17,0 3-31,-4 4-30,0 1-19,0 0-17,0 0-18,-3 19-5,1-2-8,-5 7-9,0 4-5,3 2-12,0-4-12,-4 6-4,3 0-10,-7-1-9,1 0-2,2 3-7,-3-4-16,1 1-13,0 0-20,-2-1-25,0-2-28,-2 1-47,1-3-54,-1-1-53,2-2-47,-4 1-163,0 0-423,2-3 188</inkml:trace>
  <inkml:trace contextRef="#ctx0" brushRef="#br0" timeOffset="209754.8939">16796 8636 124,'-2'8'258,"2"-3"-11,-3 2-10,1 1-19,-4 3-15,2 0-20,0 0-14,0 0-17,1 2-17,1-5-12,0 3-10,2-4-12,0-3-3,2 1-4,2 0 1,-1-1-3,4-4-4,2 0-6,2-2-11,2-3-2,0-2-2,-3 0-3,0 1 8,0-5 1,-4 6-7,1-7 2,-3 4-7,-2-4-3,-1 3-11,-1-1-12,-3 0-14,-4 2-4,-3 0-9,0 0-19,-1 1-9,-5 0-22,0 2-17,3 2-19,-1 1-23,4 2-19,-3-2-28,5 4-29,2-4-28,-1 4-35,7-2-162,-10 1-435,10-1 193</inkml:trace>
  <inkml:trace contextRef="#ctx0" brushRef="#br0" timeOffset="210060.1093">17502 8231 50,'2'-8'331,"-2"3"3,0-2-18,2 3-25,-2-1-25,0 5-19,4-6-41,-1 4-18,2 0-14,2 1-19,4-3-10,8 2-22,2-1-2,7 2-13,-5-2 10,8 2-35,-4-2-16,1 3-20,-7 0-22,-1 1-28,-1-2-32,1 2-34,-7 1-32,-3 0-31,0 0-37,-3-1-19,-2 2-13,-4-2-15,-1-1-165,-10 8-411,-4-3 182</inkml:trace>
  <inkml:trace contextRef="#ctx0" brushRef="#br0" timeOffset="210089.1325">17529 8320 115,'4'5'211,"-4"-5"-8,12 2-16,-2-2-18,4 0-15,6 0-16,8-2-14,1 2-16,3 3-20,4-3-28,2 1-29,3-1-57,9 0-53,-10 0-169,-5-1-268,6-3 119</inkml:trace>
  <inkml:trace contextRef="#ctx0" brushRef="#br0" timeOffset="210556.2138">18304 8095 68,'4'-9'268,"-1"4"-22,-3-1-28,1 6-16,-1 0-3,0 0-13,-4 20-9,-3-4-11,0 9-8,-2-1-6,0 3-4,-1 2-2,1-2-10,-4 4-4,1-2-8,1 0-6,1 0-8,-3-4-10,7-7-9,-1-3-2,0-1-7,0-1-6,4-6-9,1 5 4,0-7-1,0 0 0,0 0-4,1 0 4,1-5 12,-3 2 11,3-2 0,0 0 3,-5 2-4,5-2-13,0 0 0,0 0-11,6-14-3,-3 9-6,1-5-11,0-1-1,-1-3-5,3-2-8,2-1-2,-2 0-2,1-4-19,2-3 13,-5-1-3,10 0-1,-4 2-1,-1-4 0,5 5-3,-2-2 4,-5 5 0,1 5 7,-1 0 7,-2 3-2,-1 6 0,-1-1-3,1 1-8,-1 2-7,-2-1-5,3 2-4,-4 2 0,0 0 2,11 9-5,-4 1 3,1 4 2,2 3-3,0 0-2,6 4-1,0-1 2,0 1 1,2 2 0,-2-3 2,1 3-2,-4-11 2,0 2 1,1 1-3,0-1 3,1 0 2,0-2-1,-4-6 2,-1 3-1,2-3 0,-2 1 8,-5-2 24,2-1 16,0-4 10,-7 0-8,14-4-2,-5-5-6,1-4-6,-1-2-2,0-4-1,5-5-7,-5-1-6,0-1-6,0-1-6,0-1-4,-1-2-1,-2 1-8,-3 1 1,1 1-9,-1 3-4,-1 3-4,0 4-4,-2 1-1,3 3-6,-3 4-16,1 3-20,-2-1-17,2 2-37,-1 0-38,0-1-38,1 4-28,-1 2-19,0 0-17,0 0-18,0 0-33,5 17-23,1-8-281,-1-1-658,5 1 292</inkml:trace>
  <inkml:trace contextRef="#ctx0" brushRef="#br0" timeOffset="210882.5452">19058 8082 62,'12'-8'213,"-3"1"21,1-2 28,-5 5 18,1-1-2,-2 1-6,1-1-21,-1 2-29,0 1-24,-3-1-21,-1 3-19,0 0-20,0 0-17,-3 19-5,0-6 1,-4 4-18,-4-2-9,6 3-11,-5 1 2,-1 4-4,1 0-2,4-5-4,-1 1-4,4-2-7,-1-5-6,1 4-7,3-3 2,-2-4-10,4 1 0,1 0-4,-1-3 6,1 3-2,3-3 15,3 1 6,3-4 3,7-2 5,0 2 0,1-5-4,0 1-3,1-5-5,0-2 0,3-1-7,2-3-8,-1-5 1,-2-1-1,-2-1-3,-2-6-7,-1 4-1,-3-4-9,-1 0-13,-4 1-14,-1 0-1,0 3-3,-6 4 2,2 1-12,-3 3-9,1 0-1,-3 5-18,0 1-27,4-1-28,-3 3-31,-1 2-18,0 2-13,0 0-19,0 0-33,0 0-28,-15 12-37,13-8-28,2 1-185,2 2-535,0-2 236</inkml:trace>
  <inkml:trace contextRef="#ctx0" brushRef="#br0" timeOffset="211158.723">19619 8082 229,'8'-7'260,"2"1"14,-4 2 8,1 0-2,-3 0-4,1 1-13,-1 1-26,0-1-30,-1 3-23,-3 0-24,0 0-17,4 8-13,-8 1-10,1 0-6,0 4-11,-5 3 2,2 4-11,-2-3-12,2 3-7,-1-4-8,2 1-1,0-3-16,0 3-2,0-5-9,1 1 1,2-5 6,0 3-14,2-4-11,0 3 1,0-4 0,-1 0-7,1-1-2,-1 0-2,2 2 6,2-2-5,3-2 5,7 1 4,5 1 1,9-2 5,3-1-16,-2 0-11,3-4-31,-4 0-38,1-4-50,-3 1-62,-3-1-46,3-4-44,0 0-42,-5 1-192,-2 2-546,2-1 242</inkml:trace>
  <inkml:trace contextRef="#ctx0" brushRef="#br0" timeOffset="211441.8693">20090 8111 46,'2'-13'211,"2"3"16,1 1 9,-3-1-2,0 5-14,-1-1-31,0 2-21,-1 4-20,0 0-14,0 0-13,-4 13-5,-1 3-6,-2 2-2,-5 6-4,-2 2 4,1 1 5,-2 1-7,0-2-9,-1-4-5,2 4-3,1-5-9,2-4-7,6 1-3,-1-1-6,2-6-5,2 1-3,2 0-4,4 5 0,5-4 4,5-2-3,4-4-4,4 3-8,6-5-6,1 0-10,5-1-21,-1-3-23,1-5-28,-2 0-49,-1-5-46,-3-2-61,1-2-49,0-3-247,-5-5-538,-5-1 238</inkml:trace>
  <inkml:trace contextRef="#ctx0" brushRef="#br0" timeOffset="211697.7843">20574 7914 238,'2'-14'261,"5"4"-1,-2 2-19,1 0-21,-1 2-21,6 3-19,3 3-19,2 5-12,11 7-14,1 9-5,8 11-3,2 7-7,-5 5 1,-3-4-5,-6 6 1,-10 1-5,-6-12-5,-4 16-3,-7 2-5,-7 2-8,-12-2-1,-15 21-7,1-25-11,-20 22-10,-1-5-32,11-22-25,-23 15-37,19-19-38,-31 13-56,0-9-54,24-14-55,-25 12-58,-6-7-156,3-4-487,-1-7 215</inkml:trace>
  <inkml:trace contextRef="#ctx0" brushRef="#br0" timeOffset="212570.3659">15928 9010 60,'-20'3'117,"1"0"4,-4-2-5,6 1-1,4 0-3,2-1 10,1-1-12,3 2 0,1-2-10,6 0-9,-10 2-3,7-2-4,3 0-7,-8 0 0,8 0-6,0 0 6,0 0 6,0 0 0,0 0-2,0 0-6,21-2 0,-12-1-5,5-4 0,-3 1 3,5 0-4,-2-2 0,3-1 1,-3-1 8,1 0-7,-2 1 0,-3-3 4,-2 3 3,0 0-10,-3 1 2,-1-1-4,-2 1-4,-2 0-7,3 1-8,-6-2-5,1 6-6,-2-6-5,-4 2-6,0 3-3,-3 0-1,-1 3-5,-7 1 0,1 3 5,-1 2-13,0 2 1,-2 3-2,4 2-5,-4 3-5,6 2 9,-2 2-2,4 4-5,3-1 2,3 4 1,3 2 1,4-1-2,1 4 0,2 0 3,2 1 0,-3-1-4,5-1 2,-4 1 3,3 1-5,-3-3 2,1-1 2,-1-1 11,-4-2-13,-2-5 3,0-2 2,0 1 1,-3-8-1,0 0 4,-3 1-1,0-4-6,-1 1 3,-1-4-3,-2 0 2,0-4 1,-4-1-3,7-3-1,-4-3-2,-1-5 1,1-1-4,5-3 0,0-3-1,1 0-3,7-11-2,2 2-2,3-1-4,5 1 3,1 2-4,1-1-2,4 5-12,2-1-4,-4 9-12,5-2-11,-2 2-17,1 5-26,8-7-12,-1 5-28,3 1-26,4 2-24,-5 0-26,-4 2-179,-4 1-425,0 3 188</inkml:trace>
  <inkml:trace contextRef="#ctx0" brushRef="#br0" timeOffset="212973.9712">16224 9123 143,'0'-7'242,"4"2"-14,-2 1-5,-2-2-20,2 2-22,-2 1-19,0 3-19,0 0-12,0 0-8,0 0-7,-30 13-6,12 4-8,-3-1 1,-6 8-10,1-4-6,2 5-6,-2-2-5,3 2-9,2-1-5,2-2 0,4-1-12,-2-2-7,8-1-2,1-1-5,3-1-5,2-3-2,2 0-2,2-2-3,1 1 3,3-2 4,-1-6-1,6 5 2,5-3 2,4-4 8,-1-1-8,6-2-4,-3-4-1,6-2 3,-9 0 5,7-4-3,-8 0-2,5-6-1,-3-2 9,-2 0-18,-6 2-2,2-6-1,-6 4-3,3-6-2,-4 1-1,-3 5 1,-3 3-5,0-4-2,-3 3-9,3 7-8,-6-4-9,-4 4-17,0-2-20,0 4-17,-2 4-28,2-1-24,0 3-30,-3 4-15,3-1-28,0 1-19,2 4-24,-1 0-134,5 1-405,-1-2 180</inkml:trace>
  <inkml:trace contextRef="#ctx0" brushRef="#br0" timeOffset="213373.567">16520 9300 22,'17'-8'221,"1"-2"-2,-4-1-2,4-1-12,0-8-10,-4 8-13,0-4-2,0 2-1,-2-3-5,0 1-8,-3 0-9,-2-1 1,0 2-12,-2 3-5,-3 2-10,-2-2-16,-2 2-12,-4 1-12,-2 2-12,-3 2-9,-6 0-7,-2 5-6,-8 5-9,1 4-3,2 3-7,0 1-6,1 8-2,4-1-3,2 4-6,8 0 2,2 1-2,0 3-6,4 1 5,6-2-5,-3 0-2,7 1-1,-4-1-4,1-2 3,4-1-6,-3-6 0,1-1 2,-2 0 0,-4-6 1,2 1-1,-2 2 7,0-3-10,-2 1 7,-3-1 3,-4-4-1,0 0-2,-2-1-4,-1-2 7,-3-1-2,1-3-1,2 0-5,-3-4-3,2-2 3,3-1-7,0-2-1,1-4-4,3-3-5,3-2-5,2-1-2,5 0-10,2 1-18,2-7-8,1 9-13,2 0-19,2 1-23,1 3-19,1-1-27,4 2-25,9 0-13,1 0-28,0 1-195,0 3-451,2 0 200</inkml:trace>
  <inkml:trace contextRef="#ctx0" brushRef="#br0" timeOffset="213702.6404">17180 9157 111,'11'-7'218,"-2"0"4,0-1-1,-3 1-8,-3 2-10,-3 0-20,-3-2-12,-5 6-18,0 0-12,-4-1-9,-8 6-7,-8 6-7,-1 2-7,0 4 2,-1 4-10,-1 0-3,4 1-7,2 1-11,0 3-3,2-1-6,4-2-10,1-1-8,4 3-4,8-4-4,-1-1-7,1-3-4,5 2-2,2-2 0,2 0-7,4 0-1,-1-8 1,6 6-2,6-4-3,-1-2 1,-1-3-1,2 2-5,-4-6 0,0-1-1,-2-1-1,3-2 6,-3 0 10,-3-2-17,1-1-1,-3 0 4,0-3-1,-2-3 1,0 2-6,-2-2 0,0 0-1,-3 0 2,-6 0-8,1 0-2,-1 2-8,-6-2 0,-2 2-18,1-1-10,-3 6-8,-2-3-15,-3 3-24,5 2-18,-5 1-29,2 0-20,1 4-34,6-2-24,0 0-32,1 2-177,4-2-451,2 1 200</inkml:trace>
  <inkml:trace contextRef="#ctx0" brushRef="#br0" timeOffset="213982.7593">17797 9140 123,'6'-25'297,"1"7"-15,-1-1-16,2 5-12,-6 6-22,2 0-22,-1 2-29,-2 3-19,-1 3-15,0 0-20,-4 17-6,-2 5-9,-6 10-11,0-2-6,-4 18-9,-4-5-6,-1 2-8,0 1-7,1-4-9,-1 3-2,4-14-5,2 0-14,-6 11-12,6-13-20,-4-3-32,3-1-37,-3-1-44,0-2-37,6-2-46,-1-6-29,3-2-189,1-3-446,2-2 197</inkml:trace>
  <inkml:trace contextRef="#ctx0" brushRef="#br0" timeOffset="214277.5393">17472 9859 67,'-7'6'231,"-1"5"-13,-3 3-12,2-1-16,0 5-13,1-3-19,0 0-12,3 2-15,4-5-14,1 1-2,0-5-6,4 5-3,-2-8 2,6 4 5,1 1-2,1-5 2,3-4 1,0 2-6,0-2 2,1-2 0,-2-1 6,-1 0 10,1-1 9,-5-2 8,-1-2-5,-1 5-21,-2-10-6,-2 3-14,-2-2-14,-7 2 2,1-4-30,-5 1-8,-3 3-14,1 2-14,-4-3-13,1 4-22,1 0-23,-4 3-16,6 1-12,5 2-20,-5-1-22,5 1-30,4 0-25,-1 1-21,6-1-30,0 0-23,0 0-45,0 0-146,0 0-465,38-3 206</inkml:trace>
  <inkml:trace contextRef="#ctx0" brushRef="#br0" timeOffset="214538.5012">18239 9503 200,'-17'-4'273,"2"1"-3,4 1-11,2 0-19,0-1-18,4 3-19,0-1-14,5 1-15,0 0-13,0 0-7,0 0 0,21 4-7,1-2-15,11 4-9,4-3-14,2 0 3,-1 2-20,0 1-20,13 0-27,-16-1-15,0-5-34,-6 4-33,-10 1-31,-4-4-38,-3 1-39,-4 0-41,-1 0-7,-7 1-22,0-3-23,-10 4-124,-6 0-392,-5 0 174</inkml:trace>
  <inkml:trace contextRef="#ctx0" brushRef="#br0" timeOffset="214801.6554">18207 9639 25,'-15'5'131,"3"1"-3,5-3 1,2 2 13,1-3 1,4 3 2,5-2-4,1 4-16,8-5-7,4 3-14,13-2-14,1 4-18,5-5-20,2-2-31,16 0-21,-1 0-24,3 0-23,-4-4-21,3-1-29,-5 0-29,-15-2-75,-3-1-218,3 2 97</inkml:trace>
  <inkml:trace contextRef="#ctx0" brushRef="#br0" timeOffset="215438.195">18968 9522 36,'7'-18'196,"-2"6"6,-1 3 10,0-2 6,-1 6-12,0-1-23,-1 2-23,-1 2-14,-1 2-9,0 0 0,-8 16-11,3-1-10,-4 3-4,2 6-4,-1 2-4,-1-2 3,-4 1-4,4 1-9,3 1-7,-2-3 0,2-7-2,1 0-1,2-3-3,-1-2-10,0-2-2,4 1 8,-1-5-20,-2-1 2,2 0 9,1 0 14,-1-3 23,1-2 13,-3 5 11,3-5 0,0 0-12,0 0-5,9-12-12,-5 2-8,1-2-9,4-3-8,3-11-8,-2 0-8,2-1-5,0 5-6,1 0-2,-4 4 1,0 4-12,-3 5 3,0-1-12,-1 4-6,0 1-2,-3-1-4,1 4-4,3 2-4,-6 0 5,14 10-2,-6-3-7,-2 5 8,3 2-8,1 0 2,-3 1 1,3 2 0,-3 0 0,1-2 3,1 0-4,-1 1-1,1-4 0,-4-1 2,1-1-2,-2-2 1,3-1 3,-3-2 1,-2 0 5,4-2-8,-1-2 15,1-1-1,-6 0 1,11-4-4,-1-3 1,1 0-3,0-5 3,3-4-3,0 2 0,2-7 1,-2 0-4,-2-5-8,1-3-6,1 1-5,-4-4-6,-1 1-9,4 4 11,-10 1-7,4 9-4,-4 2-8,2 1-7,-1 3-22,-3 5-28,2-1-29,-2-1-27,0 4-20,-1 2-22,3-2-25,-3 4-14,0 0-8,0 0 4,4-2 1,-4 2 23,6 7 1,1-4 25,-2 2 19,7-2 20,-1 1 11,1-2 20,2 1 35,-3-3 19,4 0 28,-2 0 17,0-3 23,-1 2 28,2 0 26,-3-2 14,-1 2 14,-3 0 5,-3-1-5,1 2-10,-5 0-9,7 3-6,-7 1-3,0 1 1,0 5 4,-7 2-5,2 5 6,1 0 0,-6 5-3,1 3-5,0-7 3,-1 7-6,2-7-2,3-1 0,0 0-9,1-1 0,1 1-2,1-6-11,2 1 6,5-3-2,-1 1-3,-2 0 6,5-1 9,2-4 2,1 0-1,8 1-1,-5-5 1,5 0-2,2-4-1,2-2-11,-5 0 1,9-8-6,-8 3-4,6-3 2,-3-6-10,-3 1-2,1-3 4,-2-1-5,-4 3 0,2-3 0,-9 7-5,2-1 0,-3 3 0,0 3-5,-1-2-2,-1 1 0,-1 3-9,-2 1-4,0 0-6,1 2-12,-1 0-20,0-2-18,-2 4-27,-1-1-27,3 4-26,-5-3-34,5 3-29,-7 0-22,7 0-14,-7 4-21,7-4-20,-5 5-206,5-5-525,0 0 234</inkml:trace>
  <inkml:trace contextRef="#ctx0" brushRef="#br0" timeOffset="215735.9856">19978 9428 5,'13'-7'171,"-3"1"20,4 0 19,-3-1 16,-2 2 11,-1-2 5,0 2-11,-3 2-16,-1-1-28,-1 4-21,-3 0-18,0 0-14,2 10-8,-3-1-6,-7 9-6,-2 7 6,-3 2-5,-1-2-6,1 4-1,-1-1-11,1-1-5,2-1 2,0-1-11,0-2-15,3-5 4,2-1-6,1-1-5,1 1-5,4-4-10,-2-1 0,4-1-3,3-1-5,1-2 2,3 2-5,8-3-8,0-1 23,2-1-26,4-4-11,5-1-26,2 0-5,-2-3-38,0-6-42,-1 3-35,-3-5-36,0-1-45,-1-5-20,3 0-27,-9-3-24,-1-1-173,-2-1-496,-5 2 220</inkml:trace>
  <inkml:trace contextRef="#ctx0" brushRef="#br0" timeOffset="216089.9136">20360 9527 639,'8'-18'53,"2"-2"10,-3-3 14,0 7 15,-3 1 28,2 3 24,0 3 14,-4 0 0,2 1-15,0 5-20,-3 2-13,-1 1-5,0 0-1,0 0 7,-9 26 4,1-2 12,-4 2-10,-4 1 2,-3 4 4,4-1 1,-3 0-14,2 2 6,-1-2-7,2-3-4,3-4-8,4-3-15,-2-3 0,5 0-8,4-4-1,1-1 8,1 1 15,4-3-2,5 2 1,7-4-4,1 1-4,3-4-14,11-2-14,2 2-15,0-4-18,3-2-43,-4 0-39,3-4-45,-2 0-20,-4 0-32,-2 3-28,-6-5-32,-3 4-26,0-3-19,-2 0-20,-7 2-206,-2 0-524,-1 0 232</inkml:trace>
  <inkml:trace contextRef="#ctx0" brushRef="#br0" timeOffset="217350.4229">21761 9254 116,'10'-24'249,"-1"7"-7,0 0-8,-3 7-10,-1-2-17,1 4-8,0-1-20,-3 4-19,0 2-22,-1 1-16,-2 2-14,0 0-9,-2 18-6,-3 0-7,-6 9-6,-3 7-3,-4 10-9,-3 4-7,2-2 13,0 0-7,-3-3-5,7-10-3,3-2-7,2-2-3,0 0-6,3-3-4,3-2-3,1-6 1,3-2-12,0-3 6,3-4-9,0 3 10,3 0 10,2-4 6,1 0 3,8-2-1,0-1 6,4-1-2,0-3-2,8-2-11,1 0-1,-1-5-7,2-2 3,-1-3-3,-3-3-3,0-1-5,-3 1 1,-1-3-4,-2-2-2,-2-1 2,-6 6-8,-2-2-3,-2 0 4,-6 5-5,2-1-1,-3-1 5,-6 4-8,2-1-5,-2 3 0,-1-1-5,-4 4-3,-1 3 0,2 1-11,0 1 3,0 4-10,-1 3 2,2 1-7,3 3 7,2 4-7,2 1 5,2 0-5,2 0 3,4 7-8,-6-8-7,2 1-5,1-2-3,-1 0-2,-1 2 0,-1-7 1,-2-1-1,0 2 0,0-1 0,-1-3 2,1 1 3,1-1-1,-1-2 4,2-2 1,-2-1 4,0-2-2,0 0-6,6 3-4,-6-3 4,16-8 3,-4 3 3,5-5 4,6-3 6,0-3 13,2 2 11,-2-4 4,3 1 11,-3-1 13,1-2 3,0 2 9,0 1 11,-2 1 9,-4 4 4,-5 3 9,-3 1-2,-1 3-1,-4 1-5,-1 0-8,2 4-10,-6 0-4,0 0 2,0 8-1,-5 1 5,-1 2 7,-2 3-1,-2 2-1,-1 0-4,4-1-5,-3 2-3,2-2-5,3 1-3,0-1-5,1-5-2,2 2-1,0-3 3,5 1 2,-1 0 0,4-3-7,0 0 1,5-2-2,-1-1 1,1-3-3,8 1 0,-1-4 3,4-1-4,-2-4-1,8-1 3,-2-3 1,-1-1 1,-3-3-7,-3 1 2,4-3-2,-9 5 23,3-2 12,-7 2 11,-1 4 1,1 0 3,-6 2 8,3 2-24,-5 2-5,1-1-2,-3 3-4,0 0-3,0 0-3,0 0-2,-16 15-9,10-5-10,-7 4 14,0 0 0,3 2-7,1-2-6,0-3-3,2 3-12,2-2 12,2 0-14,-1-1 6,5 0 20,2 0-6,5 0 3,-1 0 10,7-1-22,4-3 20,0-1-5,1 0 1,8-6 4,3 3-1,0-6 2,2 2 0,0-5 6,-1 1-5,-2-1 2,1-2 1,-3-4 5,0-1-2,-10 2 4,9-5-5,-6 0 8,-6 2-5,-4 0 7,2 1-4,-8 1 6,5 5-5,-8-1-3,4 3-5,-5-1-4,0 6-7,-9-3-1,0 3-4,-4 5-11,-6 2 7,0 5 0,-3 3 0,-2 2 1,4 2-5,0-1-2,0 4 0,10-5-2,-3 4-1,4-4-1,5 2-4,3-2 1,2 2-1,4 0 5,4-2-5,3-1-1,4-2-18,8 2-7,2-4-1,4-2-19,-10-5-30,8 4-17,0-9-19,-5-1-16,-5-4-25,1-1-34,-1 1-27,-2-4-22,-1-3-41,0-1-25,-2 1-28,-3-3-195,-1-1-576,-3 2 255</inkml:trace>
  <inkml:trace contextRef="#ctx0" brushRef="#br0" timeOffset="217681.7943">21638 9432 27,'0'0'335,"0"0"-14,-6 1-18,6-1-25,0 0-16,0 0-24,0 0-12,38-7-20,0 1-21,15-3-18,8 0-20,30-4-15,-26 4-26,31 2-36,-3-5-33,-29 9-51,27-4-60,-30 6-69,6-6-77,-9 3-212,-1 1-467,-4-1 206</inkml:trace>
  <inkml:trace contextRef="#ctx0" brushRef="#br0" timeOffset="223362.7732">15142 10240 219,'2'-11'228,"-2"4"-18,2-1-25,0 4-20,-2 0-31,2 0-16,-2 4-10,0 0-14,-4 26 5,-3 4-3,-3 17-4,-5 5 1,-5 4-4,-6 21-1,4-19-4,-6 22-4,2-26-7,3-1-4,0-3-2,-4 4-6,4-6 0,0-4-2,8-10 17,-1 0-7,0-3-7,1-1-3,2-5-5,0 0-7,0-7-2,7-2-3,-3-2-5,2 0-4,1-6-2,2 2-8,-1-4-3,1-1-9,3 1-1,-1-3-6,-3-1-4,5-2-2,-2 2-3,2-2-14,0 0-11,0 0-5,0 0-8,2-14-3,3 4 1,-2-1 4,1-4 9,1-2-2,3-2 5,-3-4 2,8-4 10,-4 1 8,2 2 10,-2-1 13,2-4 8,-4 1 9,5-1 5,-2-1 8,1 3 8,0-4 4,-1 3 3,1-1-2,4 1-1,-3-1 6,2 7-2,1-2-2,0 3-5,1 1-2,-2 3-13,-1 5 0,2 0-2,1 2-11,-2 4 3,1 0-2,-1 3-5,6 3-4,-9 1-1,1 4-7,-2 1 3,-1 3-4,1 4-5,-2 0-3,0 1 1,-2 2 1,-6 2-4,-2-3-2,-4 2-12,-4 1-6,-6 3-13,-1-2-12,-3-2-9,-4 0-8,1-5-8,-4 0-2,7-2 1,1-3 3,-1-1 10,2 0 4,4-5 6,2 0 10,-2-1 9,5-1 4,-1-2 13,2 2 9,3-2 4,1 2 6,0-4 0,4 5 2,-5-3 1,1 2-2,4 1 2,0 0 0,0-6-5,0 6 0,0 0 2,0 0 1,0 0-3,12 0 2,-12 0 4,0 0-2,10 7 1,-3-4 3,-1-3-6,-1 5 6,2-5 4,2 2 12,3 0 2,-1-1 7,5-1-1,0-1 1,3-2 5,4-1-8,-1-1-3,-1-2 3,7 0-7,0-5 1,-3 0-2,3 0-3,0-3-1,-2-1 5,0-2-9,-2-2-2,-2 1 4,2-5-6,-3 7 2,-8 3-6,-1-3 6,-4 2 9,0 6 10,0 1-6,-3-1 3,-4 4-2,2-1-9,-1 0-7,-2 4 0,0-2-12,0 4-4,0 0-12,0 0-2,0 0-1,-7 16 2,5-7 4,0 3-6,0 5 4,2 1-3,2 0 1,0 2 4,1-1-1,-3 0 3,0-1-5,4 1-3,-2-3-5,0 2-4,-1-1-5,-1-5-8,0-2-1,0 2-3,0-5-3,0 2-1,2-4-2,1 1 11,-3-3 6,0 1-4,5-3 8,-5-1 1,12-6 2,-3 1 1,6-6 5,-2 0-1,8-6 5,-1-2 0,-2-2 6,2 4 6,2-6 10,-3 4 3,0 0 7,0 1 10,-4 4 4,1 0 4,-6 4 8,-2 3-6,-3 2 1,0 1-6,0 0-5,0 4-3,-5 0-7,4-1-2,-4 1 2,0 9-2,-2-2 1,-2 5 0,-4 3 1,3 2-3,0-1-3,1-1 6,0 1-10,2-4 2,-1-1-2,2 1-2,-2 0 6,3-3-2,5 1 5,-1 0 0,3-5 1,1 3 0,5-6-3,0 0 1,5-2-3,4-3 2,-3 1 0,2-5 2,-1 2-5,-1-2 4,-3-5 4,1 0-10,3-1 1,-8-1 6,5 1 9,-5-1 1,0 1 4,-4 4 8,-2 0 3,0 2 12,1 2 2,-3 0-25,0 1-8,-3 4-3,-1 0-2,0 0-3,0 0 2,-11 16 1,5-7-1,-3 5-10,-1 1 2,0-2-2,0 2 1,3-1-1,-3 3 0,6-7 1,-1 2-6,1 0 8,1-5-10,0 0-3,0 0 4,-1-4 0,4 3 7,0-3 4,0-3 1,0 0-4,0 0 4,22-9-9,-10 2 2,5-3-3,-1-5 0,-1 4 5,10-7-3,-4 3 2,2-1-3,-5 4 5,-3 4-4,-3-1-7,-2 4 6,0 1-13,-2 1 3,-3 0-6,-1 3 3,-4 0 1,9 7 3,-8-1-3,2 2-2,-3 3 3,1 0-1,-2 2 6,1 2-1,1 1 4,-1 1-2,3-5 6,-2 3-9,-1-4 4,1 0 2,1-2 0,3-1 2,0-1 4,1-2-1,6 0 6,-2-1-6,3-4 1,0-2-3,6 0 0,-3-3-1,3-2 5,-1-1-4,0-1-1,-1-1 0,2-2 0,1-8 0,1 1 1,-2-3 0,0-1-1,-2-1 3,1 0 1,-4 1 6,2-1 7,-7 7-5,0 3 7,-4 4 10,0 2 9,-2 1-19,2 3-9,-3 0-4,-2 3-6,0 1-3,0 0 9,-10 14-2,0 0-6,-1 3-2,-2 5 6,-4 2 0,5-1 0,-4 2 0,7-3-1,-1 3-2,0-8 3,5 3-7,-3-2-1,3 6-7,4-6-11,1-2-9,1-4-7,3-2-20,1 0-14,4-1-28,2 1-31,1-5-46,3 1-45,6-5-49,-2-1-222,1-1-535,-2-4 236</inkml:trace>
  <inkml:trace contextRef="#ctx0" brushRef="#br0" timeOffset="223706.4169">16435 10681 179,'-4'-2'296,"4"2"-10,0 0-21,0 0-27,0 0-23,0 0-21,17-1-18,3 0-21,0 0-14,1-3-11,11 1-18,-1 2-4,-1-6-16,1 3-15,-2-1-20,0 4-19,-8-3-24,-1 0-19,-3 0-20,-3 3-24,-4-2-27,-3 1-40,-2 0-38,1-3-26,-3 3-182,-3 2-391,-9-7 173</inkml:trace>
  <inkml:trace contextRef="#ctx0" brushRef="#br0" timeOffset="224076.9937">15902 10372 160,'-5'-5'250,"2"0"-27,1 3-28,0-6-21,2 8-30,6-4-37,-1 3-39,2 1-41,1 2-41,0-2-37,0 0-48,5 3-99,-2 0-214,0 2 95</inkml:trace>
  <inkml:trace contextRef="#ctx0" brushRef="#br0" timeOffset="224426.3081">17455 10589 47,'6'-4'343,"-2"-1"-24,0 3-26,-4-1-34,0 3-34,0 0-20,0 0-21,0 0-18,-7 19-12,-4-4-15,-5 7-12,-3-1-12,-4 5-9,1-3-10,-1 1-2,1-3-13,-3 1-8,5-2-10,-1-3-6,7-3-5,0-2-5,5-4-6,1-1-2,2 0 1,2-4-10,2-1 8,-1 1 3,2 0-3,1-3-3,0 0-3,0 0 1,16 4-3,-4-4-9,6-1 4,0 1-5,2 0-6,-2 1 1,3-1-1,0 0-2,-4 0 2,1 0-2,-4 0-2,1-1 14,-4-1-15,0 0 2,1 0 6,-3-2 0,-2 0-2,-2 0 3,0-2 1,2-1 3,1-2 9,-6 1-5,3-4 15,-5 6 5,4-2 0,-3 1 1,0 2-1,-1 0 2,2 2-19,-4-3 1,2 6-5,0 0-4,0 0-3,0 0 0,-17 11-7,8-3 0,-2 7-2,-1-2 5,0 2-10,-1 2 2,-1 4 5,-1 1-12,-2-2-19,8-3-25,-1 0-23,-1 0-34,4 2-20,-3-2-23,4 1-42,4-2-26,2-3-31,0-4-26,4 1-242,5-3-555,1 0 245</inkml:trace>
  <inkml:trace contextRef="#ctx0" brushRef="#br0" timeOffset="224733.5293">17783 10872 204,'11'-12'262,"-5"3"12,0 1-8,-2 4-22,1 0-31,-4 1-23,-1 3-17,0 0-14,-9 11-7,-4 2-10,-8 5-10,-3 4-7,5-1-10,-2 2-5,-1 4-14,4-5-5,2 0-9,5-5-5,1 1-3,4-4-2,2 2 1,3 1 0,1-3 10,2-2 7,6-3 18,1 2-15,7-4 6,5 0-1,7-2-8,1-5-5,-1 0 9,3-2-2,-2-3 3,-4-3 6,-6 1-5,0-4 3,-4-1 2,1-3-6,1-7-12,-4 0-6,-4-2-6,-4 0-10,-2 0-17,-3-3-19,-4 2-14,-2 1-29,-1 7-30,-9 1-32,4-1-36,-7 0-22,3 6-26,-5 2-37,1 5-37,-3 0-54,7 0-55,-3 7-261,1-2-659,1 5 291</inkml:trace>
  <inkml:trace contextRef="#ctx0" brushRef="#br0" timeOffset="226171.7805">15650 2660 38,'4'-6'161,"-1"-2"-11,-2 0-1,2 0-8,4-2-12,-3-2 3,4 3-2,-2-7-6,1 4-1,4-2-1,-5 5 1,1 0-1,-3 0-6,4 5 2,-2-2-5,-5-1-5,1 4-3,0 1-2,-1-3-6,-1 5-8,1-2-15,-1 2-12,0 0-5,0 0-12,-7 13 0,-5 0-6,-2 8-2,-1 2-2,-1 4-5,-3-1 1,1-2-5,0 0 1,2-2-3,4-6-3,-2 2 0,10-8-5,-4 2 1,2-5-2,3 3 10,-3-7 0,6 1-3,-3-1 6,0 2 0,3-5 3,-3 5 3,3-5-6,0 0 7,0 0-1,0 0-5,0 0-6,9 2 3,-9-2-1,17 2-6,-2-1-1,-2 0-2,5-1 0,-2 3-1,4-3-1,-4 2-6,2 0-1,1-2 1,-2 1 6,1-2-8,-5 2 4,0 1-9,-3-2 10,-2 0-10,-8 0-2,13-2 4,-13 2-6,11 0-1,-11 0 3,9-5-4,-6 0 12,1 0-9,-2-1 4,1-4-6,-1 4 4,0-3-4,0 4 5,-2 5 4,0-7 2,0 7-1,0-5-10,0 5 10,0-3-20,0 3 9,0 0-6,0 0-3,-11 18 9,7-5-1,-6 2 2,1 9 0,-2-6-11,-1 5-10,0 2-20,-4-4-24,6 7-33,-2-5-28,2 4-33,5-8-38,-1-2-24,0-2-27,3 2-147,1-6-431,2-2 190</inkml:trace>
  <inkml:trace contextRef="#ctx0" brushRef="#br0" timeOffset="226527.6488">16103 2694 157,'3'-7'266,"1"2"-17,-4 0-32,0 5-19,0 0-12,0 0-23,0 0-6,-14 25-7,3-11-6,-1 10-2,-1-2-8,3-3-12,1-2-11,1-2-14,2 2-3,1-3-11,1-3-5,2-1-5,-1-4-7,8 6 0,-5-7 0,4 2 0,1-2 2,1-2 1,2 1 12,1-3 2,4-1 1,1-1 9,4-3-2,-3-2 5,1-6-14,-4 3 4,2-4-9,-2-3 0,-3-1-5,0 0-10,-4 0 0,1-2-3,-6 9-10,3-4 2,-6 2-12,3 2-12,-1-1-26,-2 2-25,-3 1-27,0-1-38,1 7-26,-3-3-40,-2 4-31,-1 2-36,1 1-35,-5 7-50,0 2-208,-1-2-558,4 3 248</inkml:trace>
  <inkml:trace contextRef="#ctx0" brushRef="#br0" timeOffset="228667.6827">14998 12034 103,'0'0'203,"0"0"-5,0 0-15,0 0-13,0 0-13,0 0-4,0 0-14,0 0-7,11-7-9,-11 7-4,2-2-4,-2 2-8,4-6-9,-1 1-3,-2 1-3,4-1-8,-1-3-1,1 2-6,0-4-7,0 1 2,-1-1-2,3 0 4,-5-2-6,3-5-2,-1-1 0,-1 0 0,-2 0 2,1 0-8,-2 1 5,-2 2-1,1 4-8,-1-1-4,0 3 7,-4 0-27,0 5-3,-1 3-2,-2 1-3,-8 1-6,-6 11-2,1 3-3,-5 3 1,1 3-7,1 3 22,-1 1-5,4 2-4,1-1-3,4-2-10,2 1-2,6-3-3,4-4-2,0-1-6,5-5 0,0 0 2,2-2-2,5 0 0,-1-4 6,4 1 0,1-3 0,3-1 11,4-3-3,1-4-5,-1 0 3,3-3-3,-4-2-2,10-5 1,-11 3 6,5-6 2,-6 2 7,4-4 5,-2 0 6,-2-2 5,-3 3 1,1-4-3,-4 6 16,1 1 4,-4 5 3,-2 0-4,2 4-1,-3-2-7,-1 4 6,3 1-21,-5 3-9,0 0-2,0 0-4,-10 24 2,-2-2-1,-6 8 1,3 3-1,-12 15-5,-1 3 1,-2 0-1,-11 23 3,12-20 3,4-1-3,-5-5 0,7 1 9,2-3-7,1-2-7,5-10 3,2-5-3,-1 0 14,3-3 1,2-1 6,2-8 2,0-1 3,3-7-8,2-1 12,1 0 11,-1-2 10,2-3 8,-2 0 10,2 1 4,0-4 6,0 0-2,0 0-13,0 0-4,28-9-4,-9-2-8,6-5-5,2 2 1,1-6-11,0 3-6,-1-1-4,1 1-5,-2-1-9,-1 4-22,2-1-20,-9 3-23,-1 0-31,5-2-40,-5 4-36,-3-1-40,3 2-38,-1 0-44,-2-1-47,-1 1-43,4 0-264,-1-2-686,-2 4 304</inkml:trace>
  <inkml:trace contextRef="#ctx0" brushRef="#br0" timeOffset="229007.7609">15659 11984 85,'-5'-1'237,"1"-1"-2,-1 1-10,5 1-9,-8-1-11,8 1-8,0 0-15,-10 0-2,10 0-9,0 0-9,0 0 1,0 0-17,0 0-11,0 0-8,0 0-13,0 0-8,0 0-9,26 1-6,-11-1-15,4-1-8,9 2-5,1-2-7,-1 2-5,6-1-7,-6-1-14,0 1-18,-5 0-33,-2 0-23,-3 0-32,-5 0-32,-2 0-48,-3 0-42,-2 0-31,-2 0-26,-3 2-144,-1-2-430,0 0 190</inkml:trace>
  <inkml:trace contextRef="#ctx0" brushRef="#br0" timeOffset="229341.8029">15588 12148 84,'0'3'220,"0"-3"-6,0 0-14,9 4-10,3-1-16,6-1-15,4-2-10,5 3-16,3-2-11,2 0-11,2 1-12,0-1-9,-1 2-8,2-2-15,-3 2-14,-1-3-25,-2 2-46,-7 0-42,-1-2-52,3 0-52,-7-3-140,-4 3-329,1 0 146</inkml:trace>
  <inkml:trace contextRef="#ctx0" brushRef="#br0" timeOffset="237309.0063">19871 5281 1,'1'-5'116,"1"0"-7,-1 0 2,0 0-13,0-2-2,-1-1 3,3 2 0,-2-5-1,1 2 0,0-2 6,-2 1-6,1-2 2,-1 2-1,-1 0-17,-1-3 2,-1 4-8,-1-2 7,-1-2-7,-1 3-6,-6-5-9,-1 2-7,-1 0-7,-1 4-4,-4-2-1,1 0-8,-12 1 0,3-2-8,-3 4 1,4 1-2,-6 0-8,6 3 4,-5-3-5,-1 3 1,1 0-6,-2 2 6,2 2-7,-2 0 2,1 4-3,-4-1-1,7 4 3,-6 0-3,5-2 3,-2 8-5,-1-4 4,2 4-3,-1 2-1,4 1 7,-3 0-3,3 4 1,1-1-3,1 2 7,1 4-5,0-3 2,2 9-3,-7 8 5,7 5 1,4-13-5,6 1 6,-7-2-4,6 2-1,0-2 2,1-1-3,0 3 1,3-6-2,4 3 0,-3-3-2,2 1 8,5-2-8,-1-6 1,2 7 1,1-7 4,0 1 3,1-3-6,3 2 1,-1 0 4,2 0-2,4-1 3,1 6 4,-1-6 1,9 3 8,0 0 2,3-2 5,6-1 11,0 1-1,5 0 4,1-2 6,21 5 2,-2-3-1,-2-4-5,5-1 0,-3-2 2,-2-2-8,1-5-6,-14 0 0,2 0-1,-2-2-3,0-3-2,1 2 3,-6-2-5,1 0 5,-3 0-5,-1 0 6,-1-5 2,-6 3 2,-2-3 2,0-3 4,1 1 2,-2-3 7,6-2-8,0-1-5,1 0 13,-1-2-13,4-1-10,-4-1-5,2 2 10,-3-2-2,3-2 6,-3 2 0,-1-1 8,-1-1 8,-3 2 3,-6 3 8,0 2 1,0-1-5,-1 0 9,-3 3 0,-2 0 6,2-1-1,-4 2-4,0 0-12,-1-3-6,3-3-6,0 4-5,-1-1-1,-1-4-6,0 2-3,1-5-12,2 0-1,0-4-2,-3 4-2,0 0-3,-1-1-2,0 2-3,2 0 2,-1-1-1,-3 2-4,0 2 2,-2 1-7,0 2 7,3 1 0,-6-2 0,3 3 3,-2-2-5,2 0-3,-2 2-3,-3-2-2,0 0-1,4-1-2,-3 1 5,3 2-6,-3-4-1,0 2 5,0 3-7,0-7-1,1 7-2,0-3-2,-2 3 3,0 1-6,1-1 2,0 1-1,-1-1-1,-3-1-3,2 2-6,-2-3 0,1 3-2,-1-1-4,-2 3-4,2-4-9,-2 2 1,-1 0 3,-4-1-3,1 0-1,0-2-5,2 4 8,-4-3-5,6 4-5,-7-2 1,8 1 5,-6-1 18,0-2-21,0 7 10,2-7-10,1 5 2,-1 1-3,1-3 4,-1 3 0,3-1 2,-3 0 13,3 0-11,-1 0 2,0 3-6,1-3 2,-2 3-4,1-3-4,0 3 4,-3-1 9,4 1-10,-1-2 2,-5 0-7,2 4 5,3-3 1,-2 1-1,1-1 5,-2 2-1,2 0-3,-1 1 5,-4-2 1,3 2 13,3-2-9,-1 2-2,-1 0 8,3 0-1,-3-2 3,3 2-2,-1 0 0,-1 0 2,1 0 3,0 0-4,-1 0-1,0 0 3,-1 0-3,2 2 0,-1 0 1,-3-2 3,5 2-2,-5-2 2,3 2 0,-2 1-1,-3-1 0,3 1-3,-4 0 4,4-2 0,-4 3 2,4-2 5,3 2-3,-3-1 4,1 0 0,0-1 1,1 3 0,-1-3-2,0 1 3,1 0 7,1 1-3,-3 1-5,2-3 4,-2 3-1,1 2 0,2-2-5,-2-3 5,0 4 2,1 1-7,-1-3 3,2 4-5,-1-1 10,0-1-7,-2 3 3,2 0 3,-2 3-2,1-3 1,-1 2 4,2 0 1,2 2 1,0-4-4,-2 4 2,4-4 1,-2 3 5,1-1-7,3 0-1,0 0 2,-1 3 0,2-5-2,-1 3 4,-1 3 2,3-1-3,-1-2 4,-2 0-3,4-2-1,1 2 4,0-2-2,-1 0 2,-1 2 0,0 0 2,1 2-2,1-2 0,-3 3 1,3-4-1,0 2 5,-1-2-5,1 5 0,-1-2 1,2 1 1,-1-3-3,1 1 5,1 0-4,0 3 3,-1 0-3,0-5 1,2 4 3,-1-3-1,1-2-1,2 2 3,-2 0 3,0-1-5,2 1-2,-2-2 0,2 2 3,1-1 1,-1-1-1,-1-1-4,0 1 5,2 2-1,0-3 5,-1-1-4,0 2-1,0 0-1,1-3 1,3 3 1,-2-1-4,-1-4 4,0 2-6,3 1 4,-3-2 4,2 0-2,1 1 4,2-2-5,0 4 4,1-4-1,2 5 0,2-1 0,3 1 0,-1-2 2,-2 0-3,2 2 1,-1-3 2,3 1-4,0-1-2,-2 0 2,1 1 1,0 1-1,-2-3-1,0 3 3,-2-4-4,0 2-1,-3-3 3,4 0 1,-4 1 2,1-1-3,-1 1 1,0 1-4,-1-2 4,2-2-1,-2 3 1,2-2 5,1-1-2,-3 1 1,4 1-2,1-1 0,3-3 3,-4 2-2,3 1 1,3-1-5,-1-1 3,-5-1-2,7 1 3,-1-1-1,0 0-1,0 3-1,1-6-3,3 3 6,-2-2-5,8-1 2,-14 1-1,3-3 0,10 0 4,-1-3-5,-8 3 3,4 0 1,-2-1-3,-3 1 1,3-2 0,-4 3 0,2-1 1,-4 2 4,-2-4-3,-1 2 7,1 1-2,-1-4 2,0 2 6,-1 0 4,-1 0 1,2 0-2,-2-2 0,1 0-5,1 0 0,1-2 0,0-1-3,1 1-2,-4-2 2,4-1 0,-3 3-3,2-4-1,-1 2-3,0 0 0,-2-1-2,-3 2 0,-1 2 1,4 0 4,0 0 2,-4-1-3,1 3 8,0-2-1,-2-2 1,1 4 5,-3-3 7,3 1-4,-5 1-3,5-2-1,-2 1 1,-1-3-1,0 2-5,1-2 2,1-1-6,-5-3 2,5 2-5,-2-3-1,0-3-1,0 1-3,1 0 3,-4-8 0,4 8-2,-3 1-1,-1 0 5,0 1-4,0 2 5,0-2-4,-1 0 0,-2-2 1,2 2-4,1 5 2,-2 0-4,0 1 1,-4-1-3,2 1-2,0-2 2,-1-2 0,-1 5 0,1-1-1,-4 0 0,4 0 0,-2 2 0,2-1 0,-2-2-2,-1 4 5,0-3 0,3 1-1,-4 2-4,2 1-6,-2 0 1,2-1 2,-2-1-2,0 4 1,-1 1-1,-3-4 2,4 3-5,-6-3 1,-2 2 2,-2-1-10,3 0 4,-5 4-5,2-2 4,-1-1 1,-2 2 6,3 3 0,-2-3-2,2 0 2,-3-1-1,4 1 2,1 3 0,1-2-1,0-1 4,3 3 0,-2-1-1,3 1-2,-7 1 3,3 0 0,-4 0 1,1 0 1,-2 3-2,1-2 1,3-1 0,-2 3-1,1 1-3,-1-3 0,4 3 0,-2-2 1,-2 3 0,4-2 2,-3 0-2,-1 2 4,-1 1-5,4 0 3,-1 0 4,-1 0-4,-1-1-1,4 1 0,-2-1 3,1 1-1,-1 0 3,4-1-2,-5 1-2,3 0 1,1-1-2,-3 1 3,2 2 0,1 0 0,-4-1 0,8 0 1,-3 3-2,0-3 2,2 5-1,-1-5-3,1 3 1,-2 0 1,5 0 2,-3 2-3,-1 5 3,2-1-2,0 1 2,1 1-3,-4 4 3,7-6 3,-2 3-4,-1-3 3,4 2-2,-3-2 0,3 1 0,1-1-2,-1 1 6,2-2-7,0 1 5,0 1-2,3-2 4,-1 1-4,-1-3 5,2 3-2,0-3 4,0 1-3,0 1 0,3-1-2,-3-2 1,0 5-2,3-2 3,-2 1 0,-1-2 3,4 2-3,-3-4 3,3 1-2,0-2 2,1 0-4,-4 2 3,3-1 2,1-2-5,-1 2 3,1-3-2,3 2 3,-3 0-3,4-2 3,-4 2-2,4-1 3,0-1-2,-1 1-4,-1 0 2,2-1 2,3 3-1,-1-2-1,3 4 4,-1-4-2,2 5 0,-2-1 2,3-2-2,-5 0 0,8-1 3,-2-2-3,1 4 3,3 3-3,-4-5 4,1 1-1,0-2-1,0 0 7,3-5-9,-3 3 1,2-2-3,-1 0 4,1 3-1,-1-4-2,3 3 3,-4-4-6,0 2 3,-1-2-2,-4 1 3,0-3 0,1-2 1,-1 3 0,6-1-1,-1 0 0,3-1 1,-1 1 1,-3-1-4,3-1 5,-1-1-1,2-1 0,0-4-3,1 4 3,4-4-2,1-2-2,-7 3 2,8-5-1,0 3 2,-6 2-5,2-7 3,3-1 0,-3 1 0,-5 2 3,5-2-6,-4 2 6,-4-1 0,1 4 10,0-3-9,-3 0 0,1 1 0,-1-2 1,-5 3 5,5-4-1,-1 1-4,-2 0 13,2 0-6,-1-1-7,-1-1 0,-1 0 1,4-1-1,-1-1 0,-4-2 3,4 0-2,-3 1 1,-2-2 1,1 3 1,0-2 1,-4 0-2,3-1-3,-2 3-2,-1-2 4,-2 1 0,1-2 1,-4 0-2,1 1 1,-1-1 0,-1-2-1,1 1-4,-3 0 2,3 2-1,-4-1 7,1 0-5,0-2 4,-2 4-3,2 0 8,1 0-3,-2-1-2,0 3-1,-1 3-3,1-4 1,-1 4-1,1-2-2,0 5 0,0-4-4,0 7 1,3-7-2,-3 5-1,-1-2-1,1 3-8,-1 0 6,-1-1-1,0-2-3,-1 3-6,-1-2 1,-4 0-8,1 0 11,1 2-11,-6-3 3,-1 1-1,0-2-1,-3 0 0,2 3 1,-4-2-1,-2-1 4,5 3 1,-2-1 0,2 3-1,-2-2 3,0 0 1,2 2-2,1 0 3,5 2 2,1-2-2,-4 4-4,2-3 0,3 1 0,-5 0-5,5 2-1,-8 0 3,1 0 5,2-1-5,-4 4-2,0-1 5,3-1 0,-6 0 0,5 1 2,-1 0 0,-2 2 0,-2-2 1,4 1 1,1 2 1,4-4 0,-5 1-1,5-1 2,1 1 1,2 2 3,-3-1-3,1 0-3,-5 0 2,3 4 2,-2-5-3,2 3 4,-2 0-3,0 0 2,2 2 0,-2 1 3,0-1-1,-1 5-2,-1-9 3,0 8 1,-3-4-2,4 1 2,0 4-3,-3-3 5,-3 5-3,1 0 0,0 4-1,3-2-1,-3 1-2,5-4 2,-5 8-5,0-5 3,6-1 0,-2 1-1,4-1 1,2 3-7,0-2 7,0-1 1,1 3 2,1-2-6,2 2 4,-1-1 3,3 2 1,-1-3-8,1 2 5,0 0-1,3-1 0,0 2 2,0 0 0,4 1-1,-1 0 1,1 1 2,0-2-1,3 1 2,-1 0 1,2 7-3,4-3 6,-1-5 0,2 0-5,5 6 5,-1-2-1,-1-5 0,3 3 4,-1-4-1,1-2-2,-2 1 0,4-1 1,2 1 3,-2-1-3,-1-2 1,2 0 0,-1-2 2,1 2 0,1 0 2,-1-2-3,2 4-6,0-6 6,2 2-3,-4-3 2,6 5 0,-3-3 0,-2-2 1,0-2-1,3 3-1,3-3 1,-3 0 1,6-1 1,-1 1-3,0-4 0,0-1 2,3 1-1,-10-1 1,10 1-3,0-3 0,-1 1 4,-1-1-4,4-2 0,-1-4 0,-2 3 11,1-5-13,0 0-2,2 0 3,3-4 1,0-1-1,0-3-3,10-2-1,3-2 3,-16 5 3,9-12-2,-11 12-5,-1-4 7,0-1-1,-3-1-3,-2 1 1,-5-1 1,4-3-1,-5 1 1,-5 1 0,-2-2-1,0 0 0,-5-2-2,-2 4 2,-1-3-5,-5 0 5,-1 1-10,0 1 6,-4-1 1,0-1 1,-1 1-4,-1-3 0,1 4-1,-4-2 0,0-3 5,-1 5-6,-1-1 1,0 4 0,0 0-1,1 6 0,-3 1 0,2 1 2,-7 0-10,-2-2 10,7 9-3,-10-7-2,5 2 2,-4 6-8,-1-4-1,6 2 0,0 3-10,-1-2-5,1 3 1,-2-1-2,2 1 3,-1 3-8,-2-3 2,3 1 4,-2 2 1,0-2 10,1 3-2,1 0-6,0 0 7,-2 2 1,3-1 0,-1-1 2,-1 2 2,2 1-6,1-2 9,0 2-4,0 0 5,2-3 0,3 2 0,0 1-3,0-1 6,-4 3 2,1 0 1,0-1 0,0 1-6,-3-1 9,2 1-4,1 1 0,3-1 2,-5-2-6,3 6 16,-2-6-10,2 3 3,-3 2-8,1-4 7,2 4-3,0-3-9,5 0 8,-6 2 3,2-4 10,4 3-11,-3-1-2,4-1 2,-1 4 1,-1-3 2,2 0-2,1 2 1,-2 0 1,3 1-4,-2-2 4,3-1 1,-2 1-2,2-1 2,1 4 0,-2-2 1,2-2-1,-4 1 0,6-1-8,-1 1 10,0-1-4,0-2 3,0 1-1,2 1 5,-1-2-2,3-3 2,-4 3-5,4-3-2,-5 4 0,5-4 2,0 0 2,-2 5-1,2-5 4,-4 0-7,4 0 2,0 0 4,0 0-5,0 0 4,0 0 4,-3 3-4,3-3-1,0 0-2,0 0 10,0 0-7,0 0 11,0 0-14,0 0 3,0 0 2,0 0-4,0 0 2,0 0 0,0 0 2,0 0 1,0 0 0,0 0 3,0 0-6,0 0 6,0 0-3,0 0 5,0 0-5,0 0 0,0 0 3,0 0 4,0 0-8,0 0 2,0 0 1,0 0 1,0 0 0,0 0 7,0 0-10,0 0 3,0 0-3,0 0 5,0 0-4,0 0 4,0 0 7,0 0-7,0 0 0,0 0 0,0 0 0,0 0-2,0 0-1,0 0-1,0 0-1,0 0-3,0 0 5,0 0-3,0 0-4,0 0-5,0 0-15,0 0-14,0 0-34,0 0-25,0 0-20,0 0-29,0 0-82,0 0-244,0 0 109</inkml:trace>
  <inkml:trace contextRef="#ctx0" brushRef="#br0" timeOffset="238797.941">16103 12814 26,'10'-8'31,"-4"0"-2,4-1 0,-1 2 1,-1-3-5,0 4 5,-1-2 2,0-2 11,-2 0 8,4 1 0,-4-3 5,0 0-1,1-3 5,-1-2 3,1-1-5,1 0 13,1-9-1,0 0-6,2-1-8,-2 3 20,1-4 2,-2 3 3,3 0 6,-5 8 9,-2 2-3,2 8 6,-1-2-1,-3 0-13,3 5-6,-2 0-11,-2 1-13,0 4-2,0 0-4,-6 15-11,2 4 1,-2 4 2,-4 5-4,-2 3-1,2-1-1,-3 3 1,2-2-6,2-1 6,-1-4-1,4-6 1,1-3 1,0-1-2,3-4 8,-2-1-4,3-4 8,-2 0 9,2-2 13,-2 2 17,2-2 18,0-3 14,1-2 10,-1 2 8,1-2 5,0 0-10,0 0-15,0 0-7,3-17 8,2 10-18,0-10-11,0-3-9,4-8-7,2 1-12,2-6 5,2-1-13,4-7-10,-6 11-1,1 5-2,-2 2-14,-1 6 9,-5 3-3,1 7-8,-2-2-10,-3 3-2,3 4-3,-1 1-1,-4 1 2,8 3-4,-3 4-10,0 5 9,4 3-9,-3 2 6,1 0 10,1 7-1,-1-6-12,-2 7 0,0-8-1,1 0 2,-1-1-4,0 0 2,-1-4-2,2-2 5,0-2 2,-2 3 0,-2-6-1,1 0 11,1-1-5,1 1 1,-5-2 2,0-3 6,5 4 7,-5-3 16,0-1 6,0 0 2,0 0 1,11-6-4,-5-4-4,4-5-1,3-10-9,0 0-3,2-3-3,-3 1-10,2-2 5,-3-3 2,2-2-4,-2 2-3,-3 4 0,4 1-3,-7 3 0,0 7-4,-3 5 0,1 1-3,-2 4-16,1-1-25,-2 5-17,1-2-36,-1 5-28,-1-4-17,1 4-6,0 0-3,-8 15-8,3-5-22,0 6-37,-3 0-26,4 2-17,2-2-19,4 1-39,-1-2-188,6 0-541,3-1 240</inkml:trace>
  <inkml:trace contextRef="#ctx0" brushRef="#br0" timeOffset="239213.9967">16896 12334 29,'10'-16'172,"3"3"10,-8 4 6,0 0 0,-1 2-12,1 2-14,-5 0-18,5 1-14,-5 4-16,0 0-3,4 10-7,-8 2-1,-1 0 1,-1 6-1,-2 6-4,-1 2-1,-3 0-5,3 1-4,0-2-8,2-7-3,4 0-9,-3-2-6,3 0 0,3-5-6,0 0-2,-3 0 1,2-3-4,1-1 1,0-4-6,1 2 3,2 0 6,-3-2 11,5-2 5,7-1 4,-3-3 14,9-3-17,-2 0-1,1-5 10,5-2-3,0-1-5,-2-4-9,-1-1 0,2-4 2,-2 0-5,0-3-11,0 2-6,0-1 6,-3 1-20,-6 2-1,-1 8 0,0 2 8,-4 3-7,-1 1-2,-3-1-10,3 3 4,0 2-23,-3-1-16,-1 1-33,0 4-24,0 0-19,0 0-21,0 0-12,0 0-25,-19 11-25,16-1-37,-3 0-26,3-1-28,3-4-231,0 4-539,3 0 238</inkml:trace>
  <inkml:trace contextRef="#ctx0" brushRef="#br0" timeOffset="239597.0977">17453 12280 17,'21'-20'156,"-7"7"8,-1-4 17,-1 3 11,-2 2 6,-2 2 2,-3 5-9,-1-2-15,1 4-20,-2-1-14,-2 4-15,-1 0-14,0 0-3,-5 18-7,-3-1 2,-3 9 2,-3 2 5,0 1-15,-1 3-7,-4-3-3,4 2-8,1-2-6,-2-2-3,5-1 21,2-8-10,3 1-7,1-5-3,1-2-7,1-4-8,1 2-1,2-3 6,0-1-10,0-2-3,2 1 6,1 0-6,2-4-3,4 1-4,4-2-4,6-3-5,2-2-9,5 0-17,2 1-30,-1-7-35,1 3-27,0-4-32,2-3-34,-2 1-43,3-6-44,-2 2-20,0-2-10,1-1-162,-1-4-466,-3 1 206</inkml:trace>
  <inkml:trace contextRef="#ctx0" brushRef="#br0" timeOffset="239934.3379">17910 12282 1022,'16'-12'-26,"-6"-1"29,0 1 28,-6 2 23,1 5 15,-3-3 8,0 4 6,-1 0-4,-1 4 7,0 0 10,0 0 2,-21 14 2,9 1 0,-5 4 5,0 3-3,-2-1-4,3 3 3,-3 1 3,5-2-8,-1 2-2,3-1-2,-2-2-8,0-6-2,10 0-10,-4-4-5,4 0 2,-1-3-5,3 0-2,4-1 1,1-1-5,1 3 9,6-4 4,8 2-3,10-5 0,8 0 2,19-4-6,2 5-6,6-5-5,1-2-6,0-1-6,-6 3 1,-5-6-10,-16 6-8,-3-2-2,-5 0-7,-10 3-10,-4-3-18,-3 3-21,-1-2-27,-8-3-36,4 5-32,-3-1-31,-4 1-28,0 0-25,0 0-30,0 0-34,0 0-160,-19 4-472,13-2 209</inkml:trace>
  <inkml:trace contextRef="#ctx0" brushRef="#br0" timeOffset="245976.1635">19680 4746 81,'0'0'109,"0"0"19,0 0-4,0 0-15,0 0 0,0 0-7,0 0-3,10-12 2,-9 5-5,3-3 3,0 0 2,4-4 1,-1-4 0,4 2 0,1-9-4,-2 0 3,9 0-11,-6-6 0,5 4-6,-3-4-4,7-1-6,-1 1-11,10-10-1,0-1-9,-1 2-5,5 3-3,-2-1-3,7-1-5,-2-2-6,8 1 0,-1 2-5,2 1 2,6 1-6,-1 0-2,27-8-1,-20 16-4,25-7 4,-24 12-8,32-5 4,-28 7-3,26-4 1,-28 14 0,-2 2-1,0 0-6,-1 8 2,-3 1-3,-2 6 1,0 0 0,-6 8-1,-11 1-2,1-6 3,11 15-3,-4 1 2,2 5-2,-4 0 6,-4 3-5,1 3 0,-6 4 1,2 1 25,-4 2 3,-4 1-5,0 1-5,-5-1 5,5 1-8,-10 0 2,-2-1-2,-1 4-3,-2 2 1,-3 1 0,4-2-4,-8 0 2,3-2-6,-6 2 9,-2-3-8,-2-9 4,-2 9-2,2-2 1,-3-10-3,3-1 3,-3-2-2,0-2 2,3-1-2,-3 2 1,3-8-4,-3-2 1,3-3 0,-3 1-1,1-2 2,2 0-4,-3-6 0,5 2-1,-2-5 0,1 1 3,-2-3-1,0 2 1,2-7 1,0 7 1,0-7-3,0 5 5,0-5-1,0 0-5,0 5 1,0-5 0,0 0 1,0 0-2,0 0-5,-1 5-1,1-5-9,0 0-32,0 0-57,0 0-42,-17-15-38,11 6-28,-2-1-29,-8-3-20,2 0-144,-12-3-430,2-3 190</inkml:trace>
  <inkml:trace contextRef="#ctx0" brushRef="#br0" timeOffset="246364.1485">21682 5053 355,'-25'-17'40,"8"5"17,0 3 21,0-4 22,6 4 17,1 1 9,2 2 13,3 1-4,0 2-9,-2 0-13,5-1-11,-3 3-14,5 1-3,0 0-11,0 0-5,-3 8-8,3 0-1,8 1 1,-6 3 6,7 5 5,3-2 12,-1 2-8,6 2 4,1 3 3,3-3-1,-5 0-7,-2-4 0,1 1-3,0-3-4,2 5 0,-2-6-2,0-1-5,-5 0 4,5-4 1,-5 0-3,0 0 5,2-3-6,-3 1 7,1-2 3,0-1 9,2 0 14,1-2-3,10-2-1,-3-3-23,7-3 17,6-1-5,0-4-13,3-2-7,15-9 4,-1-3-17,4-2 6,-3 0-13,1 2 7,-1 0-12,-1-1-2,-1 5-24,-17 7 16,-3 0-2,-1 4-4,-10 3-18,-3 2 15,-3 2-7,-1-1 2,-3 1-8,-3 2-5,-1 0-24,-1 1-35,-3 2-28,6-4-31,-6 4-38,0 0-42,0 0-41,0 0-13,0 0-14,0 0-14,-9 14-208,0-7-529,5 1 235</inkml:trace>
  <inkml:trace contextRef="#ctx0" brushRef="#br0" timeOffset="247629.1348">22019 5913 92,'1'-5'175,"1"0"-14,-1-3-13,1 1 0,-1 0 9,2-3-2,0 4-1,-2 0 0,0 0-5,1 1-9,-2 0-11,2 3-15,-2 2-10,0 0-15,0 0-7,0 0-10,0 0-6,-13 11-4,6 3-7,-3 3-5,-2 4-2,-1 1-6,2 1 2,-1 3-7,2-2-3,1-6-1,4-2-7,-3 0 2,4-6-3,-1 2 0,2-2 1,1 0-3,-2-5-2,3 0 4,1 0 1,0-1 8,-3-1 13,3-3 11,-1 7 16,1-5 7,0-2 9,0 0 5,0 0 17,4 3-5,-4-3 0,0 0-20,0 0 5,0 0-5,5-14-6,-3 11-2,1-6-1,2-2-20,-1-1-11,1 0 1,3-2 2,-3 5-4,-1 0-15,-2 1-3,1 3-5,-2-3-1,-1 4-7,4 0 1,-1 0 1,-2 0 0,0 0-6,-1 4 6,0 0-8,0 0-3,0-4-7,0 4-2,0 0 0,0 0-3,0 0 0,0 0-5,0 0-3,0 0 2,0 0-5,0 0 5,0 0-4,0 0 0,0 0-1,0 0 7,0 0 3,0 0-6,0 0 2,0 0 2,0 0 3,0 0-2,0 0 1,0 0-2,0 0 2,0 0 1,0 0-1,0 0-4,0 0-5,-2-6 0,2 6-4,0 0 6,0 0 1,0 0-4,0 0 1,0 0 0,0 0 3,0 0-1,0 0-7,0 0 6,0 0 2,0 0 2,0 0-8,0 0-4,0 0 4,0 0-2,0 0 2,0 0-3,0 0-5,0 0 5,0 0 2,0 0-2,0 0 5,0 0-3,0 0 4,0 0 1,0 0 7,0 0-4,0 0 7,0 0-7,0 0 9,0 0-2,0 0-4,0 0 3,0 0 6,0 0-5,0 0 7,0 0 6,0 0 2,2-3 7,1 0-1,-3 3-1,6-6-4,-2-4-3,1 0 1,2 2 0,-2-1 12,-1 2 12,1 2-2,-1-2-9,0 1-4,-1 4-2,1 0-2,-3-2-6,-1 4 8,3-3-10,-3 3-1,0 0-3,10 7 0,-5 2 2,4 1 1,-3 0-1,7 7 13,1 5-16,-5-3-1,5 5 1,-1-2-5,-4-5 4,2 6 4,-3-7-4,1 0 2,-4-6 6,3 0-7,-2 0 7,-2-3-9,1 1 0,-2-2 5,0-1 0,0-2 11,1 1 0,-3-1-12,3-2 12,-4-1-2,0 0 28,7 3 11,-7-3 3,0 0-7,10-4-2,-1-6-9,-2 3 6,0-10-8,3 0-3,0 0-4,3-7-2,2 1-7,-2-2-8,2 0 10,-2 1-6,-4 5 0,5-4 2,-7 9-13,0 2-7,-2 2 10,-5 3 3,5 2-10,-2-2-7,-3 3-27,0-1-27,0 5-28,4-5-33,-4 2-40,0 3-26,0 0-20,0 0-30,0 0-27,-8 13-41,4-9-224,4 3-574,4-2 254</inkml:trace>
  <inkml:trace contextRef="#ctx0" brushRef="#br0" timeOffset="248012.0285">22695 5848 259,'4'-5'250,"-2"2"-21,1 3-21,1-3-37,-4 3-16,0 0-17,0 0-3,-4 12-5,-1-2-4,-5 5-4,4 2-3,-4 0-8,0 6-12,0 1-3,-3 1-6,5 2-3,-1-10-8,-1 7-6,4-9-8,-2 1-3,7-7-9,-2 0 3,-1 2-7,0-5-5,2 0-2,2-1-6,-1-2-2,2 2 0,-1-1-2,0-4-4,2 4 7,0-2 6,-2-2 10,14 0 10,5-2-3,8-1 1,11-5-8,-1 0-2,18-3-9,-1-3 2,-4 3-13,0-4-1,-16 6 5,2 0-9,-3-1-6,-14 3-1,2 0 3,-10 2-11,0 2-4,-3 1-8,-3 0-27,1-1-23,-5-2-37,0 0-33,-3 1-23,-1-1-14,-2 1-22,0 1-29,-3 1-9,4 1-22,-2-1-162,1-1-438,5 3 195</inkml:trace>
  <inkml:trace contextRef="#ctx0" brushRef="#br0" timeOffset="248890.0372">23124 5924 154,'9'-7'178,"-1"-1"8,1-1 13,0 0-4,3-1 0,-4 0-2,1 1-3,1 1-2,-5 1-1,1 1-3,0 3-12,-2 0-11,-3-1-19,1 1-9,-2 3-16,4-4-11,-4 4-14,0 0-7,0 0-12,0 0-8,0 0-5,0 0 1,-6 18-2,1-6 4,1 0 1,-6 3 2,3 0 5,1-1-6,1 2-8,-3 0 4,1-2-9,-2 1-1,1 0 1,3-1-1,0-4-2,-2 5-5,-3-2-9,5-2 2,3-2-6,-1 0-2,-1 0 10,2-3-16,0 0-5,1 0 2,-4-1-12,5 0 9,0 0-1,0-5 5,0 0-4,-4 5 0,4-5 1,2 4-3,-2-4-3,0 0 1,0 0-8,1 4 11,-1-4-10,0 0 8,0 5-1,0-5-8,0 0 10,0 0-1,0 0 8,0 0-15,0 0-6,0 0 4,0 0 4,0 0-5,0 0 14,0 0-17,0 0 12,0 0-9,0 0-8,0 0 3,0 3-12,0-3 9,0 0 4,0 0-6,-3 6 5,3-6 1,2 4-3,-2-4-5,0 5 8,2-2-7,-2 2-1,5 1-4,-1-4 8,-2 3-1,7 3 2,1-1 1,1-2 1,7 0 4,4 2 1,4-2-3,5 0-3,0-3 9,3 1-14,-1-1-3,1-4 1,-4 2-7,-2-3 1,-1 0 3,-5 0-2,-5-3 4,-1-1 3,0-1 2,0 0 2,1-3-6,-4 1 2,1-1-9,-3-2 14,-1 3-2,2-4 2,-5 5 0,-3 4 5,1-5-6,-1 5 3,-1-1-2,2 2-1,-5 1 4,4-1-6,-2 1 3,2-1 3,-4 4-6,1-5 8,2 3-11,-3-2 11,0 4-2,1-6 3,0 4 1,2-1 0,-3 3 9,0-7-6,0 7 10,4-8-8,-3 1 12,3 2 12,-4-2 1,6-2 0,-4-1 8,0 5 1,1-5-1,-1 2 0,5-3-6,-6 1 4,4 1-2,-5 4-1,4-3 2,1 1-4,0 2-1,-2 1-6,-2 0-2,-1 0 2,0 4-4,2-4 1,-2 4-10,0 0-10,0 0-3,0 0-2,0 0-2,0 0 1,-20 20 0,10-4 3,-2 6-2,-7 2-5,-1 0 11,8 0-6,-7 0 4,4 0 1,-2 0-7,6-7 3,-2-2 0,4-1-1,-1 1 1,5-3-1,-4-1-5,6-3 0,-2 2-3,5-5 7,-4 2-3,3-3 3,1 1-8,-1-1 3,-1-1-7,2-3 2,2 5 3,-1-2-5,-1-3-1,3 3 10,4-1 0,3 3 3,3-5-7,8 2 10,9-2-7,2 1 9,0 0-8,4-1-8,1-1 14,-2 0-3,1 1 0,0 1 0,-3-1-22,1 1-7,-11 0-16,-6-1-3,-2 0-8,-4-1-9,0 1 4,-3 0 1,-1 0 13,-3-1-14,-4 1-2,10 1-9,-10-1-15,7 0-6,-7 0-18,0 0-12,0 0-25,7 0-29,-7 0-39,0 0-49,6-2-47,-6 2-187,0 0-542,2-4 240</inkml:trace>
  <inkml:trace contextRef="#ctx0" brushRef="#br0" timeOffset="250054.2565">23035 5827 101,'-3'-4'120,"3"4"-5,0 0 5,0 0 4,3-4 0,-3 4 0,1-5 1,-1 5 1,4-3 5,-4 3-7,0 0 0,0-5 1,0 5-2,5-4 2,-4 1 0,-1 3 2,0-5 1,0 5 1,3-5-1,-3 5-1,0 0-8,1-4-8,-1 4-1,0-3-13,0 3-10,0 0-8,0 0-8,0 0-7,0 0-8,0 0-10,0 0-2,0 0-8,0 0-1,-5 15-5,0-6-2,1 4-3,-2 1-2,3-2-4,-2 5-1,-3-1-4,2-2 4,-2 4-2,1-1 1,-2 0-5,1-1-1,0-1-11,3 0-6,-6-1-18,1 3-15,-2-5-22,6-2-20,-2 0-26,0-3-30,-1 0-44,2 2-40,-3-3-34,1 0-191,-2-2-481,1 0 214</inkml:trace>
  <inkml:trace contextRef="#ctx0" brushRef="#br0" timeOffset="251177.7319">23487 4098 126,'-1'-19'116,"1"0"8,-4 1 11,4 4-2,-1-1 8,1 3-1,0 2-10,0 0 9,-3 1 0,3 3 4,0 0-4,0 1 1,0 2-20,0-1-12,0 4-19,-1-6-9,-2 3-13,3 3-11,0 0-6,0 0-10,0 0 0,-11 16-8,7-4-4,0 16-1,-5 2 29,-3 18 0,0 3-5,-1 5 4,-4 3-1,-4 23-1,2-3-2,1 1 1,6-22 2,-3 28-1,2-29-1,2 3 1,-1-1-9,2 1 5,0-7-7,0 0-4,-1-4 0,3-14-1,-1 1-3,2-4-3,1 0-4,-2-1-5,4-6 0,-3-6-2,5 6 3,-3-8-8,2-5 3,1-3-4,1-1 0,-2-2 1,-2 0 0,5 0 0,-1-3 1,1-3 6,0 9 12,0-9 4,-1 5 12,1-5 11,0 0-2,0 0 2,0 0-6,0 0-4,0 0-10,-9-18-9,6 7-12,-2 0-9,0-1-20,-3-5 0,0 1-4,-1-1-8,2 1 0,-7-7 1,4 0-3,-4 1 0,2 5 5,-2-4-1,4 4 3,3 0 4,-2 1 2,1 1 4,1 5-1,3 0 12,-1 5 3,1-3 1,2 2-2,-3 3-3,5 3 0,-5-7-2,5 7-7,0 0-1,0 0-2,0 0 1,-7 16-4,7-1 6,1 1-2,-1 3 5,2 0-2,0 2 3,0-2-1,1 1 5,2-3-5,-1 1 2,-3-2-1,7-1-7,-4 0 9,1-5 3,-1 2-6,1-3 0,-1 0-1,1-1 6,-4-1-1,3-3 1,-1-1-5,-3-3 2,10 7 4,-10-7 21,15 3 3,0-3-8,5-3 14,9-2 2,-1-4 2,6 1-11,1-4 0,15-7-2,-5 0-16,6-1 13,-4-2-1,-14 7-6,2 1-8,-3-1 4,-3 3-1,-11 3-19,0 0 19,-8 4 1,-1 0 1,-1 2-7,-2-1-9,-1 0-6,2 3-4,-3-3-34,-2 0-42,1 2-47,-3 2-41,-2-9-39,2 9-34,-3-11-44,-5 5-222,0-2-560,-1-3 248</inkml:trace>
  <inkml:trace contextRef="#ctx0" brushRef="#br0" timeOffset="251959.2459">22926 3795 99,'1'-6'218,"5"-2"-3,1 0-4,-3-2-11,1 1-10,4-2-11,0-5-10,0 2-7,1 0-6,-6 2 1,1 2-3,4-5 0,-5 3-8,2 4-3,-2-2 0,-3 3 2,-1 0-2,3 3-17,-6-1-12,2 2-22,1 3-10,-4-5-17,-7 6-5,-6 2-10,-11 4 0,0 2-16,0 4-3,-1 1-21,3 0 12,3 1-10,6-4-6,3 4-6,2-2-2,1 1-10,2-2-3,6-2-1,-3-2-2,5 0-3,-3 2 3,2-3-1,4 0 8,-2-4 0,0 2 3,4 0 3,1-3 10,2 0 14,5-1 10,1-1 12,1 0 2,-1-4 5,5-2-1,-2 1 7,0-2 8,-1-1-3,3-4-5,-1 3-6,6-7 8,-7 5-2,-2 0 5,2-1 10,-5 4-12,-3 3 0,-3 1-1,1 1-6,-2 1-15,-4 2-10,5-3-14,-5 3-11,0 0-14,4 9 0,-4 2 3,0 8 2,0 10-5,-4 2 4,-1 2 3,0 0 4,-4-2 7,4-2-13,-4-3 9,9-8-9,-4 0 8,2-7-3,0-1 1,2-1 5,-5-1-10,7-1-2,-4-3 0,2 1 12,0-5-2,5 5 7,-1-3 0,-4-2 11,0 0 14,9 0 22,-9 0 17,11-4 0,9-6-9,9-7 0,16-7-5,0 0-7,-2-1-7,-11 9-6,9-16-9,3 3-26,-2 0-33,-1 0-19,2 3-57,-2-3-35,-9 7-41,6-6-54,-3 7-37,9 0-65,-14 5-283,0 1-673,-4 1 297</inkml:trace>
  <inkml:trace contextRef="#ctx0" brushRef="#br0" timeOffset="354353.2218">22347 6388 112,'13'4'118,"9"-2"3,10 4-5,6-1-6,16 1-3,7 4-9,3-3-3,0 1-10,29 3-3,-30-2-6,1-3-17,0 6-2,25 2-3,-27-7-4,-2 2-16,6 0 9,-11-1-2,0 0 1,-17 0-14,-1-2-1,-6 0 0,-2-1-7,-9-3-1,-3 3-1,-5-5-1,-2 2-12,-2-1-2,-2 2 13,1-2-3,-4-1-19,4 2 14,-7-2-3,6 1-5,-6-1 7,0 0-5,0 0-4,0 0-22,0 0-16,0 0-9,0 0-13,-20-10-9,6 7-6,-7-1-14,-3-1-4,-7-1-8,-1 2-80,-1-1-197,-4 0 87</inkml:trace>
  <inkml:trace contextRef="#ctx0" brushRef="#br0" timeOffset="355259.0436">22216 6521 86,'0'0'93,"11"5"3,1-2 12,8 2 0,11 2 2,7 1-2,18 3 3,35 3-11,-3 0 1,8 0-1,1 1-11,-1 2-10,-4-3 3,0 5-14,2-4 0,1 2-10,-9 1 0,-21-7-2,0 4-15,-1-4 1,-4 1-2,-2-1-4,-7 2-10,-19-5 4,2-1-5,-7 0-4,-1 1-5,-6-1 0,-1-2 1,-9-1-3,3 1 2,-4-2-3,-3-1-2,1-2 7,-4 0-4,3 0 6,-6 0 0,0 0 0,11 0 4,-11 0-3,4 3 2,-4-3-2,0 0 1,3 0-2,-3 0 1,0 0-2,0 0-4,0 0-1,6 1-2,-6-1 3,0 0-2,0 0-4,0 0 1,0 0 2,0 0-3,0 0-2,0 0-8,0 0 7,0 0-4,0 8 3,0-8-6,0 0 1,0 0 6,0 0-6,0 0 5,0 0-3,0 0 1,0 0-3,0 0 10,0 0-10,0 0 4,0 0-2,0 0 0,0 0-2,0 0 2,0 0-3,0 0 0,0 0 2,0 0 1,0 0 0,0 0-1,0 0-3,0 0 3,0 0-2,0 0-2,0 0 2,0 0 3,0 0-5,0 0 3,0 0-1,0 0 2,0 0 2,0 0-5,0 0-3,0 0 9,0 0-3,0 0-2,0 0-2,0 0 7,0 0-5,0 0 1,0 0 3,0 0 0,0 0-1,0 0-1,0 0-3,0 0-1,0 0 3,0 0 0,0 0-4,0 0 3,0 0-3,0 0 6,0 0-3,0 0 2,0 0 1,0 0-1,0 0 2,0 0-6,0 0 1,0 0 4,0 0-2,0 0 2,0 0-1,0 0-4,0 0 2,0 0-1,0 0 3,0 0-2,0 0 1,0 0 0,0 0 3,0 0 0,0 0-3,0 0 3,0 0-3,0 0-6,0 0 5,0 0-5,0 0 9,0 0-2,0 0-6,0 0 5,0 0 0,0 0 0,0 0 1,0 0-1,0 0 1,0 0 1,0 0-4,0 0 0,0 0-9,0 0 13,0 0-5,0 0 1,0 0 5,0 0-3,0 0 5,0 0-5,0 0-1,0 0 2,0 0 2,0 0 1,0 0-4,0 0-1,0 0 2,0 0-1,0 0 2,0 0-2,0 0-1,0 0 5,0 0-5,0 0 0,0 0 2,0 0-4,0 0 3,0 0-3,0 0-6,3-9 5,-3 9-12,0 0-2,0 0-9,0 0-8,0 0-9,0 0-16,0 0-14,0 0-5,-16-3-16,11 0-12,-9 1-16,0-3 9,-2 1-1,-7 0-10,-5-3-3,-3 3-86,-5 0-233,-1-5 103</inkml:trace>
  <inkml:trace contextRef="#ctx0" brushRef="#br0" timeOffset="356516.639">13302 9405 40,'-7'-2'139,"2"1"-4,5 1-5,-8-1-12,8 1-13,-6 0-3,6 0-25,0 0 3,-9-2-10,9 2-4,0 0-8,0 0-4,0 0 3,0 0-5,0 0-4,0 0 9,15 6 8,-5-5-6,5 0 1,0 1 3,9-1-9,8 3 4,5-4-3,4 2 1,10 2-1,7-4-3,-1 0 0,3 1-3,4-1-5,-2 5-1,2-5-2,-1 5-1,-5-4-7,0 5-1,-9 0-6,-12-2-3,1 0-3,0 1-8,-3 0-2,-3-1 0,0-1-6,-10 0-5,-5-3-4,-3 3-1,-1-1 3,-3 0-2,-1 0 0,-4 0 2,-1-2 0,-4 0 3,10 1 1,-10-1-1,5 2 2,-5-2-3,0 0-6,0 0 4,0 0-5,0 0-7,-11-11-13,4 8-20,-3-2-7,-2 0-16,2 0-2,-1-2-5,-5 0-19,3 0-5,0-3 4,-2 3 4,-2-2-1,2 0 8,-1-2 3,0-1 11,3 2 5,0 0 2,-1-2 16,1 0 6,1 3 13,3 0 4,2 0 5,-2 2 18,1-3 8,2 6 13,-1-1 3,3 0 11,-1-1 3,0 2-1,3-1 4,-1 4 7,-1-2 2,3-1-4,1 4 1,0 0-3,-2-4-10,2 4 8,0 0 0,0 0-2,0 0-6,2-5 1,-2 5 3,0 0 12,15 3-9,-10-1 0,3 0 1,4 1-1,2 2 8,1 0-5,3 1-3,0 0-5,-1 1-2,2 0 3,7 2-6,-9-1-4,3 1 1,7-1 1,-9 0-5,4 1-3,-6-2-3,4 4 0,-4-5-3,0 1 1,-4-1-1,-1 1-5,0-3 2,-5 0 2,2-3-3,-3 2-2,1-1 1,-4 1 2,1 0 1,2 1 1,-3-2 2,-1 2-2,-2 0 3,-1 3 1,-6-1 1,0 5-2,-3 1-1,-1 5-5,-9 0 2,-2 3-3,-3 1 2,3-2-3,-1 1-6,2-2-17,-4-1-4,9-5-27,-3 4-9,5-5-24,4 0-19,2-4-15,4-1-27,0-3-30,5 0-97,0 1-291,0-4 129</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2-09-26T04:00:03.543"/>
    </inkml:context>
    <inkml:brush xml:id="br0">
      <inkml:brushProperty name="width" value="0.05292" units="cm"/>
      <inkml:brushProperty name="height" value="0.05292" units="cm"/>
      <inkml:brushProperty name="color" value="#FF0000"/>
    </inkml:brush>
  </inkml:definitions>
  <inkml:trace contextRef="#ctx0" brushRef="#br0">4062 12818 187,'0'-12'195,"-2"2"-6,4 1-12,-2-2-10,2 3-15,-2 5-15,0-3-14,0 2-14,0-1-14,0 5-7,0 0-11,0 0-7,0 0-3,15 8-7,-5-1-4,-1 0-8,4 4-6,-4 0-3,3 1-3,1 0-2,-2 2-2,0-3 0,4 2-3,-5-5-2,-1-1-4,-1 1-1,1 0 4,-3-2-9,2-1 6,-3-2 6,-1 1 4,1-1 8,-1 0 15,0-2 7,-4-1 12,15-4 6,-4-3 1,13-8-13,3-2-1,15-12-7,2-3-4,3-4-12,4 0-1,0-3-4,21-15-3,-18 16-6,26-13-2,-3 3-5,4 2 3,-2 1-5,0 7-7,2 0 3,-26 9-2,3 0-1,1 2-1,-2-2-2,-2 2-5,-8 4 3,0 1 4,-14 5-8,-1 2 4,-3-1-3,-5 3 0,1-1-4,-9 4 1,1 0-1,-3 3-1,0 0 1,-1 2 3,-4 0 0,0-2 0,-4 2 2,1 4 4,2-2-8,-3-1 4,-1 3 2,-1-2 0,1 1-2,-4 2-2,4-4-2,-4 4-2,2-3-2,-2 3-3,0 0 7,8-1 4,-8 1-6,0 0 1,0 0-1,0 0-1,0 0-1,0 0-6,0 0 6,0 0-1,0 0 2,0 0-3,0 0 1,0 0-2,0 0 6,0 0-7,0 0 3,0 0-2,0 0-3,0 0-3,0 0-19,0 0-23,0 0-24,0 0-28,0 0-34,0 0-30,0 0-39,0 0-49,0 0-181,0 0-471,8-3 208</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2-01-28T04:34:32.03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50"/>
    </inkml:brush>
  </inkml:definitions>
  <inkml:trace contextRef="#ctx0" brushRef="#br0">3243 4553 39,'0'0'128,"0"0"0,-2-3-3,2 3-10,0 0 6,0 0-1,0 0-1,2-5 3,-2 5-8,0 0 0,2-4-3,-2 4-5,0 0-5,0 0-1,0 0-9,0-5-7,0 5-5,0 0-8,-2-5-7,2 5-8,0 0-13,0 0-2,0 0-6,-4 14-7,4-9 3,0 9-9,-2 2-2,2 5 4,3 6-3,-3 2 1,-1 0 4,3 2-22,-2-2 4,2 0 1,-2 1 2,0-1-1,0-8-1,0 4-3,0-6 1,-2-2 3,2 0 0,2-1-4,-2-4 1,0-2-1,0 0 0,0-3 0,-2 0 1,2-2 2,0-1-1,0-1-9,-1 3-1,1-6-7,1 4-3,-1-4-6,2 3-9,-2-3-22,0 0-36,0 0-48,0 0-8,-7-15-17,4 7-13,0-3-122,-2-1-316,1-3 140</inkml:trace>
  <inkml:trace contextRef="#ctx0" brushRef="#br0" timeOffset="1707.6045">3253 4550 59,'0'0'125,"0"-3"-14,0 3 13,0-6-3,0 6-11,0-5 0,0 5 1,0 0-12,0-3-4,0 3-6,0 0 1,0 0-8,0 0-6,0 0-14,5-4-3,-5 4-1,2-3-4,-2 3-4,0 0-3,9-3 1,-1 3 4,2-2-6,3 2 1,5-3 2,-1 2 3,6 1-8,5-3 0,4 3-1,0-3-4,2 3 0,2-4-2,2 4-5,15-1-2,-2 1-2,-12 1 1,15-1-5,1 2-2,-3 0 7,-3-7-9,6 4-6,-5 3 6,4-3-5,-2 0-2,-1 1 2,1-1-3,0 3-3,0-2 3,1 0-3,0-2-4,-3 4 3,-10-3 0,-1 2-3,16-2-1,-1 1 2,-16 0 3,0-1-5,0-1 0,14 2-1,-13 0-1,0-2 6,12 3-5,-16-2 1,4 1 4,-2 1 3,4-1-7,-4-1-1,4 0 3,-2 1-4,0-2 4,-1 0-3,-2 3 3,-1-2-3,3 1 1,-5-3-4,1 3 6,3-1-3,-2 2 7,1-1-9,-3 0 1,3 0 1,-3 0-1,-1 0 0,-1 0 2,2 0-1,-1 3-1,-2-2 1,-3 0-1,-4 1 0,-1-1-1,7 0-1,1-1 1,-11 1 0,3-1 1,-3 2 1,1-4-1,3 4-1,-4-2 0,1 1 1,-5 0-3,-4 0 0,3-1 0,-2-1 7,0 2-5,-5-1-1,1 0 0,-1-1 3,-1 2-2,-6-1-2,10 0 2,-10 0 2,5 2 0,-5-2 4,4 2-3,-4-2 2,0 0 3,0 0-1,0 0 3,7 0-6,-7 0 5,0 0-2,0 0 0,0 0 0,0 0-5,0 0 0,0 0-1,2 1 2,-2-1-7,0 0 2,0 0-4,0 0 0,0 5 2,0-5-3,-4 11 6,4-5-4,-2 5-2,1-4 4,2 8 3,-4 3-1,3-1 5,-4 0-2,4 1 6,-4 2-1,3 4 5,-1-5-3,0 8 2,0-8 1,0 1 3,2 0-4,2 1 3,-4-3-1,2 2 0,-2-2 5,4 0-7,-2-4 1,-2 2 1,2-2 4,0-1-2,0-1 0,0 0-5,0 0 4,0-2-5,0 1 5,0-1-3,0 2 4,0-5-8,0 3 2,0 0 1,-4-4 0,4 1 0,0-1-7,0 1 4,0-2-2,0 2 5,0-1-4,0-2-2,1 1 3,-1 1-3,3-2 7,-3-2-8,0-2 1,-3 5-2,3-1 4,0-4-3,3 3 8,-3-3-10,-4 5 5,4-5-7,0 0 14,0 0-14,0 4 5,0-4 0,0 0 3,0 0 1,0 0 3,0 0-4,-5 3-1,5-3 4,0 0-2,0 0 7,-9 3-2,9-3 4,-17 2-2,4 1 1,-2-1-6,-3 2 4,-2-3-4,-3 1-3,3 0 2,-8 0 1,-5 2-3,4-2-3,-2 2 2,-3-1 0,1-2 0,-2 1 1,0-2 0,-3 6-2,5-3 1,-4 2-4,-2-4 17,5 3-14,-4 1 2,2-3-2,-3 1-3,0 0 0,-13 1 2,13-1 5,1 1-3,-2-1 2,2 1 1,-2-1-4,3-1 0,-3 1 5,1 1-3,3-4-4,-1 4 7,1-2-4,2 2 2,-1-4 2,1 4-7,-1-3 2,2 5 2,2-5-1,-1 4-4,2-5 4,0 4-5,1-3 5,0 4-2,-1-3 1,1-2 4,-1 3-1,1-1 0,0-2-3,7 2 1,-1 0-3,-9-2-1,13 3-2,-5-2 0,4-1 8,-3 0-6,3 1 1,-1 0-3,0 1 4,-2-2-3,1 3 5,2-3-5,-2 1 5,1-1-7,1-1 3,-1 2 5,-6 0 0,9 1-7,1-1-1,-2 0 4,6-1-1,-5 1-2,3-1-2,-2 0 5,4 2 0,-3-4-1,-1 2 1,-2 0-1,6 0 0,-5 2-3,5-2 7,-2 0-6,2 0 2,-1 0 1,-1 2-5,1-4-1,-3 2 9,0 0-7,5 3 3,-2-2-3,-2 0 6,2-2 15,0 1-16,0-1-3,0 0 2,2 1 1,-3-2 1,5 2 1,-4 0 2,4 2-3,-5-4-3,3 2 1,2 0 1,0 0-5,10 0 9,-17 0-7,9-2 0,8 2 1,-15 2 10,7-4-17,8 2 0,-18-1 13,12 1-6,6 0-9,-13-1 7,13 1 10,-12-1-4,12 1-4,-13-2-2,13 2 0,0 0 1,-16 2 5,16-2 0,0 0-1,-11 0 10,11 0 8,0 0-14,-15 1 7,15-1-5,0 0 1,-13-1-1,13 1-10,-14-2 9,14 2 3,-10-2-1,10 2 2,0 0 2,-19 1-2,19-1 0,-12 0 12,12 0-11,-15 0 1,15 0 0,-13 0 1,13 0-11,-9-1 14,9 1-4,0 0-1,0 0 10,0 0-2,-19 0-2,19 0-2,0 0 5,-7-3-1,7 3-1,0 0 1,0 0 9,0 0-3,0 0 2,0 0-2,0 0 1,0 0 3,0 0 7,-8-2-4,8 2-4,0 0 3,0 0-1,0 0 0,0 0 4,0 0 4,0 0 3,0 0 0,-2-5-8,2 5 4,0 0-7,-3-7-3,3 2-2,-2-3-7,-2-1-1,-2-6-25,1-2-12,-2-2-17,1-9-8,-4 1-3,2-2-16,1 0-25,0-2-8,-1 1-30,0-2-20,1 1-10,2 4-19,5-3-31,0 3-24,0 0-39,12 0-33,0 3-29,4 2-219,4 5-591,0-1 262</inkml:trace>
  <inkml:trace contextRef="#ctx0" brushRef="#br0" timeOffset="2122.5164">3590 4875 175,'0'-7'213,"3"2"-10,-3-2-1,1 1-8,-1 3-7,0-2-15,0 5-10,-1-6-16,1 6-16,0 0-17,0 0-12,-4-1-16,4 1-4,0 0-13,-4 18-9,4-6-5,0 1 0,-5 4-5,4 1 2,1 2-9,0-4-5,-3 1-5,3-2-3,-2 2-3,2 0-4,0-1-2,0-5 3,-3 0-3,3-1-6,-1 0-11,2-4-22,-2 1-12,1-1-23,0 1-22,0-2-17,-3 0-17,3-5-25,0 7-16,0-7-17,0 5-15,0-5-109,0 0-315,0 0 140</inkml:trace>
  <inkml:trace contextRef="#ctx0" brushRef="#br0" timeOffset="2514.011">3727 4867 61,'0'0'129,"0"0"1,0 0-8,0 0-1,-4 18-6,1-8-2,0-1-4,0 3-6,-1 0-9,3 0-6,-3 1-9,2 2 0,0 1-15,0-3-7,2-1-1,0-1 1,0 3-8,1-2-6,2-4-6,-1 4 2,1-4 1,-1 0-4,2-2-2,1 1 2,-1-2 7,5-1 5,0 3 0,-3-5-1,2 1 8,0-2 7,-1 0 5,5-1 3,-3-1 0,1-3 5,1 0-2,-2-2-4,3-2-1,-4-1-1,1-2 4,-1 2-7,-1-4 5,-3 2-14,2 1 7,-3-2-9,1-1-1,-2 4-3,-3-4-5,1 3-7,0-1-1,-3 4-14,-2-3-2,3 1-5,-4 1-5,2 2-4,-4-2-20,1 1-1,1 2-11,-3 0-8,4 1-18,-5 0-12,4 3-10,-5-4-18,6 5-16,-1 0-22,-2 0-13,8 0-21,-8-1-7,8 1 6,0 0 1,0 0-4,0 0-15,0 0-93,0 0-298,0 0 133</inkml:trace>
  <inkml:trace contextRef="#ctx0" brushRef="#br0" timeOffset="2913.7817">4146 4642 79,'4'-7'179,"0"2"-3,-4-1-3,2 1-2,1 2 2,2-2-8,-5 5-5,2-5-3,-2 5-5,3-5-8,-3 5-8,0 0-9,1-5-7,-1 5-7,0 0-6,0 0-6,0 0-12,0 0-4,0 0-6,0 0-4,0 0-7,0 0-3,0 0-3,0 0-6,0 0-8,0 0-3,0 0-11,0 0-5,0 0-2,0 0-7,0 0-3,0 0 2,0 15-3,0-5-3,0 2 4,3 6-3,-2 9 0,3-2 3,-3 6-4,2-2-7,-1 0 4,-2 4-2,4-2 5,0-1-7,-4 2 5,4-4-5,-3 1 5,-1-1-8,4-9 8,-3 3-3,2-5-3,-3 2 2,1-2-4,0 0 2,-1-5-2,2 3 5,-5-4-4,4 1 1,1-6 0,-2 1 1,1 1-2,-1-4-8,-1 3-9,1-7-16,1 6-9,-1-6-17,0 7-19,0-7-23,0 0-24,0 0-31,0 0-28,4 5-26,-4-5-217,0 0-458,0 0 204</inkml:trace>
  <inkml:trace contextRef="#ctx0" brushRef="#br0" timeOffset="3776.7229">5295 4981 47,'0'0'179,"-9"0"1,9 0-9,0 0-4,-8-2-3,4 1-3,4 1-4,0 0-5,0 0-2,-9-2-7,9 2-2,0 0-5,0 0-8,-9 0-6,9 0-7,0 0-4,0 0-11,0 0-6,0 0-9,0 0-6,0 0-6,0 0-11,0 0-2,0 0-6,0 0-6,0 0-3,17-2-4,-3-1 2,7 0-5,8 1-1,10-3 3,13-1-2,1-2-1,5 3-3,-1 0-5,5 0-1,-4 1-1,5 1-5,-2-1 1,5 1-2,-4-2-5,3 3 1,-1 2-6,4 0 1,-10 0 14,2 0-14,-3-3-5,-6 2 3,3 0-1,-23-1-6,8 2 3,-4 0-1,-5-1 2,0 0-1,-10 0-5,2-1 2,-4 2 6,-6-1-3,-1 1-3,-4 0-1,-7 0 5,14 0-8,-14 0 6,9 0 1,-9 0-6,0 0 1,8-2 1,-8 2-4,0 0-26,0 0-21,0 0-22,0 0-18,0 0-22,-17-11-13,5 8-5,3-1-20,0-1-3,-5 2-16,5 0 15,-6-1-10,3-4 10,2 3 13,-4 3 8,0-4 24,2 0 4,1 1 11,-1 0 18,1 0 22,0 1 9,1 1 17,-1 0 12,2-1 21,2 2 19,0-1 10,2 2 7,1 0-12,4 1 15,-5-4-3,5 4-2,-5-1-6,5 1-4,0 0-4,0 0 4,0 0-9,24 5 1,-13-1 1,1 1-4,3 5-1,2-1 8,1 1-2,-1 4 0,-1 1 1,2-1-1,-4-1 2,0 1-7,-1 1 3,-2-1-6,-1 0 5,-5-2-6,-1-4 1,-3 5-5,2-2-2,-6-1 0,3 2-4,-3-2-8,0-1-13,-3 3-20,-4-3-18,4 0-30,-1 0-23,-2-2-24,-1-1-35,-2 1-105,3-3-293,2-1 129</inkml:trace>
  <inkml:trace contextRef="#ctx0" brushRef="#br0" timeOffset="5575.3756">7065 4731 28,'-4'-7'222,"4"3"-14,0 1-13,0 3-23,0-7-20,0 2-14,0 5-19,0 0-20,0 0 1,-3 16-9,6-1-9,-3 12 1,0 2 4,4 0 1,-4 2-2,0 1-3,0 0 2,3 1-2,-1-1-1,-2 0 4,1-6-2,3 1-1,-4-3-13,0-5-6,0-2-6,1 0 2,-1-1-12,0-5-4,0 1-3,-1-3 2,2-1-7,-2-3-1,2 2-4,-2-2-6,1-5 0,1 7-10,-1-7-4,0 0-13,0 0-23,0 0-22,0 0-14,0 0-15,-1-20-4,1 13-5,-4-10-7,3 2 10,1-6 2,0-2 9,-2-5 4,4 2 13,-2-5-1,0 1 8,0 1 9,5-1 5,-5 7 10,1-2 1,1 7 14,0 1 28,-2 1 15,2 4 9,-2 1 7,2 0 7,-2 5 2,0-1 7,0-1 1,0 6-2,1-4-2,-1 2 6,0 4-3,3-7-7,-3 4-5,3-1-1,1 1-8,3-1 0,3 1-9,3-2 0,8 0 0,5-1-1,3 0 0,4-1 0,1 1-3,3 2-4,2-2 3,15 0-1,-2-1-4,5 6-2,-5-3 0,6-1 3,2 3 5,2-1-12,-1 1 4,1 1-2,3 1 1,-2-2-6,-1 3-2,1-6 4,-3 5 0,3-1 5,-1 1-9,1-2-3,1 2 1,2 0-3,-2 0 2,3 0 2,24-4-5,-29 5-5,-8-1 1,0 0 0,-1 0 6,-2 0-6,-1 0 0,-9 0-1,9 0-1,2 0 0,-2 0 4,-11-1-2,-3 1 1,18-1-5,-16-3 4,14 1 1,-2 1-2,-11-1-1,-1-1 5,3 4-5,-4-5-1,0 5-2,-2-4 2,-4 1 0,-2 2 9,-8-1-10,-3 1 0,-4 0 2,-4 1-1,2-1 8,1-1-9,-8 2 5,-5 0 7,11-2 3,-11 2-3,10 0 1,-10 0 1,0 0-1,0 0-5,10 0 7,-10 0-12,0 0 1,0 0 2,0 0-9,0 0 5,0 0-8,5 2 5,-5-2 0,0 0-7,4 4 4,-4-4-2,0 8-4,0-3 3,1 5-4,-1 6 17,0-4-12,0 6-3,0-1 2,2 9 4,-4 2 5,4-1-2,-4 0 1,2 1 6,0 3 2,4 2 5,-4-3 6,5 1 3,-2 1-9,-3-3 14,5-1-2,-1 1 18,0-3-10,0 1-7,-2-9 4,4 1-3,-2-1 2,-2 0-6,1-1-7,-2 2 0,2-6-10,-3-3 12,2 1 0,-2-2-12,1-1 6,-1 0 0,0-1 4,3 0-11,-3-7-6,0 9 1,1-3 8,-1-6-8,0 8 3,0-8-4,2 6 1,-2-6-1,0 0-4,0 8 4,0-8-5,0 0 2,0 0 7,0 0-2,-3 7-2,3-7-6,0 0 8,0 0 0,0 0-1,0 0-3,0 0 4,0 0-4,-4 5-7,4-5-3,0 0-2,0 0-2,0 0 0,0 0-1,-15 0 12,5 2 2,-8 0 0,-1 2 2,-8-3-3,-7 2-3,1 0 1,0-2-4,-3 2 6,-3-1 5,-11 1-7,-2-3 0,1 2 5,2 1 0,-2-3-6,-2 1 4,14-1-1,-12 1-1,-2 2 3,14 0 1,0-2 1,1-1 1,-13 3-2,12-1-2,-1 2 1,-10-1 3,10-2 1,0 1-6,-11 0-2,-2-2 4,17 3-1,-5-2 1,3-1-3,1 0 2,-3 1-1,4-1 3,-3 2-2,7-1 2,-6-1 0,5 2-1,-2-2 0,3 0 3,0 0 1,1 2-5,2-2 2,-2 0-2,2 0 4,1 0-4,-2 0 0,3 0-8,-2 0 7,1-2 3,-3 1-4,2 1 4,-2-2 4,2 0-7,2 0-1,-5-1 6,6 3-6,5 0 1,0-2 3,1 2 0,-3 0-1,3 0 9,3 0-5,-2 0-5,2-2-4,3 1 4,1 1 9,-5 0-4,4-2-2,0 2-2,-1-1 0,-4 2 5,2-1-4,4 0 3,2 0-4,11 0 1,-23-1-1,11 1 2,12 0-7,-15 0 25,15 0-23,-17 0 3,8-1-5,9 1 2,-13-1 0,13 1 8,0 0 7,-15-2-15,15 2 12,0 0-1,-10-1-1,10 1 0,0 0-4,0 0 5,-10-1 7,10 1-10,0 0 0,0 0-3,-14-3 11,14 3-15,0 0 5,-13 0 0,13 0 1,-13 0 0,13 0 1,-11-2-5,11 2-6,-13-2 15,8-1-5,5 3 0,-11 0 4,11 0 1,-11 0 1,11 0-3,0 0 4,-11-1 6,11 1-3,0 0-5,0 0 5,0 0-6,-9 1 3,9-1 6,0 0-8,-10 3-5,10-3 3,-7 2 4,7-2-2,0 0-7,-10 0 1,10 0 4,0 0 0,-9 0 1,9 0-5,0 0 8,-13 1 7,13-1-4,0 0 5,0 0 7,-10-1 3,10 1 3,0 0 4,0 0-4,-8 1 2,8-1 3,0 0-1,0 0 1,0 0-2,-13-1 0,13 1-1,0 0-4,-11-2 2,11 2 1,-8-3-4,8 3-4,-9-1 6,9 1 2,-9-1-3,9 1 5,-7-3 0,7 3 6,-8-2-3,8 2 1,-8-3 5,8 3-1,-6-6-1,1-2-11,-3-8-11,0 5-7,-4-8-12,3 2-7,-5-5-11,0 0-17,4 0-13,0-2-18,3 7-11,-1 0-14,3 0-24,-1 1-27,2 1-10,-1 1-30,2 1-18,3 1-20,1 0-24,-1 3-27,3-1-35,1 3-24,0 0-256,1 2-633,0 0 280</inkml:trace>
  <inkml:trace contextRef="#ctx0" brushRef="#br0" timeOffset="6310.8369">7309 5069 109,'0'-8'201,"0"0"-10,4 1-8,-3-2-2,4 4-9,-5-4-5,4 3-11,-3 2-11,3-4-12,2 3-13,-1-2-12,2 2-9,2 0-12,0 1-9,2 0-6,2 3-11,-3-2-3,2 3-4,0 3-8,0-1-4,1 2-2,-2 2-5,-3 1-6,3 0-5,-4 2-2,-2 0-6,-1 5-4,-3-4-1,-2 1 0,-3 4-3,-1-1-1,-9 8 1,-2-2-3,6-3 0,-9 0 1,6-5-2,-2 3-1,2-4-3,2-4 4,2 3 0,0-2 0,0-1-2,2 1 3,2-3 5,3-1-9,-2-4 2,0 4 4,4-4-1,-1 4 0,1-4 2,5 4 1,1-4 0,1 0-2,7 0 1,2-3 2,2-1-2,3-1-1,8 1-2,-10-4-2,11 3 0,-5-2 2,2-1-2,0-2 3,-8 3-6,-1-5 4,6-2-4,-7 2 1,1 0 2,-4 0 6,0 2 9,-5 2 14,0-1 2,-2 2 8,-3 2 6,0 1 2,0 0-5,-4 2-9,0 2-1,4-5-12,-4 5-3,0 0-3,0 0-6,0 0 0,-9 12 0,6-4 1,-1-1-5,2 2 3,-3-1 1,5-2-1,-3 5-5,3-2 3,0 0-1,3-1-1,2-3 3,0 4 0,2-4 1,2 3 2,2-4 1,3-1-5,5-1 7,0 1-4,-1 0-2,2-1 0,0-6 0,0 3 1,-2-2-3,-1-1 2,2-1 0,-9-3 6,3 4 2,1-8 13,-5 6 0,-2-5-1,2 0 5,-6-5-4,1 4 5,-2 0-3,-4 0-10,2 0-3,-4 0-4,-3-1-5,-1 4-2,-1 0-8,0 3 0,-4-3-15,3 6-6,-8 3-18,4-3-6,-4 3-14,5 1-16,1 1-24,-1-2-23,5 3-18,-5 4-34,9-2-11,-1-2-10,4-1-16,2 3-18,-1 1-145,6-3-406,6-1 180</inkml:trace>
  <inkml:trace contextRef="#ctx0" brushRef="#br0" timeOffset="6657.53">8390 4791 94,'0'-9'250,"1"0"-10,-1 2-8,2 2-8,-2 0-5,2 0-14,-2 0-13,0 5-20,2-4-18,-2 4-16,0 0-20,0 0-11,0 0-10,0 0-11,-4 16 3,4-5-22,2 6 0,-2 6-5,2 4-1,-2 2-3,2-2-3,-1 4-3,-2-1 1,2 1 4,-1 2 0,0-2 0,3-4-2,0 2 3,-1 1-5,-2-2-4,3-3 1,-1-5 7,-2 8-15,0-9 3,1-3-4,1 0-6,-4-2-2,4-2 1,0 3-9,-2-3 0,0 0 3,0-5-5,0 4-7,0-5 2,0 2-5,0-1-6,0-2-13,0-5-27,0 8-28,-2-4-28,2-2-30,0-2-21,0 0-31,-3 7-30,3-7-46,0 0-238,0 0-523,0 0 232</inkml:trace>
  <inkml:trace contextRef="#ctx0" brushRef="#br0" timeOffset="8415.988">9085 5173 61,'-10'0'166,"10"0"-11,-5 1-18,5-1-12,0 0-12,0 0-4,0 0-11,0 0-11,0 0-4,0 0 0,0 0 0,0 0 2,22 0 5,-4-1 1,3 0 1,8-1-1,3 0-2,4 1-4,16-4-5,1-2-7,0 0-21,0 6-3,4-3-6,0 2-4,-2-1-2,3-1-7,-5 4-3,3-3-3,-3 3-1,4-2 0,-18 1 3,0-2-10,0 2-1,15 1 2,-17-3-3,0 0-3,-4 1-3,1 0 1,-4 0 3,0-1-4,-9 1 3,1-1-4,-2 1 1,0-1 3,-3 0-3,-4 2 0,1 1 0,-5-4-7,-1 3 6,0-1 1,-1 0-3,-2 2-3,0-1 2,-5 1-3,7-3 0,-7 3-1,0 0-6,6 0-1,-6 0-8,0 0-18,0 0-20,0-4-21,0 4 0,0 0-6,-8-7-2,2 4-4,2 1 6,-3-1 1,-1-2 1,-3 0 7,1 1-9,0-3 23,-2 1-2,3 4 12,-5-3 2,5-2 5,-5 3 9,5 1 10,0-3 16,-3 2 8,5 2 19,1-1 9,0 1 7,2 2 7,-1-3 5,5 3-5,-5-4-8,5 4 7,-4-3-6,4 3 2,0 0-8,0 0-4,0 0-2,17 0 3,-7 3 1,3-3-5,0 2 0,1 3-6,0-1 4,2 3-3,1 1-2,-1 4-1,-1-5 0,0 7 0,-2-3-3,-2 2 0,1-1-6,-3 1 4,-3-3-4,-1 1-1,-2-2 0,-1 0-7,2 3 11,-6-4-5,0 1-2,-2 1 1,1-1-4,-3 3-3,-1-6-20,0 3-23,-1-2-20,-2 1-27,1-3-29,1 2-18,0-1-35,-2-3-93,-1 2-290,6-2 128</inkml:trace>
  <inkml:trace contextRef="#ctx0" brushRef="#br0" timeOffset="8827.5975">10813 4775 111,'0'-6'221,"3"0"-4,-2-1-9,-1 3-24,0 2-14,0 2-14,0-5-16,0 5-19,0 0-10,0 0-10,0 0-3,-1 16-3,2 1-4,-1 0-7,-1 2-3,2 9-3,-1 0 0,2 5 3,-2-3-4,2 3 4,0 1-5,0-2 4,-1 2-8,-1-1 4,0-3-5,3 0-5,-3 0-7,-3 1 0,3-1-9,0-10-2,0 6-4,0-9 0,0 1-7,0-5-5,-1-1 0,1 0-2,0-5-7,0 3-12,0-5-16,0 0-16,-2-1-15,2-4-12,2 8-11,-2-8-21,0 0-44,0 0-59,0 0-40,1-22-22,2 5-167,-2-2-446,8-5 198</inkml:trace>
  <inkml:trace contextRef="#ctx0" brushRef="#br0" timeOffset="10698.6592">10873 4911 161,'-1'-9'171,"-4"-1"9,5 3 3,-2 2 4,1-3-8,-1 3-6,1 1-3,2-2-3,-1 6-15,2-5-8,-2 1-10,0 4-6,1-6-11,1 3-10,2 0-13,1 1-9,0-2-10,3 0-3,5-1-1,5 0-3,0 1-2,10-1 3,2-2-3,0 2-3,4 0-4,0-1-4,3 2 2,0-1-5,3 4-4,10-4-8,-9 2 8,9-2-2,-10 3-1,1-1 0,13 0-2,-3 1-3,1 0 5,1-1-6,0 2-5,2-5-1,-1 2 3,2 3-4,-1-4-5,1 0 2,-1 2-3,-2-1-2,2 0 4,0-1-6,-4 2 0,-1 0 1,-10 1-8,-1 2-5,13-2 7,-15 2 4,4-2-9,-4-1-3,3 1 2,0 0 1,11 1-9,-11 1 10,0 0-5,0 0 2,10-3 2,-9 4-5,12-1 6,-2-1-1,-12 0-8,1 0 14,10 1-6,-12-2-2,-3 2-1,2 0 2,-6-1-8,1 1 5,-2 0-4,-1 0 0,-8-1 1,1 1 5,-3-1-2,3-2-1,0 1-4,0 2 4,7-2-1,-2 2-4,1-3 2,-7 3 13,7-4-13,-2 3-8,4-1 6,1 0-1,0 0 2,2-3 0,-5 4 0,-1 0-3,-1 0-5,-4 1 7,-1-3 2,-1 2-3,-2 1-1,0 0 6,-3-3-6,-2 3 0,1-1 0,0 0-3,4-2 9,-1 1-9,-3 1 7,2 0-5,0 0 1,-1-1-3,5 0 3,-1 2 3,2-3-2,2 2-2,5-2-1,2 5-1,-4-4-1,2 2 4,0-1-2,-10 2 2,5-3 9,-3 2-4,-4 0-4,-2 0-7,-1-3 2,1 3 4,-4-3 7,0 6-5,1-6 0,-2 6 7,-4-6-11,3 6-2,-8-3 11,10 0-4,-10 0 4,7 0 5,-7 0-8,6-3 7,-6 3-8,0 0 9,7 0 3,-7 0 1,0 0-5,0 0 4,0 0 2,0 0-9,0 0 1,0 0-4,6-2 5,-6 2-11,0 0 8,0 0-3,0 0-1,0 0-2,0 0 5,0 0-1,0 0-3,0 0-3,0 0-4,2 5-7,-2-5 12,0 0-2,0 0-12,0 0 14,0 4-6,0-4-4,0 0-4,2 5 6,-2-5-3,0 7 8,0-2-9,0 0 8,0 3-4,0 1 2,2 3 0,-4 5 4,6-2 0,-3 3 1,-1 0-2,0 0 3,3 7-2,-3 0-2,0 1-1,0-3 10,0 5-10,3-5 8,-3 2-3,0-6 12,2 6-14,0 1 8,1-1 9,-3-6-12,3 1-3,-3-3-9,4 0 12,-4 0 2,0-3 0,0 0-6,0-2 5,2-1-3,-2 2 0,-2-4-2,4 2 1,-1-3 3,-1 3-2,0-2 18,3-1-22,-3-4 8,1 2-5,-1 1 7,0-2-1,2-1 1,-1 3-11,-1-7 4,-1 8 7,1-3-9,0-5 7,1 8-2,-1-8 1,0 5-9,0-5 7,0 0 2,1 4-3,-1-4 1,0 0-5,-1 8 0,1-8-1,1 5 10,-1-5-5,0 4-1,0-4 3,-1 7-6,1-7 5,0 0-9,-1 7-2,1-7 1,-3 4-6,3-4-7,-3 6-6,3-3 1,-3 2 1,1-1 17,-4 0-11,2 2-7,-5 0-3,1 0 15,-5 2 0,4-1 7,-9-1-6,4 2 2,-5-1-1,0-2 2,-1 0-1,0 2-4,-10 1 4,3-3 3,-1 0-5,1-1 1,-2 0 0,-4-3 1,2 2 5,-2 1-2,0-3 1,-2 0 1,-1 0 0,-1-1 2,2 0-2,-2 2 5,-2-2-4,0 1 0,-1 1-1,0-5 6,0 3-5,0 0 0,2 0 4,-1 1-5,2 1 3,-1 0 2,-2 0 3,-11-2-5,17 2 0,2-2 8,-1 1-7,3 1-1,-1-2-2,2 0 8,-2 5-5,1-5 4,-3 0 1,1 2-1,1-1-5,-3 1 0,1-1 1,0 1 5,-1-1 2,-1 2-2,-1-1 3,3-1-7,1-1 4,3 2 0,-7-1 4,5-1 3,2 0 1,1 0-9,0 1 2,6-1 5,0 0-3,-6 0 6,7 0-2,-1 0 0,-7-1 3,1 1-4,0 0-3,2-3 4,-3 3-8,-1 0 8,0 0-5,4-1 9,-6 1-5,1-4-5,-1 4 7,-1-1-2,0 2-2,1-1 0,3-1-1,-4 0-2,5 1 0,0-2 9,6 4-2,-1-4-3,5 2 2,-5 0 15,1-3-11,3 3 1,-3 0-7,0 0 1,4-1 14,-1 1-15,1 0-2,1-1 4,3 1 0,0 0-7,-4-1 0,0 1 4,1 0 6,-2 0-2,2-3 0,4 3 1,-6 0-5,1-2 9,0-1-5,-2 2 2,1 0-2,0-1 3,6 0-3,-2 2-3,0-2-2,2 1 3,0-1-4,-4 2 1,-2-1 1,6 1 1,-6-1 8,4 0-2,3 1-14,-1 0 8,1-2-7,-1 1-5,2 2 9,-2-2 7,4 1 2,0 0-14,-1 0-4,2 0 11,0 1 1,-1-1-13,-1-2 9,-3 3-3,7-1-3,-2 0 6,0 1-9,2-1 8,-6 0 2,6 2-10,-2-2 6,0 1-4,0-1 3,1-1-10,-1 2 11,-1-2 7,9 1-7,-20 1-1,11-1 3,-2 1-9,3-1 6,8 0 5,-18 3-1,6-3 1,2 0-6,-1 0 2,2 1 3,-2-1 6,-1 0 5,12 0 6,-14 0-9,6 0 0,-1 0 6,3 2-16,6-2 3,-12-2-2,4 1 5,2 1 4,6 0-1,-10 0 0,10 0 1,-7 0-1,7 0 2,-6 1-1,6-1 3,0 0 3,-9-1-2,9 1 0,0 0 3,0 0 0,-7 0-1,7 0-7,0 0 6,0 0-1,-6 1 0,6-1 1,0 0 0,0 0-7,0 0 1,-5-3-2,5 3 1,-4-2-4,4 2-3,0 0-8,0 0-6,-14-1-12,9 1-6,-2-3-17,0 2-1,-3-2-17,-2 1-6,2 1-5,1-3-6,-2 2-18,-1-1-13,5 2-11,1-3-20,-1 4-32,2-2-46,-1-3-39,3 2-60,2-4-240,1 7-606,5-12 269</inkml:trace>
  <inkml:trace contextRef="#ctx0" brushRef="#br0" timeOffset="11436.7156">11212 5095 45,'0'0'191,"0"0"-5,0 0 2,0 0-2,0 0-6,-7 0 0,7 0-4,0 0-2,0 0-2,0 0-2,0 0 0,0 0-12,0 0-2,0 0-13,0 0-7,0 0-16,9-13-8,-6 9-9,-1 0-8,3-1-14,1-3-8,1 0-5,2 1-8,-1 0-7,0 2-5,4-5-7,-2 4-1,1 1-6,2-2-9,-1 4 7,0 0-7,6 0-2,-5 1-4,-1-1-12,2 3-9,-5 0-9,-3 1-5,1 3-7,3-1-3,-1 2-2,-2 4-1,-4-3-3,1 3-3,1-3 1,-5 5 1,0-3-4,-2 2 3,-1 1 4,-2-1-3,-1-3 2,-2 4 7,4-2 0,-6 0 5,2-2 0,3-2 0,-1 0 5,3-1 1,-4-1 1,5 0 3,-3-1 0,2 2 6,3-4 9,-2 4 6,2-4 13,0 0-6,0 0 2,0 0 4,0 0 1,0 0-2,0 0-4,0 0-7,0 0 3,19-8-3,-14 5-2,4 2-4,2-3-3,-1 3 3,1-2-3,1 3-1,-1-2-2,-2 2-4,3 2 3,-4-2 2,-1 3-4,2-1-9,-2 0-6,-1 1-3,0 1-2,-3 1 1,1-2-4,-1 4 4,-2-2 2,-2 2 3,-2-1-3,-1 5 3,-2-5 2,-2 3-2,-3-1 3,-2 2 2,-3-2 3,0 0 1,0-3 0,1 2 3,-5-3-4,1 1 4,1-2 2,0-1 1,4 1-5,-5-2 5,6-1 1,-1-1 3,3-2-1,1 3 0,-4-2-12,6-3 0,2 3-6,1-3-2,-2 2-15,3-2-22,3 1-26,-1 0-25,4-1-33,-1-3-20,3 3-24,5-2-9,0-2-146,2 3-364,0-1 162</inkml:trace>
  <inkml:trace contextRef="#ctx0" brushRef="#br0" timeOffset="11826.7723">11706 5036 14,'2'-1'184,"-2"1"-11,4-1-16,-4 1-20,0 0-17,0 0-14,0 0-6,0 0-16,0 0-4,-2 10-7,2-5 0,-4 3 5,1 1-10,-1 0 4,0 1-2,0 1 1,4 0-4,-1 2 1,-2-2-10,3 1 2,0 0-6,3 0-3,-2 0 1,4-2 2,-1 2 0,2-4-3,1 2 1,2-4-3,0 5-3,-1-5 3,4-2-3,1 2 13,-1-4-7,2 1 2,-1-3-2,1 0 3,-1-3 0,1-2 2,-2 1 2,1 1 4,2-4-2,-3-3-2,5-1-4,-5-1-6,-1-1 0,0-2-8,-3 0 6,-1-1-12,0-1 2,-1 2-10,-2-1 0,-1 4-3,-2 2-3,-2-2-2,-1 1-5,-1 0-7,-3 4-2,-1-5-7,-2 7-3,-4-3-7,0 5-5,-7 1-6,1 3-5,-5 0-10,3 1-12,0 6-15,0-5-20,0 4-21,3 0-26,0-1-16,3 3-21,4-3-10,1 1-10,0 0-14,6-2-148,1 2-379,1-3 167</inkml:trace>
  <inkml:trace contextRef="#ctx0" brushRef="#br0" timeOffset="12258.946">12646 4768 10,'0'-7'196,"-1"4"-2,1-2-10,-1 2-3,1 3-12,0-7-3,0 7-13,0 0-10,-2-4-7,2 4-21,0 0-12,0 0-11,-2-4-10,2 4-7,0 0-5,0 0-2,0 0-14,4 11-6,-4-4-4,1 3-3,1 5-6,-2 4 6,0 2-1,0 8 3,3 1 8,-3 0-1,1 3 5,3-2 1,-4 4 5,3-2-1,-5 1-2,6-3-4,-4-1 2,5 3-7,-4-6 1,1 0-5,-2-1-6,2 1 1,0-8-6,0 1 0,-2-2-7,3-6 0,-2 1-3,0-1 1,-1-2-4,1-3-4,1 0-5,-2 0-17,3-2-27,-3 0-30,1-2-24,-1-3-26,1 7-29,-1-7-39,0 0-61,0 0-188,0 0-463,0 0 205</inkml:trace>
  <inkml:trace contextRef="#ctx0" brushRef="#br0" timeOffset="13311.6944">14284 5095 64,'-8'2'119,"1"0"0,-3 1-5,3-1 5,1 1-1,-5-1 1,5-2-4,0 3 1,1-2 3,0 0-4,5-1-2,-8 3-8,4-2 3,4-1-5,-5 3-4,5-3-3,-4 0-4,4 0-1,0 0-10,-6 3 4,6-3-13,0 0-3,0 0-5,-4 2-4,4-2-4,0 0-3,0 0-1,0 0-1,0 0-4,-3 3 8,3-3-6,0 0 1,0 0 0,0 0-4,0 0 2,0 0-1,0 0 0,0 0-6,0 0 4,0 0 4,0 0-1,-11 1-11,11-1-1,-10 1-1,3-1-5,-1 0 0,-3 3 1,2-3 0,0 2-2,-1-2 1,2 2 3,1-2-7,-1 0 3,2 0 1,6 0-6,-11 3 0,11-3-3,-9 0-6,6 1 1,3-1 3,0 0 0,-7 0-2,7 0 3,0 0 1,0 0 3,0 0-1,0 0 5,0 0-2,0 0 2,0 0 2,0 0-2,0 0 0,19-6-8,-2 3-4,13-2 1,4 1 1,21-4-2,1 1 1,4 1 4,-1-2-14,2 4-3,5-2 7,-1 0-1,1 1-2,-2 0 1,-1 4-2,0-4-2,-2 0-5,-10 1 6,1 1-6,-16 0 5,-1-1 0,-3 0-5,0 0 3,-4 2 2,-11 0 1,-2-1-5,2 1-5,-6-2 11,-3 3 3,-1-1-9,-2 0 14,1 2-13,1-1 0,-7 1 5,6 0-7,-6 0 1,5 0 1,-5 0-4,4-3 6,-4 3-1,0 0 2,0 0-5,0 0 1,0 0-2,0 0-6,0 0 3,4-4-4,-4 4-1,0 0-5,0 0-10,-8-6-10,4 2-2,-7 1 7,6-2 5,-4 1-8,-2-1 1,5 1 2,-4-1 4,2 0 2,-4 3-6,3-3 8,0 2 3,3-1 0,0 3 1,-3-2-1,5 1 4,0 0 3,4 2 2,-5-2 3,5 2-2,-4-3 3,4 3-1,-3-1 10,3 1-13,0 0 3,0 0 5,0 0 1,0 0-2,0 0-4,14 6 1,-8-3 5,5 4 3,-1-2-1,5 2-2,-4-1 1,-2 2-2,3 0-5,-1-1 1,-2-1 8,-1 4-1,2-2-6,-3 2 3,-1-5-1,-2 6-1,1-5-9,0 4-5,-4-3-2,-1 2-11,-1-2-9,-2 3-8,1-3-15,-3 2-17,-3-1-16,2 0-26,-4-1-29,-1 0-35,4 0-26,0-2-23,-5 0-192,3 2-460,3-4 203</inkml:trace>
  <inkml:trace contextRef="#ctx0" brushRef="#br0" timeOffset="13745.9107">15738 4847 104,'0'-6'193,"-1"1"-2,0-1 10,1 1 2,0 1 3,-1 0-9,1 4-7,0-8-8,0 6-15,0 2-10,0 0-15,0 0-12,0-5-14,0 5-17,0 0-15,0 0-9,0 0-9,-3 14-3,6-2-9,-3 6-5,0 1-4,1 7-8,-1 1 2,1 0-2,0-1-4,2 1-6,-3-5 0,3 6-5,-3-10-1,0 7-1,1-7-3,-1-1-4,0-1 3,-1-4-1,1 1 1,0-4-5,0 0-5,-2 2-13,1-5-19,1 3-28,0-2-21,-1-2-28,1-3-12,0-2-9,-2 4-8,2-4-45,0 0-52,0 0-143,0 0-402,-1-18 177</inkml:trace>
  <inkml:trace contextRef="#ctx0" brushRef="#br0" timeOffset="15492.6733">15745 4780 187,'0'-5'200,"-1"3"-7,1-3-12,-2 0-8,4 1-8,-2 4-8,0-7-2,0 7-7,0-3-4,0 3-1,2-7-22,2 5-13,3-3-10,3 2-8,0-2-8,10-1 0,1 2-5,3-5 1,8 3-8,0 0-1,4-2 0,1 3-10,2-3 9,15 1-8,0 5-3,-3-3-5,2-1-1,-2 0 2,4 2-5,1 0-2,-5 1 0,1-2-6,0 0-3,-2 2 2,3-3-2,-14 3 8,12-2-19,-11 1-1,14-1 2,0-1 2,0 1-1,-1 0 4,-1 1-11,5-1 7,-3 3-12,-3-2 3,4 0 0,1 1-2,-1-1 3,-2 0-4,-14 0-1,13 7-2,-12-6-4,11 4 2,-12-1 1,-3-1-2,1-1 11,1 2-11,-4 0-4,5 0-3,-3 0 0,-1-2 7,7 4-5,-4-2-2,14 2-4,-12-2 5,11 1 3,-1-2-4,-10-1 0,10 5-3,-9-3 4,-1-1-1,-1-1 0,12 4-1,-15-2-2,2 0 13,-3-2-16,1 2 3,-2 2 3,-2-4-3,-1 2 3,-4 0 1,-7 0-2,-1-2 0,2 2 3,-5 0-4,2 0 8,-5 0 2,2 0-5,-4-1 5,0 1-6,1-1 4,-1 1 1,-2 0 2,-3 0 1,2 0 2,-1 1-3,-7-1-4,11 0 0,-5 0 7,-6 0-6,8-1 7,-3 0-3,-5 1-6,11-2 2,-5 1-1,-6 1 3,13 0-5,-6-1 0,5 2 2,-2-1-6,0-1 2,2 1 7,-1 0-11,3 0 5,-3 0-1,0 0 0,4 0 2,-3 1-2,-1-2 1,1 1-4,-2 0 0,0 1 0,-2-2 0,-3 1-3,4 1 7,0-1-1,0 0-6,1 0 2,3 1-5,-3 1 5,5-1 0,-2-1 6,6 0-5,-3-1-2,2 1-1,-2 2 1,-2-1 4,0-1-5,0 0 5,-2 0-3,2 0-1,-5 0 8,1 0-2,-3 0-5,0 0 3,-2 0 3,-5 0 2,8 0-2,-8 0-1,0 0 21,7 0-6,-7 0 2,5 2-29,-5-2 13,6 0-8,-6 0-1,0 0 0,0 0 3,0 0-4,0 0-4,0 0 4,0 0 0,2 3-5,-2-3 3,0 0-4,0 5 3,0-5-4,2 7 4,-2-5 3,-2 4-3,2 0-1,-1 1 4,0 3 6,1 0-9,-3 0 4,2 2 2,-1 1 7,-1 5-11,3 1 7,-2 0-4,0 1 3,1 4 1,1 1-2,-4-5 1,4 3-3,-3-3 7,3-1-1,0 0-8,0 0 6,-1 8-1,1-10-4,-1-2 5,0-1 6,-1 2-7,0 0-2,2-3 6,0 0-4,0-1 3,-3-1-3,3 2-5,0 3 7,-1-5 0,0 4 1,-1-6-1,-1 4 3,3-1-3,0-3 0,-2 1 10,2 0-13,-1 5-3,1-4 6,0-4 1,0 4-2,-1-4-1,1 0 0,1 1-2,-2-3-1,1 3 5,-1 0 2,1-3-4,0-1 0,0 1 3,0-5-3,0 10 2,0-5-5,0-3-7,0-2 7,-2 7-6,2-5-5,0-2 2,-1 6-4,-1-2-7,2-4 2,-2 5-2,2-5 17,-2 7-16,-2-5-4,0 1 5,-1 2 1,-4 0 2,-3 2 5,-2 0 1,0 3 0,-4-3 4,0 3 8,-3-2 4,-7 2-13,0-3 2,-2 0 2,-2 2 0,-1-4-1,-2 0 6,3 2-4,-2-2 3,1 0 0,-3 0-4,0 0-1,0-4 13,-1 2-2,1-2-12,-3 3 6,-11-4 1,13 2 0,-4-2-3,2 1 1,-14 3 3,15-3-3,-1 3 3,0-4 0,2 1 0,-2 0-2,1 2-1,0-2 2,2-1 9,0 2-12,4 0-4,2-4 6,0 4-3,1 0 5,1 0-3,1-1 5,4 1-4,-3-2 1,-4 0-1,0 5 5,0-4-4,1 1 2,-1 1-6,-4 1 3,2-2 14,1 1-14,0-3 0,-1 0 2,0 0-5,-1 0 5,2 2 0,-1-2-1,3 0 15,0 0-7,1 0-1,-2 0 2,1-2-6,-1 4 1,0-4 6,0 2-5,1-1-3,1 1 0,-2-2 2,1-1 11,6 3-11,-6 0 4,-2-1 3,3 1-3,-3-2 5,0-1-6,1 3 4,0 0 2,2 0-5,0 0 2,5-1 4,3 1-6,-2-1 0,0 1 1,-2 0 1,-2-1 0,1 1-2,3 0 4,1 0 0,2 0-8,-2 0 4,0 0-6,3 0 4,-2 0 9,0 0-18,-1-3 14,1 6-3,-10-8-7,9 5 4,-7 0 1,1 0 4,5 0-2,-7-2-3,2 2 5,4-1 0,3 1 9,-3 0-10,3 1 1,-2-2-3,2 0 8,1 1-8,2 1 3,-1-2-5,0 3 4,4-2 2,3-1 2,-2 1-5,0 1 1,2-2 0,3 1 3,0 1-5,2-1 5,6 0-5,-13 2 6,8-2-10,5 0 6,-9 0-1,9 0-4,-6-2 8,6 2-6,-7 2 1,7-2 6,0 0 9,-10-2 0,10 2 1,0 0 9,0 0 4,0 0 3,-4-1 8,4 1 12,0 0 3,0 0 11,0 0 6,0 0 7,-6-1 7,6 1 6,0 0 5,-3-5-11,0 0-9,-1-2-13,3-5-9,-9-6-11,1-6-7,-3 2-2,0-3-5,0 2-8,-1-1 2,0 0-9,3 7 1,1 0-3,-8-7-3,8 7-1,2 4-2,-3 0-3,3 2-1,3 2 0,-2-2-2,-1 3-3,3 0-7,1 1-14,0 2-20,0 0-28,2 0-32,1 0-22,-2 1-48,2-3-40,2-1-52,-2 3-53,7-4-61,0 0-60,0-1-304,7 0-794,1-3 351</inkml:trace>
  <inkml:trace contextRef="#ctx0" brushRef="#br0" timeOffset="16074.4329">16293 4857 30,'0'0'164,"0"0"-18,0 0-19,0 0-10,0 0-12,0 0-2,-4 11-11,-1-4 5,5 3 3,-3 0 3,-4 3-4,3-2 2,0 5-3,0-6-12,1 2-10,-3 2 1,3-2-4,-3 0-1,0-3-2,2 2-4,0-3-7,1 1-5,0-5 2,3 4-9,-3-3-4,3-1-2,0 2-4,0-4 1,0-2 3,-2 5 4,2-5 0,-1 4-1,1-4 5,0 0-3,0 0 0,0 0-5,3 5-2,-3-5-2,7 0-1,-1 3-2,8-3-4,-3 0-3,6 1 5,0-1-5,3 0 5,-2 0-8,0 0-5,-3 1-4,1-1 3,2 2-5,-7-4 4,0 1 6,-3 0 3,1 1 15,-3-3 4,-1 1 4,2-1-2,-2-1-7,0-1-6,-1-3-1,0 4-6,-2-3 10,-2 0-3,0 3 1,0-4-3,2 2 3,-2 4 1,0-4-5,0 2-5,0 4 1,0-5-4,0 5-10,0 0-1,1-3-8,-1 3 0,0 0-1,0 0-4,0 0 5,0 0-4,-5 9 3,1 0-1,4-4 1,-4 7-2,4-4-1,-3 5 0,1 0 0,-3 0 2,2 3 1,1-2-1,-2 1-18,2-1-3,1-4-15,-1 4-17,-2 1-22,2-3-24,1 1-37,-2-1-29,2-1-54,1-1-23,-2 0-32,2-3-154,0-2-461,2 0 204</inkml:trace>
  <inkml:trace contextRef="#ctx0" brushRef="#br0" timeOffset="16478.7208">16732 4983 160,'2'-3'201,"0"1"-24,-2 2-19,0 0-15,0 0-14,0 0-13,0 0-9,-4 15-6,3-6-8,-5 2-13,3-4 2,1 7-11,-1-2-7,-1-5-4,4 4-8,-1 3 1,-3-6-8,4 1-2,-2 3-2,2-5-1,-2 0 1,2 1-5,2-2 3,0 1-1,-2 1 2,5-1 4,-1-2 3,1 0 1,-2 0 15,8-1-9,-1 2 8,-2-4 0,4-1 6,1 0 2,-1-2 11,2 1 3,0-1-4,-1-2 1,1-4 7,0 0-2,1-2-4,-2-2-3,2 0-3,-5 3 1,0-2-6,-4-1-7,8-1 0,-7 2-8,-5 0-6,2 1-11,-1-4-1,-3 8-5,1-8-8,-2 5-3,-3-2-8,-4-2-13,-1 2-11,0 1-2,-1-2-5,-3 5-15,-3-4-13,-1 5-13,4 1-11,-8-1-9,1 2-15,3 1-15,-1 3-13,4 0-22,2 2-19,0-2-18,2 2-22,-1 1-23,7 0-6,0 1-142,0-1-402,4-1 178</inkml:trace>
  <inkml:trace contextRef="#ctx0" brushRef="#br0" timeOffset="16963.0317">17415 4628 172,'1'-5'218,"-1"1"-8,0-2-7,2 4-11,-2-2-8,0 4-17,0-5 0,0 5-14,0 0-20,2-3-9,-2 3-15,0 0-10,0 0-14,0 0-9,0 0-6,0 0-9,0 0-4,0 0-6,-2 14-5,2-2-5,2 4-3,-2 2 1,1 3-9,1 4 4,-2 5 2,0 1 0,1 2 0,3 1 0,-4 0 11,1 2-5,1 1 14,-2-2-3,2-1 1,-1-4-7,-1-3-6,1-1-2,-1 3-2,0-3 3,3-6 0,-3 7 0,0-10-2,1 1-2,-1-2-6,0 0 0,0-3-2,-1-2 3,0 1-8,1 0-4,0-4 1,0 1-1,0-1 1,1-3 0,-1 2-3,0-2-5,0 0 1,-1 0 1,1 0 1,0-2-3,0-3-5,0 4-1,-2-2 5,2-2-1,0 0-2,0 6 2,0-6-6,2 4 4,-2-4 3,0 0 0,0 0-3,0 0-8,0 0-10,-2 5-14,2-5-28,0 0-24,0 0-26,0 0-26,0 0-25,0 0-28,0 0-36,0 0-45,0 0-193,0 0-492,17-12 218</inkml:trace>
  <inkml:trace contextRef="#ctx0" brushRef="#br0" timeOffset="17507.5485">18203 4824 30,'-5'-3'251,"5"3"-6,0 0-21,-6 0-13,6 0-10,0 0-19,0 0-6,0 0-21,0 0-12,0 0-13,0 0-12,0 0-6,0 0-12,0 0-4,0 0-10,-1 7-3,1-7-11,3 6-4,1-2-9,1 4 0,3-1 8,7 7 21,8 4 9,4 4 2,4-1-5,11 5 6,-9-9-9,14 9-4,-13-8-13,12 2-2,-13-5-6,0 1-7,-1-4 2,-6 0-7,-1-2 4,-6-1-20,-3-4 5,-1 1-8,-5-2-8,-1-2 2,-2 1 1,-1-1-5,0 0-6,-2 0 5,1-1-4,-1 1 2,-4-2 0,0 0 3,8 0-7,-8 0-1,0 0-1,4 3-2,-4-3-8,0 0 3,0 0-3,0 0-1,2 1-12,-2-1-9,0 0-12,0 0-12,0 0-11,0 0-22,0 0-25,0 0-33,0 0-37,-14-8-36,8 5-27,1-2-21,-2 0-31,0 0-190,-5-2-513,3 0 228</inkml:trace>
  <inkml:trace contextRef="#ctx0" brushRef="#br0" timeOffset="17766.9718">18651 4786 78,'-2'-4'178,"2"4"-23,0 0-21,0 0-12,0 0-10,-9 13-2,2-1-2,-4 2 2,-4 11-2,-3-3-3,-2 4-1,1 0-8,-3-1-2,0 1-6,-3 0 1,2-3-6,-2 3-3,-2-1-3,5-6-5,0 0-5,2-3-3,0 2-12,6-7-1,4-1-8,0-4-1,-1 3-2,1-2-8,1 1-1,3-3-5,-2-1-12,3 2-12,1-4-10,-1 6-29,1-7-15,0 2-36,1-1-19,3-2-40,-8 3-6,8 0-20,0-3-128,0 0-325,-6 4 144</inkml:trace>
  <inkml:trace contextRef="#ctx0" brushRef="#br0" timeOffset="18925.9998">18235 4274 202,'3'-6'191,"-6"-1"-22,3 3-17,0 0-12,3 1-16,-3 3-14,0-6-13,0 6-12,0 0-10,0 0-10,0 0-10,0 0-3,0 20-7,0-6-3,-3 4-5,2-1 0,1 3-9,-4 8-1,4-4-3,-4-3-1,4-2 1,-1 1 0,1-4-5,0-2-4,0-4-1,-3 0-2,3 0 0,0-3 2,0-2-1,-1 1 11,2 0 20,-1-1 19,0-5 19,0 7 15,0-7 1,0 0-4,0 0-11,0 0-10,0-23-7,-1 16 4,2-8-11,-1-1-7,0-1-6,0-1-6,0-2-4,3-5-5,-2 6 0,-1 2 6,3 2 1,-3 3 2,1 0 1,-1 4-6,0 2-5,2 1-8,-2-1 1,2 2-6,-1 3-5,-1 1 0,0 0-1,9 5-2,1 4 1,3 2-1,0 2-1,-1 0 6,7 7-9,-4-1 2,3 1-2,-5-5 1,1-1-3,0 1 5,0-3-1,-1 2-6,-3-2 2,1-3 1,-2-1-1,-4-1-1,2-5 4,-1 3 10,-5-2-2,3 4 7,-4-7 20,0 0 10,0 0-3,0 0 3,17-10-8,-12 1-4,1-1-2,1-5-4,-1-2-4,-1 2-5,4-3-3,-4 1-7,0-8 6,-2-1-7,1 1-5,-1 0 3,-3-2 0,1 1 0,-2 6-6,1 2-5,-2 5 3,1 0 1,0 2-3,-2 1-3,3 4-5,-1 1-13,1 0-25,-2 1-30,2 4-45,-2-4-12,2 4-6,0 0-11,-13 12-19,7-3-33,2-1-13,3 1-20,-2 1-6,3 0-138,0-4-410,1 2 181</inkml:trace>
  <inkml:trace contextRef="#ctx0" brushRef="#br0" timeOffset="19293.1118">18674 4174 25,'6'-8'197,"-3"2"-1,0 2-8,1-1-6,-4 3-24,3-1-15,-3 3-17,0 0-12,0 0-20,0 0-11,6 5-4,-6 3-7,0 4-7,-1 0-3,1 4-3,0 1-3,-5 2-7,7 1-3,-2-3-1,-2 0-3,4-2 1,-2 1 1,4-1 2,0-4-5,-3-1 10,4 0-3,-1-1 5,4-1 8,-3-3 5,5 2 4,-2-2 0,3 0 6,3-4-4,-1 0-2,1-2-4,-2 0-6,6-4-1,-2-2 1,-4 2-3,3-4 0,0-2 3,-2 2 1,-4 0-4,4-7-6,-4 0-6,0-2-4,1 0-5,-2-7-4,-1 1 5,-3 4-6,-1 2 0,-1 1-7,2-2-1,-4 3-5,0 5 2,0 0-7,0 3-4,0 0-14,-1 2-10,1 1-19,-3 0-22,2 1-24,-1 0-24,2 4-13,-8-2-15,8 2-5,-10 5-17,4-1-23,0 2-17,2 0-8,2 0-7,-1 0 0,3 0-128,0 0-363,0 0 161</inkml:trace>
  <inkml:trace contextRef="#ctx0" brushRef="#br0" timeOffset="19554.6311">19145 4100 66,'7'-5'219,"-5"2"4,3-1-16,-2 0-19,-2 1-22,-1 3-18,4-2-18,-4 2-13,0 0-13,4 12-12,-3-4-10,-2 7-2,-1 1-10,2 0-4,-2 4-8,0-1 2,0 1-11,1 5 0,-2-7-2,2-3-7,-3 1-1,4 0-5,-1-4-2,1-2-2,0 1-4,0-1 2,1-1 1,-1-2-2,0 0-2,4-4 3,-4 1-2,1-1 2,0 1-1,-1-4 2,5 4-4,-2-3 2,2-1-3,3 0-4,3 0-9,2-1-14,1-3-36,2-3-44,-2 2-42,4-4-34,-1-3-32,-2 0-20,1-1-117,-6-4-355,8-3 157</inkml:trace>
  <inkml:trace contextRef="#ctx0" brushRef="#br0" timeOffset="19936.9332">19439 4059 25,'3'-7'156,"-2"1"2,1 2-9,-2 0-16,0 0-14,0 4-14,0 0-15,0 0-9,0 0-2,-2 13-14,2 2 0,-3 0-1,1 4-3,-2 1 4,-2 4-5,3-4-6,-3 3 7,2-2-1,0-2-6,1-3-3,1 2 1,-1-2-4,1-4 3,0-1-4,-1-1 7,1 0-5,4-3 1,1-2-6,-3 0 4,2 0-1,1 2 9,1-5 5,1 2 9,7-1 2,2-1-3,5 1-5,11-1-1,-2-2-10,1-2-4,-1-3-5,2 1-2,-1 0-5,-9 3 0,2-5-6,-3 1-4,-4 3-3,-3-2 1,2 1 2,-4 1 6,-2 0 0,-3 2 7,0-3-2,-5 3 5,9-1-11,-4 0 4,-5 1-3,4-3-7,-4 3-4,0 0-5,7 0-2,-7 0-2,0 0-2,0 0-5,0 0-1,0 0-6,0 0-6,0 0-5,0 0-7,0 0-12,0 0-6,0 0-16,0 0-12,0 0-18,0 0-17,0 0-24,0 0-24,0 0-21,0 0-27,0 0-20,0 0 6,0 5-128,0-5-367,0 0 163</inkml:trace>
  <inkml:trace contextRef="#ctx0" brushRef="#br0" timeOffset="21308.2042">1760 4073 65,'-1'-5'198,"-1"3"-26,2 2-16,-4-4-25,4 4-12,0 0-12,0 0-10,2 13-5,2-9-18,4 8 5,2 0 2,0 5 2,12 1-1,1 4 2,3 3 1,4-1 6,10 10 2,0-3 5,4 1-2,1-3-6,1-1 0,-1 3-3,2-5-5,-1 0-8,0 2-3,-5-2-7,-13-8-11,4 2 2,-3-5-11,0 0-3,1-1-3,-7-1-1,-5-4-8,0-2 7,-5-1-11,-2 1 0,-1-3-8,-2-2-7,-1 2-7,-1-1-5,-1 0-7,-5-3-1,7 2-10,-7-2-12,0 0-36,0 0-32,7-9-31,-7 9-20,1-10-29,-2 0-22,0 1-157,-2-2-388,2-2 172</inkml:trace>
  <inkml:trace contextRef="#ctx0" brushRef="#br0" timeOffset="21563.3188">2529 4362 76,'-2'-6'143,"-4"-4"2,4 5 11,0-1 3,1 3-8,-3 1-13,1-3-19,3 5-9,-1-2-14,1 2-8,0 0-11,0 0-7,0 0-8,0 0-8,13 14-2,-7-6-4,0 4-5,-1-1 3,2 4-3,2 2-3,-2 0-2,2-2-4,-2 2 7,0 0-2,0 0-1,-2-3-2,-1 0 0,0 1-5,-3-3 4,-1 0-8,1-1-4,-2-4-3,1 4 0,-3-5-1,1 4-2,-2-1 0,-1 3-2,-3-4 1,-1 1 1,-5 0-4,2-1-12,-6 1-18,4 0-15,-3-3-28,-2 1-45,-3-2-21,3 0-32,-3 1-32,-10-5-104,3 1-318,-3-2 141</inkml:trace>
  <inkml:trace contextRef="#ctx0" brushRef="#br0" timeOffset="22362.6038">1770 3301 77,'0'0'197,"0"0"-13,0 0-8,0 0-5,-5 1-10,5-1-4,0 0-11,0 0-7,0 0-11,0 0-4,0 0-2,0 0-5,0 0 0,0 0-15,0 0-4,0-8-8,0 8-5,-5-5-2,0 4-9,4-3-10,-3 1-6,4 3-1,-6-4-8,3 2-5,3 2-10,-6 0-4,6 0-4,0 0-5,-12 2-5,6 1-3,-1-1-2,-3 5 2,1 0-2,2 2-3,-4-1-4,0 2-3,4 1-1,-1-1-7,0 5 2,3-4-3,1 0 6,4 1-5,-1 1 3,1-1 5,1 0-4,3 0 3,0 0-2,5 1 6,-1-2-6,3 2 5,3-4 1,-3 4 0,4 0 1,-2-5-1,-2 1-1,0-3-1,-2 1 2,0 0-3,2 1 0,-4-4 0,2 1 3,-4-1-3,1 1 2,-2-2-1,0-2 0,0 2-4,-3 2-3,-1-5 2,4 3-1,-4-3 2,1 2 0,-1-2 4,2 3-1,-2-3 4,0 0-4,-8 6 2,0-6 0,3 1-3,-5 1 4,0-2-2,-1 3 2,0-3-9,-1 0-4,2 2-8,-3 0-11,6-2-18,-2 1-15,9-1-18,-14 0-9,14 0-20,-9 1-20,9-1-24,-8-2-29,8 2-30,-6-7-108,6 7-345,0-9 153</inkml:trace>
  <inkml:trace contextRef="#ctx0" brushRef="#br0" timeOffset="22690.7189">1920 3096 131,'0'-7'246,"0"2"-12,0 0-11,0 1-14,0 4-19,0-6-18,0 4-23,0 2-14,0 0-20,1-4-11,-1 4-16,0 0-6,0 0-9,0 0-13,3 11-3,-2-4-8,2 4-1,2 6-8,-1 8-2,2 3-2,2-3-7,-1 2 3,1 1-31,-1 1 2,1-2 2,-1 0 2,0-2-4,0 2 3,-1-8-1,-1 2 1,3 1 2,-4-2-4,-1-6 1,3 2-2,-1-5 5,0 2-2,-4-2 0,2-1 2,2-2-3,-1-2 4,-4 1-2,5-2-11,-5 1-10,5-5-22,-1 4-14,-4-5-8,7 3-22,-7-3-26,0 0-21,16-5-44,-3-2-12,-4 3-120,-2-1-328,1-4 145</inkml:trace>
  <inkml:trace contextRef="#ctx0" brushRef="#br0" timeOffset="23597.964">2232 3306 33,'1'-9'154,"-1"0"4,1-4 3,-2 4 5,1-1-2,0 0-1,-1 2-8,1 2-6,-4 0-4,4 1-10,0 1-9,-4 1-16,4 3-15,-3-6-13,3 6-8,-7 0-7,7 0-13,-9 6-4,0 1-6,1 3-11,-3 5 0,1-1-3,2 3-6,-3 2 0,4 4-4,1-5 0,0-2-3,4 1-6,0 1 2,4-3-1,-2 0 2,0-3-2,2 0 1,0-2-1,2-2 0,0 0 6,1-1-7,-1-2 13,2-1-7,-1 0 0,0-1 4,-5-3 2,12 1 3,-12-1-1,15-4 10,-9 1 3,2-2 2,1-2 1,-2 0 5,1 0-6,0-4-4,-3-3 0,1-3-4,-2 3 2,0-5 2,-1 2-1,-1 5 13,-2 1-9,3 0 4,-3 3 5,0 0-7,0 1-2,-3 2 0,3-1-9,0 6-9,-2-7-1,2 7-14,0 0-6,0 0-13,0 0-5,0 0 5,0 0-1,0 0-1,0 23 3,0-12 0,2 5 0,1-3 0,-3-1-3,0 0-1,1 1-2,3 3 5,-4-6-2,0-1 3,4 2-3,2-2 4,-2-2-1,0-2 5,0 0 4,1-1 2,0 1 3,0-3 3,4 0 2,-2-2 1,4 0-3,0 0 0,-2-4 1,3-1 3,-1 0-2,-2-2 2,-1 0 6,2-3-6,-3 1 5,-1-3 2,-2 0-1,1-6-2,0 0-4,0-7-2,-5 8 2,1-1-3,-2 6 6,-2-1-3,1 1-1,2-1 2,-3 6-2,1 0-2,2 0-1,-1 2-5,1 0-6,0 5-8,0 0-9,-3-8-5,3 8-4,0 0 5,0 0-4,0 0 5,9 17 0,-3-9 2,2 1 0,-3 6 3,0-5 3,4 4-1,-2-2 8,3 1-11,-5-2 1,4-3-8,-4 2 8,0-3-4,3 1-7,-3-1-7,-1-2-17,2 0-9,-3-1-14,2 0-6,0-3-7,-1 3 1,-4-4-16,0 0-7,16-5-2,-11 1-11,0-1-13,2-3 7,-1-1-4,-1-1 17,-2-3 8,1-3 6,-2-2 18,-2-3 5,0-7 21,-1 2-3,-2-1 15,1-1 25,1-3 9,-2 4 18,0-1 17,-1 9 26,3-1 1,-1 2 21,1 7 0,-2 0 6,2 5-4,-2 0-21,2 2-3,1 4-11,0 0-6,0 0-3,0 0 4,-1 20-4,3-8-4,-1 5-4,3 9 7,-1-7-10,0 6-2,4 1 5,-3 0-4,4 2 4,-2-4-7,-1-4 7,3-4-2,-1 1-3,-2-3 3,2-4-3,0 1 3,-1-6 0,0 4 1,-1-5-8,0 1 10,3 0 4,-2-4-11,2 2-8,1-3-15,-9 0-10,22-4-19,-13-1-27,1 0-24,-1-2-28,0 0-22,1-3-96,-2 0-257,-3 2 113</inkml:trace>
  <inkml:trace contextRef="#ctx0" brushRef="#br0" timeOffset="23877.5448">2593 3171 169,'0'0'174,"0"0"-11,0 0-16,0 0-4,17-15-14,-4 11-10,2-4-4,3 1-3,0 0-10,-1-1-14,3-1-4,-3 0-9,0-1-6,-1 4-7,-3 2-13,-3-4 4,1 3-9,-2 1-3,-2 1-4,-1 1-9,-2-1-12,-4 3-22,10-2-17,-10 2-26,6-4-16,-6 4-32,0 0-24,0 0-21,4-3-9,-4 3-77,0 0-246,0 0 108</inkml:trace>
  <inkml:trace contextRef="#ctx0" brushRef="#br0" timeOffset="24241.9022">1882 3343 96,'-5'2'162,"5"-2"-9,0 0-5,0 0-11,0 0-6,0 0-2,0 0-17,0 0-3,15-7-6,-6 3-13,5 0-2,3-3-4,3 1-7,9-2-7,3-3-3,0 2-13,1-3-7,1 6-17,-2-5-29,-2 4-40,0-3-39,-9 5-46,0 1-151,2 0-297,-4-1 132</inkml:trace>
  <inkml:trace contextRef="#ctx0" brushRef="#br0" timeOffset="33362.0138">3410 6025 204,'0'-4'235,"0"0"-27,0 4-28,0 0-23,0 0-13,0 0-20,-1 12-13,-1 4-10,2 9-12,-3 1-5,8 5-6,-5 1 6,0 0-5,1 2-6,1-4-8,0 2-6,0-5-3,0 0-5,-1-2-4,0-9-7,0-4-6,-1 0-2,2-2-2,-2 2-2,0-5-16,0-1-21,2-2-24,-2 0-17,0 1-17,-2-2-18,2-3-27,0 0-52,0 0-151,0 0-340,0-16 151</inkml:trace>
  <inkml:trace contextRef="#ctx0" brushRef="#br0" timeOffset="33723.2685">3651 6091 171,'2'-3'248,"-2"-1"-10,0-1-12,0 5-14,0-5-13,0 5-7,0-4-13,0 4-8,-2-6-10,0 4-13,2 2-14,0 0-16,-8-4-13,8 4-11,0 0-14,-11 4-8,11-4-12,-7 3-7,3 2-4,-3-1-7,4 1-7,0 0-7,-1 4-4,0 2-3,2-4-1,0 7 2,1-3-7,-2-2-4,6 3-3,-3-2 1,1 0-2,3 4-3,0-5 1,1 1 1,-1 0-2,6 1-2,-5-1 1,3-2 0,-3 2 1,4-3-3,-4 2-1,0-3 3,-1 2-1,0-5 1,-2 2-2,1 1-7,-1-2 3,0-1-7,0 2 5,-4 4-4,0-6 4,-2 6 2,-1 0-2,-1-1-3,-1-2-6,-3 2-7,3-3-11,-2 2-10,-1-4-16,-2 2-18,7-3-15,-4-2-27,0-1-29,3-1-16,2 0-27,0-5-12,0-3-130,4-2-357,1-2 158</inkml:trace>
  <inkml:trace contextRef="#ctx0" brushRef="#br0" timeOffset="33926.6288">3727 6003 25,'11'-18'170,"-2"2"9,-4 5 4,2 0 3,-3 6-3,-4-1-10,3 1-18,0 1-18,-2 2-20,-1 2-13,0 0-10,7 16 0,-7 1-4,5 8-5,-5 2-3,0 1-1,0 1-10,1 1 0,1 1-6,-2 1-9,0-1-3,0-2-5,2-3-6,-4 0-3,2-7-2,0-3-11,0 3-20,-2-4-26,2-3-29,0 0-22,0-2-19,0-3-31,0-2-13,0 0-14,2-2-11,-2-3-9,0 0-114,0 0-306,0 0 135</inkml:trace>
  <inkml:trace contextRef="#ctx0" brushRef="#br0" timeOffset="34121.7265">3796 6246 45,'0'-7'170,"0"2"13,0 0-1,-4 0 4,3 1-4,1 4-9,1-7-8,-1 7-6,4-5-5,-4 5-8,0-4-8,0 4-10,4-5-11,-2 2-7,1-1-14,7 0-6,3-2-11,1-2-3,-1 4-7,6-7-8,1 6-7,0 1-2,0-3-5,0 1-4,1 1-6,2 1-12,-5 1-12,0 0-23,-3-1-32,-2 2-30,-1 2-37,0-2-40,3-1-25,-3 3-38,-1-1-157,2 1-400,0-2 177</inkml:trace>
  <inkml:trace contextRef="#ctx0" brushRef="#br0" timeOffset="34957.2178">4280 6157 9,'0'-12'174,"-3"0"-3,6 2 0,-3-2 0,0 6 0,0-3 0,0 2-3,3 0-11,-6 2-12,3 2-16,0-1-19,0 4-13,0 0-12,0 0-15,-3 17 0,9 2-7,-5 12 13,-2 3-4,2 19-4,-1-5 0,2 6-6,-1-1-6,-1-4-4,0 0-2,5-11-7,-3-7-3,-2 1-6,0 1-3,0-1-3,3-4-2,-1 0-5,0-3-9,-4-7-12,2 7-16,2-8-21,-2-3-24,0-1-21,0-3-22,0 1-21,0-5-15,0-2-8,2 0 3,-2-1-4,0-3-12,0 0-2,0 0-94,0 0-279,-2-20 124</inkml:trace>
  <inkml:trace contextRef="#ctx0" brushRef="#br0" timeOffset="35198.6181">4301 6807 873,'0'-13'-52,"-2"-4"27,2-3 16,0 0 18,0-6 22,0-1 10,-2 0 17,2-3 18,0 2 16,4 0 5,-2-1 1,-1 0 5,5 0 0,0 2-2,2-2 3,-1 5-7,1 6 1,-1 2-8,3-1-3,0 0 0,2 2-16,3 1-2,0 2-8,0 4-5,2-1-7,-4 4-5,-2 1-3,2 3-7,0 1-1,-1 1-5,-1 3-7,-1 1-4,0 0-2,-2 4-7,-3 2-3,0-4-2,-1 7 1,-4-2 1,-3 1-4,-1 3 0,-2-2-9,-2 2-4,-3-1-10,-1-2-4,-1 0 2,0-1-8,0-3-3,1-1-3,2-2-7,0 0-2,0-4-10,-2 3-8,4-3-7,0-2-30,1 2-17,7-2-28,-11-2-19,7-2-119,0 0-309,4 0 137</inkml:trace>
  <inkml:trace contextRef="#ctx0" brushRef="#br0" timeOffset="35537.9799">4698 6221 87,'0'0'195,"0"0"-15,0 0-15,0 0-13,-1 16-13,-4-7 0,1 6-11,0-1-12,-1 2-8,0 0-8,-1 1-10,4 0-5,1-5-9,0 1-5,1-3-5,0 1-7,2-1-1,0 1 0,3-6-3,-4 3 2,4-4-3,4-1 1,-4 1-1,7-1-2,-1-2-1,2-4 5,-1 0 0,-1-2 11,0 0-3,2-4 2,-2-2-4,1-1 4,-3-1-1,-3-3 1,-1-1-1,-2 1-4,-2-1 7,1 5-13,-4-4 0,-3 6-11,1-1-6,-3 0-1,0 3-12,-4-2-15,4 3-12,-3 0-13,-1 2-15,-1 5-12,-2 0-16,1 1-11,-2 6-15,1-3-15,0 6-11,3-1-11,4-1-20,2 2-18,0 1-7,2-1-12,6-2 10,-3 1-6,6-1-1,2-1-107,1-1-304,1-2 136</inkml:trace>
  <inkml:trace contextRef="#ctx0" brushRef="#br0" timeOffset="35867.4949">4927 6224 92,'7'-8'132,"0"-8"13,-1 8 12,2-1 5,-4 3 7,-4 0-3,3 1 4,0 0-2,-3 3-2,1-3-3,-1 5-12,2-4-13,-2 4-17,0 0-9,0 0-15,0 0-16,0 0-8,0 0-9,0 0-9,0 0-9,-11 11-1,9-2-9,-1-2-2,-2 4-3,3-3-4,2 3 0,2-1-2,1 2-4,-1 0 2,3 0-3,0-2 0,1 5-1,-1-3-4,5 1 3,-3-4-7,0 3 7,2-2-9,0 0 2,-4-1 0,3-2-1,-3 3-4,-1-5 0,1 2 1,-3-5-2,1 3-3,-2 0 0,0-2 2,-1 3 3,1-3 11,-1-3 2,-3 7 0,-2-4-1,-3 2-1,-1-1 2,-1 1-6,0-2-6,-2 2-14,2-3-21,-5 1-19,6 1-20,-7-2-23,5 3-24,2-3-25,-1-1-22,5 1-20,-1 0-32,0-1-155,6-1-397,0 0 176</inkml:trace>
  <inkml:trace contextRef="#ctx0" brushRef="#br0" timeOffset="36546.8621">6714 6366 155,'-5'-4'195,"0"-3"8,3 2-10,-4-1-14,1-4-3,3 2-6,-1-6-6,1 6-12,2-5-12,0 0-15,2 1-9,5-3-11,-4 3-8,9 0-15,-1 0-9,-2 2-8,2 3-5,0 1-2,1 2-12,0 4-5,1 3-8,-1 1-6,-1 4-2,2 1-7,0 6 0,-8 2-4,3 0-2,-5 9 5,-6-3-8,-1 5 2,-1 1-4,-7-5 0,1 1 1,-1-1 0,1-7 5,0 2 2,0-5 2,1-1-1,2-1 2,-2-2-1,2-1-2,3-4 2,1 1-1,0-1-3,2-1 0,-2 1-1,3-3 1,1-2 0,-3 4-2,3-4 3,1 7 5,1-5-3,4 1 1,2-2 3,0-1-8,4 0 4,0 0-2,3-1-17,4-3-21,2-1-28,2 0-34,-6 0-31,5-2-41,-1-2-33,-4-1-36,3-1-156,-4-1-416,0-1 185</inkml:trace>
  <inkml:trace contextRef="#ctx0" brushRef="#br0" timeOffset="36886.9366">7028 6159 132,'-2'-19'200,"1"7"5,0 0-8,1 6-6,0-1-27,-2 1-17,2 2-15,0-1-17,0 5-10,4-1-15,-4 1-7,8 6-9,-3 4-8,1-2-8,1 3-6,2 3-6,-5-5 0,-1 3-8,0 2-1,1-4 1,1 0-2,-3-1 1,0-2 8,-2-1 9,0-2 11,0 0 16,0 0 15,1 0 21,-1-4 13,3 3 14,-3-3 0,0 0-13,0 0-13,-3-12-10,2 1-6,1 0-21,4-5-8,-4-2-8,5 2-3,-1 0-14,4 2 11,-3-1-24,1 4-2,-1 1-2,4 3-12,0 2-2,-3 2-11,0 1-11,5 4-4,-1 5-2,-1-2-6,0 4-1,2-1-5,-2 6-5,-2 1-9,-2-3-15,1-1-14,-1 5-12,-1 1-26,0 0-14,-3 0-23,2-1-20,-1-1-19,-1-3-21,2 1-14,0-3-8,2 1-5,-3-3-145,2-1-405,3-3 179</inkml:trace>
  <inkml:trace contextRef="#ctx0" brushRef="#br0" timeOffset="37256.8308">7458 6208 58,'9'-15'147,"-1"0"11,1 1 10,-5 7 5,1-3 9,-4 1-1,2 2-7,-3 4-19,0 0-21,0 3-11,1-5-13,-1 5-10,0 0-9,-10 8 1,2 1-7,-5 1-3,2 2-6,-1 3-7,-1-1-2,1-2-4,6 3-11,-2-5-3,2-1-6,0 1 0,2-5-2,3 4-4,-1-6-2,1 2 0,1 1-3,1-1-1,1-2 3,2-1-1,0 1-2,-1-1 3,-3-2 0,17-4-4,-7-1 1,-1 2-5,0-6 1,1 2 1,-1-6-4,3-1-1,-3-1 3,-4-2 4,10-5 3,-9-2 4,0-5 0,3 1 1,-4 2 3,2 0 6,-5 7 2,-1 2 9,1 3 1,-2 5 1,2 1 4,-2 1-12,0 2-8,0 0-10,0 3-13,0 2-5,0 0 10,0 0-19,-2 19 0,2-7 3,0 7-2,0 10 1,0 0-5,-2 1-4,1 1-24,1-2-24,3 0-29,-3 0-29,0-1-25,2-3-29,2-4-25,-2-3-26,5 2-19,1-3-22,3-4-187,0 0-477,2-7 211</inkml:trace>
  <inkml:trace contextRef="#ctx0" brushRef="#br0" timeOffset="37757.6873">7825 6159 142,'5'-27'265,"0"1"2,-2 9 1,-2 0-12,-1 7-1,1 1-11,0-1-21,-1 5-24,2-1-21,-2 0-15,0 6-22,0-2-18,0 2-14,0 0-8,0 0-6,2 22-2,-2-4-11,2 9 0,-2 2 13,-2 5-4,4 3 1,-2 9-11,-3-1 6,4 4-7,-2-3 2,1 2 10,1-2-27,-2-12 14,4 3-5,-3 10-21,2-12 18,3 2-10,-2-5 1,-1 2-11,3 0-3,-1-1-1,-1-7-10,1-7-2,-3 1-3,2-8-3,-1 0-6,-2-3 5,3 0 3,-3-3 14,1-2-27,0-1 22,-1 0 9,0-3 7,3 4 8,-3-4-7,0 0-6,1-15-3,3-1-5,-4-3-10,0-6 2,2-4-5,0 1-2,-2-4-9,2 2-1,1 2-4,1-4-2,-2 3-4,2-2 3,2-1-3,2 3-4,-4 3 1,4-1-6,1-1 3,-4 5-3,4 6-1,-2 3-5,2-1 6,1 3-7,-3 0-9,3 3-9,-1 1-1,2 2 0,-2-1-5,0 3-22,3 0-5,-6 4-17,3 2 2,-1 0-12,-2-2 1,1 6-1,-2-1-3,-1 0 5,-3 6 2,-1-2-3,-1 1 4,-2 1 4,-2 0 4,-3-1 1,-3 4 6,-1-3 0,-2 0 3,-1-1-5,3 2 4,0-7-6,1 2 1,0-3-9,1 0 1,5-3-31,-4 2-25,5-3-31,-3 2-34,7-2-20,0 0-18,-11-5-184,11 5-455,1-7 201</inkml:trace>
  <inkml:trace contextRef="#ctx0" brushRef="#br0" timeOffset="38085.3171">8215 6300 116,'0'0'165,"0"0"-9,0 0-8,0 0-9,0 11-7,-4-3 1,2 0-1,-4 3-9,3 1-6,-1 4-8,0 0-10,2-2-5,0-2-7,1 0-6,1-2-5,0 0 2,0-1-6,5-1-6,-1 1 1,0 1-5,-1-5-1,3 0 2,2-1-5,3-1-3,-1-2-2,4-1-3,0-1 0,-1-2-3,4-1-3,-4-3 2,0 2-2,2-5-2,-4 2 2,0-6-3,-3 5 4,1-4 1,-4 1-1,-3 0 2,1 2 2,-2-1-8,-2 2-7,-4-3-3,-3 3-11,-2 2-5,0-2-7,-2 6-6,1-2-11,-2 4-11,-1 0-10,1 2-16,-1 0-9,1 2-17,2 1-12,2 2-19,-1 1-16,1 0-32,6-2-23,-1 1-18,2 1-28,2-2-123,0 0-373,6-2 165</inkml:trace>
  <inkml:trace contextRef="#ctx0" brushRef="#br0" timeOffset="38408.9599">8611 6236 83,'7'-9'237,"2"2"0,-4-3 2,-1 5-8,0 0-10,-4 0-8,1 1-13,-1-1-22,0 5-16,-3-5-13,-1 2-20,4 3-15,-10-1-14,10 1-11,-11 5-9,4-1-9,3 1-8,-5 2-8,3 0-3,-1 4-5,4 0-5,0 1-2,-1 4-2,4-3-3,4 2-1,1 2-1,3-2-4,2 1-1,-1 1-1,-1-2-3,5-1-4,-2 0-1,-2-2 0,1-4-3,-1 3-1,-1-5-5,-1 2-2,-1-2 0,-2 0-2,-1 2 0,-1-4-4,0 1 4,-1 1 8,-2 0 3,-3-2 9,1 3 5,-6-1 0,0 0-8,-1-1 3,-3 2-3,1-2-2,-2-2-21,-3 1-19,4-1-25,-1-1-21,0-2-23,0 3-26,1-3-36,2 0-43,0-3-43,1 1-217,3 0-491,3-3 217</inkml:trace>
  <inkml:trace contextRef="#ctx0" brushRef="#br0" timeOffset="39061.5048">10494 6341 209,'0'0'263,"0"0"-11,0 0-17,-6-12-21,7 9-13,-1-3-21,1-5-11,2 1-17,1 1-11,0-3-10,3 0-17,3 1-10,1-1-12,-1 3-9,2-1-8,0 3-8,0 0-8,-3 1-3,-2 2-6,3 4-10,-4 0-7,1 0-7,-1 4-5,-1 1-5,2 3 0,-3 2-7,-3-1-5,-1 2 4,-5 5-1,1-1-1,-4 2-4,-1-2 1,-1 2 4,-1-6-1,5 1 0,-3-4-4,4 0 3,-2-4 5,3 1-6,1-1 3,3-1 2,-3-1-2,3-2-1,0 0-1,0 0-2,13 0 2,-7 0-3,6-2 2,0-1-1,1 3-1,-1 0 0,3 0 0,-2 3-1,5-1-4,-5 1 1,-2 3 2,0-2-8,-1 3 4,-2-1-6,-3 0-1,1 0 0,-3 3-3,-1 1 7,-2-1 2,-4 1 4,3 1 4,-5-3 3,-1 3 4,-5-1-1,3-5 0,-1 5-1,-3-5 1,-1 4-2,0-4-6,4-2-3,-3 1-12,2-2-16,0-1-23,-2-1-31,4-2-32,0-1-28,0 0-29,4-6-33,-1 2-178,6-4-415,0-4 184</inkml:trace>
  <inkml:trace contextRef="#ctx0" brushRef="#br0" timeOffset="39405.6663">10775 6188 149,'3'-5'233,"1"-1"-13,-3 0-17,2 2-17,2-2-20,-1 4-15,1-3-15,-1 1-15,2 1-14,-3 3-10,-3 0-7,13 3-9,-5 0-8,4 3-6,-2 2-1,-2 2-7,-1 1-6,1 0-8,1 3 2,-1 0-9,-4-3 0,-1 0-3,2 1 5,-4-4-7,2 1-2,-2 0 1,2-4 1,-3 1 0,1 0 6,1-3 6,-2-3 12,0 7 16,0-4 23,0-3 2,0 0 12,1 4 9,-1-4-1,0 0-5,0 0-11,0 0-10,2-17-5,1 8-10,0-3-10,0-5-16,2 0-4,2-5-4,2-2-4,-1-1-8,3 4-9,-3 4-13,5-9-9,-4 11-8,1 0-6,-3 3-19,5-1-16,-7 4-11,1 1-20,-1 2-25,2 3-31,-2 1-30,-1-3-33,-1 5-30,-3 0-30,8 5-218,-8-5-517,9 7 229</inkml:trace>
  <inkml:trace contextRef="#ctx0" brushRef="#br0" timeOffset="39864.8414">11343 6089 123,'4'-8'277,"-2"-1"-8,1 0-16,-2 1-21,-1 2-15,-1-2-17,1 3-10,-3-2-20,2 2-16,-3 2-19,0 1-21,-2 2-13,-6-2-11,2 5-11,-3 2-11,-5 6-8,-2 3-2,-1 6-7,2-2-6,3 4-6,5-7 1,0 2-4,2 0-5,3-2-7,2 2-3,0-1-3,4-6 6,0 2-5,0-3-1,3-1 6,-2-3-5,4 3 3,5-3 3,-3 0-2,1-2-4,3-2-1,-2-1 1,1-2 3,1-3 7,0 0-4,-3 0 2,3-4-6,2-2-2,-4-3-2,3 0 0,-3-3 6,-3 0 0,1-9-1,3 3 2,-3-5 9,-1 3-4,-2-2 0,0 1 3,1-3-5,-4 0 1,0 6-2,1 5 19,-2 5 8,1 2-2,-1 1-6,0 3-9,0 2-10,0 0 0,-1 1-16,-1-2-1,2 6-7,0 0 2,0 0-2,2 20 6,-1-4 6,0 3-16,-1-2 0,1 7 12,-1-1-18,4 6-12,-1-3-15,-2 0-15,3-6-19,0 6-20,1-3-17,0-4-21,-1 0-20,1-1-22,-1-2-28,4-1-26,-1-1-13,5-1 4,-2-2 4,5 0-139,1-2-397,5-4 176</inkml:trace>
  <inkml:trace contextRef="#ctx0" brushRef="#br0" timeOffset="40397.2198">11776 6024 235,'4'-13'279,"-4"2"3,1 1 0,-2 3-23,2-1-27,-2 4-25,2 2-20,-2-4-25,1 6-16,0 0-20,0 0-12,0 0-12,0 15-7,0 2-8,-4 3-7,4 6 2,0 3-13,-1 0-4,-1 5 0,-1 3-7,1-2 9,2 13-12,0-11-2,2 9 4,-4-12 8,2 2-9,4 12 1,-4-14 12,4-2 7,1 2-11,-1 0-3,0-3 6,1-1-8,3 0 3,-2-5-17,0-6-1,1 0 3,-4-1-7,-1-4-7,2-4 4,-1 1-4,-1-6-5,2 3 1,-4-4 9,2-1 12,1 2 14,-3-5 7,0 5 10,0-5 7,2 9-2,-2-9-7,0 0 2,0 0-12,0 0-8,-1-19-9,1 7-4,-1-3-11,-2-4 0,1-7-6,2 0-8,0 2-7,-3-4 1,3-3-2,3 4-3,-3-2-3,5 2-1,0 0-2,-1 7 2,-1 2-5,3-3 0,-2 1-2,5 3-4,-1 0 6,-1 2-8,5 3-4,-1-1 2,-2 1-6,2 3-1,-1 3-10,3 0-2,0 2-6,-3 3-15,-2-1-4,4 4-15,-4-1-9,-1 1 1,3 4 1,-6 2-7,1 0 17,-1 1-16,-4-2 4,0 3 1,-4 0-6,-3 2 2,-2-2-4,-1 2-5,-1 0-3,-6-2 0,3-1-10,-4-1 1,4 1 3,1-4-5,-3 0 0,4-3-8,-1 0-8,-1 1-10,3-2-11,1-2-6,-2-1-25,6 1-26,1-3-41,1-1-177,2 1-445,2 4 196</inkml:trace>
  <inkml:trace contextRef="#ctx0" brushRef="#br0" timeOffset="40713.8325">12231 6259 44,'5'-3'242,"-1"2"-13,-4 1-24,0 0-19,0 0-19,0 0-16,-2 11-4,-4 0-2,0 3-11,-2 2-10,0-2-6,0 3-10,4-2-8,-2 2-7,4-1-7,-1-5-3,1 2-2,2-2-7,1-1-3,0-1-5,2-2-1,-1-2 0,2 0-1,2 0 2,0-1-3,1 0-2,1-3-4,2-1-2,3 0-1,-3-1-4,6-5 1,-7 1-3,4 0-6,-3-4 1,2-3-2,0 0-3,-2-1-3,-3 1-6,0-2-4,-1-5-5,-2 4 0,-4 3-11,2 0 6,-4-1-16,-2 2-15,-3 2-13,1 1-17,-3 0-13,-5 2-12,3 3-22,-4 0-19,0 4-17,-2 1-24,4 3-16,2 1-21,-2 0-30,3 2-177,-1-2-431,5 0 191</inkml:trace>
  <inkml:trace contextRef="#ctx0" brushRef="#br0" timeOffset="41078.0432">12633 6229 140,'7'-5'301,"-5"1"-3,1-3-14,1 2-21,-3 0-23,3 2-24,-3-2-16,-1 5-23,-2-7-25,2 7-17,-6-2-9,6 2-20,-13 2-11,6 1-8,-2 1-12,-3 1-6,2 3-9,3 0-5,0 0-12,-1-1-3,3 1-2,-1 2-3,2 0-7,0 0 0,4 1-3,0 1-2,2 0 2,2-2-5,1 4 1,2-1-6,0-4 2,-1 1 0,1 0 0,5 4-5,0-3-1,-5-1-2,2-1 2,-2 2-4,-2-4 2,1 2 3,-2-5-3,1 7 4,0-7-3,-2 1 0,-1 1 1,-2-3-2,3 0 4,-2 1-7,-1 1 2,0-5 4,-4 5 2,2-1-3,-6-3 2,2 3-4,-3-1-5,-4-1 4,0 0-13,0-2-21,0 1-21,0-1-21,-3 0-27,4-1-29,-1-2-33,-3 3-16,3-1-36,0-2-24,4 1-195,-7 2-463,7-3 205</inkml:trace>
  <inkml:trace contextRef="#ctx0" brushRef="#br0" timeOffset="54040.8337">1860 8045 39,'0'0'205,"0"0"-16,0 0-14,0 0-13,-5 4-18,5-4-7,0 0-16,0 0-10,0 0-8,0 0-14,0 0-10,0 0-1,9-13-9,-5 12-12,-3-2 2,3-1-4,3 0-8,-2 0-1,-2-1 1,1 0-3,0-2 5,0 2-3,1-3 7,0 0 1,0 0 1,-2-2 0,-3-2 1,2 0 1,-2 1 1,0-1 0,-3-1-4,1 0-2,-3 1 8,0 1 6,1-1-18,-1 3 0,0 1-3,1 1-8,-1 2 1,0 0-5,3 2-6,-4 1-1,6 2-9,-9 4-1,4 2-3,-1 3 22,-2 7-9,-5 6-1,2 4-3,3 5 1,1-2-5,2 1-1,-2 5 2,3 11-4,-3-14-1,2 1-1,3 4 1,-2-2-3,0 0-2,0 12 0,1-15 5,-1 14 0,1-9 2,0-6 2,0 6 3,-1-3 1,0 1-1,-2-2-1,3-2 4,-2 0-5,0 0 2,2-3 1,-1 0-2,-1-4 0,0-4-2,0-6-2,4 1-5,-4-6-2,3 1 1,-1-1-4,1-3-2,0 0-7,-2-1-14,3-3-20,-4 0-20,1 1-35,-1-2-27,5-1-33,-12-4-25,10-2-35,-1-2-44,-3-1-190,2-3-482,4-5 214</inkml:trace>
  <inkml:trace contextRef="#ctx0" brushRef="#br0" timeOffset="54846.4083">1634 8248 55,'0'-3'255,"0"3"-12,0-5-24,4 0-24,2 2-16,-3-1-20,11-4-17,1-1-13,5 1-10,1 2-16,8-4-9,1 2-9,-1 1-10,-2 3-6,-8-1-8,3 0-5,-3 3-7,-1-1-4,-4 1-9,-3 2 3,-1 0-6,-2 0-1,-1 2 1,0 2-7,-3 0 5,2 3 6,0 2 7,-4-1-1,-2 3 6,0 0-2,1 2 3,-1 2 0,-1 0-5,0-4-2,1 2-3,0 2 3,-3-5-8,3 1 4,0-6 1,2 2-4,-2-1-6,1-2 0,1 1 1,0 0-6,2 0 4,1-3 0,0 3-3,0-2-1,0-2 1,4 2-5,0-6 1,0 3 0,5 0 1,-5-2-4,5-3 1,-5 1-1,0-2-4,1 0 0,-2-4-3,1 0 0,-1 1 0,1-5-5,-5 2 0,0 0-5,-3-2 1,2-2-5,-5 4 1,0-1-1,0 1-7,-3 1 3,2 0 1,-4 2-6,-1 0 3,1 1-1,0 1-2,1 1-4,-4 5 2,3-2-3,-6 3 3,4 3 2,-1-1-2,-3 5 3,2-2 2,1 2-2,4 3 6,-3-3-5,4-2 3,1 5 3,0 0-2,2-4-5,2 5 8,0-2-2,0-2 1,4 1 2,-1 0-1,0-2 2,7-1-3,-2 1 2,1-2 5,2-2-1,1-2-2,-2 0 0,3 0 5,0 0-6,0-4 3,-2 1 3,2-1-1,1-5-2,-3 6-2,2-5 1,-4 0 2,0-1-2,0 1 2,0-2-4,-3 1-1,1 0 3,-4 0 1,5 0 2,-8 2-5,4 3 5,-3-1 2,3 2-2,-3-1 4,2 1-3,-3 3-2,0-5-3,0 5-2,2-2-2,-2 2-2,0 0-3,0 0 5,0 0-5,4 9 5,-1-1-1,-1 1 1,3 4 1,-1 1-2,-1 2 3,-1 2 1,5 2-1,-3-1 1,-3-2-1,3 2 5,-3 0-3,2-2 2,-1-2 0,1-2-3,-3 0 0,1-3 5,-1 2-4,1-7 4,2 0 5,-2-1-3,3 0 2,-2-2-1,0 2 0,-2-4 3,0 0 0,0 0-2,19-6-3,-8-1-6,0 3-17,1-2-23,4 0-22,-1-3-23,0-1-21,0 2-26,1-3-29,-2 1-28,3-1-16,-1 0-15,0 4-179,-1-3-430,0 1 190</inkml:trace>
  <inkml:trace contextRef="#ctx0" brushRef="#br0" timeOffset="55332.7519">2825 7877 162,'0'-7'222,"-4"5"-20,1-3-23,1 0-16,2 5-9,-7-1-14,7 1-10,-14 6-6,4 3-12,1-2 0,-6 11-5,1 3 0,-1 6-3,2 0 1,0 3-10,-4 0 1,7 3 3,-4-1-10,2 0-1,3 0-2,2-1-11,0 2-2,6-4 2,-1 2-12,3-5-5,0 0-6,-1 5 2,1-9-5,2-4-4,1 3-6,-1-3-4,4-1-9,-1 0-13,1-7-12,-3 2-22,6-2-17,-5-3-24,4 1-28,3-5-29,-1 3-39,6-3-36,-2-1-20,-2-2-193,1-2-440,2-2 195</inkml:trace>
  <inkml:trace contextRef="#ctx0" brushRef="#br0" timeOffset="55866.1321">3034 8332 64,'-2'3'156,"2"-3"-12,-3 1 1,3-1-6,0 0-1,0 0-1,-1 4-2,1-4-2,0 0-2,0 0-7,0 0 1,0 0-1,0 0-4,15-8-1,-10 5-1,3-4-2,1 0-4,-2-1 3,0 2-11,-2-3-7,3-2-1,-2 2 1,-1-2 9,3-2-9,1 0-2,-5 3 2,-4 3 11,5-3 0,-4 4-1,0 0 0,1 1 4,-2 0-13,0 1-8,0 1-8,0 3-9,0-4-16,0 4-8,0 0-2,0 0-17,0 0 1,0 0-5,0 12-7,-2-2-1,0 1 1,2 6-5,-8-2-3,6-1 8,-1 6-9,2-9 5,-2 5-2,3 1-5,-1-4-8,2 2 7,2-3-8,-1-2-5,0 0-3,3-1-4,-4-3-2,3 2-2,-2-2-2,0 0-2,3-1-6,0 1-15,-1-6-6,1 3-11,4 0-19,-9-3-24,14-1-21,-5-3-28,3 3-29,-1-6-28,3-3-27,-2 4-20,3-3-221,-5 2-514,-2-3 227</inkml:trace>
  <inkml:trace contextRef="#ctx0" brushRef="#br0" timeOffset="56220.3895">3217 7969 219,'-4'-4'228,"2"1"-31,-2 1-17,4 2-22,-4-2-9,4 2-11,-5 7-8,3 0-14,-1-1-6,1 5-4,0-2-6,-1-1-5,3 4-3,3-3-6,-3-1-5,4-3-5,-4 1-2,5-1 0,0 0 2,1 0-5,2-2-2,2-1 2,0-2-8,1-1-1,0 0 0,-1-5-7,2 0 2,-2 0 0,-1-4 2,0 3-3,0-2 14,-5-3-8,1 1-1,-1-5-6,-4 5-13,1 1 5,-2 0-4,-3-2-7,0 3-12,-1 1-9,-2 1-1,1 1-13,-3 1-17,-1 1-15,0 4-17,-3 0-9,3 3-18,-2 2-19,2 3-25,0 0-26,-2 4-32,6-2-18,-1 2-36,0 3-178,2-2-441,5-1 195</inkml:trace>
  <inkml:trace contextRef="#ctx0" brushRef="#br0" timeOffset="58014.6597">3514 8115 93,'0'0'320,"-4"0"-9,4 0-22,0 0-26,0 0-23,0 0-24,0 0-20,0 0-21,0 0-17,26-1-12,-5 1-19,-4-1-10,7 0-15,-5 0-9,3 2-8,-1-1-11,2 0-19,-5-1-15,0 1-19,-5 0-25,0 1-22,-4-1-26,0 1-28,-3-1-34,-2 1-44,-4-1-32,6 0-21,-6 0-170,0 0-413,0 0 182</inkml:trace>
  <inkml:trace contextRef="#ctx0" brushRef="#br0" timeOffset="58170.7686">3517 8232 22,'-4'2'203,"3"-1"2,1 4-3,0-5-7,5 5-11,4-3-10,-1 1-10,5-1-10,3 0-10,1 1-14,5-3-15,1 4-11,5-4-7,0 0-22,1-4-26,-8 4-39,7-4-36,-9-1-70,8-3-53,-4 2-177,-7-2-354,2 0 157</inkml:trace>
  <inkml:trace contextRef="#ctx0" brushRef="#br0" timeOffset="58516.014">4040 8015 39,'0'-4'214,"0"4"-11,0 0-12,0 0-8,0 0-12,0 0-10,-15 13-5,6-2 4,0 3-8,0 2-1,0 1-12,-5 4-9,7-4-9,0-1-6,0 1-13,2 0-4,0-1-2,4 0-6,0-4-4,2 0-3,4 0-7,-1 1 4,0-2-7,3-1 0,1 0-3,2-3 8,7 1-7,1-4-2,-3-2-2,5 1-6,-5-3-3,5 0-4,0-3-3,-2-1-9,1-1 12,-3-3-12,0 2 28,1-4-35,-4-3 4,-4 2 4,1-2 1,-2-2-5,-3 0-11,0-2-6,-1 1-7,-4-1-5,-2 3-6,0 3 1,-3-5-2,1 5-5,0 0-11,-4 2-7,-6-3-1,4 4-7,-1 1 1,2 2-10,-3 2-3,-1 2-4,1 1-9,-2 1-8,2 2-9,0 0-24,0 2-18,1 2-28,-2-2-35,5 1-28,3 2-32,1-5-47,0 6-145,3-6-462,1 2 204</inkml:trace>
  <inkml:trace contextRef="#ctx0" brushRef="#br0" timeOffset="58719.162">4785 8065 220,'0'0'305,"6"-1"-15,-6 1-19,3-3-29,-3 3-27,0 0-22,0 0-15,0 0-19,0 0-17,9 0-12,-9 0-32,0 0-35,0 0-44,0 0-55,0 0-54,0 0-57,0 0-58,0 0-137,0 0-369,-3 6 163</inkml:trace>
  <inkml:trace contextRef="#ctx0" brushRef="#br0" timeOffset="58932.3094">4766 8327 53,'3'4'265,"1"-3"-12,0 4-11,0 2-8,0-2-23,0 4-14,1 2-8,2 6-11,-4-6-2,1 6-15,-3 1-10,-1 1-15,-2 0-9,-1 0-17,-2 0-9,-5-1-11,0 6-14,3-6-28,-3 0-36,0-3-41,-1-2-44,-3 1-56,5-6-56,0 3-64,-3-2-143,3-1-422,0-4 186</inkml:trace>
  <inkml:trace contextRef="#ctx0" brushRef="#br0" timeOffset="59402.2833">5626 8168 24,'0'-5'254,"0"0"-15,4 0-20,-4 3-19,0 2-22,0 0-18,0 0-12,0 0-11,0 0-3,0 0-9,-10 17 1,4-6-4,2 5-1,-4 0-2,4 1-5,0 3-11,-3-3 0,0-1-6,2 4-8,1-7-4,0 4-4,3 1-10,-3-6 0,4 1-1,0-1-8,0-1-9,0-1 3,4 1-8,-3-4-3,1 1-5,4-2 7,-3 1-20,6-2-5,-2 1-14,0-2-20,2 0-22,4-1-33,-4-3-34,4 0-39,0 0-29,-2-7-32,1 2-23,-1-3-34,-2 2-141,0-1-432,0-4 191</inkml:trace>
  <inkml:trace contextRef="#ctx0" brushRef="#br0" timeOffset="59747.6396">5759 8010 9,'-4'-7'230,"1"2"-6,2-2-12,0 5-20,-2-1-15,3 3-20,-5 0-17,5 0-13,0 0-6,-6 10-4,6-6-7,-4 2-8,1 2-9,2-2-2,0-1-8,1 2 2,0 0-2,1-5-9,3 3 4,-4 0-1,5-2-3,0 1 3,3-1 2,-2 0 4,3-2 1,4-1-3,-6 0-2,4-4 2,-1 4 6,1-4 3,-5 1 9,-1 1 2,0-1 7,0-4-12,-1 1-6,-1-1-2,-1 1 0,-1-2-7,-1-1-20,-1 2-5,-1-2-10,-1 1-7,-1 4-7,-1-2-14,0 1-5,0 0-25,-1 1-20,-1 2-14,0-1-17,0 1-19,7 2-12,-14 3-15,5 0-12,1 1-22,2 0-15,-2 1-16,3 2-19,0-3-13,0 1-9,5 0-19,-4 3-189,4-1-456,0-2 202</inkml:trace>
  <inkml:trace contextRef="#ctx0" brushRef="#br0" timeOffset="61586.9064">6265 8129 195,'0'-5'243,"0"5"-17,3-2-19,-3 2-21,0 0-21,0 0-13,0 0-14,0 0-13,0 0-13,0 0-10,-17 11-9,8-3-5,-4 4-3,-2 3-6,-2 2-2,-2 0 9,0 2-5,3-6-7,-4 5-2,6-2-7,-7 1-7,7-5 0,3-1-7,-1 1 3,4-5-4,-1-2 1,5 0 0,-4 0-6,4-1 8,3-1-1,-3 0 2,4-3 4,-6 4 2,6-4-2,-2 2 6,2-2-4,0 0 9,0 0-14,0 0-2,0 0-5,0 0-6,0 0-3,21-5-5,-14 5-6,0 0 0,2 1-2,2 1-8,2 0 1,-3 1-4,3 4 1,0-1-3,-2-1-9,6 4-3,-4 1-3,-2-3-11,2 1-13,-4-1-16,3 2-15,3 1-21,-6-2-19,1-2-21,-1 1-28,0 1-28,3-2-23,-1 1-29,-1-3-39,0 1-168,2-3-469,-1 3 209</inkml:trace>
  <inkml:trace contextRef="#ctx0" brushRef="#br0" timeOffset="61862.3417">6716 8032 132,'-2'-5'217,"1"1"-26,1 4-20,0 0-21,0 0 6,-11 12 0,5 2 1,-1 1 5,-2 7 7,-1 7-7,1-3-4,1 5 0,-2-2-14,0 3-12,2 0-5,-1 0-7,3-1-3,-2 2-15,2 1-8,-3-4-8,1 5-8,-1-5-8,1 3-5,-2-4-9,1-4-2,1 4-5,3-11-21,-2 2-18,2-3-23,0-3-23,-2-2-26,6-3-24,-2 2-35,1-6-16,-3 3-9,5-4-27,0-4-26,0 0-8,0 0-9,0 0-131,0 0-373,-2-19 165</inkml:trace>
  <inkml:trace contextRef="#ctx0" brushRef="#br0" timeOffset="62143.097">6550 8531 8,'3'-16'131,"1"-2"5,1 2 8,-1-4 0,1 5 12,0 0 15,1-2-6,1 0 1,0 1-8,-1-1-3,3 0-8,0 5-8,-3-5-9,6 0-5,2 2-6,-1 3-10,2 1-11,-2-1-9,6 1 3,-3 3-7,2 0-10,-1 2-8,1 2-4,-7 1-7,1 0-3,-2 6-6,2-3-3,-5 3-9,0 1-3,-1 3-2,0-1-8,-1 1-1,-5 3-3,2-1-1,-4 2-3,0 0-2,-4 0-6,-1 0-7,-3 2-12,0-5-3,-3 2-7,-2 2-11,-2-4-10,0-2-7,2 4-1,2-9-1,2 4 8,-1-4 1,-1 0-1,7 1-4,0-2-11,6 0-9,-16 0-19,16 0-13,-9-4-28,6 0-14,4-2-14,-1-1-27,0 7-129,8-10-340,1 2 151</inkml:trace>
  <inkml:trace contextRef="#ctx0" brushRef="#br0" timeOffset="62497.4253">7042 8129 162,'5'-3'213,"-4"3"-11,-1 0-11,0 0-11,0 0-8,0 0-13,0 10-5,-1-5-12,-4 3-3,1 0-6,0 0-11,-2 2-6,2 2-11,0 0-9,0-4-6,0 1-6,3-2-7,-3 1-3,7-4-7,-6 3 4,6 1-8,-2-4 0,3 3-2,2-3 2,1 1 0,0-1-2,5-2-4,-1 2 1,1-4-5,2 1 1,4-1-4,-4-2-1,0-1-2,-2 1-6,1-4 2,-1 0 7,3-2 1,-6 1-1,1-2 3,-3 2 2,-1-5-5,-3 4-1,1 0 3,-2 0 3,-2-2-4,0 3-15,-2 1-4,-4-2-4,0 0-8,-4 1-13,-3 2-5,-4 0-18,-2 2 0,-1 0-4,2 5-13,-6-1-12,6 2-12,0 1-10,-1 0-14,3 2-19,4-1-16,1 2-24,2-2-15,1 2-19,6-2-24,2-2-23,2-1-21,5 2-181,1-1-457,3-2 202</inkml:trace>
  <inkml:trace contextRef="#ctx0" brushRef="#br0" timeOffset="62855.7369">7530 8057 106,'5'-6'257,"-1"-3"-3,1 3-4,-5-1-8,0 2-20,0 1-21,0-1-18,-4 1-17,-1 1-12,-5 2-17,1 1-10,-10 0-10,2 3-12,0 1-8,2 2-7,-2 2-10,5-1-8,0-1-7,3 2-8,0-1-1,1 1-5,0 1-2,4 0-3,4-1-1,0 4 11,4-2-18,-1 0 5,6 0-11,0 4 2,4-4-4,6 2 6,-5-2-6,0 1-6,2-1-3,2 2-1,-6-3-8,0-1 4,1-1-6,-3 0 2,1 1-1,-4-4-4,3 5 0,-6-5 8,-1 1-9,1 0 2,-2 1-5,2 0-2,-4-2 7,0-4 1,-2 8 6,-3-3 3,-1 0-7,-4 2 11,1-2-11,-4-1-6,-5-2 0,1 4-5,5-4-8,-9 0-2,7-1-10,0 0-16,-1-1-18,1 0-13,2-4-17,0 3-24,5-4-27,-3-2-41,8-2-40,1 0-27,4 0-199,1-3-478,6-3 212</inkml:trace>
  <inkml:trace contextRef="#ctx0" brushRef="#br0" timeOffset="63146.775">7779 8107 94,'0'0'289,"6"0"5,-6 0-10,0 0-12,0 0-24,6 0-18,-6 0-15,9 0-12,-1 0-4,-1 0-7,4 3-12,4-1-19,5-1-7,-1 1 0,4 0-4,4 0-8,1-1-8,-6 1-3,-1-2-7,0 2-7,-3-4-1,-4 4-10,-3-4 0,2 2-12,-6 0 1,2 0-9,-2 0 0,2 0-9,-9 0-1,6 0 1,-6 0-12,0 0-6,8 2-5,-8-2-2,0 0-21,0 0-17,0 0-24,0 0-24,4 1-28,-4-1-31,0 0-27,0 0-29,0 0-38,0 0-29,0 0-25,-17-3-26,13-1-28,4 4-36,-6-5-195,3 2-571,3-3 253</inkml:trace>
  <inkml:trace contextRef="#ctx0" brushRef="#br0" timeOffset="63411.1425">8295 7894 68,'1'-5'230,"2"1"8,-2 1-11,0-1-22,-1 4-22,2-3-21,-2 3-17,0 0-14,0 0-7,-4 20 2,3-7-3,1 4 4,-3 3 5,3 5 3,-3 2 3,3-4 2,-1 3-4,1 1 0,-1-8-10,1 2-5,-1 2-12,-3-3-7,3-3-2,-1 2-10,1-3-4,1 0-6,-1 0-10,2-3-9,-3-1-1,0 0-5,2 0-10,-1-4-5,-2-2 4,2 1-19,2 1-30,-2-6-25,1 2-26,0 0-26,0-4-26,0 0-28,0 0-28,0 0-45,0 0-45,5 4-259,-5-4-556,0 0 246</inkml:trace>
  <inkml:trace contextRef="#ctx0" brushRef="#br0" timeOffset="63811.524">8767 8061 293,'1'-5'315,"0"1"-10,2 1-11,2-2-18,-5 2-27,0 3-23,4-4-22,-4 4-17,0 0-20,0-5-20,0 5-11,0 0-26,0 0-19,0 0-28,0 0-26,0 0-27,0 0-27,0 0-35,0 0-37,-10 12-49,7-10-45,3-2-52,-4 6-165,3-1-432,-2 2 191</inkml:trace>
  <inkml:trace contextRef="#ctx0" brushRef="#br0" timeOffset="64003.6436">8793 8220 19,'0'0'254,"3"5"-16,0-2-10,-3 0-13,4-1-12,-2 2-20,2 1-17,-3 1-12,2 0-14,2 4-13,-1 0-13,-1-1-6,-1 4-14,-2-3-10,0 4-10,4 1-17,-6 1-29,-2 1-24,1 0-38,-4-2-38,-3 2-40,4-7-36,-2 2-56,-1 0-116,-1-2-347,2-1 153</inkml:trace>
  <inkml:trace contextRef="#ctx0" brushRef="#br0" timeOffset="64425.445">9352 8272 42,'-6'2'309,"6"-2"-7,-6 0-4,6 0-27,0 0-17,0 0-21,0 0-21,0 0-19,0 0-21,0 0-14,14-12-14,-6 4-15,4 1-18,-2-2-10,1-1-1,1 0-15,2-5-9,-1-1-6,-2 2 4,1-3 1,-3 0-4,-4 0 3,4-1-7,-2 4-3,-2-1 5,-1 6 2,-3 0 5,3 4 9,-4-1-20,5-1-1,-3 3-18,-2 1-6,0 3-6,0-5-10,0 5-1,0 0-4,-11 9-2,6-3-1,2 4 3,-6 4-2,5-2-9,-2 0 5,2 2 2,-2 0-7,3 0 1,0 3-11,0-2-2,1-4 1,1 3-5,1-4-3,1 2-12,1-3 23,1 2-31,0-4-14,3 2-10,1-3-20,3-2-20,-1 2-32,2-2-34,3-3-27,-1 0-34,7-3-34,1-2-37,-3-2-178,1 1-510,1-5 226</inkml:trace>
  <inkml:trace contextRef="#ctx0" brushRef="#br0" timeOffset="64581.563">9737 7919 153,'-6'-4'207,"1"-3"3,1 5-9,0-4-14,0 5-19,0-3-14,0 1-23,4 3-18,-5-6-30,2 5-35,3 1-40,0 0-40,0 0-28,0 0-33,0 0-25,0 0-109,0 0-246,7 15 110</inkml:trace>
  <inkml:trace contextRef="#ctx0" brushRef="#br0" timeOffset="64828.7245">9817 8095 229,'0'0'287,"-1"1"-5,1-1-14,0 0-15,0 0-20,7 2-11,0 0-8,2-2-3,5 2-13,-1-3-8,10 0 0,5 1-10,2 0-2,-2 0-12,4-2-9,-1 2-5,0-1-14,-2 0-8,2 0-11,-10-2-8,4 1-20,-6 2-3,-8-2-7,1 0-3,-3 2-12,0 0-9,-4-1-16,0 0-19,0 0-34,-5 1-47,5-4-46,-2-1-41,-3 2-34,0 3-40,-5-7-43,1 0-35,0 2-261,-4-2-604,0-1 267</inkml:trace>
  <inkml:trace contextRef="#ctx0" brushRef="#br0" timeOffset="65025.4761">10160 7911 3,'-1'-8'165,"1"2"-1,-1-1 11,-1 2 9,2-1 7,-2 2-7,-2 2-12,4 2-14,0-3-23,0 3-15,0 0-4,-11 15 0,7-5 0,-3 8 7,-3 5-4,-3 2 8,4 0-7,-3 0-9,1 0-10,3 3-5,-1-6-14,-2 3-8,2-6-5,6-1-10,-6-1-5,4 0-12,1-5-30,0-2-26,0 4-37,3-6-34,0 0-33,0-4-25,2 1-41,3 0-57,-2-2-151,-2-3-425,18 2 187</inkml:trace>
  <inkml:trace contextRef="#ctx0" brushRef="#br0" timeOffset="65370.9966">10556 8020 74,'3'-2'236,"-3"2"1,0 0-11,4-4-8,-4 4-10,3-3 5,-3 3-6,0 0-3,5-3-5,-5 3 1,0 0 4,13 3-1,-6-3 2,9 0-18,-3 1-6,6-1-6,0 0-9,0 0-9,3 0-17,-2-1 1,1 1-26,-2-1-7,-3 1-10,-2-2-6,-1 4-9,-5-4-16,-1 1 6,1 0-6,-1 1-7,-3-3 1,-4 3-4,10 0-7,-10 0-5,7 0-5,-7 0-17,0 0 10,8-1-12,-8 1-4,0 0-15,0 0-7,3-3-5,-3 3-9,0 0-14,0 0-15,0 0-14,0 0-14,0 0-11,-3-6-21,3 6-14,0 0-19,-5-7-19,-2 6-26,4-2-22,-3 1-21,0-1-27,1 0-16,-1-1-21,0 3-170,-1-1-503,1 0 223</inkml:trace>
  <inkml:trace contextRef="#ctx0" brushRef="#br0" timeOffset="65646.9547">10723 7868 79,'0'0'222,"1"-6"-9,-1 2-14,0 4-12,0-5-6,0 5-20,1-3-16,-1 3-14,0 0-15,0 0-10,0 0-11,0 0-5,-3 18 0,0-9 0,-4 3 4,4 5 1,-2 0 5,-2 0-5,1 3-2,-3-3-2,4-1-7,0 2-6,0-1 1,0-1-6,-2-2-9,3-2-7,2 1-8,-2-4 0,1 2-6,2 0-4,-1-3-8,2 0-7,-3-2-16,3-1-18,-4 2-23,4-2-26,-2-1-28,2 0-22,0-4-27,0 4-22,0-4-45,6 3-223,-6-3-462,0 0 204</inkml:trace>
  <inkml:trace contextRef="#ctx0" brushRef="#br0" timeOffset="66087.0664">11009 7628 163,'2'-5'282,"-2"-2"-13,0 2-20,0 0-20,0-1-17,0 6-21,0-4-19,0 4-16,0 0-20,0-6-10,0 6-16,0 0-5,0 0-9,0 0-5,0 0-2,0 0 7,0 0-1,10 13 5,-7-5-7,3 1 11,-3 2 1,10 3 7,0-2-1,0 2-3,6 4-3,0 1-1,0 2-4,3 0-4,0 0-5,-4 1-6,1-1 3,-2 0-12,-4-6-2,1 5-2,-1-1-13,-4-1 3,-1-1-4,-2-1-5,1 5-1,-4 3-15,0 1 13,-3 0-1,-3 1-5,1 1-1,-6 0-4,5-3-5,-6 1-1,-1-3 4,-1 0-5,0 2-5,-7-4-1,4 2 0,0-7-2,-3 6-4,2-8 0,1 3-6,-7 1 0,6-4-16,-3 1-15,1-5-35,-1 1-35,1 1-38,2-4-32,3-3-31,2 3-39,-2-2-50,2-5-50,3 3-46,-4-1-213,11-2-634,-14-2 281</inkml:trace>
  <inkml:trace contextRef="#ctx0" brushRef="#br0" timeOffset="73256.4613">11407 2605 149,'0'-5'160,"-4"-4"-4,4 3 2,-1-6-5,-3 7 3,4-4-13,-4 2-1,2 2 1,1 0-6,0 0-4,1 5-5,0-7-15,0 7-7,0 0-9,-1-7-13,1 7-7,0 0-15,0 0-8,0 0-9,0 0-8,0 0-3,0 0-5,2 23 3,-2-4-6,3 7-3,1 4-5,-3 4 0,2-2-2,-1 2 4,1 15 1,-2-19-8,2 4 6,-2-3-10,4-1 7,-1 0-4,-3-2-3,2-1 2,-1-10-3,1 1 1,-3-2-2,1 0 0,1-6 1,-2 0-5,0-3 4,2-2 1,-2 0 0,2 0 2,-2-5 2,0 7 11,0-7 4,0 0 5,2 8 3,-2-8 5,0 0 0,0 0-11,0 0-11,0 0-31,0 0-28,0 0-25,-9-25-26,4 13-33,4 0-25,-2-5-17,-1-1-20,-2 0-13,3-2 2,2 3-111,-3-9-334,0 8 147</inkml:trace>
  <inkml:trace contextRef="#ctx0" brushRef="#br0" timeOffset="75612.8726">11398 2566 121,'0'-7'138,"1"3"-6,-1 4-4,0-6 11,0 6-3,-1-5-4,1 5-5,0 0-5,0-7-2,0 7-1,0 0-10,0 0 3,0 0-7,-4-5-10,4 5 4,0 0-6,0 0-4,0 0-6,0 0-6,0 0-3,0 0-3,0 0-6,0 0-1,0 0-5,0 0-5,0 0-5,0 0-2,0 0 2,0 0-6,0 0 3,0 0-9,0 0-7,0 0 0,9-5-3,-9 5-3,11-1 1,-1 1-1,8-4-4,4 2 0,6-1-1,0-1 1,3 4 4,2-3-2,2 1 2,1-1 3,19-4-3,-15 7 7,10-6-3,3 2 6,-2 2-10,-13-3-3,14 5-1,0-2-3,-17 0 5,7-3-5,-4 3 1,15 2 0,-16-3 2,0 0-6,1 1 1,0-3 1,0 3 2,-1-3 4,-5-2-8,4 2 8,1 2-2,-1 0-2,2-3 1,-3 1 0,0 3 7,1-4 1,-2-1-6,-2 3 1,6-1-5,-4-1 3,1 2-6,-2 1 2,2-4-5,1 3 2,-2 0 2,-3-2-12,0 3 3,-3-1 8,3 0-5,0 0 0,1 2-1,-3 2 3,-7-4-5,7 4 2,-10-4-7,11 1 1,-2-1 1,-1 4-2,1-1 11,-7-3-10,7 4 14,3-2-11,-10-1-3,2 2 0,3-2-6,-3 3 1,-4 0 5,2 0-4,-1 0 5,-2-3-3,2 3-2,-2 0 13,-1-1-14,-4 2 3,1-3 0,2 3-8,-2-1 7,-4-1-1,4-1 5,-3 1-6,2-3 4,-1 4-1,0-2 2,2 1-4,-1 0 8,1 0-4,-1-1 2,-1 2-9,1 0 5,1-2-2,-2 1 1,1-1-1,0 2 4,0-3-5,-4 1 9,4 2-3,-2-1-6,0 1 3,-3 0 0,2 0-1,-10 0 4,13 0-2,-13 0-1,14 0 5,-14 0-5,10 1-2,-10-1-1,9-1 3,-9 1 0,0 0 0,0 0-5,10 0 2,-10 0 2,0 0 10,0 0-10,7 1 2,-7-1 1,0 0 5,0 0-2,0 0 0,0 0 4,0 0-9,0 0 3,0 0 6,0 0-4,0 0 6,0 0-5,0 0-2,0 0 3,0 0-4,0 0 1,5 3 1,-5-3-5,0 0-2,0 0 6,0 0-10,0 0 12,0 0-13,0 0 4,0 0-3,0 0-1,0 0 2,0 0 9,0 0-2,-3 9 3,6-6-7,-3-3-4,1 10 2,1-4 14,-2-1-10,0 1-6,1 0 4,0 1 1,-1 1-1,0-1 2,0-1-1,4 0 1,-4 1-3,1 0 6,2-2-3,-2 4-3,-1-1 0,0 0 4,0 2-1,0-2-3,2 1 1,0 1 1,-4-4-2,4 1 4,-2 0 2,0 1-5,0 2 2,0-3-2,0 0 4,1 3-2,-2-4 0,2 5 7,-2-7-10,2 3 3,0 0 10,-1-2-6,0 2-1,2-2-6,-2 1 6,1 1-2,-1 0 1,1-1 1,-1 1-3,1-3 2,-1 2-1,0 0 4,0 0-3,0-6 1,3 9-1,-3-4 1,-1 0-6,2 0 4,-1-5-5,0 10 8,0-4-1,1-2-2,-1-4-2,0 11 8,0-6-6,2-1-2,-2 1 5,1 0-2,-1-5 2,1 9-1,-1-5 3,0-4 0,1 8-7,0-3 7,-2-1-3,1-4-4,1 9 2,-1-4-2,0-5-1,3 7 2,-3-2 6,0-5-1,1 5-6,-1-5 0,2 9-5,-2-9 10,0 7-3,0-7 4,1 9-2,-1-9 3,1 8 2,-1-8-10,0 0 8,-1 10-1,1-10-5,0 7 4,0-7 0,1 5-2,-1-5-3,0 0 1,2 7 5,-2-7-7,0 0 7,0 0 1,-2 8-6,2-8-3,0 0 5,2 6-1,-2-6-2,0 0 2,0 0 3,0 0-3,0 0 4,0 0-10,0 8 0,0-8 7,0 0 4,0 0 7,0 0-14,0 0 1,0 0 2,0 0 2,0 0 6,-7 5-7,7-5-2,0 0 1,0 0-3,0 0 7,-6 3-3,6-3 6,0 0-4,-9 2 10,9-2 8,-10 5-1,0-3 3,2 1-2,-3 2 10,0-3-5,0 2 3,-2-1-7,-1 1 6,3 0-4,-4-2-4,-2 0 0,0 1 1,-4 0 0,5 0 3,-2-2-8,6 2-6,-1-1 13,-1 0-4,1-1 3,-1 1-8,0-2 4,0 2-5,4-1 8,-4 0-4,-2 2 0,2-1-5,-1 1 0,0-1-2,1-1 3,-4-1 6,1 1-10,2 0 2,4 1 3,-10 0-2,5-1-1,2 1 1,-4 1 0,-1-3 3,-1 0-4,8 2 2,-3-4-2,-2 4 1,4-2 2,-1 0 2,0 0-5,-4 0 0,0 0-1,3 3-1,3-3 1,-4 0 3,3 1-1,-1-1-2,1 0 1,-1 0 4,1 0 3,-3 0-8,1 0 0,-2 1 2,4 1 0,-2-2-5,2 0 4,1 0-3,-1 0-2,0 2 0,0-1-4,-5 3 4,0-3 3,4 0-6,-4 3 5,-1-2-9,7-2 9,-1 2-2,-2-1 1,3 3-1,-3-4-7,0 2 6,-3-3 2,-2 4 1,8-2 0,-6 2 1,5-1 0,0 0 0,-6 0-2,5-2 0,-2 3-1,3-2-1,-2 2 1,-3 0 1,5-1 0,-6-2-1,7 0-1,-6 3 6,6-1-6,1 0 2,-4-1-6,5-1 3,-2 1-6,12-1 5,-20 1 1,11 1 2,-3 1-3,2 2-1,1-5-3,-1 1-4,0 1 6,10-2 3,-19 2-2,10-1 0,9-1-2,-19 0-3,8 1 1,-3-1 3,4 2-2,-2-1 0,-1 1 2,0 0 2,-3 0-3,0 0-2,3-1 1,1 1 3,3 0-2,9-2-2,-19 2 0,12-1-1,7-1 2,-14 3-2,7-3 1,7 0 1,-11 3-1,11-3 1,-13 2-3,13-2 0,-10 1 2,10-1 2,-12 3-3,12-3 2,-16 2 2,7-1-5,-3-1 5,12 0 3,-23 0-9,12 3 7,0-1-3,0-2-1,0 2 0,1-1-2,-2 0 4,12-1 1,-17 3-3,7-1 3,0 0 0,10-2-4,-18 3 3,6-3-1,2 2-2,-3 1 3,3-2-2,-1 0 0,0 2-2,1-2 1,10-1 1,-21 4-1,8-4 4,4 0-2,-5 0-1,5 3 1,-3-2-2,2 0 5,10-1 0,-15 2-6,15-2 1,-12 0 1,12 0 2,-11 1-1,11-1 2,-11 1-2,11-1 1,-11 1-3,11-1 0,-13 2 1,5 1 2,8-3-6,-20 1 6,14 0-5,-6 1-1,1 1 6,-3-1-4,-1-2 7,3 2-6,-6-2 3,5 0 1,-2 0-3,10 3 1,-11-2 0,3 2 2,3-2-5,-2 2 5,0-2-1,12-1-2,-18 1 0,10 1 2,8-2-4,-16 0 2,10 0 3,-4 5-4,-3-4 2,13-1-4,-21 1 0,10 2 3,2 0 0,-1-2-1,2-1 2,-5 0 3,3 3-3,0-3 0,-1 2-4,0-4 3,-2 4-2,1-2 8,2 2-4,-1-2-5,0 1 3,0-1 2,1 1-1,3 0-5,0 1 3,-3-1 0,10-1 3,-9 2-1,9-2 2,-9 1-2,9-1 1,-9 1 0,9-1-1,0 0 3,0 0 6,0 0 0,0 0 1,-11 0 3,11 0 1,0 0-1,0 0 2,0 0-5,0 0-1,0 0-3,0 0-7,0 0-16,0 0-15,0 0-22,0 0-36,0 0-33,0 0-30,0 0-31,0 0-23,0 0-52,0 0-48,-3-10-121,3 10-263,0-11-746,0 11 331</inkml:trace>
  <inkml:trace contextRef="#ctx0" brushRef="#br0" timeOffset="76316.3341">11895 2789 64,'-1'3'128,"1"-3"5,0 0 8,0 0 3,0 0 5,0 0 1,0 0 2,0 0 8,0 0-1,0 0-5,0 0 7,0 0-3,0 0-4,0 0 0,0 0 1,0 0-4,0 0-3,0 0-4,0 0-2,0 0-2,0 0-14,2-15-5,1 13 0,0-2-8,-3 0-17,2-3-1,-2 0-2,0 2-8,0-5 8,0 3-17,0-1-7,-2 3-6,-1-2-2,0 2-1,3 0-3,0 0-12,-2 1-10,2-1-5,-4 2-5,0-1 3,-1 1-9,-1 1-13,-3 2 3,-1 0 2,0 2-11,-1 1 6,-2 1-11,1 1 5,1-2 1,2 3-12,0-2 6,3-1-5,-3 3-8,5-2 0,0 2-2,0-3-2,0 1 0,0 1-5,3 0 17,0-2-26,0 3 6,-1-3 7,2 0-4,0-3 3,3 6 1,-2-3 0,2 2 7,0-3 7,1-1-2,0 0 7,1 0 0,2 1-1,-2-2-5,5 1 8,-1-4-3,1 1 1,-1 2 3,1-3 6,1-2-9,-1 1 9,1 1 0,-2-2-5,-2 2 1,0-1-1,-2 2 0,1-1-3,-2 0 2,-2 3 4,4-3 1,-1 2-5,-5 1-6,6-1-7,-6 1 0,0 0 3,7 8 1,-5-5 2,1 6 3,5-1-4,-4 3-2,2 0 7,-2 0-5,-4 1 4,9 2 3,-8 3 0,4-7-6,-1 8 4,-1-6-7,-3 1 3,0-2 3,0-2-23,0 3-10,0-2-13,0-1-23,0 3-18,-2-4-30,2-3-22,-1 3-23,1-4-27,0 1-35,0 2-25,0-2-185,0-5-477,3 4 211</inkml:trace>
  <inkml:trace contextRef="#ctx0" brushRef="#br0" timeOffset="76904.9117">12242 2750 113,'2'-5'190,"0"-2"-8,0 4-3,0-4 2,1 0-3,-1 4-3,-1-4-11,-1 0-9,2 2-3,-2-2-8,0 0-6,0 2-1,4-6-15,-4 5-6,-4-1-11,4-1 3,-3 4-7,2-3-10,-2 4-4,0-4-15,1 1-5,0 4-8,-5-1-15,1 0-2,-2-1-4,-2 4-5,-3 1-5,-4 5 0,1-2-5,1 5-3,-2 0-4,2 1 1,1-2-2,5 1 1,0 1-5,0-3-4,5 0 2,1 1 0,0-1 0,0 0-5,2 2 5,1-4-4,4 2 8,-1-2 2,0-1-4,3 2 5,1-3-4,-2-3 4,2 2 4,0-2-3,2 1 9,2-2 2,-3-1 5,-2 2 6,3-3 8,-1-2 7,-2 3 4,0-1 4,2-4 1,0-2-2,-2 4 0,2-4-2,-2 3 0,1-3 0,-3 3 1,0 0 5,-1 1-6,1 0-4,0 2-3,-3 0 4,3-1-15,-4 4-9,4-4 1,-4 4-9,1-2-7,-1 2-3,0 0-6,0 0-19,0 0 0,5 6 5,-4 1-8,2 1 5,1 1-3,3 5 6,-5-2 1,6 5 3,-8-6 0,3 8-2,0-4 0,1-1-2,-1-2 1,0 0 0,-3 0-4,3 0 2,0 0 9,-3-3 10,2 2-27,-2 0 10,2-4-12,-2-1-6,0 1-12,0-1-14,0-1-14,0-5-23,0 9-7,0-9-21,1 4-11,-1-4-22,0 0-16,5 4-28,-5-4 2,0 0-47,0 0-43,0 0-190,9-11-507,-6 2 225</inkml:trace>
  <inkml:trace contextRef="#ctx0" brushRef="#br0" timeOffset="77451.0596">12628 2404 147,'2'-5'194,"-2"3"-6,-3-1-2,3 3-7,0 0-1,-1-7-13,1 7-7,0 0-12,0-3-12,0 3-8,0 0-11,0 0-7,0 0-8,0 0-5,0 0-9,0 0-6,-2-4-10,2 4-8,0 0-2,0 0-5,0 0-4,0 0-4,0 0-6,0 0-5,0 0 1,0 0-2,0 0-3,0 0 0,0 0-5,0 0 0,-3 9-3,3-9 2,0 5-10,1 0 3,0 0-1,0 0-4,1 2 3,-2-2-4,0 7 5,-2-4-4,2 3-1,3 1 3,-3 1 0,1 3 1,3 1 0,-3 3-1,2 4 5,-2-5 1,0 9 3,-1-2 8,2 2 4,2-2 3,-4 2 7,3 1 6,-3-1 14,2-2 0,-1 2-3,2-9-3,-1 1-6,3-1-7,-5 0-6,3-2 3,-3-6-9,1 2-3,0-2-1,0-4-5,1 2 2,0-2-8,1-2 0,-2 2-3,2-2-4,-3-5 4,2 7-2,-2-7 3,0 0-7,1 7 7,-1-7-5,0 0 3,0 0 0,3 6-2,-3-6-1,0 0-5,0 0 7,0 0-8,0 0-1,0 0-6,0 0-13,0 0-12,0 0-27,0 0-16,0 0-30,0 0-26,0 0-47,0 0-36,0 0-40,0 0-42,2-21-237,1 13-568,4-1 251</inkml:trace>
  <inkml:trace contextRef="#ctx0" brushRef="#br0" timeOffset="77965.1599">13063 2552 50,'0'0'193,"-7"-4"3,2 2-7,5 2-3,-5-2 1,3-1-4,2 3-6,0 0-8,-7-2-2,7 2-10,0 0-10,0 0-8,-8 0-10,8 0-11,0 0-9,0 0-13,0 0-2,-4-3-11,4 3-11,0 0-8,0 0-7,0 0-6,0 0-4,0 0-2,6 12-5,-2-7-1,-1 1-3,4 1 9,3 3-5,-1-1 10,6 6-4,7 1 5,2-1-1,2 2 3,4-2-7,-3-1-2,-4-2-4,6 2-6,-3-1 3,4-2-9,-6 0 0,-5-4 0,-2-2-9,-3 2 1,-1-2 1,-2 0 0,-3-2-1,-2 1-5,-1-2 1,0 2-6,1-3 2,1 2 0,-7-3-1,0 0 4,6 2-6,-6-2 2,0 0 0,6 2-5,-6-2 9,0 0-11,0 0-4,0 0 8,0 0 1,0 0-14,0 0 0,0 0-10,0 0-16,0 0-3,0 0-25,0 0-15,0 0-16,7 1-13,-7-1-16,0 0-19,0 0-37,0 0-17,0 0-38,0 0-18,0 0-184,0 0-467,-9-18 208</inkml:trace>
  <inkml:trace contextRef="#ctx0" brushRef="#br0" timeOffset="78289.5401">13456 2462 106,'0'0'122,"0"0"-4,-4 18-2,-2-9-10,-2 8 9,-1-3-7,0 10 4,-8 1-9,1-3 0,3 4 10,1-2-12,-8-1-1,8 0 0,-6-1-5,8-6 3,-4 0-5,3 0-2,-4-3-7,7 1-1,2-5-10,-1 1-3,-3-3-6,7 3-4,-4-3-2,3-3-5,-1 1-1,3-2-5,-5 2-1,5-3-1,0 0-5,2-2 2,-3 4-9,3-4 4,-4 3-5,4-3-5,-2 4 6,2-4-9,0 0-8,0 0-14,-3 1-14,3-1-23,0 0-16,0 0-22,0 0-15,0 0-27,0 0-25,0 0-36,0 0-25,0 0-138,0 0-367,0 0 164</inkml:trace>
  <inkml:trace contextRef="#ctx0" brushRef="#br0" timeOffset="82108.4782">9048 1917 91,'-3'-10'179,"3"10"-5,0-5 3,0 5-13,3-13-6,-3 8-2,0-7 16,0 3-2,1-2-5,1 0-11,0 1-11,1 0-11,1 0-15,0 1-7,2-1-15,-1 0-8,5 3-9,0 1-9,-1 1-8,5 4-3,-4 0-13,3 2-7,-2 5-7,6 3-4,-10 0-12,5 6 3,-4-1-7,0 3-4,-3 1-2,-4-2-6,-1 3-1,-6 1-12,2-3 1,-3 4 1,0-8-2,-3 3 5,4-5-1,-1 0 2,-1-3 3,2-2 6,2-1 10,-1 0 7,1-3 20,4-2 7,0 0-9,0 0-4,0 0-3,0 0-12,0 0 7,14-18-6,-6 11-3,3 3-2,-1-1-6,2 2 8,-1 0-5,2 0-2,-2 3 2,4-2-9,-6 4 2,1 0-1,-1 1-7,-2 1 4,1 0-8,-3 1 8,-2 1-4,1 0-1,-4 0 5,0 4-4,-4-4-1,1 0 5,-1 4 0,-5-4-1,2 2 1,-2 2-2,-1-3 0,1 1 4,0-4 0,-4 1-6,3 0-9,2-2-3,0 1-7,1-6-12,-1 4-14,8-2-25,-13-5-10,8 1-5,1-4-23,0 4-16,3-7-38,2 0-17,2-1-15,-2-1-124,-1-3-350,3 1 156</inkml:trace>
  <inkml:trace contextRef="#ctx0" brushRef="#br0" timeOffset="82410.7843">9276 1756 30,'4'-5'181,"1"0"-11,-1 0-20,3 3-6,-2-1-12,1 2-7,-6 1-2,18 4-8,-6 1-7,-1 2-6,-2 2-7,6 1 1,-2 4-2,-4-3-7,3 3-5,-1-3-7,-2-1-8,-1 1-3,-3-1-5,1-2-8,0 0 0,0-4-10,-3 2 3,-3-2 9,2-1 13,2-2 18,-4-1 9,4 4 22,-4-4 16,0 0 1,6 1 8,-6-1-9,4-6-15,-3-1-11,3-3-9,1 0-14,1-7-4,-1-7-31,4 7 16,-2-2-8,-3 2-9,2 2 2,-1 2-19,1 4-4,-2 0-25,0 1-2,-2 1-22,0 3-30,1 1-33,-3-1-41,3 1-12,-3 3-14,9 0-15,-9 0-20,13 8-35,-5-6-18,0 5-193,2 0-471,0 0 208</inkml:trace>
  <inkml:trace contextRef="#ctx0" brushRef="#br0" timeOffset="82804.2159">9872 1680 15,'7'-13'184,"0"7"7,-4-8 2,0 4 15,-3 3-4,2-4-12,-1 5-9,-2 0-13,1 0-18,-2 3-17,-1-1-20,-1 3-15,-5 1-8,1 3-16,-3 3-6,-2 2-9,0 1-4,-1 6-3,4-3-9,-3 3-3,4 0-5,3-3-8,1-2-8,-1 2 3,6-1-4,-1-1-1,2 0 0,-1-3 1,3-2 4,1 0 5,0 0-7,2-4 1,0 2 5,1-3 1,4-2 7,-2 0 4,-1-4 5,3 0 1,0 1-11,-2-6 11,0-2-5,2 1 0,1-3 3,-9-4-13,4-1 9,-4-6 2,1-3-7,-1 5 0,0-2 3,-2-1 3,1-1 8,-4 10-5,2 5 10,0-1-2,0 4-1,-1 4-5,1 0-22,0 1-2,0 5-9,0 0-21,0 0 5,0 0 3,0 0-4,-3 24 9,3-5-7,3-1-6,-3 9-2,0-1-9,3 0-9,-1-6-4,2 6-16,4 3-6,-3-9-19,4 5-15,1 1-10,-3-9-29,5 2-15,-3-5-36,6 0-29,-4 1-32,2-5-180,-3-3-453,-1 1 201</inkml:trace>
  <inkml:trace contextRef="#ctx0" brushRef="#br0" timeOffset="83387.6273">9527 2356 130,'0'0'329,"-1"-8"-23,1 8-27,-3-7-26,3 7-24,0-6-31,0 6-19,0 0-24,0 0-14,0 0-16,0 0-9,4 33-10,-1-15-8,4 10-1,-2-4-9,0 5-19,1 0 14,-3-2-4,5-1-6,-4 3-1,3-4-4,-1 3 4,-3-1 3,0-8-5,1 0-2,1 0 3,0-1-11,-2-1 2,-1 2 0,-1-2-6,0-2 0,1-3-7,-1 0 0,1-2-10,-2-3-2,1 2 1,-1-9-17,0 12 10,1-6 2,-1-6-10,0 9-5,0-9 10,0 0 6,1 7 6,-1-7-4,0 0 13,0 0 14,0 0 13,0 0 3,0 6 0,0-6 6,0 0 7,0 0 2,0 0-2,0 0-8,0 0-12,0 0-3,3-28-7,-2 11-12,-1-8-8,3-4-4,-1 1-12,1-5-6,4-13-6,1 0-7,4 0-2,-2 13-5,3 3-9,5 1-12,-6 7 10,-2 5-10,9-5-9,-7 10 2,4 0 2,-6 5-17,0 1-15,0 2-1,-2 3-11,-8 1-1,19 5-5,-11 1-2,-1 1 2,-2 3 8,-1 2-3,-2 5 5,-1 0 3,-4 2-8,-4-1-12,-1 5 0,-2-7-13,-7 6 10,6-7-7,-1-1-3,-3-3-3,1 3-2,0-7-9,0 1 1,2-3-10,1-1-7,0-1-21,-1-6-31,12 3-41,-18-7-18,13 0-13,-3-3-143,4 2-424,3-6 189</inkml:trace>
  <inkml:trace contextRef="#ctx0" brushRef="#br0" timeOffset="83728.4224">9934 2302 162,'5'-2'260,"-5"2"-27,0 0-23,0 0-28,0 0-23,0 0-11,0 0-12,8 17-16,-8-5-4,-4 0-9,4 5-4,-4-2-8,4-3-9,3 5-3,-6 1-3,3-3-9,3 2-3,-2-6-5,1-3-1,2 5-3,0-3-1,2-3 3,-2 1 1,2-4-1,0 0 3,2-1 0,4-1-7,0-2 0,6-3 0,-6-2-6,1 0 2,2-3-13,0-2 3,-2-2 6,-1-3-3,-2 2-3,-5 0 4,0-2-7,-1-2-8,0 5 3,-4-5-9,-5 5-7,1 3-5,-2-6-8,-2 8-12,0-2-9,-2 1-15,1 4-7,-8-4-10,6 6-13,-2 4-11,-1-2-13,1 0-19,3 5-9,-2-2-16,1-2-22,3 5-21,0-1-24,5 0-15,-1-1-10,4-4-122,-3 7-370,3-7 164</inkml:trace>
  <inkml:trace contextRef="#ctx0" brushRef="#br0" timeOffset="84095.0567">10325 2185 178,'12'-11'179,"5"-3"8,-8 5 6,-4 0-3,2-2 11,-3 3 5,1 3-4,-4-1-11,3 1-1,-2 1-16,-2 4-15,0-5-10,0 5-21,0 0-14,0 0-17,0 0-11,0 0-2,0 0-15,0 0-3,0 0-15,-27 18 1,20-10-4,-1 6 0,3-1-3,1 0-7,1 0-6,2 4 2,2-1-1,-1 1 0,3-5-5,1-2 3,2 6 1,3-7-10,0 5 0,2 1 1,3-1-3,-3-1-1,2-4 6,-4 0-8,3-1 1,1 1-7,-3 1 4,-1-4-14,0 2 13,0-3 0,-6-1 0,3 0 1,-2 0-9,1-1 5,-5-3-2,0 0-4,9 9-2,-9-8-2,0-1 2,0 0-1,0 7-3,0-7 2,-6 7 0,0-3 3,-3 1-4,-1 2 2,-3-4-16,-2 0-22,-4-1-24,3 5-23,-1-1-31,-2-4-26,2 5-13,-2-2-37,1-1-31,0 0-31,-2 0-179,3 1-466,0-3 206</inkml:trace>
  <inkml:trace contextRef="#ctx0" brushRef="#br0" timeOffset="84828.1148">4246 1281 84,'-4'-4'304,"3"-2"-33,-3 2-24,4 1-38,0 3-17,0 0-21,0 0-24,-3 14-11,6 4-8,-3 10-12,5 2 2,-5 1-13,0 3-5,0 12-7,0-14-8,4 2-5,-8 2-8,3-9-8,1 2-5,0 0-8,0-11-4,1 2-3,-1-2-3,4-3-6,-4-3 4,0 1-5,4-6-6,-2 2-4,2-3 0,-3-2-13,6 3 3,-4-4-5,3-1 1,-6-2-16,14-2-24,-4-4-24,0 0-37,4-6-31,-6 3-36,3-6-40,-1 0-41,-4-4-144,-3 8-414,1-1 183</inkml:trace>
  <inkml:trace contextRef="#ctx0" brushRef="#br0" timeOffset="85198.5206">3970 1605 11,'-2'-7'194,"2"7"-7,17-9-25,1 4-13,13-5-5,-3-2-18,4 0-2,7 3-3,-5-3-17,4 6-5,1 2-6,-7 1-10,-2 6-2,-9-1-11,0 3-5,-3 4-2,-2-1-5,-4 1-1,2 8 6,-5-1 1,-4 0-1,3 10 3,-3-9-5,0-2-14,-4 4 6,2-6-7,1 1 0,1-2-4,-4-3 1,2 0-1,2 0-5,1-2-1,-1-1 5,0 0-1,7-1 3,-2 0 0,1-4-3,1-1-5,1 0-4,7-7-1,-4 0 3,0 2-3,-2-7-9,0 3 4,-5-2-1,3-3 4,-7 3 6,4-4 0,-7-2-11,2-2 0,-5 0 6,1 5-15,-3 2 1,1-4-5,-2 6-9,-5-2-2,4 3-18,-4 0-20,-1 1-23,-2 1-20,1 5-20,-5-4-10,3 6-20,-1 0-31,2 0-25,-1 3-26,3-3-159,1 4-402,2 0 178</inkml:trace>
  <inkml:trace contextRef="#ctx0" brushRef="#br0" timeOffset="85992.8293">5110 1217 78,'0'-9'328,"0"-2"-28,0 6-32,0 0-26,2 0-31,-2 5-22,0 0-15,0 0-22,-2 22-11,7 2-8,-4 8-10,1-1-6,0 3-11,-2 14 9,5-2-8,-5-13-11,4 2-3,-4 1-6,0-4-8,1-3 0,-2-1 0,1-8-9,0 0-3,0 1-2,0-10-4,1 2-2,3-3-1,-4-4-1,0 0 2,-4 2 8,4-8-7,0 11 16,0-11-3,0 6 16,0-6 11,0 0 12,-1 4 11,1-4-7,0 0-12,0 0-3,0 0-10,5-19-7,-9 7-14,8-3-5,-3-3-14,7-7-7,-1-2-5,3 5-6,5 0-14,-6 6-4,10-5-3,-3 3-5,6-2-13,-4 13-4,1-4-2,3 8-2,-3 3-10,-2 0-12,-2 2-3,-2-2-3,-4 3 1,2 4 3,1 5-2,-7 0 1,1-2-7,-3 7-9,-5 0 7,-5-1-9,-3 9-9,1-10-15,-12 4-4,7-3 3,-6 4-7,-6-3-3,6 0 4,2-7 7,1-2 8,2 3 13,4-9 5,1 1 4,4 1 8,1-2 4,0 1 10,5-3 12,0 0 4,-10 3-1,10-3 3,-4 5 5,4-5 3,0 0 1,0 0-1,19-10-1,-9 5 2,8-2-4,0-1-2,2 1 6,6-1 0,-2-2 6,2-1 5,1 0-1,2-4-5,-2 2 15,-3-1 5,3-3 3,-4 3-4,-1-1-2,0-4 5,-2-1-1,-7 6 0,-1-2 1,1-9 1,-3 2 2,-1 9 5,-2-1 2,-2-4-1,-1 4 3,-3 6-1,0 0-7,-1-3-10,0 7 1,0 5-9,-5-8 0,5 8-5,-6-4-4,6 4 4,0 0 1,-24 9-10,16 8 2,-4-2 9,5 2-15,-2 6 5,1-3 3,2-5-7,2 4 6,3-4 0,-2-3 5,6 7 3,-2-3-1,3-3-3,4 2 5,-2-1 0,0-2 0,6-5 2,-2 3 1,1-8-7,7 6-2,-4 0 8,4-6-13,-1 0-21,1-2-14,1-3-23,-1-4-43,-2 1-40,1 0-44,1-6-37,-5 4-47,2-3-278,-2-1-595,-4 4 263</inkml:trace>
  <inkml:trace contextRef="#ctx0" brushRef="#br0" timeOffset="87310.3677">6313 1688 118,'-2'2'140,"2"-2"-5,0 0-12,0 0-3,0 0-3,0 0 2,0 0 1,0 0-8,12-10 9,-3 3-9,0 0-5,3 2 1,-1-10-11,0 8 9,-1-8-4,3-1 0,-3 4 2,-1-4-12,-1 0 1,2 3 1,0-4-7,-6-1-6,1 1 4,-1 3-8,-2 3-3,1 4 5,-3 0-9,0-1-1,2 4-7,-2 1-17,0 3-5,0-5-9,0 5-2,0 0 1,0 0-13,-7 22 3,3-6-3,0 3-3,3 0 32,-3 0-11,0 8-12,3-8 16,1-2-5,1 3-8,1-3-7,1 0 1,1-5-3,0 0-3,0-3 2,1 1-2,2-3 1,-1 3 1,2-8-6,1 5 3,1-5 1,1-2-7,-1 0 0,1-4 4,0-1-6,-1 1 7,0-4-3,0-2-1,3-2 1,-4-4-1,-1 1-2,0-2 4,2-1-1,-8 2-9,5-1 18,-2 0-11,-1 8 16,-3-1 9,2-1-8,-3 5 8,4 1-8,-2-2-3,-2 7 1,1-7-7,2 4-9,-3 3 5,0 0-14,0 0 2,0 0 11,0 0-14,0 22 1,0-12 7,-3 2-10,3 2-5,0-2 15,0 3 0,0-3 1,3-2 1,0 4-2,-5-9-4,2 4-3,0-4 5,0-1 0,2 2-1,-2-6 6,0 0-3,-3 7 11,3-7 6,3 3-10,-3-3 21,0 0-12,0 0-1,11-14-2,-5 4-10,8-5 1,-2-11-5,5 2 2,0 2-5,-2 1 1,2 0 2,-4 7 5,-3-2-8,-3 7 4,0 3-4,-2-2-3,-1 3-10,-1 2 1,-3 3-7,0 0 0,11 8-2,-3 1-5,-7 2 15,4 5-3,-1 2 5,-1 1-3,2-1 5,-4 0-2,1-2-4,5 4 8,-4-5 1,3 0-1,0 0 3,-1-6-6,4-1 6,-2 3 3,2-5-4,-1 2 3,3-4 2,2-2 1,-1-2 1,0-1 4,0-1 1,1-5-9,4-1 3,-2 1 2,-2-7-7,0 1 3,0-1 5,-4-3-6,3 3 6,-1-11-20,-6 0 17,-1 7-4,2-7 1,-4-3-5,-2 10-7,-3 0 5,3 0 11,-5 6-13,1-4 5,3 6-5,-3 3 6,-1 0-8,1 4 0,0 0 4,4 3-6,-14-1-1,14 1 6,-10 7-1,2 0-3,3 4 4,0-1-3,0 5-4,3 3 4,2-5 4,3 6-11,2-3 7,3 0-7,-2 2 11,3-2-5,4 1 3,0-4-1,-3 1 2,4 0 3,-3 1 0,-2-7 1,3 6 3,-3-5-7,-2-2 11,1 1-3,-3-1-5,0-4 3,0 3 4,-1 0-6,-1-1-1,-1-1 7,2 1-2,-4-5-1,-2 5 4,2-5 2,-7 7-3,1-5 3,-2 3-1,-5-3-13,1 2 10,-6-7-25,0 5-15,-1 0-35,-3-3-35,3 2-24,-9-2-46,6-2-36,-5 0-51,5 1-177,1-1-479,-6-7 213</inkml:trace>
  <inkml:trace contextRef="#ctx0" brushRef="#br0" timeOffset="87500.4957">6551 1228 71,'0'0'108,"0"0"-38,2-7-41,-2 7-44,0 0-30,0 0-47,0 0 22</inkml:trace>
  <inkml:trace contextRef="#ctx0" brushRef="#br0" timeOffset="88330.0444">7246 1483 56,'0'0'152,"0"0"-18,0 0-4,0 0 3,13 16 2,-13-11-8,5 0-5,-1-1-6,1 0-7,0 2 4,-1-1-9,5 1 7,-6-2 0,2-1 3,3 1-2,-2-3-4,2 1-3,-1-2 1,4-2-10,1 2-1,1-5-4,-4-1-9,4 2 2,-1-3 0,-1-5-4,-2 6-4,-1-5-5,1 1-7,-4 0 3,0 2 3,-2-2-7,3-2 3,-4 6-8,-4-2-13,1-1-5,-2 4 4,-2 0-16,0 0 8,-4 0-18,3 8-1,-7-1 0,0 3-5,-3 5 0,-1 2-4,-1 7 0,4-3 1,-1 7-4,3-6 2,4 0-4,1 0 29,2 2 3,0-4-9,4 2-1,2-1-8,1-4-2,5 3 7,-2-6-5,-2 3 3,7-6-1,2 0-7,-1 2 11,1-6-7,2 1-2,3-5-3,1 0 4,-5 1-1,-1-3-6,-1-2-3,3 1 6,-1-6-2,1 3 3,-4-4-17,-1-5 4,5 0 9,-5 3 4,0-15-7,0 9-5,-4 6 10,-1-6-9,1 11 4,-1-1 4,-2 2 1,-2 2 4,3-2-4,-1 4-14,-2 4 11,2-5-10,-2 5 2,0 0-3,8 11 1,-4 4 0,-3-5 4,5 7-4,-4 2 0,3-4 0,-1 3 1,1-1 9,0-1-9,-2 3 7,-1 0-4,4-2-3,-4-2 3,3-7-7,-1 4-24,1-1-4,0-5-17,0 0-5,1-1-1,-1-4-7,3 0 6,2-2-6,-3-2-2,6-4 3,-4 1-2,3-6 7,-1-4 0,0-2 11,-2-8 3,2 4 4,-2-3 9,-2-7 3,-3 0 7,-1 1 19,4-2-4,-9 5 18,7-1 18,-3 3 10,2-2 5,-3 13 10,-1 4 5,0 1-1,0 1-9,0 4-5,2-1-4,-2 6-14,0 0-1,0 0 3,0 0-7,0 0 4,1 29-4,1-13-7,-2 8 5,0 3-15,3-1 18,-1 0-7,0 4 3,-2-6-1,1-4-3,3 6-3,-3-10-2,1 2 3,0 2-2,1-6-23,1 2-21,-2-4-20,-1-4-29,2 3-26,2-6-22,-2-2-18,2 4-23,-5-7-34,7 0-51,-7 0-197,0 0-491,10-10 217</inkml:trace>
  <inkml:trace contextRef="#ctx0" brushRef="#br0" timeOffset="89065.0257">7646 1491 242,'0'0'243,"0"0"-22,0 0-25,0 0-12,0 0-15,38-11-13,-18 11-1,8-2-11,0 2-13,3 0-7,3-4-4,2-5-11,-2 4-7,3-3 0,-2 4-6,-3 0-2,-2-5-9,-2 4-13,-7-1 5,-5-4-3,2 3-8,-5 2 9,-4 1 2,3-3 2,-6 1 3,0 0-5,-3 0-8,0-1-2,-3 0-12,0-3-5,-3 5-6,0 0-1,-4-2-14,-2 5-2,-4 0 1,0 2-11,-1 2 3,-3 7-5,0-2-3,0 6 7,-5 4-9,1 4-13,5 1 12,2 2 1,-2-4-6,7 6 12,4-9-15,1-6 5,4 7-6,1 2 5,3-6-2,3 2 3,2 0-4,-3-9-4,11 5 10,-1-4-6,2-2 4,8-1 5,-5-2-9,7-1 2,0-4 2,3-5-3,-3 2 1,0 3 3,0-6-6,-11 2 4,2 0 6,-5-1-8,-3-1 0,2-4 8,1 0-4,-1 2-5,-1-3 14,-3 0-8,-4 3 4,-1-4 8,-2 5-17,-3 4 3,1 5-13,-5-17 1,0 14 6,-6-3-6,0 1-1,-2 4-16,-2 8 15,-4 0 1,3-1 2,2 7 4,-2-3-8,5-5 2,-1 8-8,3-4 14,2 0-5,2 0-3,2 2 4,-1-6-7,2 2 5,0 0 3,2-7-5,4 10 12,-4-10 3,4 7-6,2-3 10,-6-4-5,14 1 5,-2-1 3,1-2-3,-1-3-3,6-2 1,-3-3-6,-2 0 1,5 0 8,-3-3-4,-1 0 3,3-7 1,-7 3-5,3-7 3,-3-3 4,-2 4 2,2-7-11,-3 2 6,-1 1-13,-4-2 6,-2 2 6,3 3-3,-6 6-4,6 7 17,-3 0-6,-3 3 13,3 1-11,0 1-4,4 4-3,-4 2-7,0 0 1,0 0 1,0 0-8,-8 27 4,6-9 1,0 12-2,-3-1 1,3 1 2,-2 1-6,3 1 6,-4 1 6,5-4-5,0 0 2,-2 2-5,-1-2-24,3-4-24,-1 6-35,-1-2-37,1-3-49,1 1-23,-2 0-54,2-8-24,0 1-238,2-3-550,1 1 244</inkml:trace>
  <inkml:trace contextRef="#ctx0" brushRef="#br0" timeOffset="89732.3647">8312 2314 24,'2'-2'235,"0"-3"-6,-1 0-14,1 3-3,2-5-4,-4 1 1,3-1 8,-2-2-5,-1 6 0,1-4-9,-6 2 5,5-2-23,-1 5-4,0-3-16,1 5-16,-4-5-16,1 4-13,3 1-22,-11 1-6,3 3-27,-5-1 10,-2 7-8,-8 6-8,10-1-4,-3 0-5,-3 5-8,5-4 2,2 4-2,2-6-3,1 2-6,0-5-5,5 5 3,-2-5-12,6 0-3,-3-3 2,3 4-10,3-5 9,-3 1 4,6-2 5,-2-1-6,6-2 3,-2-3 5,6 2-4,-1-2-1,2-5 3,-6 3-8,8-6 8,-2 0-7,-2-4-4,-1-2-15,0-3 15,3-6 5,-2 2-15,0-4 8,-3-6-3,-4-1 2,1 0-10,-3 0 6,1 0-5,0 3 6,-1 3-15,1 9 14,-4 4 7,2 3 12,-3 2-7,2 1-5,-3 2-1,1 2-6,0 3-14,-5-5 3,5 5-3,0 0-1,-5 20 4,2-3 3,2 10 3,-2-1-9,1 3 13,-3 2-11,5 2 10,0 0-6,0-1 5,0-1 3,0 1-11,5-3 9,0-3-5,-1 1 6,1-8 3,4-2-22,-2-5 23,3 5-5,-4-8 5,6-1 3,-3 0-1,2-3 1,1 1-13,-2-4 11,5-2-7,2-1-19,0-4-35,0-6-34,-2-1-44,4 1-34,-1-8-38,-1-3-35,1 1-45,-6-1-36,0 4-238,-4 4-597,-2-1 265</inkml:trace>
  <inkml:trace contextRef="#ctx0" brushRef="#br0" timeOffset="90437.9497">8574 2181 14,'0'-7'222,"0"0"-15,0 2-9,3 0-14,-3-1-1,2 2-6,-1 0-5,-1-1-2,3 2-11,-3 3-10,0-5-9,0 1-10,0 4-7,0-5-4,0 5-2,0 0-12,0 0-5,1-6-9,-1 6-6,0 0-5,0 0-9,0 0-1,0 0-10,0 0-2,0-6-5,0 6-7,0 0 2,0 0-4,0 0-7,0 0-2,0 0-2,0 0-14,0 0 5,0 0-5,0 0-1,0 0 2,0 0-8,0 0 5,0 0 0,0 0-10,0 0 11,0 0-5,0 0 2,0 0-3,0 0-1,0 0-4,9-3 4,-9 3-2,0 0 1,0 0 0,0 0-1,0 0-5,0 0 5,0 0 1,0 0 4,0 0-11,0 0 14,0 0-6,0 0-4,0 0 0,0 0 3,0 0 0,0 0 4,0 0 5,0 0-1,0 0 4,0-7-2,0 7-5,1-5 1,-1 5-5,3-5 6,-3 5-3,3-7-1,-3 7 5,2-5-3,2 1 0,-3-1-7,1 0 2,2-2-2,-3-1-3,3-2-4,2 2 3,-1-3-2,-2 5 5,-1-4-1,2 4-5,-1 0 4,-1-1 1,-2 3 16,1 0-14,2-1 5,-3 5-1,2-5 1,-2 2 5,0 3-9,0 0-2,0 0-5,0 0-6,0 0-7,0 0 7,0 0 0,-2 17 2,-1-5-8,0 6 8,2-1-6,-1 4 6,-2 6-1,0 0 4,3 6 0,-1-6-1,-2 2 3,1-2-1,1 1-2,4-3 13,-4 1-11,2-2 1,2-7-3,-2 0-1,4-4 2,1 1-1,-2 0 5,-1-4 0,2 0 10,-1-5-6,3 6 5,-3-8 11,4 2-9,0-3 2,3 2-1,1 0 8,-2-4-25,5-3-18,-1-2-35,-1 1-33,5-6-30,-4 1-27,1-4-27,-1 1-39,0-1-42,-3-1-35,-1-2-222,-4 8-550,-1-5 244</inkml:trace>
  <inkml:trace contextRef="#ctx0" brushRef="#br0" timeOffset="90685.3877">8512 2218 163,'0'0'301,"-4"2"-19,4-2-23,0 0-20,0 0-22,0 0-15,0 0-10,26 2-6,-7-9-17,2 5-17,11-8-11,-4 5-14,2 3-12,-2-8-11,-1 5-8,-1-2-9,-7 4-11,2 2-13,-6-2-19,3-4-37,-5 5-33,0-3-35,-5 4-42,1-1-37,-1-1-56,-2 2-51,-6 1-162,10-1-441,-10 1 195</inkml:trace>
  <inkml:trace contextRef="#ctx0" brushRef="#br0" timeOffset="92768.6705">3165 9586 121,'-3'2'123,"2"3"1,1-3-7,-5 1-8,5-3 4,0 6-1,0-6-5,0 0 3,0 6 2,0-6 6,0 0 6,0 0 5,0 0 2,0 0-2,0 0-7,12-17-5,-3 9-10,3-4-5,1-1-9,1-3 5,3-3 0,-5 2-4,3-5-2,-6 5-7,4-7 2,-2 2-5,1-4-3,-4 10 0,-1-1-2,0 1-1,-2 2 1,-1 4 7,-3 2-10,3 0-3,-3 4-15,1 0-11,-2 1-4,0-2-6,0 5-12,0 0-1,0 0-7,0 0-4,-3 18-1,-2-2-2,0 2 2,1-1-2,0 2-2,3 0-1,-2 1-1,2-1-2,1 0-1,0-1 1,0-4-2,1 0-6,2-3-4,-2 2-9,4-3-4,2-3-5,0 4-4,1-5-9,-5-1-9,7 1-11,-2-2-13,-1-4-21,5 0-23,1-2-27,0-3-23,4-3-29,0-1-16,-1-1-13,0-5-170,-1-1-428,-5-1 190</inkml:trace>
  <inkml:trace contextRef="#ctx0" brushRef="#br0" timeOffset="92963.0081">3488 9106 228,'-4'-3'236,"2"-1"1,-1 2-12,0-1-11,3 3-8,-2-4-23,2 4-7,-3-4-20,3 4-14,0 0-13,0 0-12,-4-4-15,4 4-9,0 0-9,0 0-12,-1-4-24,1 4-28,0 0-38,0 0-40,0 0-49,0 0-28,0 0-22,0 0-29,0 0-149,0 0-362,0 15 160</inkml:trace>
  <inkml:trace contextRef="#ctx0" brushRef="#br0" timeOffset="93219.9881">3766 9342 66,'0'0'307,"0"0"-2,-2 4-25,2-4-20,0 0-23,0 0-25,0 0-19,0 0-21,0 0-13,5 5-11,-5-5-16,8 2-10,-3-1-7,4-1-6,1-1-4,3 1-14,1-2-12,0 2-1,-1-1-12,5 1-5,-6 0-3,2-2-9,-2 2-4,-2-1-9,-2 0-19,-1 1-26,-1 1-31,1-1-37,-7 0-33,5 1-34,-5-1-39,0 0-27,0 0-7,4 3-20,-4-3-143,-9 5-411,3-2 183</inkml:trace>
  <inkml:trace contextRef="#ctx0" brushRef="#br0" timeOffset="93429.9497">3777 9476 90,'-3'5'147,"2"-2"-4,-2-1-3,2 3 0,1-5-1,1 7-1,3-4-2,1 0-8,1-1 0,5 1-9,-2 1-11,4-2-9,2 0-12,3-2-7,0-2-12,6 0-29,-3 0-36,5-3-41,2-1-47,-1-3-32,4 2-47,-4-1-91,1 1-276,-7 2 122</inkml:trace>
  <inkml:trace contextRef="#ctx0" brushRef="#br0" timeOffset="93790.7194">4391 9193 242,'0'-4'271,"0"1"-19,0-2-26,0 5-24,-1-6-19,1 6-19,0 0-14,0 0-17,-14 14-13,5-7-4,3 5-10,-2 2-8,0 2-2,-3 0-3,3 3-11,-2-2-3,1 8-5,-1-2-6,5-5-5,-3 4-3,4-3-4,1-2 3,3 0-9,-1-5-3,1 2 5,1 0-9,2-2 1,1-2 2,-1 1-4,2-1 2,0-1 4,1-2 6,4 2-2,-1-4-3,0 0 6,0 0-1,4-2 8,-1-1 2,-1-2 0,-1 0 6,1-3 0,0 1 1,2-1-9,-3-4 5,3 1-5,-3-2-3,6-1 1,-5-3-1,3-4-10,-3 2 3,-4 0-3,3-1 4,-2 0 8,-3-2-18,0 0-2,-3 1-6,1-4 10,-2 5-19,-1-3 2,-1 5-9,0-3-4,-2-1-2,-1 1-2,2 5 1,-2 1 9,-1-1-16,1 1 0,-1 4-5,0-2-2,0 0-4,-3 1-9,-2 5-19,1-3-19,-2 2-20,-2-2-17,1 4-24,2-1-20,-8 5-18,0 1-23,5-1-27,-6 3-35,9 0-31,-7 0-42,1 3-218,2-4-570,5 0 253</inkml:trace>
  <inkml:trace contextRef="#ctx0" brushRef="#br0" timeOffset="106533.5634">2062 6203 16,'0'0'68,"0"0"-14,-4 1-1,4-1-13,0 0-4,-4 3-1,4-3-4,0 0-1,0 0-4,-2 3 1,2-3-10,-4 3 4,4-3-5,-3 3 1,3-3-4,-4 4 3,2-2 0,-1 1 10,1 1-10,-4-2 4,3 1 5,-1 0-3,-1 1 8,1-1 0,-3 0 6,0 1-1,2 0 4,0 0-3,2-2 3,-2 3-2,0-3 2,-2 1 3,5 1 3,-2-2-5,2-1 7,2-1-3,-6 5 7,6-5 4,-3 6-4,0-5 4,3-1-2,0 0 5,0 0-3,-5 2 6,5-2 3,0 0-2,0 0 3,0 0 1,0 0-16,0 0-3,0 0 2,0 0 2,0 0 1,0 0 5,0 0-3,0 0-4,0 0-2,0 0 2,14-5-6,-5-1-3,3 2 0,4-7 0,3 3 1,7-8-6,6 1-2,1-2-6,1-1 3,14-4-6,3-1 0,-1 1 1,-4-2-7,0 4 1,-12 4-3,-1 0-5,1 3 2,-2-3 2,-4 3-4,2-1-2,-4 1 0,-6 4 1,-2 1 3,-1 3-5,-7-2-1,3 2 6,-4 0-8,-4 1 3,3-1-1,-4 4-3,2-3 4,-1 3-2,-1-1-2,0-1 3,-4 3-3,5-1 2,-5 1 0,4-3-3,-4 3 5,0 0-2,0 0 2,4-3-2,-4 3-5,0 0 0,0 0-2,0 0 1,0 0-6,0 0-2,0 0-7,0 0-10,0 0-9,0 0-5,-13-4-8,9 3 0,-4-1 4,1 2 1,-2 0-3,1-2 4,-5 1 4,3 0 0,-3 1 2,-1 0-1,1 0 7,-1 0 1,1-3 2,-6 6 0,5-3 4,0 0 3,1 0 3,-1 1 1,4-1 4,1 1 2,4 1 1,-4-1 1,3-1 3,-1 0-2,7 0-2,-9 1 2,9-1-3,-6 1 3,6-1 4,0 0-2,0 0-7,0 0 9,0 0 3,0 0 0,0 0 5,0 0-7,0 0 6,0 0 5,0 0 1,18 5-3,-10-6-2,3 2 4,2-1 0,0-2 0,6 2 2,1-1 1,-1-3 0,2 0 2,7 0-1,-1-1 2,-6 1-1,0-1 1,-2 0 0,3-1 0,-6 2-1,-4 3 2,1-3-3,-4 2 1,-1 0-1,-1-1 2,-1 3-5,0 0 0,-6 0 1,10 0-3,-10 0-2,6 0 1,-6 0-5,4 5-1,-3-2 0,2 4 3,-3-2-7,2 4 4,-2 3-5,0 0 6,0 0 0,0 3-2,2 4 2,-4-6-3,2-1 4,0 7-2,-1-7 3,1 0-5,-1 0 1,-1 3-2,1-4-9,1 0-11,-1 0-12,0-1-21,-1 0-21,2-3-14,-1 0-4,0 3-45,1-3-6,0-1-18,0 1-8,-2 0-132,1-2-326,1 3 145</inkml:trace>
  <inkml:trace contextRef="#ctx0" brushRef="#br0" timeOffset="107245.4071">2412 6542 64,'1'-3'155,"1"-2"-6,-1 3 4,0-4-16,0 0-4,-2 1-1,2-2 0,-2 2-6,1-3-9,-1 1-5,-2 1 4,0 1-8,2-2-5,-3-1-9,1 3-6,-2 0-8,0 0-4,-2 0-9,1 3-8,-1 0-4,1 2-11,-3 0-3,-1 1-5,-2 5-3,1-1-6,-3 7-4,0 2 3,1-2-9,-2 3 0,2 2-1,0-3-2,3 1 0,6-4-7,-3 1 3,5-4-2,-2 2-1,3-3-1,0 0 2,2-2 0,-1 1 1,5 0 4,0-1-3,3-3 6,-2-1 2,7 1 3,0-2-1,2 0 0,-3-3 1,3-1 0,-1-1 2,3-2 5,-7 2 10,2 1-3,-1-2 4,-1-1 1,-1-3-4,-1 2 10,3-5 1,-3-2 1,-3 5 1,-1 0 4,1-2 1,0 3 1,-4-1 5,2 3 4,-2 0-8,3 4-3,-4-2-4,1 4-7,0-4-14,-1 5 12,0 0-26,0 0-2,0 0 1,0 0-4,-6 13-3,5-1 1,-2 3-1,2 4 3,-4 1 0,1 7-3,3-1 8,-3 1-8,0-3-1,4 3-3,-1 1 2,0-3 1,1 1-4,1-3 1,-1-5-1,0 0 2,2 3 1,0-5 1,-2 1 8,1-6-12,0 1 1,2-1-1,-3-5 1,0 1 2,0-1 2,1 1 1,-1-7-3,0 0 7,1 4 9,-1-4 8,0 0 7,0 0-8,0 0 6,13-16-13,0 3 6,4-7-9,-1-3-9,6 3-6,-3-2-10,2 1-26,-2 2-19,0-4-19,-1 3-19,-4 6-39,1-1-41,-1 1-52,5-5-39,-2 7-31,-3-3-182,9-4-512,-2 3 227</inkml:trace>
  <inkml:trace contextRef="#ctx0" brushRef="#br0" timeOffset="127604.9716">3021 5596 25,'0'0'200,"0"0"-20,0 0-15,0 0-16,0 0-7,0 0-9,0 0-14,0 0-9,0 0-9,0 0-3,6-16-4,-1 12-8,-1 2-2,2-3-7,-2-2-2,2 2 1,2-3-7,-2 0-2,3 2 3,0-4-7,-1 1-7,6-3-3,-5 6 2,-3-6 9,2 3-5,2-1-4,-2 2 7,-4-1-3,1-3-3,0 3-6,-1-1-5,-3 0-1,1 0-5,0 1 0,-4 1-4,-1-1-3,0-1-4,2 1-1,-4 4-7,1 0-3,-4-2-4,2 5-7,1 1-6,-3-1-3,0 4-5,-1-2 2,-1 3-3,-1 4-2,3 0 3,-1 3 1,-1-2 3,1 4-4,1-1-4,3 1 2,-2 3 1,0-5 0,4 2 0,2 0 1,1 2-3,2-2 5,3 2 0,0 1 4,5 0 0,-4 0-2,5 0 1,-4-1 3,6-1-3,0 2 0,-6-5 2,5 3 2,-6-2-3,2-4 3,0 3-2,-3-2-2,0-1 7,-5-2-5,4 0 1,-4 1 1,0-1 0,0 1 2,-4 1-1,-1 0 0,-3 0 0,-2-1 0,2 0 4,-2-3-5,0 2 5,0-1 1,-1-1 1,1-1-3,1-2-15,4 0 5,5 0-4,-13-4 5,10-1-10,0 0-5,-3-4-1,4-2-13,2-2 6,-1-7-11,3 3-9,2 2-1,2 0-6,1-1 0,-1 4-8,1 2-35,-1-1-5,2 2-18,3 0-19,-2 4-11,4-2-19,-3 3-125,1 1-317,1 1 140</inkml:trace>
  <inkml:trace contextRef="#ctx0" brushRef="#br0" timeOffset="127969.7549">3469 5443 82,'-6'-2'168,"6"2"-25,0 0-11,-16 9-6,10 1-9,-6 4-18,2-1-20,0 3-1,1 1 1,-1-1-11,0 1-4,4-1-8,0-1-13,1 1 1,1-1-6,4-3 1,-1-2-4,1 1 1,1 0-3,0 0 7,6-3 12,-3 2-5,2-1 9,-1-2 2,6-4-1,-1 1 7,1-3-7,2 1 0,6 0 2,-8-3-3,6-5 10,-3 1-2,-1 0 5,-2-3-3,3-1 4,-1-4-11,0-3-5,-3 2-6,-2-3 5,-2-1-12,3 0-6,-9-1-6,2 2 1,-4-1-4,1 2-1,-4 3-5,-3-3-2,3 8-10,-4-3-11,-1 5-11,1-1-8,-2 4-11,-3 1-10,2 0-13,-6 4-11,6 1-17,0 3-21,0 0-27,4-1-18,1 4-23,0-2-13,5 1-127,2-1-339,0-1 151</inkml:trace>
  <inkml:trace contextRef="#ctx0" brushRef="#br0" timeOffset="128825.3641">3920 5562 125,'0'0'211,"0"0"-12,0 0-17,0 0-11,0 0-9,0 0-13,0 0-14,0 0-14,4-9-11,-4 9-9,5-6-11,-1 0-5,-1 3-1,-1-3-5,3-2-8,-4 3 2,4-4 4,-2 2 0,-1 2-1,0-4 0,0 4-4,-1-4 2,-1 1-3,-1 1-3,-1 0-8,-1 0-4,0 2-6,-2-2-10,0 3-4,-1-1-4,-2 1-6,3 2-7,-4 0 0,2 2-4,-3 0-4,-1 3 0,2-2-9,5 2 4,-2-1-9,1 2 0,0 2-1,-2 0-1,4 4 6,2 1-7,1-2 2,1 3 3,2 0-1,4 3-1,1-1 0,0 2 3,3 0-2,-3-2 3,3 1 1,-2-1-1,1-1-2,-4-4-2,3 5 4,-2-2 0,0-1 1,-2 0-2,-3-3-3,3 2 3,0 0 3,-5-1 2,2-1-1,-2 1 3,-2 0 0,-2 1 5,-2 6 4,-1-5-4,-3-2 1,2 0 0,-1-1 2,-2-2-1,2 1 2,0-3-3,0 1 1,3-3 11,-1-2-10,1 0 4,6 0-1,-12-9-8,9 0-1,1-4-5,-1-4-4,8-1-5,-3 0 3,1-7 3,2 6-11,2 1-2,1 1-4,0 1-5,3 0-8,-2 3-7,3 1-12,3 0-10,-1 2-13,3 1-7,-3-1-8,4 1-11,-4 4-11,1 0-7,-2 1-2,5 0 3,-5 2 9,0 0 1,-1-1 6,-2 1 6,0 2 13,1-2 3,-7 4 10,4-1-1,-8-1 18,8 4-1,-8-4 6,4 7 16,-4-1 1,3 0-11,-6 1 24,3 2 15,-1 2-2,-2 1 8,3 0 3,-2 0 0,-1 0 0,3 0 4,-1 0 6,-1-1-6,2 1 5,3-3 1,-3-1 6,3 1-1,-1 0 11,2-1 11,4 0 3,-1-2 4,2 1 1,0-2 3,4 0 0,0-2 3,-3-1 1,7 3 7,-5-5-4,0 0 2,1 0 2,1-3 2,0 0-1,-4 1 5,0-2 1,-1-3 0,-1 1 7,2-3-9,-5-3-6,3-3-4,-3 0-4,-1-1-12,-4-1 0,0 0-5,-1 2-6,-2-2-4,-2 2-4,0 0-1,-1 3-7,-3-3-5,2 7 0,-1-1-11,-1 4-4,-3-3-9,3 6-11,-6-1-10,5 3-8,-5 0-16,0 4-11,5 2-20,-3-1-17,4 0-21,0 3-23,-1-1-20,6 0-24,1 2-23,1 2-144,-1-5-385,7 2 171</inkml:trace>
  <inkml:trace contextRef="#ctx0" brushRef="#br0" timeOffset="130203.3985">6624 5707 106,'0'0'121,"0"0"9,0 0-7,0 0 4,0 0 3,0 0-3,0 0-7,0 0 0,0 0-5,0 0-7,2-7-9,-2 7-11,10-8 1,-4 3-5,-2-1-1,3 0 0,1-1 14,1-2-11,-3-1 3,4 0-1,-5 0-4,0-1 0,3 1-2,1-5-9,-6 3-8,3-3-6,-3 3-4,-2 3-4,-2-3 1,1 2-7,-2 0-5,-2 0-8,1 0-3,-1 3-2,-2 0-3,-4 0-7,7 2 0,-4 3-6,-3 0-4,2 2 0,-1 1-5,-4 2 2,5 0-4,-1 2 0,-4 1 0,7-1-1,-3 5-2,1-3-3,2 4-1,-1-2 10,5 3-6,-1 0 0,2 0-1,1 0 2,0 5 2,4-1 1,1 1-3,2 1 1,4-1 1,-2 0-1,1-2 2,3 6 0,-3-6 1,-1-1 4,0-2-3,0 0 4,-3-2-4,2 0-2,-1 0 1,-2-3-2,-1-2 2,-2 1 0,2 0 0,-2-2 1,-2 0 4,0 0 2,-2 1-4,-2 0 4,-2-2 0,-1 3-2,-6-4 6,2 2-6,-2-3 1,-6-1 0,7 3 2,-3-6-1,5 1-1,-2-2-1,3-2 2,-1 1-7,0-4-1,1 0-3,5-4-5,0-2-5,0-2-6,5 0-7,2-2-2,2 2-5,0 0-10,3 0-5,5 0-8,0 3-4,8-5 2,-3 7-2,-1 0 1,8-1-2,-1 1 2,-5 4 4,-3-1 6,0 3 7,0-2 3,-1 3 0,-2 0 9,-1-1 1,-1 3 6,-3 1 4,-2-1 0,1 0 5,-3 1 2,2 2 0,-6 0 7,0 0-13,0 0 5,9 2 0,-9-2-1,-3 10 7,2-3 6,0 3-1,-3-1 10,0 3-7,-1 1 4,4-1-2,-6 2 6,5 3-1,2-5-3,-4-1 4,4 1 0,0-1-1,4-1 12,-4-1-3,5 1 7,-1-3 0,0-2 2,3 2-1,1 1 7,1-3 2,1-1 0,-2-1 1,2-1-1,4-2 2,-1 0 6,1 0 1,-3 0 5,1-3-1,-1-1-1,-1-1 6,0 0-3,1-3-2,-2 0-4,0-5-3,-4 0-3,1-1-4,-1-3-4,-1 1-2,-2 1-3,-2-1-2,-2 3-3,-2 1-4,2 0-2,-8 1-8,3 0 1,-2 2-8,0 2-3,-2 0-11,-1 0-14,-3 4-11,3 1-10,0 1-15,0 2-20,1 0-18,-2 0-26,7 1-12,0 0-18,0 3-21,3-2-17,1 1-153,2 0-380,0-4 169</inkml:trace>
  <inkml:trace contextRef="#ctx0" brushRef="#br0" timeOffset="130796.0602">7373 5618 174,'0'0'198,"0"0"-15,0 0-13,0 0-9,6 2-5,-6-2-5,0 0-4,0 0-7,0 0-1,0 0-7,0 0-9,7-3-11,-7 3-12,3-5-7,-3 1-13,0-1-6,0-1-6,0 1-9,3-4-8,-3 1 0,0-2-8,1-1-4,-2-1-4,-2 2-4,2-1-2,-2 0-5,1 0 3,-5 2-1,4 3-3,-1-2-2,-1 2-5,2 0 0,-1 4-4,-2-2-2,1 3-5,5 1-2,-14 3 2,5 2-3,-1-2-3,1 5 1,-1 0 0,0-2-2,3 3 1,-1-1-4,3 1 4,0 0-1,-3 1-4,4 0 1,2-1 3,2-1-1,0 1 0,0-1 3,0-1 2,3 2 1,3 0-3,1 1 3,1-2-1,4 4 5,-2 0 0,-2-4 1,2 4 1,4-1 0,-2 2 2,-3-5-3,2-2-2,-2 7 2,0-5-2,-1 0 4,-4-3-6,0 2 0,0-2 1,0 3 9,0-3-9,-3 2-1,-1-1 2,0 0 2,-1 4 4,-1-3 0,-4 2 3,1 1 5,-3-4-1,-3 1-1,3-1-2,-4-2 1,0 3-2,3-3 1,-5-2 3,5-2 4,-2 0 0,-2 0 3,4-2 7,-2-2-3,1-2-2,4 2-6,-2-3 5,2-3-2,2 2-2,0-3-7,4-5-8,0 5 4,4-1-5,1-5-9,0 0-6,3 2-9,-2-1-2,7 4-12,-4-3-15,2 4-17,3 0-23,-3-2-13,3 8-34,-5-2-32,10 0-19,-4-1-26,-1 3-30,-1 1-131,0 2-403,6 1 179</inkml:trace>
  <inkml:trace contextRef="#ctx0" brushRef="#br0" timeOffset="131312.0539">7774 5681 36,'-5'-4'234,"5"4"-15,0-6-15,0 6-22,5-5-16,-2-2-14,1 1-16,3-1-8,-4-3-11,6 3-10,0-1-13,0 1-7,3 0-10,-1 3-6,1-3-5,1 2-11,-2 2-6,2 1-8,-3 2-1,1 0-7,-4 2-7,2 2-1,-1 2-3,-3 4 2,-1-1-2,0 3-3,-4 5 1,-3-2-3,-1 2 3,2 0-3,-5-5-1,2-2 1,-3 5 1,2-6-5,1 0 0,1 0 5,0-3-6,2 0 0,-1-1-3,2 1-2,-3-3 4,3 1-7,0 0 5,1-4-2,1 6 4,0-3 6,-1-3-2,10 2 6,-1 2-2,3-3 2,3 0 0,5 0-3,2-1 8,6-1-12,-2 0-3,6 2-1,0-3-2,-3 2-1,1-2-12,-3 0-7,-3 2-10,-2-1-12,-3 1-17,-6 1-26,-1-1-31,-2 0-28,3 0-31,-5 0-42,1 2-136,-9-2-374,11 0 165</inkml:trace>
  <inkml:trace contextRef="#ctx0" brushRef="#br0" timeOffset="132298.9239">10165 5801 129,'0'0'158,"0"0"-11,10-8-9,-6 4-9,1 0 0,-1 1-2,3-2-11,2 0 4,0 0 1,-2-2 1,2 1 1,1 0 4,-3-1-3,1-2 1,-2 1-8,3-2-7,-2-1-6,-3-1-11,2-6-11,-2 2-8,5 0-9,-8 0-5,-1-1-6,0 1-6,-1 5-5,-5 1-2,3 0 2,-1 2-8,-2-3-3,2 7-4,-1-2-5,-1-2-3,0 5-6,0 3-2,1 0-1,-3 0 2,-5 3-12,4 3 4,0 1-3,0 1-1,3 1-1,0 6 0,-2-4 1,3 6-1,2-1 2,0 2-1,3-1 0,4 3 0,0-1 0,1 1 0,1 3-1,3-6 1,-1 1 1,3-1 2,-4 2-4,0-2 2,4-2 1,-4 1 4,-1-6-4,0 1-3,1 1 4,-1-3 1,-2-1-3,-1 0 1,-3-2 1,2 1 2,-1-3 1,-2 1 2,-1 2 6,-1-1-4,-1-2 1,-1 1-2,-3-1 1,1-1 1,-4-1-1,-1-2-1,4 1 3,0-2-5,-1-3 9,-1 1-4,3-1-4,-2-3 1,3 1 2,0-4-4,-1-2-4,3-2-5,4-2-5,0 1-6,2-1-4,0 4-8,5-2-9,1 3-17,1-3-16,-3 1-22,11 1-24,-4 0-23,6 2-13,6-2-17,0 3-21,-5 1 0,7 1-10,0-3-121,-5 5-342,-3 1 151</inkml:trace>
  <inkml:trace contextRef="#ctx0" brushRef="#br0" timeOffset="132603.0671">10515 5666 290,'10'-3'22,"3"-3"23,-9 2 19,2 2 10,2 0 8,-7-1 0,3 1-1,-4 2-11,0 0 8,0 0-16,0 0-2,-2 9 8,-1-1-3,-3 0 2,-2 3 9,1 0-9,0 2-6,3-1-5,-5 1 0,3 1-2,-2-3 1,5 2-4,2-4-6,0 1 9,-1 3 3,4-3 1,-2 1 0,2-3-7,1 1 1,3-4-5,-2 2-1,1-2 1,4 0 4,1 1 2,2-2 4,-2-2 2,4-2 5,-3 0 1,3 0 0,-3-2 0,2-2-4,-1-2-4,-2 0-6,2-2-1,-2-5-4,0 1-7,1-4-2,-5 0-5,-1 2-3,-2-3-5,-2 1 3,0-1-6,-3 0-2,-2 1-4,-1-1-4,-3 7-1,3-2-9,-3 3-4,-1 1-10,-5-1-8,0 4-14,2 1-21,-1 4-11,-3 0-17,0 4-20,2 1-22,3 0-21,0 0-29,1 3-28,2 0-159,2-1-393,6 0 175</inkml:trace>
  <inkml:trace contextRef="#ctx0" brushRef="#br0" timeOffset="133163.7154">10928 5724 35,'0'0'219,"0"0"-20,0 0-19,0 0-11,0 0-13,2-3-8,-2 3-11,0 0-11,5-2-5,-5 2-9,4-5-8,0 2 0,1 1-7,-1-3-3,2 0 5,2-2 5,1 1 5,-4-3-1,0 1-3,4-1 4,-2 0-9,-1-1-6,-2-2-11,1-2-5,1-1 0,-4-1-5,2 6 1,-4-1 1,2 1-9,-4-2-7,0 2-6,0 0-10,-4 2-6,4 2-4,-5 1-8,1 1-2,-1 2-10,-1 0-5,-4 4-4,2 0 2,-6-1-7,5 3 0,-2 1 11,3 3-17,0-1-4,1 3 5,2-2-1,2 5 2,3-4-4,2 2 3,0 6 4,6-5 2,1 3-4,0 1 4,5-1 0,-1 2-1,2-3 0,0 1 1,1-3 0,-4 2-3,3 1 5,-1-4-1,-1 1-3,-2-1 6,-2-2 4,-2-2-10,1 3-3,-3-3 4,0-1 2,0 1 2,-3-2-1,3-1 4,-3 2-4,-3 0 3,1-1 3,-3 1-2,-1-1 4,-1-1-4,-5-2 1,1 3 2,-2-2-2,-3-1 3,6-1-1,-6-1-3,6-1 6,-2 1-3,1-3 1,2-1-5,-1-1 2,2 0-2,5-2-8,-3-2-6,1-3-4,2 2-10,5-1-8,-2 0-3,4-2-19,0-2-21,1 5-14,0-1-18,4 4-25,-3-1-21,3 0-27,6-1-35,-2 5-18,-1-1-171,2 2-436,3 1 194</inkml:trace>
  <inkml:trace contextRef="#ctx0" brushRef="#br0" timeOffset="133612.4133">11430 5626 17,'3'-8'240,"1"7"-10,1-3-14,-3 1-21,3 1-22,-5 2-18,4-3-20,-4 3-15,2-1-12,-2 1-12,0 0-11,0 0 4,-2 13-6,2-5 4,-4 1-4,-3 0-2,0 1-6,-1 1-1,2-1-6,-4 2-7,2 1-6,-1 0-4,4-1-4,-3-2-4,3-1-4,0 1-5,1-5-1,0 1 3,2 0-4,-1 0-13,0-1 2,1-2 1,2 2-3,-1-1-5,1-1 6,3 2 8,1-3 4,4 4 4,1-2-2,5-1 2,-1-3-3,6 2-7,1-1 2,7-1 2,-6 1-6,0-3 1,0-2-2,-3 1-1,1-2-4,1 1 1,-3-2 1,5-1 5,-16 0 0,3 0 6,-1-1 11,0 1-10,-2 1 1,-2 0 8,-3-1-6,3-1-3,-4 3-4,2-2 0,-2 3-5,0 1-4,0 3-1,-2-7-7,-2 4-1,4 3-4,-7 0 0,7 0-4,-14 10-4,7-3 1,-1 5-1,-2 1 4,1 0-6,2 2 0,1 0 4,-1 2-4,1-2 3,2 4 3,1-2-6,0-3-19,2 3-17,-2-1-30,1 0-21,0-4-36,0 3-39,-2-3-56,2-1-37,-2-3-212,0 4-509,1 1 226</inkml:trace>
  <inkml:trace contextRef="#ctx0" brushRef="#br0" timeOffset="138220.7236">4322 10248 115,'0'0'181,"0"0"-7,0 0-19,0 0-6,0 0-4,0 0-12,0 0-11,0 0 5,0 0-6,0 0-3,0 0-3,0 0-3,0 0-2,7-11 0,-7 11 1,2-4 4,1 0-9,-1-1-4,1 0-6,1 1-6,-2-1-5,1-3 1,1-1-6,1-2-5,-1 0-7,-2 1 3,2-4 2,0-1-1,0 4-3,-2 1-5,-1-3 5,1 2-3,-4 0-1,4 1 13,-4 4-4,1-4-6,0 0-16,-4 3-9,0 2-3,0 3-5,-3-5 5,-2 5-13,-2 0-5,-2 4-8,-4 4-6,-4-1 1,1 6-4,-3 3-4,-3 2 4,4 2-3,2 1-2,1 0 1,5-5-4,4 2 0,2 1 0,-1 1-1,5-2 3,3-5-7,-2 5 2,2-3 0,2-1 2,2-2-11,3 3 15,-3-4 2,6 1-2,-2-1 8,3-1-9,0-2 4,1 1 1,1-2 2,0-2-5,0-3 6,1 0 2,-5-2 2,4 1-3,2-1-3,1-3 8,-5-4-5,2 1 2,1-4 4,1 1-4,-5-2 11,5-2-7,-4-1-2,2-2-2,-1-1 2,-3 2-5,0 1 11,-1 2-1,0 3-6,-3 4 4,1 0-6,-1 2 2,0 0-6,-1 2-6,-1 1-4,-1 2-5,3-3 0,-3 3 0,1 9 2,0 7 4,-2 3-2,0 13 1,-2-1 4,-2 3 4,2 12-11,-3-11 15,1 0-4,-1-1 0,2 2 5,-2-2 0,1-2-4,0-3 4,-2-4 0,4-7 1,2 1 5,-1-2-7,1-1 4,-1-5-4,2-1 2,-2-4 7,2 0 4,-2-4 9,4 3 11,-2-1 12,0 0 8,0-4 7,0 0 3,2 4-5,-2-4-1,0 0-6,0 0-7,17-10-1,-4-1-6,5-1-4,8-5-12,-1-1 1,6-3-2,0 3-9,-3-1-17,2-1-13,-2 2-22,-1 1-7,-1 1-26,-3 3-34,-9 1-17,4 4-29,-9 1-30,0 2-36,-4 1-36,0 1-39,0-1-23,-1 1-259,0 2-616,1 0 274</inkml:trace>
  <inkml:trace contextRef="#ctx0" brushRef="#br0" timeOffset="139250.6746">3207 7357 34,'4'-5'177,"2"3"-3,-2-3-14,1 0-1,-1-1-2,1 0 1,-1 1-5,0-3-15,-1-1-11,1-1-13,-1 0-6,1-1-5,-3-1-8,0-5-8,-2 4-4,0 1-4,-1 1 1,-2 1-6,-1 0-8,2 2-5,0 0-9,-6 2-8,3 4-5,-4 2-6,-2 1-8,2 4-2,-1 4-3,-3 0-5,0 5-4,3 2 19,-2 0-5,2 1-4,0-3 1,5 2-5,-2 1-1,6-6-5,-2 1-1,4-2 1,0-3-1,0 0-3,4-1 5,-4 1-4,7-5 7,1 2-1,2-4 0,4-4 2,6 2 3,-5-6 2,3-2 3,1 1 5,-6-2 2,-2 2 4,2-4 12,0 3 2,0-2 5,-6 1 9,3 4 8,-6 0-8,1 2 0,1 1-15,-5 1-9,3 1-11,-4 2-6,0 0 0,0 14-2,-3 3-1,-1 0-4,-4 12 0,1-2-3,-3 1 6,2 3-3,2-4-4,0 0-1,1 0 1,0-9-5,1 0 1,0-1-1,2 0-5,-1 2 4,2-8 2,0 2-3,1-6 7,0 1-9,-1-4 5,-1-1 5,5 4 8,-3-7 14,2 4 12,-2-4 10,0 0-2,0 0-5,0 0 0,0 0-4,15-18-11,-3 3 3,-1 1-16,8-8 4,-4 2-9,3-1-15,-5 5-6,3-4-21,0-2-21,-1 7-27,2-7-25,-8 5-34,5 3-40,-3-1-32,2-1-48,1 3-43,-3-1-209,1 1-546,0 2 242</inkml:trace>
  <inkml:trace contextRef="#ctx0" brushRef="#br0" timeOffset="139474.1263">3673 7195 16,'0'0'317,"0"0"5,0 0-5,2-3-14,-2 3-31,0 0-32,7-3-20,-4 1-27,2-1-19,0 0-16,5-4-19,8 0-12,1 1-16,8-6-11,-11 5-7,8-1-10,2 1-7,1-3-16,-7 6-27,-3-1-23,-1 0-26,3 2-31,-8 1-32,0-1-35,-1 2-31,-5 2-22,-1 0-9,3 2-10,-4 1 3,-3 1-5,-3 0-10,-4 5-114,-2-1-336,-4 5 150</inkml:trace>
  <inkml:trace contextRef="#ctx0" brushRef="#br0" timeOffset="139696.4992">3869 7219 250,'-14'13'43,"-2"-1"5,2 0 16,4-5 4,0 0 20,6 0 15,-1-2 15,0-2 9,-1-1-5,4 2 2,2-4-9,-1 5 2,1-5 5,0 0 4,10 4-2,3-4-3,-4 0-11,5 0-11,6-1-10,1-2-6,0-1-9,-1-1-21,6 0-31,-4 2-26,0-1-44,-3-1-49,12 0-36,-10 2-47,-2-2-145,0 1-352,-6 1 156</inkml:trace>
  <inkml:trace contextRef="#ctx0" brushRef="#br0" timeOffset="140318.0374">4492 7285 118,'8'1'174,"-8"-1"-10,8-1 6,-8 1-5,9-2 4,-6 1 0,4 1-5,-7 0 1,9 0-2,-9 0-1,7-3-1,-2 3 0,2-1-3,-2-2-6,-5 3-7,8-5-5,-3 2-5,0-1-15,0 1-9,1-4-10,-2 3-5,4-5-6,-3 4-8,1-6-11,1 1 1,0-1-13,0-3-5,-2-1-3,0 4-6,3-3-3,-6-1-5,2 1-7,-1 2 1,-3 0-1,0 0-2,0 2 5,0 4-5,-3-1-3,2 0-2,-3 1-3,-1-2-1,-4 3-16,4 2 0,-4-1 0,-5 3 4,2-1-6,-2 4-6,3-1-3,-2 4 1,0-3-1,0 3 2,2 0-6,1 0 1,1 1 0,2-2 5,0 5-7,2-1 4,-2-2 0,5 5-1,-2-6-2,4 3 6,0 0-6,0 1 9,4 1-1,1 2 3,0-2 7,7 2 4,-2 2-5,4-3 8,0 3 17,1-2-26,-1 0 5,3 1-1,-2-1 4,2-1 2,-1 4 2,2-2 0,-2-1-2,-1 2 4,-2-1-9,-4-4 2,1 1 5,-5-2-6,4 2 0,-5 0 0,2-1-1,0 0 3,-4-1 6,-4 0 0,0-1 2,2 3-2,-6-3 6,2 0-3,1-1 0,-7 0-1,1 1 5,-3-1-17,1-2 17,0-1 0,-5-2-2,2-1 2,4-1-8,-2-2 4,-1-1-6,3-1-12,0 0 11,-1-6-3,0 0-13,4-4-1,0 2-3,3-5-8,3 2 4,2-1-14,2-1-1,2 1-4,0 3-18,2-5-17,2 4-8,2-1-14,-2 0-19,2 4-23,2 1-18,-1 3-16,-3 1-27,5 1-23,4-2-28,-3 3-21,-2 1-207,1 2-507,-1-1 224</inkml:trace>
  <inkml:trace contextRef="#ctx0" brushRef="#br0" timeOffset="140708.5129">5060 7132 140,'0'0'198,"0"0"-16,0 0-19,0 0-15,-3 12 6,-2-6-16,-2 7-4,-1-1-3,0 3-3,-1 1-6,3 2-9,-2-1-6,0 2-11,3-2-9,0-2-11,4-2-8,-4-1-5,5-1-10,-2 1-4,0-2-1,2 0-2,4-3 0,1 3 7,-2-2 5,3-2 15,3 1 5,1-2 4,1-1 2,5 0-1,0-3-3,2-1 0,0 1-3,0-2 1,-1 0 4,1-4-6,-1-2-5,-3-1 2,-2 2-6,2-5-1,-4 4 3,2-3-14,-3-4-6,0 2-2,-3-3-9,2-1-2,-5-2 3,3 1-10,-5 1-9,0 0 0,-2 4-3,0 1-7,-2-6 3,-2 7-5,1-1-8,-5 2-9,-4-4-11,3 8-6,-8-3-4,0 3-7,-1 2-10,-2 1-3,1 0-8,0 4-12,1 0-11,2 1-10,-1-1-16,4 2-13,4 2-24,1-4-22,1 5-20,2-4-16,0 2-13,6-1-12,-2 1-160,4-2-417,3 2 185</inkml:trace>
  <inkml:trace contextRef="#ctx0" brushRef="#br0" timeOffset="141321.4521">5512 7253 59,'0'0'262,"0"0"-22,0 0-19,9-7-23,-6 5-18,3-1-12,-2 0-7,1 0-9,-2-3 0,3 4-5,4-6-4,-6 1-8,6 2-6,-2-2-2,2-1-1,-4 0 1,0-2-3,2 3-5,1-7-8,-2 3-11,-1 1 10,-2-2-11,0 2-1,-2-2-5,0 0 0,0 3 0,1-2-2,-6 2 0,1 2-14,0-1-7,0 4-10,-1-2-10,-2 1-5,1 0-5,-2 3-21,-2-1 7,-4 1 3,2 2-10,-2 1 17,-1 1-25,3 2 3,-5 2-11,4-2 6,0 1-5,2 1-2,-2 2 0,2-2-4,3 1-4,0 1 0,2 1-2,0-4 8,4 3-8,-3 1 2,3 1 0,2 2 3,0-3 6,2 7-3,0-3-1,2 1 0,6-1 7,-3-1-6,0 1 5,2 0 3,2-1-17,-5-2 13,2 2-2,-2-4 0,1 4 2,-4-3-2,5-1-1,-2 0-1,-4 1-1,4-1 3,-2 2 2,1-2 5,-4-1-7,1 0-2,-3-2-5,0 3 5,3-3 4,-4 3-5,-4-1 9,4-1 9,-2-1-8,-4 2 1,1-1-2,-4 1 4,4 0-1,-6-2-5,4-4 14,-5 3-9,-1 0-2,3-3 5,0-1-3,-1 0-2,0-5 5,3 3-5,-2-4-4,1 0-8,1-2-15,2 1 5,2-2-4,-1 0-6,-1 0-5,3-1 0,2-1-5,-1 2-6,5-3-5,2 1-7,0 0-20,0 0-20,3 1-20,6-4-13,-8 7-21,2-3-23,7-2-31,0 4-25,3-1-20,-2 2-27,4 0-179,-4 0-487,4 2 215</inkml:trace>
  <inkml:trace contextRef="#ctx0" brushRef="#br0" timeOffset="141698.107">5994 7115 123,'5'-2'241,"-1"0"-5,-4 2-12,4-3-18,-4 3-17,0 0-21,0 0-17,0 0-16,0 0-12,-4 9-1,0 2-2,-3-1-5,-3 5-1,0 0-5,0 2-3,1 0 2,-4 5-3,4-5-9,1 2-5,1-4-5,0 0-10,4-5-1,-1 5 3,-1-5 4,5 3 3,1-4 3,0 1 3,3 0 9,1-3 3,2 0 14,2 1 1,1-4 3,1-1 6,2 1-2,5 2 5,0-6-3,1 0 3,-2 0-9,0-3-5,0 0 2,-3-1-4,1-2-4,-3-2-7,5 0-8,-2-6-1,-1 3-8,0-3-9,-1-1-4,-4 0-8,1-3-7,-2 1-5,-3-3-2,-1 3-9,1 1-4,-1-1-6,-4 0 1,0 1-8,-3-1-5,-3 4-9,3 3-6,-3-2-8,-8 3-13,-3 1-10,-3 4-16,-2-2-9,0 6-30,0 1-7,-6 1-27,9 1-40,2-1-36,-2 2-37,3 7-50,2-7-53,5 4-62,0 1-322,1-2-772,2 0 342</inkml:trace>
  <inkml:trace contextRef="#ctx0" brushRef="#br0" timeOffset="143430.6646">4776 10217 69,'0'0'271,"-4"-2"-6,4 2-1,-3-4-15,3 4-9,0 0-10,-1-4-10,1 4-1,0 0-25,0 0-7,0 0-21,5-5-14,1 1-19,4 0 3,8-2-13,7-4-6,2 1-13,4 1-2,-1-1-12,2 1-5,-1 1-8,0-1-2,-2 1-16,-3 0-5,-1 3-12,-3 1-15,-4-1-21,-4 1-20,-3 2-15,-1-3-28,-2 4-25,-3-1-37,-5 1-28,8 1-16,-8-1-9,0 5-16,0-5-27,-10 12-13,-4-2-20,-2 0-135,0 1-414,-8 6 183</inkml:trace>
  <inkml:trace contextRef="#ctx0" brushRef="#br0" timeOffset="143656.4379">4823 10347 92,'-7'6'147,"-2"-2"12,2 1 6,1 0 2,1-3 6,3 1-5,0 1-5,-1-2-6,3-2-4,0 0-2,0 0 3,11 3-1,-3-2-4,4-2-15,2 1-9,8-4-12,1 1-13,5 1-8,4-4 0,-5 2-27,1-1-27,-3 0-26,-4 2-38,2-2-34,0 0-38,4 1-46,-8-1-38,8-4-44,-6 2-139,5-2-394,1 1 174</inkml:trace>
  <inkml:trace contextRef="#ctx0" brushRef="#br0" timeOffset="144180.4553">5575 10135 222,'0'-4'234,"0"4"-12,1-4-22,-1 4-17,2-4-15,0 1-17,0 1-9,3-1-6,-2 0-5,1-3-6,1 4-4,-2-2 0,4-1-2,0-3-6,0 2 0,0-1-12,-1-2-5,0-1 3,1-1-3,-1 0 0,0-5-2,0 4-7,-3 1 11,1-2-12,-2 0 3,1 1-2,-1 2-11,-6 0-5,3-2-11,-3 2-8,-1 2-7,-1-1 12,0 2-21,-4 0-5,0 2 0,-1 0-13,-3 0-3,3 1-5,-4 4-2,3 0-3,2 0-3,-4 4 0,5 0-2,0 0 2,-1 1-10,1-3 2,0 8 0,5-1 0,-4 0 0,3 2-1,2 1 5,2-1 1,0 6-2,3-1-1,2 0 15,1 1-14,4 3-1,2-4 3,-2-1 1,2 0 19,0-1-13,5-1-2,-3 1 17,3 0-13,-1 1 2,7 2 1,-7-5 4,1 2-1,1-4-2,6 5 13,-8-3-10,-2 2-10,0-4 8,2 4-3,-2-7 3,-4 2-2,0-1-4,-4 0-2,0-3 3,-1-1 1,-2 4-4,1-5 8,-3 3-3,0 2-2,-5-4 6,0 5 3,-4-1-3,-3-3 1,-2 3 0,-1-1-3,-3-3 7,1-1-6,4 0 0,1-2-1,-2-2 2,2-3 15,-1 0-13,2-1-2,-4-3-3,4-2-8,0-7-1,1 2-7,6-3-4,-1-8-3,5-1-11,1 1-3,3-3-4,5 3-10,-4 8-15,0 0-14,3 2-20,1 1-21,1 1-18,-1 4-22,6-2-24,-4 3-22,5-1-10,4 3-16,6-3-14,-3 5-19,4 0-159,1 1-448,-8 4 199</inkml:trace>
  <inkml:trace contextRef="#ctx0" brushRef="#br0" timeOffset="144535.6597">6039 9956 122,'1'-3'198,"2"0"8,-3 3-6,1-4-9,-1 4-24,0 0-21,3-3-13,-3 3-16,0 0-10,0 0-2,-10 15-4,6-5-5,-3 0-6,1 6 3,-1 1-3,1 0-7,-2 0-4,3 2 0,1 0-7,-2-2-4,4-5-7,0 3 1,2-2-1,0-1-1,4 0 2,-2 0 1,4-4 1,0 1 3,1-2-3,1 0 2,3-2 5,-1-1-3,5-1 5,4-3 0,0-2-9,0-1-2,-1-1 18,4 0-18,-7-5 0,2 0 1,-3 2 2,4-6 6,-9 1-18,5 0-5,-7-5-1,2 2-4,-3-2-1,-2-1-2,-2 2-5,0-5-5,-4 4-3,-2-2-4,-4 0-2,1 2-8,-2 0 1,-5 5-3,0 0-13,0 2-5,-2 3-9,-2 0-14,2 3-3,2 3-21,-1 1-11,-3 0-18,2 6-20,2-3-24,2 4-23,3 0-23,0 3-24,6 0-21,-2 0-24,5 2-28,0-3-174,5 4-481,3-1 212</inkml:trace>
  <inkml:trace contextRef="#ctx0" brushRef="#br0" timeOffset="145093.0703">6476 10055 154,'7'-2'223,"-3"-1"-9,-4 3-17,5-2-12,-2-1-15,-3 3-12,8-5-4,-5 3-10,2-3 0,0 4 1,2-3-2,-1 0 0,-1-3 5,2 0-6,-4 2 2,5-3 10,-4 3-12,2-6 6,-2 1-16,1 1-5,-1-2-6,-1 1-3,-1 0 4,0-2 1,-1 0-14,-2 3-1,2 0-7,-2 1-4,-2 0-13,0 0-3,-2 4-16,-1-6-12,-3 6-17,1 1 0,-1-3-1,-1 5-9,-3 1 2,2 0-14,-2 1-1,4 4-2,-1-4-7,0 2 11,1 5-14,0-2-3,-1-1-4,5 5 4,0 0-11,2-1 5,-1 3-4,4 0-3,2-2 4,0 4 10,6-1-2,-3-1 5,3 3-3,1-1-8,2 0 13,1-1 0,-1 1-11,-2-5 9,5 4-1,-3-1 0,-1-3-2,-1-1-2,2 2 0,-4-3 3,2 4-6,0-3 4,-1 0-7,1 3 7,-3-4 2,-2 2-4,4-2 4,-7 2-6,2-4-4,-1-1 5,2 4 6,-4-2 2,-4 1 3,2-1 6,-2 1-1,0 0-3,-6 0 4,1 0-2,-3-2 0,1 0 2,-3-2-3,2 0 5,-2-3-3,0 0 0,4 0 1,-4-3-5,2 0-3,1-3-4,0-1 3,4 1-14,-3-6-15,6-1-1,-2-5-6,4-2-2,4-4-7,3-2-14,0 2 13,0 4-27,4 3-6,-3 0-14,2 0-6,4 4-11,-4 3-14,1 2-8,1-2-13,1 3-6,5-1-21,-6 3-5,1-1-19,3 1-19,2 3-15,-3-1-192,0 2-455,1 0 202</inkml:trace>
  <inkml:trace contextRef="#ctx0" brushRef="#br0" timeOffset="145717.9765">6866 10028 28,'-2'-2'205,"-3"-1"-5,3-1-4,2 4-1,-3-5-3,3 2-7,0-1-7,0-3-14,0 1-17,0-1-10,3-2-9,4 3-13,-2-1-14,3-2 4,1-1-12,1-2-6,5 4-9,-3 1-4,2-2-3,-1 2-8,1 3-9,-2 3-7,0-2-1,1 5-5,-2 1-7,-1 1-4,-1 4 4,2 6 0,-5-1-5,-2 2-1,0 4-1,-4 7 1,-8 1-3,2 0 0,-6-1-6,2-4 4,-5 3-5,4-7-2,2-1 2,-1-2-1,4-6 4,1 3 8,-2-3-10,3-4 2,1 1 1,0-1 1,2 0 0,-1-1 0,2-1 3,0-3 1,3 5 2,6-4 9,0-1-2,8 3-3,2-3-1,2 0 1,9 0 0,-2 0-4,4-2-4,-5 2-1,2-1-10,2 0 6,-6 1 3,5 0 4,-3-3 5,-7 2 1,-2 1 9,0-1 1,-6 0 11,-2 1 10,-3 0 6,0 0 6,-7 0 7,8 0 6,-8 0 8,7-1-4,-7 1 8,6 0-8,-6 0 2,0 0-6,0 0 3,0 0-1,0 0-4,7-1-3,-7 1-2,0 0-6,0 0 2,0 0-3,0 0-5,0 0-6,0 0-4,0 0-7,2-3-2,-2 3-3,0 0-5,0 0-8,0 0 0,4-2-10,-4 2-25,0 0-37,0 0-30,0 0-43,0 0-44,3-2-45,-3 2-33,0 0-45,0 0-48,0 0-49,0 0-36,0 0-271,0 0-737,11 2 326</inkml:trace>
  <inkml:trace contextRef="#ctx0" brushRef="#br0" timeOffset="147849.3083">5438 9492 84,'-2'-6'225,"4"-3"-14,-2 4-24,0 2-19,0-1-19,1 0-17,-1 4-19,0-4-8,0 4-13,0 0-5,0 0-9,0 0-7,0 0-10,3 18-3,-3-7-1,0-1 6,-3 3-6,-2 3-6,1-3-8,-2 1-20,-2 2-16,2-1-19,-3 0-21,4-3-24,-2-3-23,1 1-29,-1-2-33,1-1-140,0 2-305,1-3 136</inkml:trace>
  <inkml:trace contextRef="#ctx0" brushRef="#br0" timeOffset="148441.6622">6332 9287 44,'2'-11'217,"-1"-1"-14,-1-1-17,0-6-2,-1 5-3,-3 2-13,1-5-10,1 3-2,-2 4-1,-3 0-5,2 0-17,-1 2-16,0 4-15,-4-1-15,-2 5-7,2 3-10,-10 3-6,2 4-5,-8 5-10,3 3 0,-1 1-8,2 2-7,4-2-4,4-4-5,4 1-2,1-3 2,2 1-7,2-3-2,3 0-3,-1-3-1,6 1-1,-1-4 3,3 0-1,2-1 3,2-1 0,4-2 1,7-7 0,0 1 3,6-4-3,2-3 4,-2 0 1,-2-1 2,1-2 1,-7 4 9,0 1-2,-1-2 4,-7 6 6,1-2-1,-2 1-3,-2 4-4,-2-1-9,-1 1-1,0 3-11,-4 0-2,0 0 0,10 7-1,-10 3 4,0 4-1,-4 6-1,1 6-4,-4 3 6,-1 0-8,5-2 1,-2-1-1,1-1-3,2-6 6,-3 0-3,2-2-4,1 0 1,1-5 3,-2 0-3,3-4 2,-1-1 0,1-2 4,0 0 5,-2-1 2,2 0-1,0-4 9,3 1 1,-3-1 2,0 0 1,0 0-2,22-14 2,-8 6-7,0-4-6,1-2 2,7-3-13,-4-2-8,0 2-15,3 0-21,-8 2-26,8-4-31,-6 4-35,-1 1-26,1 2-37,6-5-30,-6 2-20,2 4-8,-2 0-146,-1 0-432,3-2 193</inkml:trace>
  <inkml:trace contextRef="#ctx0" brushRef="#br0" timeOffset="148654.8732">6757 9189 13,'0'0'262,"0"-3"2,0 3-14,0 0-21,0-6-17,0 6-19,5-5-15,-1 2-8,7-2-16,-1-2-1,7 0-7,-2-2-13,6 0-10,5-1-12,1 1-7,-6 3-15,0 2-7,-1-1-9,-1 1-11,-3 1-18,-3 2-25,-1 0-28,-5 1-30,1 0-32,-3 1-34,-2 0-23,1 2-21,-4 2-32,-4 2-39,-4-1-141,-2 5-390,-7 1 173</inkml:trace>
  <inkml:trace contextRef="#ctx0" brushRef="#br0" timeOffset="148893.7748">6750 9338 123,'0'0'205,"0"0"-8,30-9-15,-12 2-15,7-5-16,6 4-14,-3-2-13,4 1-10,0 4-11,-1-3-32,-1 3-40,-2 1-45,2-1-50,0 1-47,0 1-125,-9 1-256,1-1 113</inkml:trace>
  <inkml:trace contextRef="#ctx0" brushRef="#br0" timeOffset="149357.1">7783 9147 212,'2'-7'266,"-1"0"-13,2-2-15,-2 3-14,0-3-9,-2-1-10,0 1-16,-2 1-9,0 1 2,-1-4-23,-1 3-17,-3-1-6,-2 3-15,1-3-16,-1 3-11,-1 4-6,-1 0-17,-6 4-1,0-1-17,0 5-4,-2 4-7,-3 3-3,5-3-8,-5 8-2,10-3-1,0 2-4,0-3-3,6 6-6,-2-4 3,4-1-6,2 0-1,6 0 4,0-3 1,1-2-2,3 1 6,3-1-6,0-3-2,4-2 4,2-4-4,4-2 4,-1-2 5,-1 2-2,1-6 0,-1 1 2,0-1 9,-1-3 7,-3 0 13,-2-1 1,-1-4 12,-2 7-1,0-6-3,1-1 16,-5 5-2,-1 3 10,2-2-8,-4 3 1,1 0-8,-1 2-9,-2 0-12,2 3-5,-2 1-9,0 0-9,0 0-1,-2 13 2,-3-1-3,-1 6-7,-2 9 7,-3 2-5,1 1-16,5 0 11,-6-1 0,3-1 0,0 2-4,3-4 2,0-6-9,0-1 2,1-2 12,3 0-20,-3-5 8,0-3-6,4-1 4,-3-1 4,2-2-2,1 2 9,0-2 7,0-3 10,0-2 7,1 5 8,-1-5-4,3 3 3,-3-3-6,0 0-5,13-7 2,1 4-2,3-7-5,3 1-6,-1-1-1,0 2-6,7-5 0,-1 3-18,1-1-14,-2 0-20,-6 0-29,4 3-25,-3-2-41,-1 3-24,1-2-34,-4 3-31,-3-4-26,0 5-32,0-1-27,-1-2-28,-2 0-217,0-1-597,0-1 264</inkml:trace>
  <inkml:trace contextRef="#ctx0" brushRef="#br0" timeOffset="149741.1293">8147 9180 52,'0'0'240,"-5"-3"-2,5 3-7,0 0-19,0 0-17,0 0-18,0 0-13,0 0-10,0 0-6,0 0-9,0 0 2,13-3-10,-8 3 0,9 0-4,2-2 3,5-1-6,8-1-3,3-1-13,-3 2-1,5 1-10,-2 0-13,-4-4-9,-5 3 2,-3 1-17,-1 0 1,-10 0-4,3 0-4,-3 1-4,-1 2 4,-3-2 11,-1-2-3,2 2 17,-2-2-25,-4 0-22,2-1 14,-2 4-11,-5-10-6,2 5-9,-2-2-8,0 2 4,-2-3-4,0 0-2,-1 1 16,1-1-19,4 3 9,0 1-1,-1 1 5,1-1 3,0 0-9,3 4-10,-3-4-5,3 4 12,0 0 0,0 0-21,0 0-3,0 0 8,10 9 1,-5-3-8,3 0 8,-2 3 0,0 0-6,2 0 11,-3 3-23,1-1 12,-2 3-9,-1 2 4,-2 1-13,-1-2-19,-2-1-16,-1 3-32,-4 1-26,0-1-38,-2 1-45,1-1-43,-3 0-42,2-3-198,-3-2-529,6-2 233</inkml:trace>
  <inkml:trace contextRef="#ctx0" brushRef="#br0" timeOffset="151117.0273">8999 9325 161,'0'0'262,"0"0"-15,0 0-22,0 0-14,0 0-22,0 0-17,0 0-12,12-10-2,-4 2-3,2-1-7,0-4-10,4 2-8,-1-4-3,-1-2 1,1 0 0,0-7-6,-1 2 4,0-3-3,0 2-3,-3-2-11,-3 1-7,1-2-7,0 1-5,-4 8 3,-2 1 7,-1 5 8,1 0-13,-1 5-14,0 0-8,0 0-18,-1 2-9,1 4-13,0 0-2,0 0-8,-15 17 6,3-2-3,-3 6-12,0 3 2,3 3-10,0 0-2,2-1-3,1-1-10,4-1-6,3-4 5,0-1 4,2 0-7,2-1-13,0-1 9,1-1 0,6-4 0,0 1 0,2 0 8,3-4 1,2-1 9,-3-7-10,7 1-2,-1 0 5,1-5-5,1-1 1,1-1 0,-3-2 4,-3-1-2,1-4 5,-2 3 4,0-6-1,-3 0 0,1-1 5,-6-1-2,0 2 8,3 0-4,-4-1 8,-1 4 11,-1 4 2,-1-1 16,0 3-21,-1 1-11,1 1-5,-2 1 9,-1 3-23,0-4 5,0 4-5,0 0-2,-8 16 10,6-5-10,-2-1 10,-1 4 1,-1 2-8,2-3-7,0-1-4,1 1 1,3-1-5,0-1-2,0 0 2,0-5-10,5 4 5,-1-3 9,0 0-2,3-2 8,3 0 2,0-1-2,3-1 8,-2-2 0,3-1 3,4-3-3,-4 1 1,3-6-3,1 0 2,-3-1 2,1 0 8,-2-4-2,1 0-3,-3-3 5,6-5 6,-7 7 16,-4 1 1,3-1-2,-5 3-5,1 2 19,-4 2 2,1 2 3,1 3-8,-4-5-13,1 4-14,-1 3 4,0 0-5,0 0-13,0 0 12,-1 19-2,-2-7 3,1-2-6,-2 9-3,-3-1 8,3 1 3,-1-2-9,2 0-13,1 1 15,0-6-5,0 1 4,1-1-6,0-5 2,0 1 10,-1-1-8,2-2 6,2-1 8,-1-1-1,-1-3 9,4 2 5,-4-2-9,17-7-2,-2-3-2,1-1-3,5-6 7,2 0-7,0 0-2,0-3-4,2 2 9,-2-2-12,-1 3 1,-6 7 11,-1 0-12,-4 1-8,-3 3 0,1 0 1,-5 2-4,-1 3-5,4 1-1,-7 0-1,0 0 7,9 12 2,-9-2-3,1-1 6,-1 5-5,3-4 5,-3 10-3,0-6-4,5 3 11,-5-2-3,0-1-5,4-2 5,1-2 0,0 0 4,-2-1 0,2-2-4,5 0 4,0-1 3,3-3 17,-1-1-37,17-2 22,-10-2 2,-3 1 0,5-2-8,-2-2 7,-2-3 0,-4-1-2,2 0-5,0-6-1,-4-1 3,7-7-3,-5-2 6,-3 3-5,0-4 2,3 3 1,-6-1 2,-1 5 7,0 2 4,-2-2 9,-2 9 7,0 0 8,1-1 0,-2 5-7,0 1-5,1-1-9,-2 3-13,0 3 0,0 0-3,0 0-2,-7 12 2,3-4-5,-3 6 0,1 3 2,0 4-1,1-2 1,-3 6 1,4-6 1,-1 8-6,0-8 0,3-1-1,-2 0-1,0-2 4,4-3 1,-2-3 1,2 2-6,0-2-11,0-3 18,0 0 0,0-1 0,0-2 0,0 0-14,0-4 21,2 6-1,-2-6 5,0 2-6,0-2 0,0 0 2,17-7-1,-7-1 3,3-1-1,2-5 0,8-3-8,-1-1 3,0-1-7,0 0-2,3 0 3,-4 2-4,5 2-1,-6-2 5,-5 7 0,-3 2 0,-4 2 1,1 0-7,-1 2 2,-3 1-6,-3-1-23,2 1-1,-3 0-10,-1 3-2,0 0 0,0 0 6,-20 5-2,5 3 1,-2 2-5,-5 4 1,4-6 2,-1 4-15,3 0-2,3-3-2,4 2 0,2-2 2,1 1 6,3-1 11,1 2 4,4-1 3,0 1 7,5 1 2,3 0 4,1 0-3,2 2 0,3-2 10,0 0-7,0 1 8,-1-1 5,2 0 0,0-2 4,-1-1-3,-3 2 4,0-5 7,-3 2-11,1-1-3,-1-1-14,-1 0-12,-5-1-11,2 0-12,-4-1-10,5-1-6,-3-1-10,-4-1-12,2 2-11,-2-3-15,0 0-8,-1 6-12,1-6-17,-5 4-15,5-4-19,-9 1-24,3-1-20,6 0-125,-12-3-394,6 1 175</inkml:trace>
  <inkml:trace contextRef="#ctx0" brushRef="#br0" timeOffset="151501.3589">9586 8816 191,'-4'0'185,"4"0"-14,0 0-2,-14 9-15,6-2-4,1 3-6,0 0-11,1-2-11,0 4-8,-1-4-13,4 3-9,0-3-5,3-1 0,0-2-2,0 2 8,2 0 9,2-2 8,1 0 4,3-3-3,3 0 0,3-1-1,-1-4-2,-1 2 2,2-3 2,2 0-3,-3-1 0,-3 0-2,2-3 3,-3 2 4,-3-2-4,0 1-7,-4-1-15,2 1-14,-3 2-2,-1-2-16,0 2-22,-1 0-4,-5-1-36,0 3-18,0 0-27,-2 3-25,-5 0-29,3 2-33,0 0-28,0 0-24,1 4-35,3-1-31,2 0-236,0 2-531,1-2 236</inkml:trace>
  <inkml:trace contextRef="#ctx0" brushRef="#br0" timeOffset="155370.5198">1087 9681 81,'10'-8'200,"3"-4"-18,2 1-8,2-2-15,2 1 0,3-3 5,0-2 0,0 0-4,-1 0-5,-4-3-4,3-1-6,-10 6 1,9-5-5,-8-3-9,-1 6-5,0-7-9,-9-1-11,4-1-5,-5 5-8,-1 1-6,-3 1-6,-1 1-2,-2 2-1,1 1-7,-1 5-14,0 0-7,-2 2-4,2 3-9,-2 2-3,0 3-9,-4 5-7,-1 7-5,-5 9 0,-2 5-4,5 6 3,-6 14-5,5 8-2,3-4 3,4 6 1,-1 0-3,2-4 1,5 5 0,-3-3 0,2 1 0,0 2 1,1-1-1,1-3 0,0-3-1,0-12-2,1 7 4,1-12 1,-3-3 2,0 2-9,-1-6-16,-1 0-13,0-6-17,1-5-27,-1 1-23,2-6-22,-4 0-20,1-3-31,3-2-33,-1-2-41,-3-3-199,-3-3-475,7-2 211</inkml:trace>
  <inkml:trace contextRef="#ctx0" brushRef="#br0" timeOffset="156114.8553">893 9761 12,'-2'-4'226,"1"1"-25,1 3-17,1-5-19,-1 5-16,3-5-11,2 4-4,0-2 5,7-1-1,4-4-4,6 2-5,6-5-9,4-1-10,3 1-8,-2-1-4,-1 1-7,5 0 1,-5 1-12,-4 3-8,-9 3-9,-4 0-6,-3 2-7,-1-3-6,-4 5-7,3 0-6,-4 3 1,-2 1-2,4 4 5,-2 3 1,-2-1-2,1 5-2,-4-3-4,2 4 3,-2 1-6,1-3-1,0-1-1,-1-1-1,1 0-4,0-3 3,1 0-4,-3-1-2,3-2-2,0-1 1,1-1 1,-3 3 4,2-6 4,3 3 13,-2-1 3,5-2 9,-4-1 14,3 0-4,1-5-12,2 1-1,1-2 6,-3-1-22,1-1 12,-1-2 2,0-4-3,-5-1-4,2-2-6,0-1-1,-4 1-3,-2-5-4,1-2-3,-4 4-1,-3 0-6,2 4 3,-3 1 3,-1 3 1,-1 0-25,-1 5-4,1 1-5,-4 2-7,0 4 2,0 4-6,-3 4 5,3 1-2,-4 1 0,5 5 0,0-3 1,2 4-1,2-1 3,3 0-2,4 1 2,1-5 1,2 4 0,1-4 4,1-1-2,2 0 5,3-1 7,3-2-3,2 1 5,-2-3 5,5-3 3,5-2 5,-3-2 3,8-2-3,-5-1 1,4-3 5,-5 0 6,4-2-2,-7 1 9,0-3 9,5-4 0,-7 2-6,0 0 4,2-5 3,-9 4 12,5 3 11,-6 2-1,-3 3 0,1-2 0,-2 4-11,0 2-12,-2-1-6,1 1-3,-1 1-11,-2 2-10,0 0-9,9 4-2,-7 1 3,5 3-2,-3 4 3,0-3-5,2 5 5,1 2 3,0 0-3,0-3 1,0 3-14,-1-5 7,5-2 6,-7 0-1,2-1-4,-1-3 5,3 2-4,1-5 7,0 2 3,3 0 15,3-4-12,4 0-1,1-4-8,1 0-2,-2-1 20,-2-3-6,3 2-2,-5-6 0,3 3-7,-1-11-9,1 6-5,-8-1-1,3 0-20,0 1-25,-3-3-6,-1 2-7,-5 5-21,-1 1-20,4 1-24,-7 1-28,2 5-35,-2-2-32,0 4-11,0 0-7,0 0-10,-11 9-187,1-2-480,-3 4 213</inkml:trace>
  <inkml:trace contextRef="#ctx0" brushRef="#br0" timeOffset="156923.3439">1155 11701 218,'0'0'202,"0"-9"-19,6 4-18,-5-2-16,2 2-7,3-2-13,2-3-2,-3 3-6,4-4-5,2-5 1,1 1 1,2 0 2,-2 0 0,-1-2 1,4-3-3,-3 4 4,-5 0-4,0 2 1,-1-2 2,-1 5 1,-1-1-6,-1 3-2,-2 0-13,-1 0-9,1 2-9,-2 2-11,-2-1-8,1-1-15,-3 4-2,2-1-7,-2 3-12,5 1 0,-11 1-10,-1 6 2,1 3-13,-2 5-2,-1 15-1,1 1-1,2 3 5,-2 10-6,-1 6 28,5 1-3,0 1-4,6 1-1,-2 1-2,0-3-3,4-1 0,-3 0 1,4 0-5,1 0-2,-2-16 3,-2-1-2,3 17 5,-1-14 10,0-3-8,1 2-1,-4-6-5,-1-1 16,2-3-20,-2-6-1,3 0-6,-2-2 8,-1 0 1,1-5-4,-1 0 0,2-2-16,-1-1-11,-1-3-21,1 0-22,1-1-35,-3-2-26,1 0-30,-1-3-36,6 0-45,-15-6-30,6-3-15,2 1-169,-4-5-486,2-2 215</inkml:trace>
  <inkml:trace contextRef="#ctx0" brushRef="#br0" timeOffset="158593.3038">944 12039 90,'0'-4'232,"0"4"-9,0-5-16,0 0-21,0 5-19,6-6-17,-2 1-16,1 1-9,3-3-9,3 0-10,5-3 0,-1 0-10,3 2-4,4-1-9,3-6 0,2 6-3,1-3-4,-2-1-1,-1 1 5,0 3-13,-5 1-1,0 2-6,-2-2-2,-1 3-6,-6 1-3,1 0 8,-2 0-12,-4 0-8,0 4 1,0 0-5,-2-3-4,-4 3-10,10 0-3,-6 4 4,-2 1-1,2 3-1,0 1 0,-3 8 8,3 2-4,-4-2-5,4 2 3,-4-1-4,2-1 0,0 3 0,-1-4-6,2-1 3,-1 1-4,2-5 0,0 0-3,-3-2 1,2 0 2,1-1-2,-3-2 1,5-3 5,1 1 4,-5 1 6,6-2 3,-3-3 1,4 2 21,-2-2-15,4-2 4,3-1 8,-3-1-8,5-4-1,-5 2 6,5-3 1,-6 0 10,3-1-22,-3-5 1,0 3-2,-1-3 4,1-1-8,-6-1-1,1-1 2,-4 0-1,2-2-3,-3 2 3,0-2-4,-4 5-4,0-2-5,-1 1-5,-5 1 0,1 4-3,-6-1-10,3 0 2,0 6 3,-1 1-11,-3-2 2,-4 3-2,9 4-5,-2 0 0,-3 1 2,3 4-5,-2 1-4,0 0 3,3-2 0,2 3-7,0 2-1,1-1-1,1 1 3,1 0 7,1 1-3,3 2 7,0 0-4,2 5 3,1-1-1,1-5 1,2 1 6,2 3-5,-1-1 4,3 0 4,2-1-3,-1-4 3,-3 1 2,2-3-1,1 1 6,0-1-6,1-3 5,1 2 9,-1-2 3,2 0 2,0 0 2,-1-3 4,3-1-1,-4 0 20,3-2-17,6-2-2,-5 1-3,5-5-3,-1 2 3,-1-4-7,3 0 6,-2-2-2,1 2 3,4-7-4,-7 4 6,2 0-2,-1-1-3,-4 2-2,3-1 11,-3 1 2,0-1 4,-5 5 0,-1-2 4,-1 0 6,0 1-1,0-1-4,-1 1-5,-1-2 7,-2 2-13,0-2 4,-1 2-1,0 1 1,2-3-5,-2 1 0,-2 3-12,2-2 8,-2-1-2,2 0 0,-2 0-1,1 3 0,1 2-3,-1-1 3,0 0-11,-1 4-1,2-4 4,-1 3-2,1 3 3,0-8-7,-4 6 9,4 2-3,0-5-2,0 5-2,0 0 2,-1-4-1,1 4 6,0 0-7,0 0 3,0-7-5,0 7-1,0 0-4,0 0 5,0 0 3,0 0-3,-4-1-3,4 1 8,0 0-5,0 0 1,0 0 1,0 0-2,-2-2 11,2 2-11,0 0-2,0 0 12,0 0-15,0 0-3,0 0 5,0 0-1,0 0-1,0 0-6,0 0 0,0 0 5,0 0 1,0 0-7,0 0 3,0 0-1,0 0-3,-9 6-7,9-6 5,-3 4 4,3-4-1,-5 7 4,1-4 2,-1 3 3,3-1-6,-4 2-1,3-3 1,-1 1-5,-1 0 6,2 2 0,-1-2-2,0 2 0,2-2 1,1 0-2,-1-1-1,0 1-6,2-1 7,0 0-2,-2 0-3,2-4 4,2 5 2,0-2-2,-2-3 7,3 4 2,-1-2 11,5 2 4,-3 0-21,1-1 9,0 1 2,1-2-2,1-1-1,0 2 2,2-1-1,-1 0-1,-2 1 0,8-3 8,-2 1-3,-1-2-5,1 1 8,-2 0 0,4-5-2,4 3 12,-5-1-4,5 0-8,1 0-6,-5-1 3,-3 0 9,2 0-11,1 3-2,-4-4 2,3 2 3,-4 1-5,1-2-8,-2 1 15,1 3 3,-3-3-7,1 1-5,-1-1-2,-1 2 6,0 0 2,-5 1-3,7-2 4,-7 2-2,6-2 0,-6 2 0,7 0-2,-7 0-1,0 0 4,0 0-4,0 0 5,0 0-3,6 0-2,-6 0 3,0 0 2,0 0 3,0 0 3,0 0-7,0 0-5,0 0 9,0 0-12,0 0 15,0 0-1,0 0-2,0 0-4,0 0 8,0 0 3,0 0-4,0 0 8,0 0-6,0 0-14,0 0 10,0 0-2,0 0 0,0 0-5,0 0 6,0 0-7,0 0 4,0 0 2,0 0-1,0 0 5,0 0-13,0 0 3,0 0 5,0 0-3,0 0-8,0 0-1,0 0 5,0 0-2,0 0 8,0 0-2,0 0-4,0 0 4,0 0 4,0 0-7,0 0 7,0 0 2,0 0-10,0 0 8,0 0-9,0 0 9,0 0-5,0 0 4,0 0 0,0 0-3,0 0 3,0 0 5,0 0 11,0 0-23,0 0 14,0 0-7,0 0-2,0 0 3,0 0 1,0 0-5,0 0 6,0 0 6,0 0-2,0 0-2,0 0 0,0 0-3,0 0-2,0 0 17,0 0-17,0 0 2,0 0 2,0 0 8,0 0-1,0 0-15,0 0-3,0 0 6,-5-8-6,5 8-3,0 0-3,0 0-6,0 0 6,0 0-2,0 0-3,0 0-9,0 0-9,0 0 5,-8 17 8,6-8-2,-6 6 7,-2 9-4,1 3-1,0 0 2,-2 0 3,3-1 5,-1 3-2,-1 0 2,3 0 4,4-4-2,1-5-5,-1-2 1,3 1 8,0-3-2,2 2 1,-1-6-10,3-1-5,2 0-13,1 1-10,-2-2-15,9 2-24,-3-5-14,4 1-30,2-3-32,4-5-43,-2 1-39,12-5-36,-2-1-242,-5-3-559,4-1 248</inkml:trace>
  <inkml:trace contextRef="#ctx0" brushRef="#br0" timeOffset="159205.3475">3047 12061 64,'3'4'189,"-1"-3"0,-2-1-6,0 0 2,0 0-3,10-1 0,-10 1 1,9-2-8,-2-1-4,-1-1-5,2 1-13,2-2-10,0-4-11,7 0-3,-4-2-7,-1-3-6,4 0-4,0-5 7,-2 4-7,2-10-9,-2 3-5,-3-1 2,1-1-7,-2-3-9,-4 8-3,2 0 8,-3 3 0,-2 6 0,-1-1-8,-1 4-8,-1 1-10,3 0-14,-3 1-3,0 5-12,1-2 0,-1 2-12,0 0 3,-6 21-5,1-3-4,-4 4-1,0 3-5,-1 0-1,8-8 2,-3 1-4,2-1-3,0 1-2,4 1-1,1-3 1,-2-5 5,3 2-1,4-4-1,-2 0-9,0-1 5,1 1-7,2-2 9,3-2-9,0-2-10,-2-1-7,2 1-17,2-2-27,-1-1-21,3-1-28,-1-2-26,-3 1-29,0-5-38,3 1-33,-3-2-25,1 0-27,-5-1-154,0-2-486,0-1 215</inkml:trace>
  <inkml:trace contextRef="#ctx0" brushRef="#br0" timeOffset="159544.6123">3447 11460 132,'-1'-4'206,"-1"3"-20,2 1-23,0 0-12,0 0-11,0 0-2,-7 13-3,4-5-5,2 3-8,0 2-7,-2-3-10,1 0-5,2 0-7,0-2-6,0-3-7,2 5-4,2-3 5,-3-2 2,2-1 12,2 2 9,-1-4 3,1 0 6,3-1 11,-1 0-5,3-3-4,1-2 13,0-2-10,-1 2-1,-1-1-1,-1-5-5,1 0 8,-3 0-1,1 2-10,-2-4-14,-3 2-10,-2-1-9,-2-2-5,2 5-11,-4-3-22,0 7-14,-1-6-26,0 3-22,-5 6-12,-2-3-16,1 4-25,-2 4-18,-1-3-18,3 5-19,-1 3-21,-2-3-17,4 8-16,3-5-17,1 4-9,4-1-19,2 0-16,2 1-174,2-1-457,1-2 203</inkml:trace>
  <inkml:trace contextRef="#ctx0" brushRef="#br0" timeOffset="159835.8209">3914 11812 160,'-7'2'273,"4"-2"-11,3 0-15,-3 4-29,3-4-16,0 0-10,0 0-14,-5 3 0,5-3-19,0 0-14,0 0-3,0 0-15,0 0-3,0 0-9,12 1 0,-12-1-10,17-1 0,-6 1-10,3-1-6,2-2-11,3 0-7,-1 1-6,1 2-8,-1-2-10,-5 0-11,-4-1-16,5 2-23,-5-1-18,-3 1-23,-1 0-32,1-1-32,-6 2-20,7-2-42,-7 2-32,5-2-19,-5 2-23,0 0-154,0 0-432,-24 7 192</inkml:trace>
  <inkml:trace contextRef="#ctx0" brushRef="#br0" timeOffset="160068.7176">3885 11955 177,'0'0'187,"8"5"-2,-5-3 3,5-2-4,3 2-3,0-2-3,8 2-13,2-4-9,-2 0-13,3 2-6,-3-3-20,3-1-5,-4 2-21,1-3-8,1 0-26,-5 3-31,-1-2-40,1 2-46,-2-3-35,3-1-29,-2 4-55,-1-2-138,-4-3-341,2 1 152</inkml:trace>
  <inkml:trace contextRef="#ctx0" brushRef="#br0" timeOffset="160438.3141">4596 11628 16,'1'-9'240,"-1"-2"-13,1 0-3,2 0-8,-3 1-10,2-1-2,0 4-3,-2-1-1,0 1-3,1 3-13,0 0-4,-1 0-2,0 4-13,1-6-15,-1 6-8,0 0-14,0 0-8,0-3-16,0 3-8,0 0-9,0 0-9,0 0-12,0 0-2,0 0-7,0 0-6,0 0-4,0 0-7,-1 17-1,1-9-4,0 3-1,-1 3 4,2 3-1,-1 7 16,-2-4 1,0 6 6,0 2-2,-2 2 0,1 1 8,3 1 1,-1 0 3,-3 2-8,2-4 7,-3 0-8,5 0-3,-4-2-4,-1-1-5,2-8-4,-1 1-5,2-2-10,-1 0 3,2-2-3,0-5 0,-1 1-1,2-3 0,-1-1-7,0-1 0,1 1 0,0-4-4,-3-2-3,3 2 2,0-4-4,0 8-3,0-8-3,-1 3-10,1-3-18,0 0-17,0 0-22,0 0-29,0 5-17,0-5-18,0 0-15,-1 2-33,1-2-23,0 0-30,0 0-45,0 0-60,0 0-259,0 0-637,-9-10 282</inkml:trace>
  <inkml:trace contextRef="#ctx0" brushRef="#br0" timeOffset="163901.0754">6490 11979 19,'0'1'234,"0"-1"-13,0 6-20,0-6-18,0 0-11,-2 3-8,2-3-7,0 0-4,0 0-11,0 0-2,0 0 8,0 0-12,0 0-2,0 0-6,0 0 0,0 0-5,0 0-6,14-10-7,-7 2-5,-1 1-7,4-4-6,1-2-4,-3-2 3,1 0-4,4-2-4,-1-7-1,-3 1-7,0-3 11,-2-2-10,5 1-11,-3 2 5,-4 7-4,-1-1 10,1 9-2,-1 0-4,-4 3-10,1 2-6,2 1-4,-3-2-8,0 3-13,0 3-7,4-5 4,-4 5-11,0 0-1,0 0 13,-7 23-21,6-11 5,-5 5-2,0 9-1,0-2 3,2 1-8,-1 0 1,1 1 3,3-6-4,1-2-3,-4 2 0,8-3-5,-3 0 7,2-2-2,-1-5-3,3 2 6,0-2-4,2-1 2,-1 1 2,1-3 1,4 1-8,0-2 1,-3-2-7,3 0-11,-2-1-18,3-2-8,2-1-18,-2 3-16,-1-6-11,-1 3-15,-2-1-20,-2-1-22,2 0-23,0-2-20,-2-1-23,2 0-24,-2-2-8,2-5-15,-4 4-160,-2-2-456,1-1 202</inkml:trace>
  <inkml:trace contextRef="#ctx0" brushRef="#br0" timeOffset="164271.4032">6716 11468 131,'-3'-7'238,"-2"2"-6,3 2-14,0 1-15,0-2-19,2 4-17,-3-5-17,3 5-21,-3-3-9,3 3-14,0 0-12,0 0-5,0 0-7,-6 15-4,6-11-6,1 3-4,-1 0-1,2-3-2,1 5-7,0-4-6,0 2 0,1 0-4,2-3 4,3 2 3,-3-3-2,3 2 3,2-2 4,-3-2-8,3-2 0,3 1-7,-3-3 3,2-2-3,-4 2 0,0 0 5,1-1 1,-2-3 11,-3 1 0,0-1 1,-1 0-14,-3 1 2,-1 1-6,0-3-2,0 3-3,-3 0-10,0-2-4,-1 2-6,-1 2 1,-5-1-18,2 2-19,-4-1-14,2 2-14,0 2-19,1 2-19,0-2-29,-3 4-32,3-2-25,3 2-29,2-1-20,-1 3-21,3-2-192,-1 3-464,3-3 206</inkml:trace>
  <inkml:trace contextRef="#ctx0" brushRef="#br0" timeOffset="165133.8053">7567 11517 43,'7'-12'275,"-1"4"-2,0-2-15,0-1-7,1 4-24,-6-4-16,5 4-17,-3 2-13,-2-2-8,4 4-3,2-3-12,-5 1-5,1 2-6,-1-1-5,-1 1-2,-1 3 14,3-3-21,-3 3-12,1-4-10,-1 4 0,0 0-3,0 0-16,0 0-8,0 0-8,0 0-2,0 0-13,-16 11-8,8-5 3,-2 4 2,-4 3 1,-7 7-2,-2-1-1,2 5-4,-6 0 4,5 1 5,-6 1-3,1-3-1,-1 4-5,1-5 0,2 0-1,1 0 0,5-5-11,6 0 2,-3-7-4,5 1-2,2-3 1,0 0-3,4-5-3,-2 3 0,4-2 4,0 0-3,0-2 3,1 0 2,0 2-4,2-4 1,-1 4 2,1-4 3,0 0 2,-4 3-1,4-3 3,0 0 0,-1 4-3,1-4-1,0 0-2,0 0-4,0 0-3,0 0 0,0 0-7,0 0 2,0 5-1,0-5-8,0 0-3,0 0 2,0 0-1,12 0-1,-7 0 1,7 4 1,1-3-1,8 2-5,2-2 3,5 5-2,-1 2-2,2-2 1,-2 1-1,5 1-1,-4-4-2,-1 2 0,3 1 3,-9-2-7,-2 1-5,4 0 9,-3-2-5,0 1 0,-2-1-1,1 1 4,0 0-1,-6-2-2,1 1 2,0-2-6,-4 0 6,1 2 1,-4-2-3,1-2 2,-3 1-4,1-1 7,-6 0-1,10 0 4,-10 0-3,3 2 4,-3-2 5,6 1-8,-6-1 1,0 0-1,6 1 0,-6-1 3,0 0 0,0 0-5,0 0 0,0 0 1,0 0 0,0 0 1,0 0-3,0 0-1,0 0 0,0 0-1,0 0-1,0 0 1,0 0 1,0 0-1,0 0-3,0 0 1,0 0 2,0 0 1,0 0-3,0 0 7,0 0-7,0 0-1,0 0 1,0 0 3,0 0-1,0 0 1,3 3-1,-3-3-3,0 0 0,0 0 3,0 0-1,0 0 0,0 0 0,0 0-1,0 0 0,0 0-2,0 0-2,0 0 6,0 0-3,0 0 2,0 0 1,0 0-1,0 0-6,0 0 4,0 0-10,0 0-4,0 0-5,0 0-7,0 0-11,0 0-7,0 0-10,0 0-14,0 0-3,0 0-18,0 0-18,0 0-6,0 0-21,0 0-14,0 0-8,0 0-16,0 0-22,0 0-25,0 0-29,0 0-56,2-10-54,-2 10-250,-5-6-659,3 0 292</inkml:trace>
  <inkml:trace contextRef="#ctx0" brushRef="#br0" timeOffset="169251.0405">15026 8248 187,'3'-34'247,"0"-1"-2,-2 0-11,2 5 18,4 1-1,-5 10-4,-1 2-13,0 3-6,0 3-8,-1 5-25,1-2-18,-2 1-29,2 6-15,-1 1-9,0 0-22,-2 13-14,-2 13-9,0 7-5,-2 13 9,-5 7 10,-2 2-7,2 3-7,1 0 0,5-1-3,-4-2-3,-3-3-1,6-3-13,-3-3-1,6-12 4,-2-1-18,1 0-10,1-5 6,-1-1 1,2-7-11,-1-4-3,1-2-2,0-3 10,2-2-20,0-2 12,-2-2-4,2 1 5,-2-2 9,2 0 13,0-4 14,0 3 16,0-3 6,0 0-2,0 0-5,0 0-3,4-11-7,-2 1-13,0-7-8,3-9-2,-3-2-3,2-1-8,4-2-5,-3-1-3,3-4-5,-1-10 1,0 12-5,3 3-2,-3-1 3,2 2-3,2 2 2,-2 3-4,0 9-3,1-1-2,-2 2-4,-1 4-2,2 1-4,-1 3 3,1 0-7,2 4-2,0 2-13,1 4-12,1-2-15,-2 3-12,-2 3-9,-1 0 0,2 1 2,-7 6-3,3 3-2,-3-2-9,-3 2 1,-5-1-8,0 2-6,-7 4-8,-3-1-10,0-7-7,-2-1 6,1 2-5,-5-4-5,3 0-2,2 0-3,-1-6 5,4 1 6,-1-2-15,4-3-20,-3 0-12,4-1-25,2 0-30,2-2-22,-1-1-18,2-3-138,4 2-427,1-3 190</inkml:trace>
  <inkml:trace contextRef="#ctx0" brushRef="#br0" timeOffset="169558.4113">15342 8289 247,'3'-3'233,"-1"0"-18,0 1-24,-2 2-18,0 0-16,-11 11-10,3-2-10,-3 4-8,1 2-3,-1 1-9,3 0-8,0 1-8,3-2-12,0 0-8,-1 2-6,4-3-8,2-2-3,2 1-6,-2-3 2,6-2 9,0 0 0,1-1 10,3-2 4,1-1 5,2-3 8,3-2-9,2-2 3,1-1 1,-1-4 8,-1-1-4,0-1 4,-3-2 7,1-2-7,-3-2-10,-3-1-4,-3-1-13,4-7-3,-9 7-12,1 1-1,-4 0-13,0 0 1,-3 2-27,-2 5-14,-2 1-22,-6-1-21,3 4-13,-1 2-22,-8 2-21,2 3-16,3 3-25,0 0-20,2 3-24,2 1-22,7-1-19,-1 2-17,4-2-26,0 2-162,4-2-464,6 3 206</inkml:trace>
  <inkml:trace contextRef="#ctx0" brushRef="#br0" timeOffset="169891.7687">15830 8160 156,'2'-11'274,"0"1"-13,-2 1-15,-2 1-20,2 3-24,-2 0-20,-1 0-20,-3 2-16,0 3-16,6 0-18,-17 6-8,8 1-11,-1 0-11,1 2-10,1 2-4,-3 1-11,5 0-5,1 2-7,2-1-4,2-1-1,3 2-7,2 2 1,4 1 2,1-1-2,2 0-2,2-1-1,4 4 0,-2-7-2,0 0 2,1 1 0,-1 0-1,-2 2 1,-2-10-3,-4 5-2,2-3 4,-2-3 3,-3 0-1,0 0 5,0 1 2,-2-2 6,0-1 4,-2-2-3,-2 6-5,0-2 11,-3-2-9,-5 0-10,-3 1-5,-4 0-4,3-1-13,-5 0-22,-1 1-25,4-2-18,-1 1-12,-2-1-27,0 0-33,6-1-28,1 0-30,0-1-22,4 0-27,3-2-195,-2 0-464,6-2 205</inkml:trace>
  <inkml:trace contextRef="#ctx0" brushRef="#br0" timeOffset="170165.6243">16160 8168 115,'3'-4'310,"-1"1"0,-2 3-18,4-5-21,-1 5-21,1-3-19,-4 3-19,3-4-7,-3 4-19,8-2-17,-1-1-12,4-1-13,3 0-1,5-4-19,2 2-17,4-1-4,2 2-4,-7-1-20,7 2-9,-4 1-15,-2-2-21,-3 3-26,-1 0-30,-4 0-40,-3 2-40,3 0-48,-4 0-37,0 0-27,-6 2-18,0 2-22,-5 0-155,-1 1-443,-7-2 197</inkml:trace>
  <inkml:trace contextRef="#ctx0" brushRef="#br0" timeOffset="170425.9883">16141 8331 29,'6'4'237,"3"-4"-6,3 0-12,6-3-13,4 3-19,4-3-21,2 2-16,0 0-11,-5-1-17,6 1-9,-1 0-17,0-2-23,-1 3-34,-6-2-37,2-1-38,-4 2-40,2-3-45,-2 0-49,-6 1-98,0-2-290,-2 0 129</inkml:trace>
  <inkml:trace contextRef="#ctx0" brushRef="#br0" timeOffset="170814.4539">16943 8027 284,'-1'-5'294,"2"-2"-19,-1 2-16,3-2-19,-2 1-18,4-2-15,1-1-14,-3-1-10,10-2-12,-3-1-17,1 0-10,4-1-5,0 4-3,3-1-24,2 1-10,-2 2-9,0 3-15,0 1-8,1 2-4,-1-1-11,-5 6-6,-3-1-9,4 1-4,-3 3-4,-4 4-3,1 0-2,-3 6-1,-2 0-2,-7 2-4,-5 7-2,-3-2 0,-2 0 1,-5 1-7,1-3 2,2-2-1,-4-1-7,6-6-4,0-1 4,6-1-3,1-4-1,0 2-2,-3-1-5,7-3-6,0 1-1,0-2 1,-1-1-11,4 1 2,0-3 6,3 5-2,1-2 4,8-2 3,1-1 2,7 3 1,1-1 0,1 0 5,6 4-8,0-2-1,-1 4 0,0 1 3,-6-4-4,-2 2 6,-1 0-3,-1 1 4,-6-1-5,1-3 4,-4 4-3,-3-2 5,0 0 3,-2 0 9,-1 0 7,-4 1 8,-2-1 15,-4 3 8,-6 3 0,-4-1-10,-10 0 5,0 3-2,-6 3-6,0-4 0,-4 2-7,-13 1 0,4-3-10,7-4-22,-12 1-39,3 2-30,11-3-36,0 1-42,-1-1-38,1 1-41,2 2-45,-1-2-223,1 0-540,3 1 240</inkml:trace>
  <inkml:trace contextRef="#ctx0" brushRef="#br0" timeOffset="173130.7365">8170 11569 86,'0'0'163,"0"0"-1,-2 3-1,2-3 5,0 0 1,0 0 3,0 0-3,0 0-16,0 0-6,0-12-7,0 5-9,0 1-7,2-2-8,0-2-2,0-1-2,1 0-11,1-4-6,2-2-5,-3 3-7,3-4-8,4 2-3,-1-1-8,0 3-4,3-3-5,-1 0 0,2 5-7,2-2-5,-1 3-6,-4 4-4,3-3-6,1 6-3,-4 1-4,2-3 1,-2 6-5,0 3 2,3 0-7,-8 2 0,4 0-2,-2 5 0,-1-1-1,0 8 3,-2 0-2,0-2-4,-4 3 3,0-1-1,-4-2 0,-1 10-3,-6 1 5,0-1-4,1-1-3,-3-1 3,3 1-3,-3 4-3,0-6 5,2 7 0,-3-3-1,0 3 1,2-4-3,-1-3 0,1 6 8,0-6-7,0 0 18,4-8-4,-1 3 1,2-1-3,-1-1-2,4-5 0,-2 2-1,0-3 0,4-3-3,-1 2 0,3-2 5,-2-1-8,0 0 0,1-2 2,-3 1 0,4-4 0,0 3 2,0 1 0,0-4 5,0 0 9,0 0-18,0 0 8,0 0-3,9-9-3,-1-1 5,1 1-4,1 1-2,1-4 1,0-1-3,2 2-3,-5 4 5,3 0-5,-2-1-2,2 4 1,0-1 2,-1 2-4,1 1 3,0 2-3,1 0-3,1 2 0,1 3 4,0-1 2,1 6-2,0-2 2,1-1 0,-2 4 0,0-3 1,1 2 5,-4-3-5,0 0-2,0-2 1,1 4 6,-1-5-2,1 1 2,-1-3 1,-4 2-5,6-1 5,-3-3 1,-1 2 3,1-3 2,-1 1 0,0-2 2,-2-2-1,4 2-4,-2-3 6,0 0-7,-1-3 5,1 6-4,-3-2 3,-2-1-5,-1 2-3,1-1 2,0 2 1,-2 0-2,1-2-7,-3 4-6,4-4-21,-4 4-17,0-4-18,0 4-20,0 0-23,0 0-20,-2-5-22,2 5-23,0 0-18,0-4-14,0 4-15,2-3-10,-2 3-125,4-4-384,1 1 170</inkml:trace>
  <inkml:trace contextRef="#ctx0" brushRef="#br0" timeOffset="174553.0393">9560 11286 138,'4'-5'219,"-2"1"-13,-2-1-23,0 5-19,2-3-16,-2-1-15,0 4-12,0 0-3,0 0-6,-6 16-4,3-7-9,-3 5-6,1 0-5,0 3-5,2-6-4,1 1-11,-2 3-6,0-4 0,6 1-2,0-3-6,1 1-2,0 1-2,3-2-4,1-5 8,4 4 1,-2 0 1,1-5 5,4-1-2,-1-1 4,3-2-9,1 1-4,1-4 1,-1 1-6,-3-2 6,-1 0 3,-1 1 2,-1-4 2,-2 0-9,3 2 2,-3-3 3,-2 1 2,2-6 6,-2 4-1,-2-2-4,0 2 9,1-1-14,-5-2 10,3 5 1,-2 0 0,1-1-4,-2 2-4,0 1 1,-1 0 16,0 4 1,0-3-8,0-1-3,0 2-18,0 4-16,0-4 6,0 4-2,0 0-9,0 0-3,0 0-6,0 0-1,0 0 2,-5 19-4,3-9-8,-2 6 9,3 4 1,-5 4-9,3 5 6,-1 3-2,-5 14 2,2-10 0,1 10 4,0 3-2,2-13 10,-8 12-4,7 1 6,-2-15 1,3 1-4,-2 0 3,0-2 4,0-3 7,1 1-6,-4-7 0,4-3-3,0 4 6,-3-10-4,1 2-4,4-6-3,-4-1 3,5-2-1,-3-1-3,-4 0 3,5-2-3,-1-4 0,-1 3 4,-2 0-7,1-4 1,0 0-2,7 0-5,-17-4-8,7 0-8,1-2-4,0-2-2,1-4-19,0-1-16,2-3 8,-4-2-4,6-2-2,0-6-6,2 1 4,0 4-10,4-4 5,0 5 0,0-5 4,4 0-7,1 5 3,-1 1 3,1 1 11,5 1-14,-3-1 2,5 4 6,2-7 1,-1 5 3,4-1 2,0-2-3,4 2 2,1 0 1,0 2-3,-2 1 7,5-5 3,-1 1 2,0 3 4,4-3 2,-1 2 1,1 2 1,-3-2 2,3 2 2,-6 2 4,3 0 6,-4-1-9,-4 4 4,2-1 5,-3 0-3,-1 1 4,0 0 4,0-2-2,-2 3 1,0-2 5,-7 2-2,2-3-1,4-1 3,-5 3 0,-2-3 1,0 4 2,0-4 0,-2 1 2,0 0 1,-2-1-6,-1 3 4,-1-3 0,-1 4 9,0 1-11,0 0-2,0 3 0,-2 0-4,-1 0-6,-2 1-3,0 2 5,5 1-1,-12 4 3,-1 1-1,2 2-1,-3 3-3,-2 2 8,0 3-7,0 2-4,2 0 11,5 1-9,-7 2 7,5 4-4,6-7 1,0 3 2,2-6-3,2 2 2,1-3-2,2-1 4,5 0 1,-3 0 2,5 1 4,1-2 3,0 1 7,2-5-1,-1-4 3,1 2-1,7 0 9,-1-4-8,2-4 5,0-2 4,-2 0-6,10-3 0,1-1 1,-10 0 0,5-3 7,0-4-9,-2 2-3,2-1 1,-3 0-1,-1-3 7,-2-3 14,-3 3-16,1 1-8,-6 0 3,0-2 5,2 4-3,-6-2 7,2 1 3,-2-1 0,-1 2-11,0 3 10,-3 0-3,-2-1-5,0 4 3,-2-3-2,2 4-6,-2-1 9,2 4-15,0-2 1,-3 2-1,1 2-11,-1 1 2,3 2 3,-6-4-3,6 4-1,0 0-3,-11 6-12,5-3 16,1 4-9,-1 0 5,1 1 4,1 0-8,0 4 5,1-3-5,2 3 8,0 0-7,1-1 7,0 1-5,2-2 4,1 1-7,1 2 12,-3-2 5,4 0-10,3-1-8,-4 2 9,2-1-4,2 1 1,-5 0-1,5-2 13,0 0-11,-4 1 5,3-4-7,-2 2 3,2-1 4,-1 0-5,-1-3 1,0 2-2,-1-1 2,-1-2 2,3 0-3,-3 0 3,-1-1-4,2-1 7,-1 1 2,-1 0-2,-2-3 12,1 5-14,-1-5 5,4 2-9,-4-2 3,2 4-3,-2-4 8,1 3-2,-1-3 0,0 0 0,1 5-3,-1-5 0,0 0-1,3 3 0,-3-3-1,0 0-6,0 0 14,0 0 3,0 0-1,0 0 14,0 0-26,0 0 11,0 0 2,-8 2-7,3 1-2,5-3-4,-12-3-5,4 7-1,-1-4-4,-2 0-9,-1 3-15,1-3-8,0 1-21,-5 1-20,5-2-21,-3 4-32,4-2-41,-6-2-46,6 3-45,0-3-44,-3 3-207,5-3-566,8 0 251</inkml:trace>
  <inkml:trace contextRef="#ctx0" brushRef="#br0" timeOffset="177754.5697">4090 12982 6,'0'0'21,"0"0"0,0 0 4,0 0-4,0 0 0,0 0-2,0 0 1,0 0 0,0 0 7,0 0-3,0 0-4,0 0-1,0 0 4,0 0-1,0 0 1,0 0 5,0 0-2,0 0 7,0 0-1,6 0 1,-6 0-1,0 0-4,0 0-8,0 0 18,0 0-1,0 0-4,0 0-4,0 0-4,0 0-1,0 3 0,0-3 7,0 0-9,0 0 10,0 0-2,0 0-2,6 2-3,-6-2 4,0 0-6,0 0 13,0 0-9,0 0 5,0 5-1,0-5 0,0 0 6,0 0 5,0 0 6,0 0 2,0 0-2,0 0 2,0 0 6,0 0 5,0 0 3,0 0 5,0 0 12,14-5 0,-10 2 2,-1-1 6,4 0-5,-4-1 5,1 2 3,4-2-1,-3-2-5,1 0-2,0-3-1,-1 3 18,1-5 0,0 3-4,-3-4-11,1 1-1,-2 2 1,3-2-1,-6 1-3,1 2-6,0 0-7,-4 4-11,2-4-4,-2 2-6,1 2-8,-3 0-13,0 2-4,-2-1-7,-2 4-7,-2 1-7,-1 2-3,0 2 1,0 4-6,-2 1-4,-2 0 2,4 2-6,4 0 1,0-1 0,2 0-2,0 1 0,2-2 0,1 0-1,-1 2-1,5-3-1,0-2 2,0-1 0,0 1 4,5-1 3,-1 0 3,1-1-2,0-1 10,4-2-2,0 1-2,3-5 4,-2 1 2,3-3-1,0 2 2,0-1 6,2-6-3,1 1 4,-2 1 3,1-3-4,-5 1 3,-1 0 8,3 1 3,-6 0 2,1 4 0,-1 1-2,0-1-3,0 1-6,-4 0-9,-2 3-10,0 0 1,8 5 1,-8 7 2,0 6 0,0 8 6,0 2 4,0 7-5,-4-3-6,0 4 2,2 0-1,-1-2 0,-3-1-1,2-3 0,1-4 2,2 4 0,1-6-2,-1-7 0,1-1-1,-2-6-1,4-1 2,-2-3 4,1 1-4,0-2 4,2 0-4,-2-2 6,2-1 9,-3-2-4,0 0-3,14-3 4,-9-4 0,5-1-2,4-2-6,-1-4-9,0 0-21,1-1-23,3-6-28,0 1-32,0-2-48,-4 8-40,6-5-49,-3 0-53,-3 2-158,0 2-494,5-7 219</inkml:trace>
  <inkml:trace contextRef="#ctx0" brushRef="#br0" timeOffset="178019.7028">4757 12879 304,'-3'0'302,"3"0"-21,0 0-22,-2-3-31,2 3-24,0 0-20,9-7-21,-1 5-10,2-1-6,4 0-6,7-3-12,0 1-7,-1 0-7,7-1-5,4-1-8,-3 1-15,-1-2-7,1 5-5,-7-2-4,-1 1 1,-1-1-14,-6 2-20,-2 1-20,1-2-26,-7 3-27,1-1-18,-6 2-25,7 0-13,-7 0-18,0 0-24,0 0-27,-16 12-26,5-7-9,-6 5-10,-1 0-14,0 1-110,-6 2-356,0 1 158</inkml:trace>
  <inkml:trace contextRef="#ctx0" brushRef="#br0" timeOffset="178308.9088">4859 12947 29,'-10'8'78,"3"-2"34,1 1 8,2-2 11,1-1 13,1 1 19,2-2 14,5 0 9,2-1 8,3 0 3,4-2-4,4-3-4,3 1 1,7-2-20,1-2-14,1 1-12,0-1-17,-2-2-9,5 0-14,-3 1-12,-1-2-16,-1 1-32,-9 4-30,0-2-35,-1 3-35,-5-1-40,-1 3-52,0-2-49,-3-1-51,-4 3-149,2 0-431,0 1 191</inkml:trace>
  <inkml:trace contextRef="#ctx0" brushRef="#br0" timeOffset="178754.3933">5998 12859 61,'5'-9'240,"0"1"-9,4-4-3,-2 3-6,0-4-5,-4 1-4,4 0-6,-4 0-4,2 0 0,-5 0-13,0 1-11,0 2-14,-2-3-15,-2 3-22,-2 0-11,0 1-12,-3 3-14,0 2-10,-5 1-9,-3 2-6,-2 5-13,1 3-2,-4 3-10,2 0 1,3 2-9,2-3-7,-1 2-2,3 1-1,2-1-8,3-3 5,4 0-10,0 2-1,2-6 0,2 4-4,2-4 0,0 2 5,4-3 3,-1-1 0,9-1 7,0-1 12,7-3 0,1-1 3,6-5 2,-1 2-2,-6 1 7,-2-3 11,1 1 11,-3 2-17,1 0 0,-6 3 3,-4-3-15,0 5 0,-4-2-12,1 2-6,0-2-1,-5 2 7,5 9-11,-1 3 4,-1 2-1,-3 5-8,2 2 6,-6 6 6,-1 0-8,1-2 0,0 6 4,0-1-7,2-3 4,-1 0-4,2-9 1,0 2-4,-2-7-1,3 0-1,3-4 6,-3-1-11,0-3 9,0 0-1,1 0 2,0 0 3,2-3 3,-1 1 1,4-2 4,-6-1-7,17-6 3,-2 1-1,4-5-25,-3 1-7,9-4-36,-2-4-35,1-1-26,-2 0-41,-1-1-32,4 1-40,-1-1-67,-4 3-53,-3 1-187,-3 2-579,-1 0 255</inkml:trace>
  <inkml:trace contextRef="#ctx0" brushRef="#br0" timeOffset="179167.4943">6510 12787 92,'-1'-3'282,"1"3"-9,0-5-17,0 5-18,0 0-25,5-4-16,-5 4-25,4-3-11,-2 2-9,3-2-8,3 1-10,2 1-4,8-4-9,0 3-8,9-6-6,5 4-6,-2-4 0,2 2-2,2 3-1,-2-6-5,0 4-12,-2-1-6,-1-1-4,-9 2-5,-1 3-1,-6-1-10,-2 0-1,-3 2-2,-1-2 1,0 2 6,-2-1-9,-2-2-2,0 1-10,-1-1-8,-2-2-10,-4 0-3,-1-2-12,0-1-8,-2 1-9,-2-1-1,1 2 2,4 2-2,-2 0 4,2 1-1,-1-1-6,3 4 3,0-4-4,2 5-1,0 0 2,0 0-2,0 0 5,2 12 6,2-4-1,-1 1-4,3 2 1,0 3 1,-4-2 4,6 2-2,-5-1 0,1 3 3,-1-1 2,-1 1-8,-2-1-10,-2 0-5,-1-3-16,-1 5-17,-1 0-22,-3-1-22,0-3-26,1 2-26,-3-4-38,4 1-18,-1-6-31,-1 1-189,-2 0-466,5-3 206</inkml:trace>
  <inkml:trace contextRef="#ctx0" brushRef="#br0" timeOffset="180511.0658">7361 12847 83,'0'0'223,"0"0"-17,20-10-12,-12 3-5,2-1-1,3-3-9,-3-2-13,3-1 2,-1 2 0,-2-2-11,3-3-3,-6 2 0,4-6-7,-1-2-3,-1-1 4,-3 0-6,2 0 3,-8 5-13,5 2 0,-1 4 25,-4 0-19,0 3-8,0 4-5,0-1-20,0 3-9,-4 1-17,4 3 1,0 0-33,0 0 8,-13 14-4,3 2-11,-4 6-3,5 4-1,1 0 6,-1-1-17,2 0-5,3-5 3,2 0-9,4-2 2,-2 0-1,4 0 0,1-4-20,-1-2 12,6 1-5,4 0 7,0-5 4,4-1 1,0-2 1,0-3 2,5-2-5,3-2-3,-5-3 1,5-3 2,0-3-1,-1-2 3,-9 3-6,1-4 1,2-4 0,-6 5-4,1-4 3,-6 0 6,1-1-3,2 2-2,-6 2-5,0 4 14,-1 0 5,0 3 2,-3 1-11,-1 1-2,0 1-4,4 2-13,-4 2 9,0 0-1,0 0-2,0 0 1,-13 19-7,10-7 3,-2 3-2,-2 1 0,1-1 3,2-1 1,4-3-6,-5 1-3,5 2-3,-1-3 2,2 2-7,-1-2 6,3-5-7,-1 3 4,1-2-11,4-3 6,-2 1 7,1-3 10,4 0 0,4-4-5,3 0-1,0-3 1,-2 0 7,3-5 1,-5 0 0,5 1-1,-4-4 8,0-1-7,-1 0 1,-1 1-4,-2 1 3,-2 1 0,0 2 2,-1 0 13,-3 1 2,-1 2-2,1 3-10,-3-2-2,2 2-1,-2 2-5,-1 1-3,0 0 12,0 0-16,0 0 6,0 14 0,-1-5-3,-2 2 2,0 1-3,1-1 6,-1 0 0,2 1-2,-2 0 1,0 0 3,3-3-5,-2 0 2,1 2-6,1-5 13,0-1-22,0 1 30,0-2-14,1 1 8,-1-2-4,0-3 5,2 5 6,-2-5-1,0 0-3,12-5-2,0-1-12,3-4 10,-2-3 2,7-3 3,1-4 1,-2 1-4,3 1 16,-3-1-22,2 2-6,-6 5 10,-2 1-9,-1 3 4,-3 2-2,-4 2-9,2 1 1,-2 2-6,-1 1 2,-4 0 7,7 6 2,-3-1-4,-2 2 11,-1 3-10,0 1 3,0 1-4,1-1 5,-1 1 0,-1 0-7,4-1 6,-2 0-5,2-2 3,-1-1 3,0 0 3,1-2-3,3 1 1,-3-2-3,3 0 10,1-3 9,5-1-2,5-1-4,-7-3 1,6 1 0,1-3-2,-1-5-2,-1 4-1,-1-5 4,-2 0-1,0-3 2,-2 0 1,-1-2 3,1-8-4,-2 2-12,1-3 8,-5 5-6,0 2 7,-2 2-2,2 1-3,-5 2 8,0 3-6,1 3 1,0 3 3,-1-1-15,0 2 2,0 3 0,0 0-3,0 0 5,-5 18-6,1-6 10,0 6 0,-2 0-5,1 7 0,-1 0-13,0-5 9,1 4 11,0-5 0,2 0-3,-1-1 13,1-1-10,3-2-8,0-4 6,-1 1-5,1 0 0,1-3 6,-1-1-4,1-4 1,-1 2 7,2-1-6,0-1 2,0-2 9,2 1-2,-4-3 4,12-3-7,-3-1 4,1-1-2,7-3-5,1-3 6,-3 0-17,7-6 3,-1 0-14,2-3 7,-4 2-21,1-3 1,-6 7-4,0 1 1,-5 4 9,-1 1 5,-2 1 4,0 2 6,-3 0-19,-2 2-6,2 1 8,-3 2-2,0 0-1,0 0 5,-11 13-1,4-6 2,-1 3 0,-2 2 4,-2 2-7,1-2 0,2 1-8,0 2-5,5-4 7,0 1 0,1 0 0,3-1 7,0-1 0,3 1 2,1-1 1,1 1 3,3-1 3,1 0-2,2 1 3,3 0-3,-2 1-3,3-2 4,1 0-7,-5-4-1,1 2-4,-3-1-12,1-2-11,-1 0-18,0-1-18,-2 1-16,2-5-23,-2 2-22,-3-2-31,-4 0-28,13-4-28,-7 1-169,-4-1-441,1 0 195</inkml:trace>
  <inkml:trace contextRef="#ctx0" brushRef="#br0" timeOffset="180931.5539">7926 12415 72,'-5'-3'228,"5"3"-24,-5-1-18,5 1-17,-7 4-8,2 0-7,0 3-7,0 0-13,-1 3-4,-1 0-9,3-1-2,0 0-7,2-1-7,0 0-8,4-3-3,-2 2-3,0-1 4,4 0 8,0-2 2,-2-1 0,7 0 6,4-2-2,0-2-4,3-2 6,-4 0 4,0-1-2,-1-2-1,-2-1-8,3-2 5,-3 2-2,-2-3-3,0 4-8,0-2 1,-3-2-3,-1 5-8,0-4-16,0 5-9,-3-1-16,0-1-33,-3 2-38,-3 1-33,0 1-26,-4 0-25,-1 1-30,2 2-39,-3 2-25,-1 0-34,1-3-24,3 5-25,-1 1-198,-2-1-523,3-1 232</inkml:trace>
  <inkml:trace contextRef="#ctx0" brushRef="#br0" timeOffset="182138.9309">4684 14012 66,'5'1'132,"-5"-1"7,3 3 17,-3-3 5,0 0 4,0 0-1,6-8-6,-3 6-5,1-3-6,-2-1 2,2 1 2,1-6 1,-2 5-14,2-5 0,-2 2-7,-1-3-5,2 0 0,-4 1-9,0-1-15,2-5-5,-4 3 7,2 5-16,-2-3-17,0 3-5,-2-2-6,-2 6-4,3-1-13,-2 3-5,-1-2-1,-2 3-2,-3 4-13,-1 3-2,-1 3 0,-1 8-6,-5 4-3,3 1 3,1 3-8,1 1 5,6-6-5,-2-2 0,2 2-9,3-2 7,0-2-6,4 2 0,1-5 1,0 0 3,1-1-2,2-1-1,-2-3 0,5 1 3,-2-1-1,3-4 2,2 2 3,1 0 0,0-3 2,-1 0-2,2-2 4,0-2 10,-1 0-3,3-3-1,-4 0 2,1-1 4,-1-2 1,1 0 1,-2 1 1,2-3-3,-1 0-2,-1 1 0,-3-6 4,5 1-1,-4-1-6,-2 0-7,1 3 2,0-4 5,-2 8 0,-2-1 0,2 4-6,-1 2 1,-1-1-7,1 1-8,-1-1-4,-1 4-2,0 0 0,0 0-1,0 19 0,-1 0 2,-4 7 19,1 5-16,-4 18-2,0-3 11,-3 0-8,3-9 2,-3 9-1,4-13 1,-4 2 1,5-4 1,-2 0-3,-2-3 5,4-4-1,3-6 5,-2 0 6,1-7-7,1-2-2,2 2 7,0-4-2,1-1 6,-3-2 4,3 1 12,0-1 7,0-4 9,0 0 6,3 5 0,-3-5-1,0 0-1,14-12-11,-5 5-2,6-5-6,3 0-5,-3-1 3,6-5-22,-6 5 1,6-3-24,-5 3-21,1 0-21,-2 0-23,2 0-28,-2 0-23,-1 0-34,3 1-30,-3-1-58,9-5-22,-5 2-41,-3 5-165,8-7-522,-4 1 231</inkml:trace>
  <inkml:trace contextRef="#ctx0" brushRef="#br0" timeOffset="182445.7553">5259 13987 249,'0'0'267,"0"0"-21,1-7-14,-1 7-21,3-3-21,-3 3-22,2-2-14,-2 2-13,6-5-8,1 3-7,6-1 1,-3-1-9,4 1-5,7-2-9,0-2 0,7 2-4,2-2-9,-3-1-3,-1 3-11,4 0-2,-11 3-5,3-3-12,-4 3-3,0-3-6,-4 4-9,-3 0-1,-1-2-8,-1 3-16,-2-1-20,-2 0-24,-5 1-27,0 0-30,9 0-30,-9 0-29,0 0-29,0 0-41,0 0-227,0 0-477,-21 14 212</inkml:trace>
  <inkml:trace contextRef="#ctx0" brushRef="#br0" timeOffset="182737.6513">5343 14128 165,'0'2'229,"0"-2"-1,-2 6-9,2-6-11,6 3-10,2-2-15,1 0-3,5 2-5,2-3-7,5 0-7,-2-2-13,2 2-9,8-2-6,-6-1-14,4 2-5,-9-1-9,2-2-5,-2 2 1,-3-1-8,-4 1-5,3 1 3,-3-1-15,0 1-5,-3 0-7,-3 0-5,2-1-12,0 0 2,-3 1-7,-4 1-7,9-1 9,-9 1-14,5-1-3,-5 1-6,0 0 3,5-2-8,-5 2-1,0 0-7,4-1-5,-4 1 2,0 0-11,7-2-8,-7 2-1,0 0-4,0 0-11,0 0-9,0 0-13,0 0-10,0 0-16,0 0-19,0 0-14,0 0-26,0 0-17,0 0-23,0 0-21,0 0-27,0 0-204,0 0-463,0 0 206</inkml:trace>
  <inkml:trace contextRef="#ctx0" brushRef="#br0" timeOffset="186158.2079">6245 13827 141,'-7'1'167,"0"1"-8,1 1-6,1-2-8,5-1 16,-6 0-6,6 0-6,0 0-1,0 0-3,0 0-7,0 0 4,0 0 1,0 0 5,0 0 2,0 0 0,9-9 1,-3 2-1,3-3-10,0 1 2,5-4-7,-4 0 0,0 1-9,-1-2-6,-2 2 8,-2 2-12,0 1 3,0-7-14,-3 3-4,1 1-12,-3-2-11,0 1 0,-4 1-11,0 2-7,2-2-6,-3 3-4,1-1-8,-4 3-19,-1-1 0,2 3 1,1 1-12,-1 1-4,-3 3 3,1 0-21,-2 0 11,0 3 5,1 6-6,1-2-3,-4 1-3,3 4 0,1 4-7,0-5 0,3 4-7,0-1-3,4 5-4,2-1-4,0 0 13,1 1-3,3-4 4,1 4 5,4-2-3,-3 0 2,5 0 7,-2 0-2,1-1 2,0 1-3,-2-1 0,2-3 1,-6-3 4,1 0 2,-1-5 3,1 3 2,-3-2-11,0 0 5,0 0 3,-2-1 5,0-1 2,-2 1-1,0 0-3,-2-1 0,-1 0 8,-2 1-8,-3 1-4,1-2 7,0-1-3,-1-1-4,2 0 2,-1-2 1,0-4-10,-1-1 7,2-3-4,0-1-8,0 0-10,0-5-5,1-3-5,3 0-8,2-6-12,0 3 2,4 2-11,-2 0-6,4 6-11,-2 0-14,1 2-20,-2 1-22,4-1-28,0 3-23,0 4-18,4-4-21,-3 4-19,5-2-190,2 3-470,-3-1 208</inkml:trace>
  <inkml:trace contextRef="#ctx0" brushRef="#br0" timeOffset="186525.0317">6583 13624 183,'0'-3'250,"4"0"-17,-4 1-15,0 2-16,0 0-23,0 0-16,0 0-17,0 0-14,-12 13-12,6-1-9,-2 2-4,-3 3-3,3-2-9,0 3-4,3 0-7,-2 2-4,3-2-8,-1-2-4,2-2-7,2 3-6,2-4-2,-1-2-5,3-2-1,-2 1-2,4 0 7,0 0 5,3-5 0,-1 2 7,0-2-5,4-1 7,7 0-1,-4-4 1,3-1-3,6-5-4,-2 2 9,-1-2-14,3-7 0,-3 2 2,-3 2-11,-2-3 0,-3-1-6,0-1-4,-1-2 1,-6 1-7,0 0 8,-3 1 0,-2 0-7,0 2-6,-2-1-9,-2 5-4,0-3-3,-1 1-6,-3 3-6,-1-2-11,0 4-7,-4 0-11,1 0-15,-2 3-7,1 0-15,-2 1-6,-3 2-15,8 1-18,-4 0-18,2 0-19,6-1-22,-4 3-31,2-2-17,5-1-18,1 2-20,-3 1-132,5-4-418,0 0 185</inkml:trace>
  <inkml:trace contextRef="#ctx0" brushRef="#br0" timeOffset="187115.2271">7058 13750 208,'0'0'219,"0"0"-16,0 0-14,0 0-26,0 0-10,0 0-13,0 0-12,12-7-8,-7 3-9,2 0-3,-1-1-3,3-4-6,1 4 2,1-6-6,-2 5-1,3-6 7,0 0-5,-3 4-3,3-4 9,-3 1-7,-3 1 1,3-1 5,-3-3-4,0 5 8,-3-4-8,0 1-6,0 0-7,-3 0 1,0-2-14,-3 2-9,0 2-2,1 0-5,-3-1-9,0 3-1,-3 1-9,0 0-6,-1 3 1,-3-2-9,0 5 0,1-1-3,-3 4-5,1-1 9,-4 1 0,6 3-18,-3 2-2,0 0 0,-3 1-2,8 2-1,-1 4-1,0 1 0,3 0 4,2 2 0,3-2-11,2 3 11,0-1-12,2-2 4,3 4-2,-1-3 2,6 0 2,3 7 9,-1-6 5,-2 0-17,8 7-1,0-2 7,-4 2 4,0-9-2,-2-2 5,1 0-1,-3 0 2,-3-1-2,2-3-3,-4 0 6,-4 2-5,2-4 3,-3 0 7,-2 0 2,0-2-1,-7 4 4,0-3 1,-3-1-11,-5 1 5,-1-3 0,-1-1-4,-3-4-4,4-1 1,0-1 9,3-3-6,-2-3 0,1-2-3,3-1 6,1-1-4,2 1-2,6-5-7,0 1-9,2-2-10,2 2-1,4 2-13,2-2-16,3 2-20,2-2-17,2 1-14,5-4-22,1 9-23,3-3-29,4-1-25,0 5-14,-1 1-19,3 1-12,-8 3-187,-1 0-466,0 0 206</inkml:trace>
  <inkml:trace contextRef="#ctx0" brushRef="#br0" timeOffset="187606.7313">7426 13522 47,'5'-7'245,"-2"0"0,3-1 0,-6 4-9,5-1-18,-3 3-16,0-1-21,-1-1-19,2 1-19,0 1-15,-3 2-15,0 0-12,0 0-10,0 0-8,0 0-9,0 13 4,-2-3 4,0 2-3,-1 6 7,-2 6-6,-4-7 7,1 9-5,2-6-5,-2 3 7,1 0-15,0-4-2,0-1-4,1-9-3,3 10-5,-1-8-3,-2 0-2,4 0-5,-2-3-4,3 2-3,-1-3-3,2-2 0,0 0-1,0 1-8,2-1-3,1-1 4,1 0 7,2-1 17,1 1 1,5-4 1,3 3-1,1-3 7,4 2 4,1-2-18,2-2-18,5-1 16,1-2-3,1 1-23,-4-1 11,1-1 0,-5 0-3,-3 1 1,0 0-9,-2 0 7,-3 1-3,-3 0-1,1 0 0,-4-1 8,-1 2-13,-2-2 11,2-4-4,-5 4-1,1-4-4,-3-1-1,0 3-1,0-5-4,-3 2-3,-3 0 1,2 1 2,-2 0 4,1 1-8,-4 1-6,2 4 2,1-1-1,1 1-2,-3 2-2,2 2 3,-4 4-3,-2 0-2,-1 6 5,3 4-4,1 2-2,-1 2 1,3 1-3,1 3 12,-1 2-5,4 2-14,0-1 16,-3 1-12,5 1 13,-2-3-24,2 0-7,-2-1-31,3-4-22,0 1-24,-2 3-29,-2-5-30,0 2-36,4 2-33,-3-4-35,3-4-28,-4 1-33,3-3-169,-2-4-539,1-2 239</inkml:trace>
  <inkml:trace contextRef="#ctx0" brushRef="#br0" timeOffset="191300.5177">4381 11139 105,'0'0'204,"-1"1"-12,1-1-18,-2 4-13,2-4-13,0 7-4,0-7 0,4 2-1,-4-2-1,7 0-2,-7 0 2,11 0 1,-3 0-2,1-2 1,0-2-5,2 0 0,0 0-4,3-3 0,0-3-6,0 0-3,-4 0-12,3-2-3,-1 0-5,-1-2 1,-2 0-4,-2-4-6,2 0-11,-2 3 1,-2-2-1,-1 3-2,-3 1-5,3 1-3,-3 5-7,3 0-5,-3 1-8,-1 2-7,1-1-6,-1 2-10,0 3-5,0 0-9,0 0-2,0 0 1,0 0 2,-1 23-11,-3-6 2,4-7-1,-1 4 3,1 3-5,1 1-5,-1-3 7,4 2-8,-3-3-6,1-3-5,1-2-12,1 3-7,-1-3-7,1-1-20,-1-1-3,3 0-5,-1-4-12,1 2-13,2 0-11,-3-1-14,4-1-13,0-3-13,0-3-16,0 1-25,3-6-19,0 0-25,-1-3-13,-1-3-9,0 0-155,-4-1-438,2-2 194</inkml:trace>
  <inkml:trace contextRef="#ctx0" brushRef="#br0" timeOffset="191656.0186">4756 10909 233,'0'-18'82,"-2"1"8,0 1 14,-1 4 5,3 2 18,-1-2 9,-4 6 6,5-2-5,0 3-3,0 2-10,0 3-8,0-8-9,0 8-10,-2-4-10,0 0-12,2 4-4,0 0-14,0 0-11,0 0-26,0 0-31,0 0-31,-12 12-42,12-9-29,-1 1-45,0 2-123,1 0-305,1-1 134</inkml:trace>
  <inkml:trace contextRef="#ctx0" brushRef="#br0" timeOffset="191684.0839">4823 10989 224,'0'3'262,"0"-3"-8,6 3-20,-6-3-24,6 4-23,-2-4-12,6 0-11,0 2-4,4-4-13,3 2-8,6-2-9,5 0-7,-7 1-9,7-3-13,-6 3-8,4-2-11,5 3-12,-11-2-3,-1 0-11,0-1-16,-5 0-20,-3 2-13,1 0-31,-5-1-24,-1 2-26,-1-3-17,-5 3-31,0 0-16,0 0-23,4 0-34,-4 0-173,0 0-399,-17-4 177</inkml:trace>
  <inkml:trace contextRef="#ctx0" brushRef="#br0" timeOffset="192049.8139">5028 10801 36,'-3'-8'184,"1"4"-2,-1 1-18,3 0-12,0 3-12,0 0-5,0 0-1,-3 18 0,3-1-6,-1 7 1,1 2-9,-2 3-6,0 0-10,-3 5-9,3-5-8,-1 3-11,-1-3-17,-1 0-28,2-5-28,2-4-31,0-1-39,1-6-48,1-3-38,0 0-155,1-3-332,0-2 147</inkml:trace>
  <inkml:trace contextRef="#ctx0" brushRef="#br0" timeOffset="192087.8399">5400 10906 252,'0'0'269,"0"0"-15,0 0-29,0 0-16,0 0-24,0 0-12,0 0-3,16 5-2,-6-2 1,3 0-2,4-2-4,2 3-8,-1-3-5,5 0-9,-4-1-10,3 0-14,-4-1-13,3 0-8,-8 0-12,2-1-5,-3 2-14,-2-1-4,-3 1-19,1-1-11,-1 1-22,-1 0-18,-6 0-18,8-3-18,-8 3-33,5-2-32,-5 2-41,0 0-25,-4-10-27,0 5-29,1 0-13,-3 2-155,0-3-431,-2 1 191</inkml:trace>
  <inkml:trace contextRef="#ctx0" brushRef="#br0" timeOffset="192414.0749">5598 10805 1,'-6'-8'119,"-2"-4"20,4 1 22,-1 4 10,1 0 18,2 2 8,-1 0-6,-1 2-9,4-2-18,0 5-15,0 0-5,0 0 6,-4 14 2,4 3 0,0 3-2,0 6-8,2 0-1,0 1-20,-4 0-9,0 0-12,2 0-8,0 1-19,0-3-28,-1-6-23,1 0-46,-5 1-38,5-5-51,-3 2-49,3-6-36,-1 1-64,0 1-145,1-5-440,-5-1 195</inkml:trace>
  <inkml:trace contextRef="#ctx0" brushRef="#br0" timeOffset="193272.9833">4058 15499 132,'0'0'186,"0"0"-18,-5 1-12,5-1-6,0 0 1,0 0-7,0 0-6,0 0-3,0 0-10,11-13-3,-1 6-3,2-9-4,0 0 3,6-6 1,2 3-2,-6-2-1,2-3-4,-3-1-7,0 0-2,-3 0-6,2 0 0,-2 0-5,-2 7 3,-6-2-3,1 2-5,-3 5-7,0 3 9,0 0-14,0 6-5,0-3-8,0 2-8,0-1-10,0 6-13,0-1-10,0 1 1,0 0 1,-8 10-2,3 1-5,-1 6-8,2 2 5,-1 7-4,1-8 3,0 6-4,0-3-5,4-4-2,-1 6 0,1-7 7,1 4-7,-1-8-2,0-1-4,4 1-5,1-2-2,-4 0-8,6 0-5,-3-6-9,5 5-11,-2-4-14,1-1-17,2 0-17,-2-1-30,2-3-33,0-5-35,4-2-31,-4 0-29,4-6-173,-2-1-458,-2-2 202</inkml:trace>
  <inkml:trace contextRef="#ctx0" brushRef="#br0" timeOffset="193633.5355">4340 15029 118,'-3'-9'148,"1"0"-6,1 3-13,-2 1-12,1 1-15,0 1-11,0 1-19,2 2-8,-4-6-29,4 6-8,0 0-36,0 0-31,-6 8-30,6-3-85,-5 5-167,5-5 74</inkml:trace>
  <inkml:trace contextRef="#ctx0" brushRef="#br0" timeOffset="193659.5278">4511 15215 25,'2'1'248,"-2"-1"-8,0 0-21,5 4-20,0-4-21,3 1-12,2-1-8,0 2-1,4-1-9,-1-1-2,10 1-3,4-1-6,1 0-4,0-1-13,1 0-9,-3-2-10,-6-1-13,0 1-9,-1 1-3,-3-1-12,-4 2-19,-1-2-15,-4 3-21,-2-2-20,0 1-34,0-1-32,-5 2-23,0 0-35,-4-9-41,2 1-23,-2 5-25,-4-4-119,-4-2-370,2 1 164</inkml:trace>
  <inkml:trace contextRef="#ctx0" brushRef="#br0" timeOffset="193977.6257">4716 14991 56,'-3'-8'161,"1"4"-14,2 0-21,-2 1-13,2 3-7,0 0 8,-2 10-3,-3 1-2,5 7-6,0 1 2,-1 5-2,-3 5-4,-1-3-11,1 3 1,-1-4-16,-4 4-6,5-2-9,0-8-11,2 1-36,-2-2-22,1 0-46,2-4-35,1-6-37,0 3-29,0-5-83,0 2-259,4-6 115</inkml:trace>
  <inkml:trace contextRef="#ctx0" brushRef="#br0" timeOffset="194288.2208">5079 15126 61,'5'-1'279,"3"-2"-15,-3 1-16,1 1-19,1-1-13,3 1-15,4 0-18,0 1-15,5-3 0,-2 3-11,4 0-9,1-3-10,-1 3-15,0 0-12,7-1-10,-7 2-10,-5-1-13,-4 0-6,-1 0-5,-2 0-11,-2 0-13,2 0-13,-4-1-8,-5 1-11,6-1-13,-6 1-20,7 0-15,-7 0-22,0-5-27,0 5-29,-3-7-31,-1 4-2,0-1-3,-1-2-10,-1-3 13,1-2 13,-2 0 26,-4-3-2,6-1 24,-4 1 20,4-1 22,-3 2 25,3 3 27,1 2 11,0-1 14,-1 3 4,4 2-5,0 1-1,1 3-10,0 0 5,0 0-1,-8 10 14,5 2 2,1 5 13,-2 1 1,-3 7 0,4 2 7,-5-2-4,3 5-8,0-2-6,0-1-2,1-4-8,-5 3-2,4-8-20,2 1-22,-3-2-29,4-3-34,0 4-29,-1-8-29,-1-2-25,3 2-26,-2-2-101,0-4-308,0 5 136</inkml:trace>
  <inkml:trace contextRef="#ctx0" brushRef="#br0" timeOffset="195115.0893">1193 16212 30,'12'-28'167,"-4"4"4,-1-5-5,-6 2-2,3 1-1,-4 10-2,-1-2 0,1 3-5,-4 3-18,0 2-13,-1 3-7,1 1-14,-1 2-5,-3 0-19,8 4-7,-19 9-10,5 0-6,-5 11-7,0 6-4,7 7-1,-8 12-9,7 6 3,-4-3-5,6 6 0,2 2 0,-1 0-5,1 1 0,5 1-2,-5-2-2,5 3-1,-2-5 0,-3-4-2,5 6-1,-1-5-3,-3-2 2,2-14-7,-2 10-2,3-14 4,-5-3 19,2 0-8,0-4-16,2-4-26,-3-3-26,3 1-32,-2-3-38,2-5-34,-1-2-51,1-6-183,-1 0-411,7-2 183</inkml:trace>
  <inkml:trace contextRef="#ctx0" brushRef="#br0" timeOffset="197804.0746">829 16641 41,'0'0'232,"1"-8"-18,2 4-23,-2-1-19,8 0-12,2-2-10,5-2-15,3-3 2,6-1-10,5-3-11,-1 3-2,6-1-11,-2-1-11,-1 3-7,-3 2-3,-2 1-15,-8 3-4,-5 2-5,-2 2-7,2-1-1,-9 2-10,-5 1-3,12 1-1,-6 2-7,-1 2 7,-1 1-7,0 1 10,-3 4 3,1 5 6,-2-3-3,2 1 0,-4-1-6,2-2-7,2 5-2,-2-6-1,1-1-7,-1 2-1,4-3-2,-4-1-3,1 0-3,3-2 0,-1 0 1,3 2 5,-2-4 0,1-1 12,0 2 4,1-3-1,-6-1 4,17-1 3,-8-3-4,1 2 4,0-1-3,1-4-2,-2 0-6,2-1 5,-1-6-9,3 4 1,-3-4-3,2 2 1,-7-1 0,1 2-1,-2-4 1,0 5 1,-3-2-4,3-2-5,-4 4-1,-1-2 5,-3 2-27,0-2 21,-6 1-4,5 3 0,-9-4-11,6 2 9,-9 0-9,7 5 0,-6-1-3,-1 1-11,3 5 16,1-3-3,-3 5-4,6 1 1,-2-1 4,-1 3-9,-1 5 6,3-3-4,3 3-1,0 4 1,-2 1 2,5-1-5,-2 2 4,5 1-5,2-3 3,2 3 3,1-5-3,1 1 3,2 2 3,3-5 0,-4 0-2,5-1 1,-3 2 1,6-5 0,-4 1 12,1-2 2,4-2 0,-1-1 9,2 0-9,-2-4 15,1 1 6,4-3-4,-2-3-5,2 2 4,-1-2-4,-3 0 0,5-5 6,-6 3-1,1-1 2,-1-3 2,1-2-6,0 5-1,-2-3 5,-3 0 0,-1 4-2,1-1 2,-1 0 3,-3-2-15,0 0 2,0 1-1,0 0-5,1-1 2,-3 2 3,1 2-2,-2-2-12,1 2 10,-3 1 1,0 0 6,4-1-5,-3-1-9,0-1 2,-1 10 4,-1-12-8,1 5-3,0 7 2,0-12 5,0 12-8,0-8 5,0 8-2,0 0 5,0-12-8,0 12 0,0 0-8,0 0 11,0 0 1,-5-7-5,5 7-1,0 0 4,-1-8 4,1 8-7,0 0-2,0 0-1,0 0-3,0 0 9,0 0-9,0 0 3,0 0 5,0 0-5,0 0-2,0 0 13,-3-4-13,3 4 1,0 0-11,0 0 19,0 0-8,0 0 0,0 0 1,0 0 2,0 0-3,0 0 1,0 0 2,0 0 4,0 0-5,0 0 6,0 0-1,0 0-13,0 0 0,0 0 4,0 0 7,0 0-7,0 0 14,0 0-10,0 0 0,0 0 1,0 0 1,0 0-5,0 0-3,0 0 3,0 0-10,0 0 13,0 0-4,0 0-3,0 0 9,0 0-16,0 0 15,0 0 1,0 0 0,0 0 2,0 0-24,0 0 25,0 0 4,0 0-14,0 0 3,0 0 7,0 0-9,0 0 5,0 0-4,0 0-6,0 0 9,0 0-3,0 0 3,0 0 3,0 0 0,0 0 0,0 0 2,0 0-1,0 0-3,0 0-10,0 0-2,0 0 13,0 0 4,0 0-18,0 0 17,0 0-4,0 0-2,0 0 1,0 0-1,0 0 4,0 0-3,0 0 3,0 0 2,0 0-27,0 0 25,0 0-8,0 0 2,0 0 6,0 0-1,0 0-4,0 0-2,0 0-3,0 0 7,0 0 0,0 0 1,0 0-7,0 0 3,0 0-2,0 0 7,0 0-1,0 0 1,0 0-2,0 0-2,0 0 2,0 0 2,0 0-9,0 0 4,0 0 6,0 0-2,0 0-1,0 0 7,0 0-13,0 0 8,0 0-1,0 0-4,0 0 3,0 0-4,0 0 4,0 0 2,0 0 1,0 0-5,0 0 5,0 0-9,0 0-9,0 0 9,0 0 3,0 0 2,0 0 4,0 0-7,0 0 5,0 0-1,0 0-19,0 0 14,-9 14 1,9-14 11,0 0-6,0 0 3,0 0-2,0 0-1,0 0-2,0 0-9,0 0-2,0 0 12,0 0 8,0 0-6,0 0-4,0 0-5,0 0 8,0 0 3,0 0-7,0 0-1,0 0-13,0 0 15,0 0 4,0 0 0,0 0-10,0 0 9,0 0 4,0 0-6,0 0 7,0 0-3,0 0-2,0 0-3,0 0-2,0 0 6,0 0 3,0 0-5,0 0-8,0 0 7,0 0-3,0 0 7,0 0 0,0 0 8,0 0-13,0 0-3,0 0 0,0 0 2,0 0 1,0 0 7,0 0-6,0 0-5,0 0 8,0 0 8,0 0-7,0 0-7,0 0 10,0 0-6,0 0-1,0 0 4,0 0-1,0 0-10,0 0 6,0 0-1,0 0 1,0 0 3,0 0 5,0 0-4,0 0-2,0 0-17,0 0 23,0 0-1,0 0-4,0 0-4,0 0 15,0 0-12,0 0-5,0 0 0,0 0 1,0 0 7,0 0 3,0 0-5,0 0 5,0 0-9,0 0-7,0 0 4,0 0 6,0 0 1,0 0 4,0 0 8,0 0-11,0 0 2,0 0-9,0 0 0,0 0 9,0 0-3,0 0 5,0 0-7,0 0 7,0 0-3,0 0 0,0 0-8,0 0 3,0 0 5,0 0-13,0 0 7,0 0-10,0 0 9,0 0 10,0 0-6,0 0 2,0 0-8,0 0-3,-7 5 5,7-5 12,0 0-19,0 0 12,0 0 1,0 0 5,0 0-13,0 0 10,0 0-1,0 0-6,0 0-16,0 0 25,0 0 1,0 0-2,0 0-2,0 0 0,0 0 4,0 0-1,0 0-6,0 0-1,0 0 10,0 0-12,0 0 5,0 0-4,0 0 0,0 0-10,0 0 20,0 0-7,0 0 2,0 0 0,0 0-16,0 0 22,0 0-12,0 0 10,0 0-5,0 0-2,0 0 3,0 0-4,0 0-2,0 0 1,0 0 2,0 0 2,0 0 2,0 0 1,0 0-2,0 0-2,0 0 3,0 0-3,0 0 3,0 0-6,0 0 0,0 0 0,0 0-1,0 0 1,0 0 4,0 0 0,0 0-5,0 0 2,0 0 1,0 0 1,0 0 2,0 0 0,0 0-4,0 0-4,0 0 10,0 0-4,0 0 3,0 0-8,0 0 2,0 0 7,0 0-7,0 0-1,0 0 2,0 0 1,0 0 3,0 0-2,0 0 0,0 0-1,0 0-3,0 0-5,0 0 6,0 0 5,0 0-6,0 0 14,0 0-5,0 0-6,0 0-4,0 0-6,0 0 15,0 0-9,0 0 11,0 0-7,0 0 6,0 0-7,0 0-1,0 0 9,0 0-12,0 0 4,0 0 0,0 0 5,0 0-1,0 0-2,0 0 3,0 0 2,0 0-5,0 0 5,0 0-13,0 0 3,0 0-2,0 0 5,0 0-1,0 0-7,0 0 11,0 0-2,0 0 6,0 0-10,0 0 8,0 0-8,0 0 5,0 0-5,0 0-1,0 0 3,0 0 0,0 0-8,0 0 11,0 0 2,0 0-3,0 0 4,0 0-4,0 0 0,-4 7 0,4-7 1,-1 7-5,1-7 7,1 8-3,-1-8-4,0 12-3,0-7 0,0-5 3,1 14-5,-1-9 3,0 4 4,0-4-4,1 3 6,3-1-5,-1 0-3,-1-2 0,2 2-2,0 0 4,-2-2-1,5 3 4,-2-1 5,4 0-3,0-2 2,1-2 0,3 6 3,0-6 2,4-1-3,3 2-5,0-5 9,0 0-4,0 1 5,-1-3-7,0-1-3,-2 0-3,2 1 8,-4 1-2,-2-1-1,-3 1-3,2-1-5,-6 1 10,-6 2-18,13-3 17,-13 3 6,11-2-6,-11 2 3,0 0 0,12-2-1,-12 2-9,0 0 6,9 0-1,-9 0-4,0 0 10,0 0-2,0 0-11,8-3 10,-8 3 1,0 0-5,0 0 1,0 0-4,0 0 0,0 0-1,0 0 3,0 0-8,0 0 4,0 0-1,0 0 0,0 0 2,0 0-4,0 0 0,0 0-1,0 0-1,-22 5-1,22-5 0,-10 5-5,2 1-2,1 1 8,0 2-20,-3 0 20,-2 5 7,2 1-12,0-2 4,2 1-5,-1 2 1,0 0 2,1-1 2,5-3-7,-4 2 3,3-2-1,3-4-3,1 5 3,-4-5-4,3-1 2,2 0-1,-1 1 2,4-4 5,-3 4 2,3-4-3,-1-1-4,2 2 15,1 0-16,1-1 18,4-4 5,1 3-6,-1-3 2,2 2-5,-1-2-2,-1-2-5,2 2-6,1-1-15,-1-1-10,-2-1-3,2-1-17,-3 2-10,1-1-16,-3 1-25,0 1-15,-8 1-25,15-6-36,-7 3-40,0 2-204,-2-1-472,-6 2 209</inkml:trace>
  <inkml:trace contextRef="#ctx0" brushRef="#br0" timeOffset="198690.5385">2696 16623 205,'0'0'244,"0"0"-15,0 0-18,23-13-16,-14 5-7,4-5-16,2 1-2,-1-4-10,4-2-6,-4 3-4,2-8-9,2 4-8,-8 2-4,1-2-3,-2 2-17,1 0 4,0-9-3,-6 11-2,1-1 0,-1 1-10,-3 5-1,-1 1-6,3 0-9,-3 5-10,0 0-1,0 4-18,0 0-4,-3-5-5,3 5-5,-10 12 0,1-2-13,4 6 1,-7 1-6,3 8-2,0 2-1,4-9-7,-1 7-18,3-4 17,1-1-2,2-3-6,1 0 2,4-3 2,0 0 2,-1-2-8,2-1 7,3-1 0,0-1-8,9 0 11,-6-1 3,0-6-10,4 1-19,-3-1-4,6-1-15,-6-2-30,5-4-27,-4 0-29,3-2-31,-6 1-45,8-7-39,-6-1-50,-1 1-191,-3-4-517,0-1 228</inkml:trace>
  <inkml:trace contextRef="#ctx0" brushRef="#br0" timeOffset="199009.8609">3047 15990 140,'-5'-4'192,"5"4"-23,0 0-9,-17 9-9,11 0-12,1 2-11,0 0-14,0 6 2,1-2-6,3-3-4,-1 5-4,2-5-1,0 1-9,4-2 2,-1-1 5,4 0 5,-3-3 3,1-3 0,2 0 14,4-4-7,-11 0 0,23-4 0,-6-2-7,-3-3 1,2 3 9,-5-1-14,0-3 10,-3 1 2,1 0-16,-4-2-3,0-6-13,-1 3-6,-4 1-25,-5-3 14,1 4-9,0 1-4,-1 1-22,-3-1 2,-2 2-20,1 1-14,-1 7-26,-4-3-22,2 3-15,12 1-26,-25 6-30,14 0-24,3 3-18,0 1-15,0 1-19,4 3-48,2-1-27,3 3-158,3 1-465,1 2 206</inkml:trace>
  <inkml:trace contextRef="#ctx0" brushRef="#br0" timeOffset="199333.6592">3363 16355 213,'0'0'263,"0"0"-17,-3 4-18,3-4-7,0 0-10,0 0-8,0 0-11,0 0-10,0 0 2,0 0-8,0 0-4,26-1-11,-16-1-15,4 2-16,5-2-9,0-1-19,-1 0-9,0 0-9,-4 2-24,2-2-18,-3 1-33,-2 1-31,-1 1-32,-1-1-34,-9 1-31,0 0-40,17 0-6,-17 0-18,2 4-11,-2-4-34,0 0-144,-13 10-402,4-3 179</inkml:trace>
  <inkml:trace contextRef="#ctx0" brushRef="#br0" timeOffset="199612.2008">3353 16486 73,'-2'1'209,"2"-1"4,-1 7-1,1-7 2,0 0-3,5 5-6,3-1-2,6-2-11,2-2-18,5 3-13,-1-3-14,2 0-20,9 0-8,-4-5-13,3 3-26,0 1-29,-2-5-48,0 6-45,-9-5-60,-1 0-64,3 3-70,-8-1-123,4-3-390,-1 0 173</inkml:trace>
  <inkml:trace contextRef="#ctx0" brushRef="#br0" timeOffset="199893.2852">4146 16367 45,'0'0'312,"-1"-11"-3,1 6-10,0 5-31,-3-15-12,4 8-14,1-2-10,-1 1-19,2-1-28,-2-4-3,5-1-11,2 4 1,-1-8-12,4 8-22,-1-3-17,3 0-12,0 2-1,2 1-15,-2 0-11,1 4-7,0-3-7,-1 8-9,-1-2-8,-4 6-11,3 2 0,-2 2-5,-2 2-4,-1 8 0,-2 0-2,-2 1-9,-5 8-1,-6 1-2,0 2-6,-6-1-2,-1-1-7,-4-1 0,6-1-9,-4-3-9,5-5 9,2-3 6,0 1 2,1-5 0,6-2 0,-3 0-6,3-2 3,0 1-1,0-3 8,1-1-5,3-3 0,-2 6-2,2-6 6,0 5-1,0-5 2,0 0-12,5 4 21,-5-4 7,12 0 1,3 1 3,-2-1 3,6 1 1,2-2-5,-1 1-9,3 0 4,0-2 1,-3 2-7,2-2-10,0 1-33,-2 1 4,-2-2-21,0 0-29,-5 2-31,1-4-37,-5 3-43,4-1-43,-2 0-56,-1 1-265,-3-2-598,1-1 265</inkml:trace>
  <inkml:trace contextRef="#ctx0" brushRef="#br0" timeOffset="200237.2379">5747 16150 207,'-1'-5'306,"1"5"-18,-3-6-22,3 6-27,0 0-25,0-8-25,0 8-18,0 0-25,0 0-30,0 0-34,0 0-42,0 0-43,0 0-50,0 0-35,0 0-44,0 0-43,0 0-128,0 0-327,0 0 146</inkml:trace>
  <inkml:trace contextRef="#ctx0" brushRef="#br0" timeOffset="200486.5551">5833 16448 132,'0'9'231,"5"7"-6,-4-5-15,2 8-17,0-4-13,-1 1-8,0 4-6,1-4-10,-3 2-14,0 1-13,-3-2-10,-4 3-18,4-2-1,-8-1-17,-2 6-5,-1-7-23,-4 2-24,8-3-43,-8-1-35,0-5-64,4 3-66,-3-3-183,3-3-389,4-2 172</inkml:trace>
  <inkml:trace contextRef="#ctx0" brushRef="#br0" timeOffset="201454.0402">7162 16038 47,'0'0'169,"2"-4"1,-2 4-4,4-5-7,-3 2 2,-1-1-8,4-1-2,-3 0-1,1 1-1,-1-2-10,0-1 3,2-2-9,-2 4-3,3-7-7,0 6-6,3-3-14,0-1-10,0-4-13,3 4-3,2-2-6,1-2-8,5 2-7,5-4-5,-1 2-7,1 0-5,3 5-5,1-1 0,-9 7-6,1-2-7,-1 5-3,-2 1-1,3 0-5,-6 2 3,-3 7-5,0-3 0,-1 8-2,-3 2-1,-4-1-1,-2 3 2,-2 1-8,-8 5 2,0 1-5,-4-2-2,0 1 0,-3 0 0,-1 2 1,0-1-1,-2-4 1,-2 1-1,-1 0 3,3-1 2,-4-1-6,2 0 2,0 1 0,1-1-22,4 1-2,-3-2 6,10-6-1,-3 1 3,3-3 1,1 2 2,3-4 0,1-2 1,1 1-1,0-4 2,2-1 1,-1 2 11,2-2-8,1-4 4,-2 6 0,2-6 5,0 0 9,6 4 2,-6-4 2,0 0 4,24-10 1,-13 4-3,7-2 4,-1-2-5,3 1 0,1 1 2,4-6-3,-4 8 1,-3-3-4,0 4-1,0-2-1,-1 2-3,-4 5 2,3-2-1,1 2-2,-4 2 5,1-2-5,-1 2 7,5 1-4,-5 1-1,2 3 4,2-2-4,-3 3-1,-3-4 2,4 4-1,-2-3 4,-2-3-5,2 5 2,-2-3 0,1 0 0,0-1 0,-3-1-2,1 1 5,-3-2-7,-7-1-4,14-1-5,-14 1-12,11-1-16,-11 1-19,12-4-26,-12 4-37,10-5-23,-5 0-44,-1-1-29,1-3-165,0 2-408,3-1 181</inkml:trace>
  <inkml:trace contextRef="#ctx0" brushRef="#br0" timeOffset="201835.3559">8301 15838 92,'2'-2'202,"-2"2"-21,4-7-10,-4 7-26,0 0-10,0 0-9,0 0-13,-22 12-11,12-5-2,-5 7-1,-7 0-5,-1 1 2,0 5-1,-5 0 1,2 1 2,-2 4-9,0-4-2,0 2 0,1-1-5,1-3 3,1 0-2,5-1 3,3-6-1,4-2-1,3 0-1,1-5-8,1 4-2,3-4 0,-1-1-7,3 2 2,3-6-3,-5 5-7,5-5 1,0 0-12,-3 7 2,3-7-6,8 10 2,1-4 5,0 2-5,4 2 1,2 0 1,2-1-4,2 1 1,6 3 0,-7-5 0,8 7 12,-1-3-26,-1 0 4,-7-2-10,2-3-2,-1 1 3,-2-1-9,1 0-1,-7 0-9,2-4-27,0 3-15,-3-1-19,0 3-21,3-4-30,-3-1-26,0 2-21,0-4-22,3 2-26,-5-2-24,-7-1-31,23-3-190,-16 2-482,7 0 213</inkml:trace>
  <inkml:trace contextRef="#ctx0" brushRef="#br0" timeOffset="202215.5425">8699 16058 137,'2'-9'254,"-2"-2"-16,2 2-13,-1-3-11,-1 0-21,3 2-11,0-2-13,4-2-8,-1 1-12,2-2-12,3-1-9,2-1-7,4 0-13,1 3-10,-5 2-4,6 2-15,-4 0-4,2 3-11,-4 5-6,0-1-5,-1 3-6,1 4-5,-3 3-1,0 2-8,-1 5 3,-4 3-6,-2 7-2,-5-4 1,-3 7 0,-6 1-8,-3 1 1,-3-3-1,-1-1 5,4 2-5,-3-5-8,4-5-2,4-3 3,-3-3-3,7 0-2,-1-4-4,2 2 1,1-4 5,1 0-6,2-5 9,0 8 11,0-8 0,6 6 13,-6-6-8,18 4 6,-7-1 0,1-2-8,1 1 0,0-1-6,6-2 1,0 2-2,-5-1-3,6-3-3,-6 3-4,-1-1-11,0 0-11,1-2-22,-1 1-19,-3 0-28,3-3-30,-4 2-30,0 0-45,1-2-35,-3-2-46,1 3-188,-8 4-492,10-10 219</inkml:trace>
  <inkml:trace contextRef="#ctx0" brushRef="#br0" timeOffset="203032.4603">10097 15749 113,'18'-12'151,"-3"0"-4,7-4 1,-1-1-8,-6 3-9,2-5-4,-5 3-10,-3-2-4,1-7-14,-4 7-6,1-6-8,-3 3-7,-2-4-2,-3 0-14,-3 4-3,0 4-6,0 2-3,-1 5 0,-2-2-8,0 2-1,0 3-5,0 2-5,-2 3-5,9 2-1,-18 5 0,8 9 0,-8 5-5,2 8 9,2 2 5,-4 21 6,5 0 14,3 1-4,0 6 7,-3-3-8,3 2 4,3-1-2,0-2-4,-1 2 8,-1-3-6,4 0 3,2-3-5,-6-3-1,5-9-3,1-2 5,-5-3-7,3 2 3,-2-5-1,4 0-6,-3-3 0,3-6-6,-1-3 1,-2-5-9,2 0 2,-2-4-5,5 4 1,-2-7-6,2-1-8,-1 3-1,0-5-22,1 1-43,1-3-43,0 0-43,0 0-31,-11-13-39,8 2-41,-1 1-141,4-4-430,-3-3 191</inkml:trace>
  <inkml:trace contextRef="#ctx0" brushRef="#br0" timeOffset="203409.5643">9871 15966 90,'0'0'206,"-2"-5"-8,2 5-9,2-7-18,-2 7-12,8-6-2,2 0-5,0 1 1,12-2-4,10 0-6,4 0-5,1-1-8,17-1 0,-1 1-8,2 1-3,-1 2-11,-3-4-12,-13 8-1,-3-3-13,0 1-6,-5 0-6,-10 1-10,-2-1-1,-6 2-11,-4 1 0,0 0-6,-8 0-9,12-3-12,-6 3-14,-6 0-30,0 0-28,9 2-31,-9-2-25,0 0-24,0 0-26,0 0-26,0 0-9,0 0-10,0 0-1,0 0-117,0 0-347,0 0 153</inkml:trace>
  <inkml:trace contextRef="#ctx0" brushRef="#br0" timeOffset="204235.8829">10524 15852 619,'0'0'-42,"0"0"22,0 0 21,9-4 12,-2 1 21,0 1 13,3-4 23,3 0 4,-4 1 10,0-5 10,1 2 6,1-5 2,-2 0 7,0 4 8,0-6 2,-3 4 4,0 1-3,-1-1 3,-4 0 1,0 1-8,2 5-2,-6-3-7,-2 3-16,1 1-3,4 4-14,-18 0-11,1 7-2,-3 1-7,-5 6-2,0 5-3,2 0-7,3 4-4,1-1-4,1-1 1,8-4-9,-2 0 7,3-1-14,4 1 1,1-2-4,3-2-1,2-2-1,2-1-1,2 2 1,0-6 2,5 4-5,-1-5 5,2-4-6,1 2 4,5-6-1,1 3-2,-1-4 0,-1-4 1,-1 2-3,1-5-3,-1 2 1,-1-5-1,-2-1 0,2-7 1,-2 0-2,0 0 1,-1-3-3,-4 5 2,-1 4 0,-2 2 0,1 5-1,-2-2-2,-2 5 1,0 0-2,2 2 0,-3 4-3,0 0-2,0 0 6,0 0-1,-13 21-4,7-5 2,1 2-1,-1 2 4,1-4-11,0 4 5,3-3-2,2 3 0,2-2 5,2-1-1,-1-2-1,3-4 0,0 0-3,1 1 8,3-5-1,1-2 0,1 1 3,6 0 0,0-3-1,-6-3 2,8-2-2,-2-3 0,-1-3 1,0 1 8,-2-4-9,1-3 5,2-2-7,-1-4 1,2-1 1,-5-4-1,-2-3-1,1-2-3,-1-3 1,-3-1 3,-3-1-3,1 3 6,-1 0-6,-3 5 2,-5 8 3,2 3-2,0 5 4,-1 4-5,-1 1 3,2 6 3,-14 0-6,14 0 5,-25 20-7,9 2 3,1 5-5,2 3 3,-2 0-2,2 1-2,0 3 4,-1-2 1,9 0-1,-5-1 2,6-3-4,-1-3-1,7 0-2,-2-6 3,6-3-5,-5-5 7,4 0-4,2-1 4,0 0 3,3-5 0,1-1 4,2 1 3,7-5-3,2 0 2,-3-2 0,9-6 0,-1-1-4,0-1-2,-1 1 2,0-4 0,-1 2 2,-8-1-2,6-3 2,-1-3 0,-6-1-1,4-2-2,-6-1 1,2 0 2,-6-4 0,1 4 1,-5 2-1,1 3 0,-4-2 2,-4 4-1,1 3 2,-2 0-2,-1 0-1,-1 6-1,-2 0-3,-1 1-2,0 2-5,-4 1 5,11 2 2,-23 9-4,14-2-2,-1 1 4,-2 2-3,2 4 2,0 1-2,5-1-2,3 3 0,0-2-3,4 2 2,0-2 5,3 0-3,3-1 0,4 0 1,-4 3 1,4-5-3,-1 2 6,-1-4-2,0 3 0,1-4 10,-5 1 2,5 0 0,-1-1-2,-4 1 2,3-3-7,-1 0 7,-6-2-3,4 0-1,-3 1-2,0-3 2,-3-3 7,4 6-9,-4-1 5,0-5 4,-7 7 4,1-5-9,-7 5-1,1-4-4,-1-2 2,-6 0 0,0-1 6,-3 0-12,3 0 0,-4 0-10,3 0-21,1-2-13,0 0-18,6 1-24,-6-1-27,10 0-23,-2 2-28,11 0-30,-12-3-38,4-1-36,8 4-146,-1-7-447,1 7 198</inkml:trace>
  <inkml:trace contextRef="#ctx0" brushRef="#br0" timeOffset="204664.9491">11513 15708 137,'6'-3'155,"-6"3"-11,5 0-12,-5 0-2,3 10-12,-5-4-1,0 4-11,1 0-4,-1 0 3,1 1-9,1 0 0,-3-1-1,6 1-1,-2-1-3,2-3 5,1-2 13,0 2-2,0-1 5,7-2 1,-2-1 4,1-1-5,3-2-4,-2-1-1,5 0-8,-1-4 4,1 0-6,3-5-2,-9 5 5,5-6-3,-4 6-2,1-10-4,-5 5-3,3-5 3,-4-2-16,-2 8 2,-2-4 0,1 4-12,-3 0 6,-4-2-4,-1 7-19,-5 0-5,0 4 2,-6 1-10,-2 5 0,-8 3-6,8 3-13,-5 5 5,1 2 6,3 1-14,3 0-4,1 2-8,7-4-5,-1 0-1,8 0-9,0 0-1,1-2 5,2-1-1,7 0 0,-1-4 1,5 2 9,-2-6-3,6 1 0,0-1 0,6 1 0,3-4 8,3-2-7,1 1-1,-9-3-6,14 0-22,0-3-1,-4-2-7,-3 1-6,-8-4-20,1 8-11,-4-10-20,1 6-14,-4-1-26,1-1-15,-4 2-27,-2-1-23,-3 3-26,0-2-40,-6 4-171,0 0-475,0 0 210</inkml:trace>
  <inkml:trace contextRef="#ctx0" brushRef="#br0" timeOffset="205450.4839">5075 17145 51,'-6'-1'208,"6"1"-26,-11 3-18,3 2-6,2 1-22,1 3-3,3 2-8,-1-3-13,3 4-10,0-4-8,1 5-3,1-8-6,0 2 31,4 2-1,-4-5-6,4 2 6,-1-2 10,2-2 1,-1 0 12,3-2-9,0-4-1,2 2 1,-1-6-12,-2 3 2,-1-3-2,2-1-11,-4-1-10,-1-2-1,1-2-11,-5 1-6,0 2-8,0-2 3,0 4-15,-1 2-1,-3-1-8,2 0-6,0 4-2,0-1-22,2 5 10,-13 0-13,13 0 10,-17 12-6,2 2 2,2 1-5,-6 5-1,8 4-2,-1-7-4,-2 8-5,8-6-6,1 0-10,2-1 6,1-1-15,1 0 1,2-1-6,4 0-14,-1-5-6,5 3-6,0-5-15,4 6-14,-3-9-23,4 5-15,3-6-29,2 0-17,-1-3-20,5-3-22,-4 0-24,0-5-18,0 2-170,0-8-452,-2 4 199</inkml:trace>
  <inkml:trace contextRef="#ctx0" brushRef="#br0" timeOffset="205758.0352">5318 17297 430,'9'-24'29,"-5"7"29,1-3 20,-4 6 9,3 2 13,-2 0-7,1 4 10,-3 2-16,1 0-9,-1 6-11,0 0-8,8-4 7,-8 4 1,13 14-2,-1 0-6,-1 3 7,1-7-15,4 14 0,-1-3-4,-1 1-5,-2-6-2,3 6-1,-4-5-9,1 0-5,-2 2 3,-2-3-17,0-4-17,2 0-13,-5-2-26,3-2-22,-3-1-36,1-2-19,-2-1-20,0-1-100,-4-3-263,0 0 117</inkml:trace>
  <inkml:trace contextRef="#ctx0" brushRef="#br0" timeOffset="205785.0553">5600 17163 158,'-2'-4'177,"2"4"-31,-8-4-4,8 4-20,-18 11-7,6 3-1,-6 7-16,0 0-6,-4 1-6,1 0-8,-2-1-7,5 5-1,-5-6-13,2 2-8,3-3-2,4-3-5,0 5-29,4-12-35,1-2-37,6 3-52,2-5-23,1-1-92,0-4-243,7 5 108</inkml:trace>
  <inkml:trace contextRef="#ctx0" brushRef="#br0" timeOffset="206239.0161">5840 17186 19,'0'0'196,"8"-3"-16,-8 3-18,0 0-9,0 0-21,0 0-11,-3 20-9,0-4-7,0 0-15,-3-1 2,-2 5-10,2-3-11,4 0 1,0 1-9,-3-4-6,5 3-4,-4-5-9,4-3 2,0 4-2,2-6-10,0-2 7,3 4-3,-1-6 1,5 3 0,2-3-6,-1 0 1,3-3-1,-2 0-8,9-4 0,0-2-2,-1-1-19,2-3 14,-3 4-4,0-7-15,-2 1 7,5-5-8,-4-3-2,-2-1 0,1-1 9,-3-2-8,-4 2 11,0 3 1,-3-8 5,-1 3 8,-2 6 9,0 1 14,-1 6-7,-2 3 15,0-1 0,3 1-3,-6 4-3,3 4-11,0-7-1,0 7-3,0 0-5,0 0-2,0 0 0,-12 21-9,5-2-1,-2 5 10,3 4-11,-2-4-3,0 0 1,3 5 2,0-3-6,1-9-3,2 3 3,2 6 1,0-10-7,0-4 10,-2 5-5,4-4-8,0-4-2,1 2 7,-2-2-2,3-4-6,1 0 2,1 2 8,1-4-3,0-3-3,1 0-9,5 0-21,5-1-18,-4-4-31,5-1-26,-2 0-42,-2-5-30,2 0-47,-2 2-141,-4-4-394,-4 2 175</inkml:trace>
  <inkml:trace contextRef="#ctx0" brushRef="#br0" timeOffset="206534.5133">6160 17285 173,'0'0'175,"0"0"-17,0 0-11,0 0-2,31-3-18,-17-1-11,4 3-6,1-6-20,4 7-1,-1-3-14,-1-3-4,6 3-3,-8 3-21,-2-6-15,2 4-12,-6-3-26,-2 4-23,0-2-18,-3 2-35,-8 1-12,12-1-36,-12 1-80,0 0-226,0 0 100</inkml:trace>
  <inkml:trace contextRef="#ctx0" brushRef="#br0" timeOffset="206814.6616">5867 16924 104,'0'0'200,"0"0"-23,-14 0-19,14 0 0,-8 13-26,3-4-4,1 3-9,-1-2-10,0 2-6,4-1-8,-1 2-3,2-3-7,0-2-3,2 3 1,-1-8-2,4 6 9,-1-6 7,1 2 5,6-1 10,-1-3-2,1-1 0,-11 0-1,25-3 0,-14 0 3,3-1-4,-5-3-1,-1 2 8,-2-1-7,3-2 1,-5 0-8,-3-1-12,3-1-12,-4 2-15,0 8-13,-5-17-14,0 8-29,-5 1-20,3 0-36,1 4-35,-7-1-33,2 0-45,-1 1-43,12 4-45,-15 0-39,15 0-151,0 0-478,-17 5 211</inkml:trace>
  <inkml:trace contextRef="#ctx0" brushRef="#br1" timeOffset="216535.2974">2416 6624 96,'9'-13'171,"-7"9"-11,1 0-13,2 0-16,-3 0 1,0-2 0,-1 0 6,4 1-3,-2 0 0,-1-3 0,1 4-9,1-2-1,-4 1-2,1-1-2,-1 0-7,0 0-3,0 0-5,-1 0-9,1-2 0,-3 1-8,2 0-2,-2-1 2,2 0-9,-3 0 4,-1 0 5,2 2-1,2 0-12,-3-1-2,2 0-6,-4 3-1,2-1-2,0 2-9,1 0 4,-1 1-15,-1 1-10,5 1-1,-11-2-5,3 3-4,0 1-8,-3 0-2,2 3-5,-1 0-1,-2 1-3,5 2 4,-1 0-5,1 0-3,-1 3 0,4-3 2,-1 3 1,1-1-8,-1 2 4,1 0 2,0-2-4,2 1 3,-1-1-4,2-2 2,1-1-7,0 0 6,0 1-5,4-3 9,-4 0-3,2-1-4,1 2 10,-2-2-2,-1-1-2,4 1 3,0-1-1,-1-1-1,-3-2 1,9 0 6,-2 0-3,0 0-4,4-2 3,-6-3 6,7 1-3,-4-1-1,1 2-6,1-5 1,-2 4 1,0-1 4,-3 2 1,0-3-4,1 2 6,-2 0-3,-2 1 4,4 0 2,-4 0 0,-2 3-9,4-4 7,-4 4 10,3-1-19,-3 1 4,0 0-14,0 0 2,0 0-1,0 0-6,0 0 7,5 5 13,-5 5-11,5 3-3,-5 2 7,2 4-4,0 1 4,-1 0-3,3 3 16,-3 2-11,2 1-1,-2-7 2,-1 1-1,1-1 0,-1-1 0,0-1 8,3-6-4,-3 3-2,0-4 2,1 1-3,-1-3 1,0 0 1,-1-3-3,5 1 4,-7-3 8,6 0-6,-3 2 9,0-5-6,1 3 7,-1-3 5,0 0-1,1 4-7,-1-4 3,0 0-1,0 0 4,14-13-5,-7 2 3,7-1-6,-4-4 2,9-5-6,2 0 3,-2 1-5,1-1-1,-3 2 1,1 4 0,-4 2-5,0-2 5,0 2-7,0 0-1,-5 6 4,-1 0-8,1 0-2,2 2 8,-7 0-4,1 0 3,-1 0 0,0 4-6,-3 0-2,4-4 9,-5 5-10,4-3 2,-4 3-10,3-2-10,-3 2-12,0 0-6,2-5-35,-2 5-11,0 0-40,0 0-44,0-4-51,0 4-46,6-2-27,-6 2-206,12-1-545,-3-3 241</inkml:trace>
  <inkml:trace contextRef="#ctx0" brushRef="#br1" timeOffset="217846.9302">4448 6650 187,'0'-5'218,"-3"-2"-2,3 3-21,-1-1-3,1 2-8,0 3-14,0-4-14,0 4-11,0 0 2,-3-7-17,3 7-13,0 0-14,0-4-7,0 4-10,0 0-8,0 0-7,0 0-7,0 0-8,0 0 0,0 0 2,0 0 1,9 13 10,-5-10 9,2 6 2,2 0 0,0 0 2,2 4 2,6-2-5,-5 3 0,4-3-8,0 1-5,8 3 3,-8-3-5,1 0 0,1-4-1,2 4-2,8-2 2,-1 1-1,3-1 6,-3-3-1,4 1-2,4-6-3,0 1 1,3-1 2,0-2-7,3-2-2,12-2-8,-13-2-3,11-2-1,-10 1-7,12 1 3,-12-2-9,-3-1 4,1-3 3,11-4-12,-14 5 0,0-2-2,1-2-1,-2-2-9,0 3 0,0-3 2,-3-1-4,-1 0 4,2-1-7,-1 0 4,0-2-3,-2 3-2,-6-2 1,4-1-4,-4 1 6,-3 2-7,-2-2 2,2 2-2,-5 4-1,0 0 8,-5 1-6,3 1 3,-5 3-1,-2 1-2,2-1 2,-3 1-3,-1 4 1,-2-1-2,2 0-7,-1 1 13,-1 1-7,1 0 2,-3 3-4,0 0 1,1-4 8,-1 4-19,3-6 3,-3 6-3,0 0 0,-4-4 7,4 4-10,-3-3-12,3 3 2,-6-4-7,-3 3-8,-1 1 4,1 1-6,-3 2-9,-7-2 8,-1 4 4,-1 0 1,-6 2 15,0-1-8,-2 3-2,9-4 8,-7 2-2,8-2-3,1 0 19,6 0-2,1-1-1,0-4 0,3 3-2,1-2 14,3 2-4,4-3-4,-6 1 2,6-1 4,-5 2-7,5-2 5,0 0-3,0 0-2,0 0 7,18-6-4,-7 2-2,5 2 9,-4-4-11,5 4 2,1-2 2,0 0 0,0 3 2,-4 1-1,0 2 1,0 1 3,2 2 12,0 4-20,0 0 10,-2 2-7,-1 3 19,0 3 0,-2 0 6,1-2 3,-6 5-14,3-4 5,-5 3 3,0 0-1,0-2-5,0 1-18,-4-3-8,0 1-26,0 1-32,-4-3-33,4-2-39,-4 4-23,3-3-51,-2-1-46,3 0-16,1 1-28,3-3-175,3-1-524,4-2 232</inkml:trace>
  <inkml:trace contextRef="#ctx0" brushRef="#br1" timeOffset="220229.2312">7146 6684 146,'2'-5'172,"1"1"1,0-1 3,-2 0-3,2 0-7,-3-2-1,4 2-7,-2 2-8,2-1-3,-3-1-5,3 2-6,-1-1-5,-2 2-4,0-1-12,-1 3-10,0 0-10,2-5-9,-2 5-10,0 0-12,0 0-2,0 0-2,1 19 2,-5-7 4,0 8 5,-2 6 9,-3 3-3,-1 3 4,-4 15-4,5-14-1,-2 0-4,-1-1-2,3 2-3,-2-3-5,-1 1-2,3-3 0,0-1-8,-1-2 3,2-8-7,2 2-6,2-3 0,0-4-5,1 0-3,1-3-7,-2-1-6,0-3 7,3-1-8,0 1 0,-1-2 2,1 0-2,1-4-6,-4 4 2,4-4 4,0 4 9,0-4-7,0 0 1,0 0-4,0 0 6,0 0-15,0 0-14,4-20-13,-1 9-23,3-7-4,3-6-13,-4-3-1,3-4 4,2 3 2,-1-1 3,0 1 1,0-6 10,1 3-1,-2 0-1,1 0 7,1 0-2,-5 3 9,1-1-2,-1 10 4,-1 1 1,-1-1 2,-2 4 7,0 5-2,1-1 4,-2 1 0,-3 4 3,3 0 4,-1 1-9,-2 1 2,-1 0 0,-1 2 0,-3 2 5,-5 6-5,-4-2 1,2 5 4,-5 1 0,-1 5-2,-5 1 3,10-4 2,-1 0 3,-1-1-4,6 1 2,0 3-1,4-10 1,2 1-1,-1 1 0,1-2-1,3-1 7,-3 0-6,5-1 2,-1-1 2,2-2 3,-2 4 5,2-4 3,-1 3 6,1-3 2,0 0 3,0 0 3,0 0 8,0 0 2,0 0 4,26-7 11,-16 1 3,3-1-10,0 2-2,4-4 8,-3 0-3,5-2-10,-2 1 6,1-3 6,-1 1-12,0 1 3,1 0-5,-3 1 3,-2-1 2,2 2-22,-4 0 18,0 1-7,-1 0 3,-1 2-9,1 2 4,-2 0-4,-2-2-8,0 4-1,1 1-4,-2-1 1,-5 2-3,15 4 1,-4 1 4,-2 3-5,4 4 1,1 1 13,-1 2 3,5 5 0,2 2 6,-4 0-8,0-1 1,2 1 2,-3-2-4,2 1-1,0-2-4,-6-5 2,-1-3-4,-1 3 5,-3-5-8,1-3 6,-1 3-7,-1-3-2,-1-1 5,0-1-17,0 1-3,0-3 3,-3 4 5,-1-6-7,4 2-7,-4-2 10,0 0-7,4 4 4,-4-4-1,0 0-10,0 0-11,0 4-9,0-4-16,0 0-6,1 3-14,-1-3-5,0 0-13,0 0-10,0 0-21,0 0-25,0 0-35,0 0-46,0 0-53,0 0-280,0 0-607,-10-14 269</inkml:trace>
  <inkml:trace contextRef="#ctx0" brushRef="#br1" timeOffset="221098.2668">7719 7149 115,'1'-4'252,"2"-3"-18,-2 1-21,3 1-23,-3-5-16,2 3-19,2-4-14,-2 1-13,3 0-3,-3 0 0,1-2-14,-2 0-7,1 2-9,1-2-2,-2 2-4,0 0 2,-1 1 2,-1-3 4,0 7-3,-1-5-2,-1 3-9,0 0-4,0 0-6,0 1-5,-3 2-11,-2 0-10,0 3-3,-4-1-5,-3 5-3,-3-1-3,-1 8-5,-6 2-3,6-1-3,-2 6 1,0 2 0,-1-4-3,9-1-1,5-4-3,-2 5-6,3 0 2,3-3 0,1-1-3,0 1 0,2-2 5,0 1-5,2-2 6,0-2 3,3-2 4,-1 0 4,3-2-2,2 1 9,0-2 0,1 0-1,3-4 2,-3 0 2,2-3-11,-1-1 1,0 1 5,-1-3 2,3-1-5,-4-2 4,-1 4 1,3-8-4,-2 4 16,-3 1 8,3-2 1,-4 4 1,3-3-15,-4 1 5,1 0-2,-2 2 4,0 2 3,0 0 2,-2 2-11,1 1-6,0-1-2,-2 0-10,0 4-5,0 0-11,0 0-1,0 0-4,0 0-1,0 16-1,-2 1 7,-1 2 6,-3 7 11,1 4 1,-1 1 12,1-3-3,0 0 3,0-1 0,0 1-2,1-3-2,3-2 0,-3-3-6,4-2 0,0-2-2,-3-4-3,2 0-5,1-2 3,1-1-5,-2-3 3,2 0 2,-1-1 5,0-2 0,0-3 3,3 5 2,-3-1-3,0-4 10,4 1 0,-4-1 3,5 2 1,-5-2 7,14-3 3,-4-3-7,8-4-3,7 0-3,2-2-9,-1 2-2,3-3 0,-2 1-5,-1 1 4,-6 3-8,7-4-3,-11 4-3,2 3-3,-2-4 1,0 5-9,-4 0 5,-1 0-2,-2-3-1,-3 5-1,0 0-1,-1 2-1,1-2 3,-3-2-2,-3 4-2,7-1 7,-7 1-6,3-3-1,-3 3 2,0 0 0,0 0-4,8-3 5,-8 3 3,0 0-8,0 0 3,2-1 3,-2 1-1,0 0-2,0 0-1,0 0 1,0 0 2,0 0-2,3-4-3,-3 4-2,0 0-4,0 0-8,0 0-5,0 0-10,0 0-9,0 0-19,0 0-14,0 0-21,0 0-26,0 0-25,0 0-15,0 0-12,0 0-10,0 0-14,0 0-21,0 0-19,0 0-36,-3-6-47,3 6-288,-5-4-656,5 4 290</inkml:trace>
  <inkml:trace contextRef="#ctx0" brushRef="#br1" timeOffset="256705.0863">3833 8521 9,'0'0'247,"0"0"-9,0 0-17,0 0-25,-5-1-18,5 1-23,0 0-15,0 0-14,0 0-20,11-5-8,-2 3-5,5 0-9,4-2-13,3-1-5,8 0-5,2-2-11,1 2 1,1-2-5,1 1-5,0 2-6,0-1-3,-3 1-3,2 1-6,-4 0-13,-8 1-5,2 0-8,-4 0-9,-6 1-5,0-1-14,1 1-7,-7 0-19,1 1-15,-1 1-15,-7-1-4,10-1 10,-10 1 0,6-1-15,-6 1-21,0 0-14,0 0-119,0 0-271,0 0 121</inkml:trace>
  <inkml:trace contextRef="#ctx0" brushRef="#br1" timeOffset="257231.7612">3810 8656 148,'-5'1'162,"5"-1"-13,-4 2-17,4-2-4,0 0 3,0 0 3,0 0-6,22 2 0,-8-2-4,9-3-6,6-2-8,2 3-4,5 0 0,15-5-8,-13 5-8,17-1-11,-15 1-5,12-1-6,-15 1-9,3 2-6,-3-3-4,-4 0-5,-1 2-4,-4-2-7,-6 1-2,-3 2-1,-2 0-5,-4-3-6,-2 3-1,-6 0-7,4 0-9,-9 0-10,9 0-7,-9 0-16,7 3-11,-7-3-16,7 0-28,-3 2-24,-4-2-25,0 0-18,10 0 1,-6 0-6,2 3-123,4 0-302,6-2 134</inkml:trace>
  <inkml:trace contextRef="#ctx0" brushRef="#br1" timeOffset="257736.6103">6225 8653 125,'-11'-1'148,"2"0"-3,1 1-1,8 0-3,-14-2-7,9 2-4,5 0-8,0 0-5,-9 0-5,9 0-1,-4-2-7,4 2-2,0 0-5,0 0-8,0 0-10,0 0 0,0 0-1,0 0 7,22 2 0,-4-2 7,10 0-3,4 0-1,5-2-5,15 2 0,2-2-6,6 1-6,2-2-7,0 1-2,5-1-10,-1 2-2,26-6-8,-28 3-1,1 0-3,-5-1-7,-1 1 1,1-1-5,-7 0-2,-2 0-4,-11-1-2,0 0 1,-6 2-4,2-2-1,-2 0 1,1-5-2,-6 7-2,2-3 0,-4 3-2,-5-2-2,-5 1-1,1 2 2,-5 0-5,-1 2 0,0-3-1,-3 2 3,-1 0-5,1-1 1,-4 1 4,1 2-12,-6 0-8,8-3-7,-4 3-2,-4 0-4,6-2-15,-6 2-8,0 0-6,0 0-14,7 0-4,-7 0-7,0 0-12,0 0-16,0 0 15,0 0-5,0 0-15,0 0-4,-14 7-11,5-6-7,0 1 0,-3 2-7,-1 0-9,-7 0-130,1-1-306,-6 2 135</inkml:trace>
  <inkml:trace contextRef="#ctx0" brushRef="#br1" timeOffset="258312.6623">6270 8756 13,'-5'3'77,"5"-3"2,-6 2 2,2 0-11,4-2 5,-4 2 2,4 1-3,0-3 11,0 0-7,0 0 8,2 8-3,3-6 13,0 2 8,6-1 15,-1-1 1,11 2-2,8 2 9,2-4 1,7 2-5,14 0-1,6 0-8,2-4-1,5 0-6,1 3-10,25-3-5,0 0-4,-26 1-3,26 3-7,-28-3-9,1 2-6,1-2-6,0-1-2,-3 1-8,-4-1-1,-1 1-3,-3 1-4,-14-4-8,-2 2-3,0-2 1,-4 1-5,1-1 0,-3 1-3,-5 1-3,-5-1 1,-5 0 1,-4 1-2,0-2 0,-2 2 2,-2 0 0,0-1 6,-2 1-10,-1 0-2,-6 0 1,9 0-1,-9 0-2,8-1-1,-8 1 1,6 0-3,-6 0-2,0 0 0,0 0-1,7 0 0,-7 0 0,0 0-3,0 0 0,0 0 0,0 0 0,5 1 1,-5-1-2,0 0 2,0 0-4,0 0 0,0 0 9,0 0-7,0 0-2,0 0 0,0 0 0,0 0-3,0 0 6,0 0-2,0 0-5,0 0 3,0 0 0,0 0 0,0 0 10,0 0-12,0 0 3,0 0 0,0 0-5,0 0 5,0 0 1,0 0 0,0 0-2,0 0-3,0 0 4,0 0 0,0 0-3,0 0-6,0 0-2,0 0-5,0 0-4,0 0-7,0 0-9,0 0-1,0 0-8,0 0-10,0 0-7,0 0-3,0 0-8,0 0-12,0 0-4,0 0-7,0 0-12,0 0-7,0 0-21,0 0 2,0 0-8,0 0-32,1-7-171,1 5-373,-2-2 165</inkml:trace>
  <inkml:trace contextRef="#ctx0" brushRef="#br1" timeOffset="260989.0923">12100 7795 36,'7'-17'266,"-3"6"-7,3 2-15,-5 0-24,1 6-23,-1-3-26,-2 5-16,0 1-14,0 0-18,-2 13-11,-1 3-6,-6 9-13,-2 1-3,-1 4-1,-2 3-7,-4 13-8,8-14-2,-2-2-9,2 0-4,-2-1-3,2-4-2,2-2-9,1-5-2,6-1-4,-2 0-1,2-5-7,-2-1-3,3-1 0,-2 0-4,2-3-5,2 1 8,-2-1-17,0-1-2,3-1-6,-1 1-12,1-3-10,7-2-22,-4 1-28,7-1-32,-1-2-24,2-2-21,9-3-25,-4-1-24,4-3-10,2-2-130,1-1-363,-3-1 160</inkml:trace>
  <inkml:trace contextRef="#ctx0" brushRef="#br1" timeOffset="261661.5687">12322 7657 151,'0'-4'192,"-2"0"-19,-2 0-17,4 4-10,-2-2-15,2 2-11,0 0-9,0 0-14,-7 10 4,7-3 1,-2-2-6,1 2-10,2 1-8,-1-2-2,2 1-6,-1-2-4,4 0 2,-4 0 0,5 0-3,0 0 6,2-3-1,3 2-5,1-3 1,-2 2-1,1-4 3,0 1 1,-1-3 9,-1-1-2,-1-1 2,2-2-1,-5 1-1,-1-1-12,0-2 1,-4 0-8,3-3-3,-2 3-12,-1-1-2,-4 0-10,3 2-10,-2 0-16,-3 4-22,2 1-19,-2 1-13,-2-1-21,-1 3-16,-4 3-18,4 2-27,2-1-24,-2 5-14,3 1-23,2 1-21,-2 3-146,5-1-389,1-1 173</inkml:trace>
  <inkml:trace contextRef="#ctx0" brushRef="#br1" timeOffset="261693.5925">12903 7781 188,'2'-3'270,"1"-2"-10,-2 1-24,-1 4-25,2-2-19,-2 2-22,0 0-18,0 0-15,-13 8-11,1-2-9,-7 5-6,-3 1-9,-3 5-9,-5-2-1,4 2-10,-8 0-3,4-2-8,0 0-7,0 1-4,2-1-1,9-6-4,0 3-3,6-3-2,0-3-5,4-1-7,-1 1 2,4-3 10,2 1-7,-1 0-1,1-2 2,0 0 2,1 1 0,3-3-2,-4 3 2,4-3-2,0 4-8,0-4-3,8 4 7,-1 0-4,4 0-2,3 1 3,2 0-12,3 2 6,0 0-4,7 3-1,1-3-6,-7-2-1,1 1-1,6 1-2,-5 0-8,-3-3-17,-1 1-14,3 1-19,-2-1-24,-6-2-24,-1 0-22,3 2-25,-3-3-24,-2 2-29,0-3-29,-1-1-26,0 1-201,-3-2-481,1-1 214</inkml:trace>
  <inkml:trace contextRef="#ctx0" brushRef="#br1" timeOffset="262337.1406">13371 7885 107,'0'0'230,"0"0"-10,0 0-14,0 0-14,0 0-18,1-6-15,-1 6-6,0 0-6,0 0-6,0 0-8,0 0-6,0 0-5,0 0-5,0 0-9,0 0 0,0 0 4,0 0-10,0 0 5,0 0-3,0 0 0,0 0-2,0 0 4,0 0-3,0 0 4,0 0 3,0 0-3,0 0-4,0 0 16,0 0 0,0 0 5,0 0-2,0 0-5,0 0-3,-1-5-13,1 1-11,1-3-7,3-3-6,-2 0-11,4-2-8,0-2-11,1-3 0,-1 1-6,3 0-6,2 0-2,3 1-5,1 1-8,-1 1-3,3-1-2,0 4-2,1 1-4,-3 2-10,-1 2 7,-1 3-14,5 1-5,-6 2-11,0 3-3,-1 1-2,-2 3-3,1 2 4,-1 7-3,-6 0 1,-3 5-1,-3 0 6,-4 7-3,-1 1-3,-5-1 8,-4-3 20,1 3-19,-3-4 8,1 0-2,-2-3 6,2-2-1,4-3-2,0-2 1,0-1 1,4 1 5,-2-4 0,2-2 9,2-3-12,2 4-3,3-6 5,1 3 1,-2-3 1,-1 0 11,5-1-17,0 1 7,3 0 1,1-2 9,6 2 5,1-1-5,10-3 3,0 1 4,9-1-1,4 0-1,1 0 1,3-1-2,-1 1-3,1 0-5,0-3 8,-2 2 6,-1-1-7,-3 1-6,-1 0-3,-9 1-2,-4 0 6,-4-1 7,-1 0-6,-4 1-12,2-1 17,-4 1-10,-3 0 2,2-2 3,-6 2-3,8 0-2,-8 0 5,0 0-17,9 0 21,-9 0-17,0 0-7,0 0-7,0 0-9,0 0-7,5-1-14,-5 1-11,0 0-12,0 0 2,0 0-24,0 0-12,0 0-15,0 0-14,0 0-3,0 0-12,0 0-14,0 0-16,0 0-20,-22 0-27,14-3-55,-1 0-156,0-2-476,-5-2 210</inkml:trace>
  <inkml:trace contextRef="#ctx0" brushRef="#br1" timeOffset="270520.9503">7137 12141 24,'0'0'199,"0"0"-9,-3 2-11,3-2-11,0 0-14,0 0-13,0 0-11,0 0-7,0 0-12,-2 4-4,2-4-5,0 0-7,0 0-2,0 0-6,5 7-5,-5-7-1,0 0 4,5 4-3,-1-4 1,1 2 1,-1 1-5,3-1-3,0 0 3,2 2-3,3 1-1,0-1-1,7 2 1,1-1-6,3-2 0,7 0-2,2-2 3,3 2 1,17-6-6,1 2 8,7-2-4,3-2-6,32-3 0,-30 2-8,33-4 1,-32 5-7,1 0-10,0 0-1,-3-2-1,27 1-9,-33 2 5,-2 0-2,-4 1 6,0 2-19,-19 1 1,3-2-6,-6 4 6,-1-5-3,-7 2-6,-4 1-2,0-1 12,-4 1-12,-2 0 0,-3 0 1,-1-1-2,0 1 1,-2 1 3,-6-1-9,10-3 8,-4 3 7,0-2-6,-6 2-1,0 0-3,9 0-6,-9 0 9,0 0-3,6-1-4,-6 1 3,0 0-6,7 0 3,-7 0-4,0 0 2,0 0-1,0 0 1,0 0 2,0 0 12,0 0-13,5 0-6,-5 0 6,0 0-2,0 0-3,0 0-1,0 0 1,0 0-3,0 0-12,0 0 18,0 0-24,0 0-4,0 0-8,0 0-8,0 0-8,0 0-11,0 0-10,0 0-12,0 0-10,0 0-13,0 0-16,0 0-15,0 0-14,0 0-8,0 0-16,0 0-15,0 0-22,0 0-202,0 0-451,-13-6 200</inkml:trace>
  <inkml:trace contextRef="#ctx0" brushRef="#br1" timeOffset="272050.8793">8717 6710 38,'0'-10'166,"-2"-1"-3,1 1-3,1 1 1,1 2 16,-1-2-5,0 0-8,0 2-11,2 0-3,-2 2-6,0-2-3,0 3-5,0-1 2,0 2-7,1-4-5,0 4-10,1-1-7,-2 4-2,0-4-6,0 4-12,1-6-1,-1 6-8,0 0-12,2-2-1,-2 2-7,0 0-6,0 0-5,0 0-10,0 0-9,0 0-2,0 0-4,0 0-3,0 0 3,10 12-7,-4-5 3,3 3-3,-3 1-2,6 1-2,2 1-2,-4 4 3,8 2 2,2 2-4,-1-1 2,2 2 0,-1 3-2,3 1 4,0 5 1,1-5-6,0-2 6,1 0-3,1-1 2,-4-1 4,4-1-4,-3-1 7,4-2 2,-1-1 5,2 0 2,-3-3 2,6 1 4,-2-4 4,3-4 4,-1 1-1,2-6 2,0 1 3,2-4 9,4-1-22,-1 0-6,0-6 19,-1 1-5,2-1 2,0-2-2,-1 0-2,-3-4 2,1-1-5,-2-1 10,-3-2-21,-2-3 12,-2 4 1,0-5-8,0-2 4,-1 2-6,3-1 2,-4-2-3,-1-1-9,-1 0 8,2 3-5,-2-1-1,0 0-7,-3 1-13,1 2 15,-4-1-2,0 3-5,-3 3-2,-4 1 6,1 1-1,-1 1-4,-4 4 9,-1-1-3,2 0 0,-3 3 1,0 0 5,2 2-16,-5 0 10,2-1 1,-1 1 0,1 1-6,-3 2 1,0 2-2,1-4-8,-1 4 4,0-4-4,0 4-1,0 0-7,-8-2-13,8 2-7,-21 6-3,1 0-2,-7 3 6,-6 2-4,-2 1 8,-12 6-3,12-5 2,-15 4-1,15-4 1,0 1 2,-2-4 7,3 1 1,3 1-3,1-3 2,2 2 4,9-4-2,1 0 2,5-3 4,2-3-5,6 2 4,-2-1-1,1 0-3,1-1 0,5-1 3,-5 1 1,5-1 0,0 0-11,0 0 10,0 0 4,16-6 2,-4 3 4,8-5-5,0 2 6,11-5 5,0 1-7,-2-3 2,6 1 0,-4-3 2,2 6 2,-1-3-6,-3 2 8,-2 0-1,5 1-1,-6-2 3,1 2 9,-7 2-13,1 2 5,-3 0-5,-5 1 1,-1 0 5,0 0-6,-3 2-10,-2-1 10,0 3-6,0-2 5,-2 0 1,-5 2-2,7 0-4,-7 0-1,6-1-2,-6 1-7,7 3 2,-4-1 2,-1 5-1,5 1 2,-3 2 2,4 3-12,0 4 18,1-1-6,-1 3 4,2-2-1,5 7 1,-5-1 9,3-6-8,-2 6 0,-1-6-15,0 0-16,-1 0-6,5 4-39,-5-4-20,-1 0-24,-1-2-15,2 4-28,-4-4-25,3 2-25,-3-3-35,3-2-38,-2 2-25,2 0-240,0-5-591,-1-2 262</inkml:trace>
  <inkml:trace contextRef="#ctx0" brushRef="#br1" timeOffset="272670.9928">11214 6779 98,'0'-9'234,"0"1"-7,3 2-8,-3-1-15,0 1-12,4 3-12,-4 0-12,2-2-14,-2 5-20,1-4-20,-1 4-9,0 0-9,0 0-11,0 15-9,0 3 5,-1 10-9,1 3 7,-4 5-4,-1 12-1,-4-2-3,0 4 1,4-3 1,-4 0-11,1-13-4,3-1-5,-3-2 2,1 1-4,3-3-11,-2 0 0,0-5-2,1 1-4,1-6-1,-1-1-6,-1 0-9,2-1-15,0-3-17,0-2-20,1 0-19,0-3-20,2 2-26,-2-4-23,1-1-28,0-1-14,1 0-4,1-5-30,0 0-189,0 0-419,0 0 185</inkml:trace>
  <inkml:trace contextRef="#ctx0" brushRef="#br1" timeOffset="273150.6235">11300 6854 141,'0'-11'215,"4"0"-4,-2 1 0,0 3-14,-2 3-12,0-3-18,-1 3-16,1 4-21,0-5-9,0 5-11,-8 0-9,8 0-11,-19 5-5,6 3-8,-10 8 1,-2-1-2,0 0-4,0 1-1,0 2-1,1-5-1,0 0-1,5-3-2,4-1 1,-5 2-7,10-5 1,-1 1 2,-1-1-2,2-2-4,3 0 0,3-1-1,-2 0 2,3-3-5,-1 2 6,4-2 7,-3 3 1,3-3 13,0 0-1,0 0-3,-5 0 10,5 0-1,0 0 5,0 0-7,0 0-7,12-15-10,-3 10-4,1-7-8,3 0-3,6-6-12,-4 4 5,5-4-6,2 0 4,-3 2-5,-3 4 2,0-1 9,2-1-11,-1 3-6,-3 1 2,0-1-4,-1 2 7,0-1 1,-2 3-10,0-2 8,1 3 0,-2 1-3,-3 0-1,2 1 3,-2 1-6,-1-1-3,1 0-2,-3 0-7,1 2 1,0 0-5,1-1-4,-2 1 1,0 1-9,-4 1-3,9 0-1,-9 0 5,18 6-3,-9 1 2,5 2-1,3 5 4,8 4 1,1 2 0,-5 1-6,8-4 9,-3 7-1,-1-2 7,1 0-5,-4 1-1,4-2-1,-5-2 0,0 0 1,0-2-3,-2-4 5,-6-2-6,0 0 1,-3-5 3,2 2-2,-4-2-2,-1-3 1,1 2 1,-6-2 1,4 0 0,-3-2 0,1 1 1,-4-2-1,6 3 0,-6-3-1,3 3-3,-3-3-13,5 2-14,-5-2-20,0 0-23,0 0-26,0 0-25,0 0-13,4 2-27,-4-2-25,0 0-30,0 0-35,0 0-23,0 0-33,0 0-283,0 0-637,0 0 281</inkml:trace>
  <inkml:trace contextRef="#ctx0" brushRef="#br1" timeOffset="281247.3984">8659 2022 122,'1'-8'163,"-1"-3"5,0 1-14,0 4 3,-1-1-6,1-3-1,1 3 4,-1 0-6,0 0-2,0 2-1,-1-2-3,1 2-6,0 0 1,0-2-5,0 4-1,-2-4-9,2 7-7,0-3-10,0 3-14,0-5-5,0 5-16,0 0-7,0 0-8,0 0-12,0 0-6,0 0-8,0 0-3,0 21 0,2-5-7,1 14 7,-1 2-8,0 15 5,2 2-4,0 5 5,1-2 4,-2-1-5,2 5-1,0-3 0,-1-2 5,0 4 3,0-6-3,-1-1 1,-1 3 13,-1-15-11,6 8 5,-5-8 1,0-2-1,0 0-2,1-1 3,-1-5-4,3 0 0,-2-1-2,-2-7-8,2-2 1,-2 0-4,0-2-2,2-6 7,1 3-5,-3-4-6,1 0 4,-2-4-7,3 1 3,-3-6 2,3 6 2,-3-6-1,4 5 9,-4-5 6,5 3 6,-5-3-1,0 0 2,0 0 3,23-7 7,-14 2-9,1-5 2,-1-2-4,2 0-5,1-5-8,1-5 9,0-4-22,-1 1 8,-2-3-3,-1 0-9,-2-1 7,0 1-8,1 2 2,-5-1-1,-1 2-2,-2 6 9,0-1-12,-1 3 2,-3 0-11,1-7 14,-2 9-11,0-2-8,-1 1-1,-4-2-5,-1 2 3,0-1-5,1 4 1,-4 0 6,3 1-8,-1 2 3,-1-4-1,0 8 0,2-3 1,-2 1-4,3 1 6,-1 0-14,5 6 2,-5-8-8,5 6-9,2 1-1,-2-2-32,6 4-15,-9-7-24,9 7-20,-5-3-35,5 3-23,0 0-25,-3-3-24,3 3-25,3-7-186,-3 7-490,10-9 216</inkml:trace>
  <inkml:trace contextRef="#ctx0" brushRef="#br1" timeOffset="281983.8706">8968 1913 136,'0'-5'192,"0"2"-25,0-1-28,0 4-7,0 0-24,0 0-4,0 0-12,4 12-7,-1 2 1,0 4-4,-2 1 0,3 5 0,-3 5-2,3-2 8,-4 1-12,5-1 1,-5 2-5,3-2-3,0-1-3,0 2-1,-3 0 3,3-4 3,-3-2-6,2 0-3,-1-1-9,-1-4 2,3 0-5,1-1-1,-4-5-6,4 1 2,-4-2-5,2 0-4,-1-1-3,2-4-1,-2 0 4,2 0-5,-3-5 7,1 9 3,1-8 3,-2-1 5,2 5 6,-2-5 1,0 0 13,0 0 1,0 0-5,21-11-3,-10-1-9,3-2-2,-5 0 0,3-1 0,1 0-3,3-3-7,-5 3 9,-3 1-2,1-2-7,-4-1 0,2 3 3,-3 2 9,-2-2-1,1 4 3,0 0-7,-2 0 0,-1 1-1,0 1-4,-2 3-6,2-2-1,0 7-4,-2-12-2,2 12-13,-3-7-9,3 7-13,-3-5-5,3 5-17,0 0 3,0 0 3,-18 22-6,12-12 0,-2 6 3,-1 3-1,3-3-3,1 3 10,-1-4-5,3 3-5,0-1-3,1-5-1,0 5-1,1-7 4,2 2 1,3 0 2,-1-2 3,0 0 1,0 1 5,0-5 4,2 3-3,-3-6 7,2 2 3,4 1 1,-2-4 0,-6-2 7,16-1-3,-16 1 5,19-8 1,-8 4-1,1-1 3,-1-7 5,2 0-5,0 1 5,-3-5 1,3-2-8,-3 2 9,-2-1 5,4-5-7,-3 8 2,-2-1-3,-3 6 9,-2-3-1,3 7 0,-2-3-6,-2 1-3,-1 7-7,0 0-3,5-8-8,-5 8-21,0 0 3,0 0-1,0 0 5,0 0 5,7 17-3,-7-6 6,6-1-1,-5 3 0,3-2 9,4 5-11,-7-1-5,3-4-4,0 0-6,-2-1-9,3-2-5,2 0-7,-4-3-10,1 2-4,-1-2-8,1-2-10,0 1-10,-4-4-7,16 3-14,-16-3-21,13-1-23,-13 1-24,18-9-14,-11 2-24,-1-2-133,3-1-383,-5 2 170</inkml:trace>
  <inkml:trace contextRef="#ctx0" brushRef="#br1" timeOffset="282550.7592">8778 2180 114,'0'0'189,"-9"1"-12,9-1-4,0 0-3,0 0-11,-10 0-7,10 0-8,0 0-6,0 0-17,0 0 0,0 0-17,0 0 0,0 0-5,0 0-6,0 0 11,0 0 0,44-5-6,-16 3-2,5-5-16,-1 2-3,2-2-11,-3 2-5,1-2 0,-4-1-26,-1 4-16,-5 1-27,-1 1-25,-2-3-35,-3 3-30,-2 1-45,-3-2-10,2 1-58,-4-2-147,-9 4-388,13 0 173</inkml:trace>
  <inkml:trace contextRef="#ctx0" brushRef="#br1" timeOffset="283733.8704">14953 5915 50,'-6'-5'172,"6"5"-6,0 0 6,-1-6-4,-1 2 1,2 4-1,0-8 3,0 4-4,0-1 9,-2 0 2,-1 1-2,2-1-5,-2-2-1,3 2-6,-1 0-4,1 1 9,-2-1-7,2 2 0,0 3-12,-2-4-14,2 4-17,0-5-8,0 5-18,0 0-17,0 0-13,0 0 1,0 0-5,0 0-19,0 0-14,-2 23 3,4-6-7,0 12 10,0 3-7,-4 4 0,4 15 10,-1 0-2,2-5 14,-2 2-6,4 0 1,-3-13-2,1 11 5,1-10-1,3 1-1,-3-3 3,1-2-5,2-2-3,-1-1-2,-1-3-6,0-2 9,-1-7-11,-2 0 4,1-3-4,-2-4-1,2 1-5,-1 0-5,0-6-1,-2 1 2,2 0 6,-2 0-8,0-4 4,0-2-6,3 4-3,-3-4-13,0 0-15,3 3-26,-3-3-47,0 0-38,-3-20-41,0 9-34,1-8-34,2-1-33,-3-8-41,-1-1-24,0-2-204,-3 0-583,4 0 259</inkml:trace>
  <inkml:trace contextRef="#ctx0" brushRef="#br1" timeOffset="285727.395">14854 5964 15,'-2'-4'220,"-1"-3"-8,2 3-7,-1 1-8,0-1-13,2 4-12,-1-5-15,1 5-10,0-5-3,0 5-12,0-3-6,0 3-6,0 0-3,3-4-8,-3 4-7,0 0-5,7-3-2,1 2 5,-1 0-1,9 1-3,-2-3-9,16 0 2,-2-1 1,4 3-6,6-1-5,0-1 2,17-1-1,-7 0-2,8 4-5,-1-1 3,2-1-9,-2 2 2,5 0-11,-1-1-2,2 1 0,-1 1-7,-3 1 5,1-1-4,-6-1-4,0 0 0,-12 0 5,13 0 7,0-1-26,-15 1 20,15-3 4,-15 3-3,14-1 0,-12-2-8,12 3 1,1-2 1,-1 0-4,-1 0 6,2-2-28,-12 4 12,9 0 1,2-2-6,-12 0 5,-1 2-6,11-3 4,-10 1-7,-3 0 0,3-1-3,-3 1 6,2-1 0,1 1-8,-3 2 4,0-3-11,2 1-3,-1 0 0,-4 0-1,2-1 5,2 0-5,-1 1 6,0 2-7,0-2-2,-1 0 1,0 2 1,1-3-5,-1 2 8,0 0-9,0-3 1,-2 2 0,0 0-1,1-1 2,-3 1-1,1 0 1,-2-1-1,-2 1 3,0-1 0,2 1-5,-3-2 0,0 3 6,-5-1-4,4-1 0,5 0-1,-4 1 1,3-3-3,1 3 9,-1-3-18,-1 3 8,0 0 3,0 1 3,1-3-3,-2 1-2,-1 1 0,2 1 2,0-3-2,-1 3 2,-1-1 0,1 0-1,-9 1 0,1 0 3,1-2-6,-1 0 2,-4 1 2,3 0 0,-1 0 10,-7-1-23,2 3 15,9-2 0,-11 0-1,-1 1-1,2 0 1,2-1-7,-3 1 7,2-2-5,-1 2 1,-3 0 4,3 1-2,-4-3-2,-3 3 2,3 0 0,-3-1 0,1 1 6,-7 0-5,10-1-6,-6-1 3,-4 2 3,9-1-1,-9 1-4,5-1 6,-5 1-6,0 0-2,6 1 1,-6-1-3,0 0 3,0 0-5,0 0 4,0 0-10,10 1 7,-10-1 3,0 0-25,0 4 14,0 0 10,0 1-1,0 1-1,0 0-1,2 5 3,-2-1 5,1 2-2,-1 1 0,0 3 2,2 3-2,-2-1 0,0 0 3,0 1-3,0 0 12,0 1-10,0-3 2,0 1-2,0 3 2,0-2 0,0 6 9,2-6-7,-2 2 1,2-4 3,-2 1-2,0-2 0,0 1-3,1-1 0,2-4 9,-3-1-5,1 0-4,1 2 1,0-2 6,-2-2-4,0-1-2,0-2-2,2 4-1,-2-4 4,2 0-2,-2-1 1,0 0-3,2-1 1,-1-1-3,-1 2 0,0-5 2,2 6 0,-2-3 2,0 0-3,0-3-1,5 5 5,-5 1-7,0-4 3,0-2 7,0 6-2,0-3-7,2 1 5,-2-1-1,2 2 5,-1 2-5,-1-2 3,0-2 0,0 3-1,0-1-2,0-1 2,2 3 0,-2-3-2,0 1 5,1-1-4,-1 1 10,0 0-10,0 0-2,3 2 2,-1-2 3,-2 0-1,-2 0-1,4 0 2,-2 0-2,0-5-3,0 5 3,-2-1-2,2-4 0,0 5-9,0-1 12,0-4 8,0 0-7,2 3-13,-2-3 13,0 0 1,-5 3-5,5-3 2,0 0 1,0 0-1,0 5-4,0-5 3,0 0 1,-3 2-2,3-2 3,-5 1 1,5-1 4,-5 4 1,-2-1 0,0-1 6,-3 4-1,-1-5 4,-1 3 5,-7 0 2,6 2 1,-2-6-1,2 5 5,-1-4-6,-3 1 7,-3 1-7,4 1 0,-3-2 2,3 1-2,-4 0-3,1-2-2,-1 2 3,2-1-4,-2 1 0,0-2-1,1 2-4,0-3 2,2 2 0,-2 1-1,1-2-3,4 1-2,-2-2 6,-5 2-2,1-2-1,2 3-2,-1-3-1,2 1-1,-5 0 3,3 1 0,0-2 1,0 0-3,-3 0-1,2 2 0,-1-2 1,-2 1 0,1 1-1,2-2-1,-5 0 3,0 0 1,7 0-8,-5 0 3,2 3 0,-9-3 0,1 2-4,3-4 6,6 4-4,-4-4 1,3 2 0,-6 0 2,-1 0-5,6 0 4,-6 0-1,0 0-2,5 0 0,6 0 2,-5 0 0,-8-3 1,10 3-5,-2 0 5,-6 0-2,-1 0-2,8 0 1,1 0-2,-2 0 2,-1 0-1,1 0 1,2 0 1,-1 0-4,3 0 5,-2 3-5,0-3 0,0 0 5,-2-3-4,-5 6-1,6-3 1,-7 0 1,1 0-3,-1-3 0,0 6 3,-3-6-1,2 6 1,7-6-2,2 3 3,-1 0-1,-5 0-3,4 0 5,-8 3-1,12-1-3,-4-4 5,2 2-6,-1 0 0,0 2 1,1-2 1,4 0-1,-4 0-1,-3 0 1,4 0-3,-2 0 6,1 2-1,1-2-1,-2 0 2,1 0-3,3 0 1,-2 1 3,0 0-1,0-1-1,1 1-2,0 1 1,1-1 1,3 0 1,2-1-3,-3 0 3,6-1 2,1 1-3,0 0-1,8 0 2,-12 1 0,6-1 3,-2 0-3,3 1 0,5-1 3,-10 0-1,10 0-5,-11 1 8,5-1-6,6 0 0,-11 1 2,4-1-6,-1 0 5,2 3 3,-2-3-1,-3 0 0,-3 0 1,-4 1 3,-3 0-3,-8 1-2,2-2 3,6 1 1,-7 0 1,7-1 5,-2 0-1,0 0 1,3 0 1,1 0 0,-2 0-1,3 1-4,0-1-2,-2 0 1,3 2-4,0-1 2,5-1 0,-2 1-1,4-1 1,-2 1-2,-2-1 0,5 2-1,-6-1-2,9 0 3,-5-1-2,1 2 2,3-1-3,-4-2 2,3 1 2,-2 1-1,3 1-3,2-1-6,-2 0 4,-2 0 1,2-1-1,0 0 0,-3 1 1,-3-1-5,3 3 9,-3-2 0,0 1-5,-4-1 5,2-2 2,2 3-5,-3-1 4,-4 3-1,4-4-2,-4 2 3,1-1-13,1-1 15,0 3 2,-1-3-1,0 4-4,-1-3 3,0 0-3,-1 2 4,4-2-2,-1-1-1,0 1-3,0-1 5,-1 3-3,1-3 1,4 0 1,1 0-4,-2 2-5,-3 0 2,6-2 4,-1 1-2,0-1 3,4 0-1,-1 0 0,0-1-3,1 2 2,2-1-1,1 2 0,-2-2 0,-1 0 1,2-2-4,0 4-4,-3-4-10,4 1-15,6 1-16,-13-1-15,6 1-8,1-1-12,-2-1-12,4 2-13,-3 0-18,1-4-21,1 3-41,5 1-34,-10-3-38,2-1-43,3 2-57,0-2-50,-3-3-281,3 2-745,1-4 329</inkml:trace>
  <inkml:trace contextRef="#ctx0" brushRef="#br1" timeOffset="286925.0878">14992 5870 49,'-7'0'90,"7"0"-5,0 0 3,0 0-6,-6-3-1,6 3 3,0 0-6,0 0 4,0 0-1,0 0-3,0 0 4,-6-1-10,6 1-3,0 0-4,0 0-1,0 0-5,0 0-10,0 0-3,0 0-5,0 0 1,0 0 6,0 0-9,0 0-1,0 0 1,0 0 2,19-1 6,-10 1 0,-1 0 3,2-1 2,4-1-6,4-1 2,2 3-4,10 0-2,-2-2 0,3 2-3,3-3 0,-1 3 2,3 0-6,2-1-6,1 0 1,14 2 3,-13-1-3,11 0-1,-14-1-4,17 2-1,-15-1 0,0-3-1,-2 3-1,1 0-3,1-1 0,-4 1 0,-1 0-4,1 0 1,-1 0-3,1 0 1,-4 0 0,1 1 2,-2-1-5,5 0 8,-4 2-9,1-2-3,0 0 1,-2 1 1,1-2-3,-2 2 3,-1-1-2,3 1-3,-3-1 1,0 3-1,-1-3-2,2 0 2,-7 0-2,0 0 1,7 0-1,-7 2 0,6-2 2,-7 0-1,0 0-2,8-2 6,-7-1-3,-2 6-1,1-3 0,8 0-6,-8-3 5,1 3 0,-2 0-2,2 0 2,9 0 5,-11 0-8,7 0-1,-4 0 4,5-1-1,-5 0-1,-2 1 1,6-2 4,-6 0-3,2 3-1,-3-1-1,-2-1 0,4 1 2,-4-1-2,0 1 1,-6-2-2,5 0 3,0-1-4,-2 3 3,4 0 1,-3 0-1,4 0 4,-4-2-5,0 1 0,2-1-3,-4 2 3,7-3 0,-2-1-2,0 4 1,-1-1 3,2-1-2,1 1 0,-3-2-1,0 3 2,2 0-3,-1-2 5,0 2-3,-6-1-2,6-3 0,-6 4 2,1-1-3,4 1 4,-4 0 0,3-2-2,-5 2 5,3 0-3,-1-2 0,-3 2 1,4-3-2,2 3 0,1-2-1,-1 2 0,-3-1 1,-2 0 0,8 1 0,-4 0 3,1-1-5,-2-3 3,3 4-3,-4-1 1,0 1 0,5 0 0,-6-2-1,1 2 4,-3 0-6,1 0 1,0 0 5,0-1-3,-3 1 4,4 0-4,-4 0-1,1-1 2,0 0-1,2 1 2,-7-2-4,5 2 3,-2 0 2,-2 0-2,3-1-2,3 1 4,-3-2-2,1 2 2,1 0-1,0 0-2,-2-1 4,3 0-3,-3-1 1,1 2 0,0 0-3,-3 0 2,0 0-1,-1 0 1,-6 0 5,11 0-6,-4-1 1,-7 1-4,6-2 2,-6 2-2,8 0-2,-8 0-4,6 0-5,-6 0-7,0 0-8,0 0-13,0 0-16,0 0-19,0 0-22,0 0-25,0 0-25,0 0-26,0 0-157,0 0-361,0 0 159</inkml:trace>
  <inkml:trace contextRef="#ctx0" brushRef="#br1" timeOffset="289947.6556">10548 3823 213,'-1'-6'250,"-4"1"-4,4-1-15,0 0-5,-1 2-10,2 1-8,0 3-18,0-5-8,0 5-16,-3-5-15,3 5-9,0 0-12,-2-3-15,2 3-10,0 0-9,0 0-10,0 0-12,0 0-7,0 0-5,0 0-11,0 0 1,0 0-1,8 18 4,-1-7 3,6 5 8,5 5 5,1 4 2,-1 1-2,5 5-1,10 11-1,-4-3-4,1 2 2,-8-10-10,12 11 5,-4-2-3,1 1-1,-6-14-6,-1 0-4,0 1-5,-2-1-4,1-2-3,-7-2-10,7-3 8,-4 4-13,-6-12 0,-2 3-2,1-1 1,-1 1 3,1-3-8,-4-3 2,-3-4-2,-2 0-1,1-1 2,-1 1-6,-1-1 6,0 0 2,2-1-10,-4-3-3,2 6 6,-2-6-5,2 3-22,-2-3-7,0 0-18,2 5-11,-2-5-16,0 0-8,0 0-13,0 0-14,0 0-12,0 0-16,0 0-15,0 0-27,0 0-24,-7-14-21,2 9-9,-3 0-4,-2-1 0,0 2-4,-1 1 13,0-1-137,-8-1-388,-4 0 172</inkml:trace>
  <inkml:trace contextRef="#ctx0" brushRef="#br1" timeOffset="290548.1702">10685 4407 62,'-20'-2'117,"4"-3"16,-1 0 11,5 3 17,3-2 4,-1 1 10,5 1-5,-3-1-1,2 2-4,6 1-10,-5-1-5,5 1-15,-6-1-8,6 1-18,0 0-3,0 0-10,0 0-4,0 0-5,0 0 8,15 7 1,-5-3 7,5 5 1,4-1-2,4 7-1,2-2-3,3-1-4,2 5 1,0 0-5,4-2-4,0 2-10,2-1 0,-4-2-7,2-1-7,1-1-9,-3 0-1,-2-1-4,-3-2-9,-5-1-9,-1-6 13,-4 2-11,0 0-5,-3 0 1,-2 0-5,-2-1 1,-1-1-4,-3 0 2,-2-1 7,2 0-11,1 0 4,-4 1-1,-3-2-10,6 1 5,-6-1 2,0 0-6,3 2-10,-3-2-20,0 0-13,0 0-23,0 0-19,4-7-36,-4 7-37,-7-5-30,5 0-39,-2-2-23,1 2-21,-2-3-25,1 0-192,-1-2-514,1-1 227</inkml:trace>
  <inkml:trace contextRef="#ctx0" brushRef="#br1" timeOffset="290583.1735">11298 4223 54,'6'-18'192,"1"2"7,-2 5-5,0 0-7,-1 6-8,1-4-11,-3 2-13,0 3-14,-2 1-12,0-2-17,0 5-15,0 0-8,0 0-9,0 0-2,5 12 1,-4-1 6,-6 7 7,4 6 11,-6 1-7,-3 1 2,1 2-5,0 0-7,-3-2 2,3 3-7,-2-7-4,2 3-4,2-5-7,2-2 2,-1-1-14,1 3 3,-2-4-7,3-4-6,3 0 0,-5-1-7,3-2-5,1-2-4,0 0 1,0 0-3,2-4-1,0-3-5,-3 7 2,3-3-18,0-4-18,0 0-20,-4 6-17,4-6-13,0 0-22,-3 3-15,3-3-22,0 0-18,0 0-24,0 0-50,0 0-39,0 0-157,0 0-444,-4-20 196</inkml:trace>
  <inkml:trace contextRef="#ctx0" brushRef="#br1" timeOffset="291740.7968">11678 4077 140,'0'0'202,"0"0"-21,3-4-16,-3 4-11,6-2-11,-6 2 1,0-4-9,0 4-2,0 0-7,0 0-3,0 0-12,0 0 0,0 0-11,0 0 1,0 0-5,0 0-6,4-3 1,-4 3-7,0 0-3,0 0 1,0 0-9,0 0-3,0 0-7,0 0-5,0 0 3,0 0-4,0 0 1,0 0 1,4-2-3,-4 2 0,0 0 0,0 0-2,0 0 5,4-2-5,-4 2 1,1-4-1,3-1-3,-2 1 2,0 2-5,0-1-1,0-2-2,-1-2-4,2 2-2,1-3 6,-4 1-1,3-4-9,0 2 0,0-3-8,-1 1 5,-1-1 3,-1-5-4,3 0-6,-6 5 2,3-5-6,-1 5-6,-1-5-1,-1 5 3,0 1-3,0 1-2,-2 0 6,2 1-12,-3 3-9,0 1 1,-1 1-4,-1 2 5,-3 0-4,-4 5-4,-4 2 3,2 6-3,-1-2 15,0 3-17,-4 5 2,9-3-4,3 1 11,0-1-19,1 0 12,2 1-4,2-1 5,4-1-3,-4 2 4,10-3-3,-4 2 3,2-3 3,-1 1 4,5-2-3,-2 1 7,2-2-8,1 0 7,1-1 1,-1-3 4,-3-1 2,5 2 0,-5-4-2,2-1 1,-1 0 6,2 0-3,-8-1 6,13-3-2,-4 0 6,-4-2 1,3-3-11,2-1 12,-1-3-4,1 1 5,-3-4-3,2 1-6,1-3 0,-1-1 6,-1 3 8,-1-3-15,1 4 13,-1 3 3,-2 1 0,-1 3-2,0-2 10,-3 2 5,1 0-7,2 3 2,0 0-9,-4 4-2,4-5-3,-4 5 1,3-4-4,-3 4-12,0 0-2,0 0-3,0 0-1,0 0-1,0 0-1,0 0-2,1-4-3,-1 4-4,0 0-1,0 0-1,0 0 4,0 0-12,0 0 6,0 0 1,0 0 11,4 18-9,-2-10 8,1 3 4,-3 0-3,5 6 2,1 1 0,-2 9-6,1-1 10,0 2-6,1 2 2,0 2 5,-2 0-7,-1-3 7,-1 1 1,2-3-5,-3 2-5,-1-4 6,2-6-1,-2-1 6,2-2-5,2 1-1,-4-2 4,-4-5-1,4 1 5,0-1-8,0-5 6,0 2 6,0 1-3,0-4 2,0-4-2,4 8 7,-4-8 3,0 6 5,0-6 8,0 0 3,0 3 7,0-3 3,0 0 6,0 0 4,0 0 5,0 0 2,0 6 7,0-6 5,0 0 3,0 0-6,0 0 7,0 0-2,0 0-5,11-8-13,-8 3-7,3-5-1,6-5-5,3-6-11,2 2-6,4-6-2,-2 1-8,2-2 0,1 0-1,6-1-3,-5 2-4,-2 1-2,2 2-1,-4 3 0,-4 4-4,-1 1 2,-6 7-2,1-3 4,-1 3-4,-1-1-2,-1 1 3,-1 4-2,-1-3-2,0 3-2,-2 1-1,3-1 2,-2 0-4,-1 1 4,-2 2 0,4-4-4,-4 4 7,4 0-8,-4 0-1,0 0 4,3-6 0,-3 6-3,0 0 1,0 0-2,0 0 3,2-2-1,-2 2-3,0 0-2,0 0 1,0 0-1,0 0-2,0 0-4,0 0 1,0 0-6,0 0 0,0 0-5,0 0-5,0 0-6,0 0-10,0 0-14,0 0-12,0 0-17,0 0-22,2-3-13,-2 3-21,0 0-17,0 0-21,0 0-17,0 0-12,0 0-19,0 0-21,0 0-26,0 0-29,0 0-17,0 0-24,0 0-212,0 0-602,0 0 267</inkml:trace>
  <inkml:trace contextRef="#ctx0" brushRef="#br1" timeOffset="293912.5466">5190 17879 56,'-6'3'245,"2"-3"-1,4 0-10,-9 3-12,9-3-10,0 0-9,0 0-10,-11 1-6,11-1-19,0 0-1,0 0-7,0 0-2,0 0-5,0 0 4,0 0 2,0 0-3,24 4-1,-4-7 17,7 3-2,3-1-2,9 1-5,16 0-4,2-3-4,2-1-16,4-1-4,3-1-14,-1-1-8,33 0-9,-33 6-6,37-3-11,-14-5-7,-20 4-7,28 0-8,-31 7-6,28 1-6,-34-7-9,2 4-4,-2-1-1,-2 2-6,-4 3-14,-17-2 1,1 1-9,-3-2-7,-4-1-8,-10 0-7,-2-1-3,-5-2-8,-4 3 7,1 0-5,-10 0-4,10 2-9,-10-2-5,0 0-6,0 0-13,8-2-31,-8 2-15,0 0-30,0 0-28,0 0-19,-32 4-24,14-1-17,-1 5-1,-9-2-12,1 5-3,-4-3-29,-3 2-15,-16 2-9,13 1-153,-18 0-477,4 2 211</inkml:trace>
  <inkml:trace contextRef="#ctx0" brushRef="#br1" timeOffset="294554.7446">5143 18110 179,'-19'0'203,"5"3"-3,2-1-11,2-2-6,2 3-6,3-2-19,5-1-7,-10 1-6,10-1-7,-8 2-8,8-2 2,0 0 2,0 0-9,0 0 4,0 0 0,27 4 18,-11-4 2,18 0 1,-1 3 17,17-8 3,4 0 0,2 1-6,4-1-8,4 3-7,27-8-4,-26 4-11,0-5-4,33 4-2,-1 3-11,-6-2-13,3 5-11,-4-1-4,-27-2-6,30-1-4,-29 2-12,28 11-5,-28-7-8,2 0-6,-7-1 2,0-1-10,-6 4-5,-14-3-3,0 2-11,-5-1 5,-5-1-4,-9 0 3,-1 0-5,-3 0-2,-5-1-1,-3 1 0,-2-1 4,-6 1-6,12 1 4,-12-1 11,0 0 5,10 0 0,-10 0 3,0 0 1,0 0 3,9-1-10,-9 1 1,0 0-4,0 0-6,0 0 1,0 0 0,0 0-8,0 0-2,0 0 1,0 0 0,8 2-10,-8-2 5,0 0 2,0 0-5,0 0-4,0 0-2,0 0 0,0 0 4,0 0-3,0 0-3,0 0-2,0 0 0,0 0 1,0 0-2,0 0-1,0 0 2,0 0-5,0 0 4,0 0 3,0 0-1,0 0-5,0 0 4,0 0-5,0 0 8,0 0-6,0 0-8,0 0 3,0 0-1,0 0-1,0 0-4,0 0-2,0 0 0,0 0 0,0 0-4,0 0 1,0 0-11,0 0 5,0 0 3,0 0-5,0 0-4,0 0 1,0 0-7,0 0-2,0 0-25,0 0-2,0 0-12,0 0-20,0 0-33,0 0-24,0 0-34,0 0-44,0 0-36,-21-10-50,17 5-53,4 5-229,-8-9-655,6-3 290</inkml:trace>
  <inkml:trace contextRef="#ctx0" brushRef="#br1" timeOffset="300920.4271">10115 6021 28,'0'0'90,"-3"3"-3,3-3 6,0 0-13,0 0-1,0 0-6,0 0 10,0 0-9,0 0 8,0 0-4,21-3-6,-15 3 7,5 0-2,-1 0-1,9 0-5,0-4-3,9 4 6,3-2-7,1-3 3,4 2-7,3-1 2,14-2-5,0 2-1,2 2-4,0-1-4,-3 2-1,-2-1-6,8 0-3,-3-1-3,-1 1 4,-1 2-8,-2-3 4,-12 1-4,11 4-6,4-2-1,-14-4-4,-2 3 1,15-3-2,-13-1-3,-3 3-3,-2-1-1,-1-2-3,1 3 0,-3-1 2,2 1-2,-3-1-1,-9 0-3,1 1 1,-8-2-4,2 3 0,-4-1 1,-2 2-3,-3-2-2,1 2-2,-3-1-2,-1-1-6,1 2-1,-6 0-13,6-2-9,-6 2-17,0 0-10,0 0-2,-3-5-10,3 5 0,-9-3-4,3 2-14,-3 1-1,0-1 0,-3 1 7,-3 0-20,-3 0 3,0 1 3,-4 0-7,0 2-3,-10-3-80,3 3-202,-5-3 89</inkml:trace>
  <inkml:trace contextRef="#ctx0" brushRef="#br1" timeOffset="301953.9242">10237 6071 44,'-7'0'97,"7"0"-2,-12 0 1,4 1 2,5 1-8,-4-1 6,7-1-6,-5 2-4,5-2 4,-7 2-1,7-2 4,0 0 5,0 0 1,-9 0 4,9 0 7,0 0-2,0 0-4,0 0 0,-4 0 0,4 0-5,0 0-2,0 0-5,0 0-4,0 0 1,-2 3-5,2-3-12,0 0-2,0 0-3,0 0-8,0 0-5,0 0-4,0 0 0,13 2-6,-9 0 5,-4-2-2,20-2 9,-1 4 2,0-6 1,11 4 3,4-1-7,3-4-3,15 6 6,0-7-10,3 2-5,-2 2 9,4-1-8,1 4 2,-2-1-2,4-1-7,1 1 0,-5-3-12,1 3 6,-2 0-5,-3 3 2,-1-2-6,-11-1-2,-3 0-4,2 1 6,1-2-7,-3 2-1,-2-3-2,2 0-1,-5 1 6,-4-1-6,2-2-1,-10 4 2,0-3-6,-1 3 13,-2 0-11,2-1 2,-9 0-2,1-1 9,0 2-5,0-1-4,-4-1 6,2 1 7,-4 0-16,-5 1 6,11 1-4,-11-1 5,6-1-5,-6 1-7,10 0 2,-10 0 1,0 0-3,4 0 6,-4 0 0,0 0-4,0 0 2,7 1 6,-7-1-8,0 0 0,0 0 4,0 0-8,0 0 9,0 0-12,0 0 12,5-1-4,-5 1 1,0 0 0,0 0-5,0 0 1,0 0 3,0 0 0,0 0 0,0 0-4,0 0 19,0 0-19,0 0 4,0 0 1,0 0 2,0 0-6,0-5 7,0 5-2,0 0-4,0 0 4,0 0-1,0 0 2,0 0-2,0 0-4,0 0 16,0 0-17,0 0 6,0 0-2,0 0-4,0 0-3,0 0 10,0 0-6,0 0 5,0 0-2,0 0-4,0 0 5,0 0 0,0 0-3,0 0-1,0 0-3,0 0 5,0 0-6,0 0 4,0 0 1,0 0 2,0 0-4,0 0 1,0 0 8,0 0-5,0 0 0,0 0 3,0 0-4,0 0-2,0 0-4,0 0 6,0 0-5,0 0 6,0 0 2,0 0-2,0 0 4,0 0-11,0 0 8,0 0 2,0 0-5,0 0-4,0 0-5,0 0 8,0 0 0,0 0 2,0 0 0,0 0-6,0 0 7,0 0-2,0 0 0,0 0 3,0 0-5,0 0 0,0 0 6,0 0-4,0 0-3,0 0 1,0 0-6,0 0 11,0 0-6,0 0 5,0 0-1,0 0 3,0 0 9,0 0-21,0 0 4,0 0 1,0 0-4,0 0 6,0 0-3,0 0 9,0 0-8,0 0-2,0 0 6,0 0-3,0 0 0,0 0-2,0 0 3,0 0 3,0 0 5,0 0 4,0 0-13,0 0 0,0 0 2,0 0-3,0 0 0,0 0-3,0 0 9,0 0-11,0 0 6,0 0-5,0 0-8,0 0-6,0 0-14,0 0-11,0 0-18,0 0-14,0 0-22,0 0-13,0 0-19,0 0-31,0 0-30,0 0-32,0 0-22,0 0-29,0 0-180,0 0-492,-11-5 218</inkml:trace>
  <inkml:trace contextRef="#ctx0" brushRef="#br1" timeOffset="305235.7255">1786 3845 53,'-5'0'82,"5"0"-19,0 0 3,0 0-6,0 0 5,0 0 12,0 0 11,0 0 8,0 0 13,19-4 12,-6 1 7,2 2 7,7-7-4,5-1-3,8-1-10,1 0-4,14-7-7,4 5-8,-3-3-4,5-2-3,4 1-9,0-1-5,-2 3-9,-1-1-3,2 2-6,-3-2-5,3 1 26,-3 2-9,-1 2-8,-6-1-2,-9 2-9,-5 4-7,-2-1-1,-2-1-4,-3 4-4,-12-3-8,4 3 1,-7 0-7,-3 1 3,-3 0-4,0 0 1,-3-1-3,3 3-4,-2-1-8,-5 1-5,7-1-11,-7 1-15,0 0-16,0 0-13,0 0-16,0 0-25,0 0-37,0 0-26,0 0-32,-17 6-17,4-2-159,-4 3-392,-1 0 174</inkml:trace>
  <inkml:trace contextRef="#ctx0" brushRef="#br1" timeOffset="305855.3654">1933 4013 32,'-11'0'221,"0"0"-8,3 0-12,1 3-18,3-3-14,4 0-17,-10 1-12,10-1-10,-7 0-7,7 0-15,0 0-8,0 0-11,0 0-10,0 0-3,21-4 2,-2-1 7,9-3 3,9 3 9,1-6-4,19 1-9,1-4-6,6 2 0,23-9 1,-22 6-8,26-4-4,-1 1-11,-23 9 11,27-8-9,-29 8-8,-3-2 0,-2 2-2,0 0-5,-3-2-3,-4 5 7,-16 1-11,2-1 7,-7 3-12,-6-2 22,-5 4-8,-7-2 3,-1 0 4,-3 3 10,-4 0 1,3-4 9,-9 4 13,11-2 2,-11 2 0,7 0-17,-7 0 20,0 0-5,0 0 0,9-2-11,-9 2-5,0 0-5,0 0-3,0 0-7,4-4-3,-4 4-10,0 0 3,0 0-2,0 0-1,0 0-17,0 0 12,0 0-5,0 0-4,0 0-6,0 0 3,0 0 2,0 0-17,0 0-6,0 0 13,0 0-4,0 0 1,0 0-4,0 0 3,0 0 4,0 0-16,0 0 8,0 0 3,0 0-5,0 0 0,0 0-1,0 0-1,0 0-1,0 0 3,0 0-4,0 0-2,0 0 5,0 0-1,0 0-5,0 0 10,0 0-10,0 0 8,0 0-7,0 0 0,0 0 2,0 0-7,0 0 0,0 0 1,0 0-5,0 0-10,0 0 2,0 0-14,0 0-5,0 0-18,0 0-4,0 0-19,0 0-19,0 0-22,0 0-21,0 0-25,0 0-19,0 0-25,0 0-33,0 0-31,0 0-30,0 0-18,5 8-182,-3-4-542,4-1 240</inkml:trace>
  <inkml:trace contextRef="#ctx0" brushRef="#br1" timeOffset="308735.0389">12410 12673 149,'2'-9'150,"1"-1"-5,1 0-1,1 0-8,0-2-2,0-5-9,3 3-8,-1-2 2,1-4-7,4-2-8,3 2-3,-1-4-3,2 1 2,-1-2-1,5-2-9,1-1 1,2 0-1,6-10-9,3-2 1,1 3-7,-7 9-2,6-7-5,3 1-5,-7 8-3,1-1-4,-1 6-2,0-3-5,0 2-4,2 1-7,0 2-7,0 4-2,5-2-1,0 0-7,0 3-2,13-4 0,-11 7-1,16 1-7,4 1 3,-1 2-6,2 3 3,5 3-4,0 2 1,3 2-1,26 5-3,-25-2 1,23 6-1,-24 1-1,-1 2 0,23 5 1,-33-2-3,1-1-1,0 8 0,-3-4 1,2 5 0,-7-1-2,-1 5 0,0 0 0,-2 0 0,-1 1-2,-2 1 4,-1 0-3,1-2 2,-5 3 0,-9-11-3,1 3 0,7 5 3,-10-3 0,-2-3-2,-1 2 6,-3-3-6,1-2-1,-5 2 3,-4-1-2,-2-7-2,-1 2 1,1-5 6,-4 2-1,0-2-4,-2-2-1,-1 0 2,-1-1 0,-1-4 1,-1 2 2,2-4-4,-1 1 5,0-1-1,-1-3 5,2 5 4,-2-1 8,0-4 7,0 0 12,2 3 5,-2-3 6,0 0 7,0 0-7,0 0 0,0 0 11,0 0-5,0 0-7,0 0 6,4-13-18,-3 6-5,3-2-5,0-5-3,-2-1-1,4-2-3,0-4-2,2-1-4,0-4 1,3 3-5,0-2 5,1-1-7,-1 0 1,4-1-2,0-1 0,5-2 2,-1 1 0,3 0-9,1 5 5,0-2-1,-1 1 2,3 1-2,1 2 11,1-3-13,2 4 1,3 0-4,9-7 3,4 6-3,-13 4 1,14-5 0,-10 9 0,13-6 2,1 2-6,-14 3 4,2 4-2,16-4 0,-17 3-1,13 2-1,-11 3 2,11-4-1,-11 5 1,13 0 3,-15 2 4,1 2-7,2 1 2,-1 1 1,1 0-2,0 0-3,-2 2 0,2 3 4,-4 1-2,6 0 3,-7 2-6,1 0 2,0 1-1,-3 1-1,3 1 1,-7 4-1,3-2 6,-1 2-4,-2 1-1,1 0-1,-1 1 11,-1 0-9,-1 2 2,0 0-5,-3 0 7,-1 0-2,-2-1-2,0 2 4,0 0-2,-1 1 2,-4-2-6,-4-3 3,2 0 0,-2 0-1,-4 0 3,3-2-2,-2 2-2,-2-6-1,-4 1 0,5 0 3,-3-4 1,0 2-4,-2-2 3,1 0 1,-2-2-1,-1 1 0,1 0 1,0 1 1,1-3-2,-1-1 1,-2 0 1,3 2-1,-3-1 2,0-4 0,1 4 5,-1-4-3,3 3-1,-2 1 7,-1-4 5,0 0-9,0 0-1,0 0 5,1 4 9,-1-4 3,0 0 13,0 0 8,0 0 7,0 0 14,0 0 3,0 0 3,9-9-19,-6 7-7,1-3-19,4-6 19,-1 1-8,1 1-3,2-4-3,3-1-6,3-7-8,3-1 2,-1 2 3,2-1 1,2 1-10,3-3-1,-2 0 7,-1 1-10,2 1 5,0-1-2,1-2 1,-3 2-4,5 0 3,-3 1 7,1 0-14,-1 3 2,0-2-6,1-1 17,-1 1-16,1 3 6,2-2-7,-3 2-1,-2 2 3,6 0-5,-2-1 1,-2 3 2,4 0-4,0 0 4,0 5 5,4-2-1,-1-4-10,2 7 19,1 0-21,-1 1 4,3 3-4,-2-3 4,4 4 1,-1 2-6,2 0-3,-3 2 5,2 4-4,-4-5-1,1 2-1,1 4-2,-2 0-8,1-3 7,-1 6 6,-1-1-3,-1 2 4,0 0-1,3 1 1,-5 2 3,2 1 1,0-1 3,-1 0 10,-2 1-1,1-1-17,-3 1 1,-2 0 1,0-1 8,1 1-6,-7-6 5,6 4 0,-6-4 6,-4 1-7,3-1 0,-3 1-4,-3-3 0,-2-1 7,-1-1-1,0 0-6,-2 1 10,-1-3-7,-1-1-3,-1 1 4,1 0-1,-1-2 5,-2 0-2,-2-1 1,5 4-2,-5-4 3,7 3-2,-7-3 3,2 3-5,-2-3 6,4 2 3,-4-2-1,0 0 3,3 3 9,-3-3 0,0 0-18,0 0 4,0 0-3,0 0 0,0 0 1,4 2 1,-4-2-8,0 0-11,0 0-19,0 0-26,0 0-19,0 0-22,0 0-27,0 0-26,0 0-22,0 0-26,0 0-22,0 0-15,0 0-11,0 0-180,0 0-469,0 0 208</inkml:trace>
  <inkml:trace contextRef="#ctx0" brushRef="#br1" timeOffset="309359.8753">19302 11862 118,'0'-7'198,"0"2"2,-1 1-6,1-2-5,0 3-12,-2-1-16,2 4-13,0-4-17,0 4-17,0 0-13,0-6-14,0 6-3,0 0-13,0 0-6,0 0-9,0 0-8,3 13 0,0-9-6,3 6-2,-5 0 2,3-1-8,4 7-5,-4-5 0,-2 2-6,2 2-2,5 1-2,-4-2 2,2 1 0,-1 2 3,2-2 3,-1-1-2,-1-2-2,0 0 4,0-3-2,1 1-3,-2 0-2,0-1 1,-1-1-3,0 0 0,0-3-1,-2 1 5,3 0 1,-1-2 0,-2 1 3,1-2-1,0 0 4,-2 1-2,-1-4-6,2 4-3,-2 0-1,0-4-2,0 9-1,-2-4 0,-1 2-2,-3 2 5,-7 4 2,-2 1 0,-3 5 6,-4 0-4,-1-1-4,0 2 2,0-3-2,0 1 5,1-2-6,-2-2-2,-1-1-5,6-1-14,2-3-23,-1 2-20,1-5-21,0 3-26,5-6-17,-1 3-17,0 1-27,4-3-8,-1 0-13,4 1-9,1-3-6,-2 1-128,2-2-347,5-1 154</inkml:trace>
  <inkml:trace contextRef="#ctx0" brushRef="#br1" timeOffset="310026.4547">18928 10699 89,'4'1'248,"-4"-1"-16,0 0-5,0 0-4,0 0-5,13-4-9,-13 4-8,7-4-7,-3 1-13,1 0-10,-2-4-11,3 0-6,-1 0-6,0-3-10,0-1 13,-1 3-21,0-2 3,-1-2-4,-1 3-20,0 0-5,-1-2-6,-1 3-15,-3-2-7,-1 0-11,-2 2-3,-2-1-20,-1 2 3,-2 2-2,-2 1-8,-5-1-9,4 5 2,-4 5-9,-1-5-2,1 7-3,0 1-2,2-1 8,0 3-23,0-1-3,7 0-2,1-1-5,3 2 4,1-1-2,3 2 7,0 0-9,2 0 4,3 2 3,5-3-2,-2 2 6,6 0 0,1-1 9,3-4-7,0 0 0,-1-2 6,4-1-6,-3-1 3,-3-1 6,0 0-4,-1-6 10,0 1 6,-2 0 7,2-1-5,0-6 11,-3 4 7,3-1 5,-4 0 2,0-2 14,1 2-3,-4 0 0,1 0 1,-3-1 4,-1 4 2,2 1-7,-3 0-3,0-1-11,-2 4-7,5-4-8,-5 4-8,0 0-7,0 0-2,0 0-4,-2 12 3,-1 1-8,-6 7 4,2 6-2,0 1 11,-2 2-12,1 1-7,2 1 10,0-2 0,1 4-2,2-4 2,-1 1-2,1 0-2,1-2-2,1-2-1,-1-6 3,0-1 1,2-2-6,0-2-11,0-4 15,0-1-2,-1-2 7,2-1 4,-1-1-8,0 0 2,0-4 2,0 1 4,2 1 5,-2 0 12,0-4 2,0 0 4,2 4 1,-2-4 2,0 0-2,13-8-8,-2 1-4,6-6 0,8-5-2,1-3-5,7-2 3,8-8-17,0-2 4,2 4-4,0-5-7,1 1-1,-1 4-1,1-1-7,-3-5 0,3 4-4,0 2 0,1 2-2,-14 8-6,-1 4 4,-1-3-1,-3 5-9,-7 5-9,-4-1-10,-4 4-15,-1 0-22,-1 0-23,-2 3-22,-2-1-22,1 2-22,-1 1-23,-5 0-6,0 0 1,8 1-7,-9 4-39,1-5-15,-4 8-28,-4 0-201,7-2-535,-7 1 236</inkml:trace>
  <inkml:trace contextRef="#ctx0" brushRef="#br1" timeOffset="312908.9276">16785 5913 98,'0'-4'197,"0"-1"-5,4 1 13,-4 1-10,0 3-4,1-6-9,-1 6-8,1-3-15,-1 3-6,0 0-10,0-5-13,0 5-11,0 0-11,0 0-10,0 0-7,0 0-11,0 0-6,0 0-8,0 0-10,0 0-7,0 0-5,0 0-7,0 0 1,-2 17-5,-2-2 5,4 4 3,-1 11 1,1 5 4,1-1-5,-1 0-6,4 15 5,-2 2 14,0-2 4,1 1-3,3-1 1,-5-2-3,1-12-8,4-2-2,-3-2 0,4 1-5,-3-5-5,-3-8-1,1 2-1,1-4 6,-2 1-16,1-3-3,-1-4-1,-1-3 0,1 1 3,3-3-4,-4-2 2,0 1 0,-1 0-3,1-1-2,0-4-6,0 0-11,0 5-16,0-5-18,-3 3-18,3-3-15,0 0-23,0 0-26,0 0-33,0 0-36,0 0-24,0 0-17,-2-10-16,-4 5-175,-1-1-454,-5 2 201</inkml:trace>
  <inkml:trace contextRef="#ctx0" brushRef="#br1" timeOffset="314372.9728">14716 7211 60,'-13'4'193,"4"0"-7,-3 1-2,7-2-17,-4 2-3,1-2-1,3-2-8,0 2-8,0-1-6,2 1-4,3-3 0,-6 1-4,6-1 3,0 0 0,0 0-6,0 0-3,0 0 3,0 0 0,0 0-8,10-17-5,-2 8-10,2-7-11,0 0-6,3-6 0,1-2-10,-3-4-8,3 1-1,-2-2-9,0 3-5,-2-5 1,0 5-2,-4 0 18,1 7 3,-2 2-8,-2 6-4,0 0-6,1 3-8,-4 0-3,3 4-12,-2 0-12,0-1 1,-1 5-5,0 0-2,0 0-10,-8 17 1,6 0 2,-5 10-2,-1 1-3,0 4-4,1-1 3,1-1-11,-1 4 12,5-4-5,-2 1 2,3-3 1,-2-2-2,6-7 1,-2 1-16,1-2 3,4-2-6,-1-2 3,0-3-4,-4-1 5,7-2 1,-1 1 7,3-3 3,0-1-2,2-4 6,1 1-8,4-5 5,1-3 4,1 0-3,0-5-2,2-4 2,1-5 1,-1 3 0,-2 0 5,-2-4 5,-4 7-23,1 0 9,-5-1-3,-3 6 4,-1 0 8,-1 1 4,0 1 1,-3 2-9,3 3 5,0-1-11,-4 3-3,4-4-4,-4 4 3,0 0-2,0 0 10,1 9-12,-2 3 17,-2-1-17,3 2 6,-1 2-2,-3 1 2,3 1-3,-2-6 5,2 1 2,-1 0-4,1 2 1,1-2-3,-1-4 4,1 1 6,1-3 1,-2 0-17,2-1 13,-1-1 2,1 0 3,-1-4 5,0 7 2,0-7 6,0 0-1,6 0 0,-6 0-3,13-10 1,-4 0-9,4-2 2,6-6 0,3 0 3,-3-4-4,-2 3 1,-2 4-1,-2 3 3,-1-1 2,1 4-12,-3 0 4,-1 3-3,-3 1-4,-1 1-3,0 3 1,-1-2-1,-4 3-1,8 4 3,-2 3 9,-1 3-11,-3 0 4,2 4 7,2 0-7,0 2 2,-3-4-6,-3 4 9,4-5 4,-2 0-5,2 4-5,-1-3 5,-2-6 4,1 1-5,0-1-1,0-2 7,1 0-3,-3-2 0,3 0 9,-3-2-5,3 3 5,-3-3-4,12-4-3,-3-3 6,7-4 9,-2 0-8,2-2-11,6-6 1,-1 0 2,2 2-7,-9 1 7,1 4-8,1 0-1,-2 2 5,-5 3 0,0 0-8,-3 3-3,1 0-2,-4-1-2,-3 5-3,9 4 8,-5-1 2,-2 3-8,0 2 5,4 2 4,-2-1-1,-4 2-1,5 0-2,-1 1 3,-3 0 2,3 1-1,-2-1 6,2-3 0,0 0-3,-2-3-5,2 0 7,-1-1 2,0-1-6,0 1 8,3-2 7,-2 0-4,2-1 0,-1-2 5,-5 0-12,13-2 11,-8-2 11,5-3-12,-3 2-1,2-5-4,0-3 5,1 1-5,-2-7 2,1 2 3,2-6 0,-5-1-2,3 0-5,-2-1 17,-1 5-21,-2 3 18,0 0 4,-2 7 3,0-1 12,2 1-10,-3 4 5,-1 1-11,2 0-5,-2 1-2,0 4-7,0-3-6,0 3-3,0 0 5,-2 20 0,1 1 4,1 6-5,-4 8 4,2 12 6,-1-11 4,0 11 0,0 4 4,1-4 3,-3 0-3,0 0 5,1-11-7,-1 11 5,2-10-2,-2-2-1,1 1 1,-1-4-3,1-2 5,-1-1-6,1-4 5,2 1-5,-2-12-2,2-3 10,1-1-10,1-4 5,-1-1 9,0 2 17,1-2 15,0-2 14,0-3 10,0 5 14,0-5 5,0 0 1,0 0-4,0 0-16,0 0 0,2-23-10,1 8-8,-1-10-6,4-4-8,-1-3-5,4-2-6,1-17-9,1 5-4,9 1-11,-4 2-6,-2 9-3,0 0-4,5 4-1,0-1-7,2 4-6,1 2-5,-1 1-6,-2 5 1,5 4-3,-1 1-6,-2 5 0,-3 3-17,1 4-3,-3 2-8,-1 1-4,-5 3-11,4 4-6,-6-2 3,1 7 12,-1 1 4,-1 0 4,-5-3 9,-4 8-3,-3-4-7,-2 1 3,-4-1-9,-4 0-13,-3 3-22,-4-3-11,-2-1-22,-6-1-18,-2-5-22,0 3-21,-2-6-21,0 0-13,-4-3-31,7-3-30,-3-3-16,-2 0-225,1-4-572,-1-2 253</inkml:trace>
  <inkml:trace contextRef="#ctx0" brushRef="#br1" timeOffset="314953.9526">14512 7035 78,'0'0'164,"0"0"-14,0 0-1,0 0-3,0 5 3,0-5 6,7 3 0,1-1 5,2 1 4,4 0 1,4-1-4,10 1 2,6-2-2,3-1-10,18 0-7,-15 0-8,20-1-20,-5-2-8,1 1-9,-21 1-11,19-1-4,-17 2-9,-3 0-9,0 0-9,-6 2-4,-8-1-5,-1-2-3,-7 2-5,-1-1-8,1 0-11,-3-1-2,-2 1-9,-7 0-11,9 0-8,-2 1-12,-7-1-16,0 0-15,7-3-22,-7 3-22,0 0-21,5-1-24,-5 1-20,0 0-16,0 0-27,0 0-19,0 0-144,0 0-397,0 0 176</inkml:trace>
  <inkml:trace contextRef="#ctx0" brushRef="#br1" timeOffset="316958.8506">16352 7224 7,'-5'3'280,"5"-3"-7,-3 2-7,3-2-11,0 0-18,0 0-23,0 0-13,0 0-20,0 0-12,7 6-11,-7-6-8,10 0-16,-1 0-11,2-2-5,3 0-17,7 0-9,0 1-12,-3 0 0,2-2-14,0 0-13,4 1-27,-5 1-26,-2-2-29,1 2-38,-4 1-35,-1-2-35,-2 2-26,-1 0-30,-1 2-15,-4-1-17,2 2-132,-3-2-387,0 2 171</inkml:trace>
  <inkml:trace contextRef="#ctx0" brushRef="#br1" timeOffset="317632.0369">16407 7357 36,'-4'3'140,"0"-2"-17,0 4-3,4-3 1,0-2-1,5 6-2,2-6 4,4 3-7,8-1-6,4 0-13,9-2-8,0 0-13,5 0-17,0-3-35,3 2-37,-2-2-48,3 0-47,0 0-105,-6-4-230,0 3 102</inkml:trace>
  <inkml:trace contextRef="#ctx0" brushRef="#br1" timeOffset="318216.1626">17007 7296 89,'0'0'243,"0"0"-7,0 0-19,0 0-23,0 0-15,0 0-11,12 3-5,-12-3 1,14-3 1,-7 2 3,4-2-4,-3 2-1,3 0-2,-4-3-3,-1 1 3,-2 2 10,4 1 0,-4-4-2,1 0-9,-2-3-8,3 3-11,-2 1-13,0-8-15,1 2-2,-4-2-9,-1 2-16,0-4-9,-1 1-3,-2 1 1,1-1-36,-2 1-7,2-1 18,-6 1-9,3 2-5,0 0-7,1 2-2,-2 2-5,0-3 2,1 6-12,-2-1-4,-2 2 0,2 1-3,7 0-5,-18 5 1,6-1-1,-1 6 1,-1 2-1,2 0 7,3 0-10,-1 0-1,1 4-1,4-1 3,-3 0-4,3 0 13,5-1-9,-2 0 4,4 3-7,3-1 1,-6 1 1,2-4 4,3 2 1,1 2 6,4-1-11,5 1 28,-3 0-6,2 0 0,5 0-1,-2-1 11,-3-3-14,0 1 1,0-1-2,-4-3-5,2-2 6,-2 0-1,-3 0-3,4 0-2,-6-3-3,2 2 5,0-3-2,-3-2-2,0 2 0,-2 0 0,-1-4-12,2 3 16,-2-3-3,0 0 3,0 0 0,-16 0-2,3 0-3,-5-3-4,-1 2 4,-1-2-5,1-2-2,-1 0 2,5-2 0,0 2 0,3-4-2,1 1-10,2-1-19,4-2-19,-2-4-20,0-2-9,7 0-9,0-4-6,7-4 2,2 1-12,4 0-4,4 2-5,0 3 0,1-1-3,2 4 2,3-1 4,0 4 2,0 0 13,-2 5 9,5-4 9,-3 2 6,4 3 11,-7 1 2,-2 0 6,-1 1 3,-3 2 4,-1 0 9,-3 1 5,-4 0 1,1 0 4,-2 2-2,0 0 4,-5 0 10,6 2 8,-4 5 9,-2 1 10,-2 2 8,-4 5 8,1 2 4,-3-1 4,-2 8 5,3-5-2,1-2-1,0 0 4,-1 1-5,1-2 4,1-1-4,2 0 2,1-3 3,0-2-10,2 2 9,2-3-2,-1 0-8,1-1 5,2 4 3,3-7 9,-2 2 7,5-3 2,-4-1 9,5 1 2,1-1-6,-1-3 1,0 0-16,4-2 14,-2-3-1,0 2-2,-3-4-9,7-1-1,-3-1-6,0-5 2,-1-1-11,-2-1-5,1-1 6,-3 0-8,-1-2-4,-1 0-3,-2 0 3,-1 0-8,-1 0-2,-5 2-6,1 2 5,-3-2-7,-1 1-23,-2 1-3,-4 1-6,-1 4-16,-3-3-13,0 7-10,-2-4-17,-2 8-18,1-3-13,-1 3-13,1 2-15,0 2-18,6 0-16,-1 1-22,3 2-31,3 0-14,0 2-26,2-2-202,2 2-508,2-3 225</inkml:trace>
  <inkml:trace contextRef="#ctx0" brushRef="#br1" timeOffset="318767.7909">17867 7324 19,'0'0'200,"0"0"-20,3-6-16,-3 6-14,4-2-11,-4 2 0,4-5 2,-2 1 8,3 1 2,-1-2-7,-4 0 0,4-2 2,-2 2 5,2-2-2,0-3-4,0 2-2,-1-3-3,0 3-12,-2-3-4,1-1-7,-5 0-8,0-1-6,1 5-7,-2-3 6,0 1-26,-1-1-14,-1 5-10,0-1-3,-7 2-9,0 2-6,-5 3-4,-5 5-2,1 7 0,-4-2-8,3 5 0,1-1-8,7 0 2,-1-1-1,5 2-6,0-3 1,4 5 1,3-6-2,1 1 0,3 0 3,3-1-1,1 0-3,5-1 4,-2-2-2,1-1 4,5-2 0,4 1 9,2-4 1,-3-3 11,-2 1 3,0-1 15,4-3-24,0-1 8,0 0 7,-6 1 19,0-4-6,0-2-3,-2 2-4,5-1-2,-6 3 3,-5-2 3,4 5-1,-3-1-6,-1 1-9,0-2-6,-3 3-8,-1 2-6,6-2-7,-6 2-5,0 0 0,0 0 2,0 16 1,-2-4 1,-2 2-4,0 3 2,-4-1 0,3 0-4,-1 4 1,-1-3 4,2 0-4,3 2-12,-2-1-8,0-2-20,2-4-25,-2 4-27,3-4-19,-2-3-17,0 2-23,3-4-21,0 4-26,3-5-27,0 2-20,3-3-23,-2 0-36,6-1-177,-1-4-517,2-2 228</inkml:trace>
  <inkml:trace contextRef="#ctx0" brushRef="#br1" timeOffset="319237.7115">18295 7263 166,'6'-10'232,"1"1"-3,-4 3-15,-2 3-17,3-3-30,-3 4-15,-1 2-11,0 0-5,0 0-6,-8 11-7,0-3 0,-1 7 7,-2-1 0,0 3 3,-1-2-8,2 2-6,-6 5-5,6-8-10,-1 3-1,7-3-7,-2-2-5,1 0 5,3 0-13,-1-4-1,1 3 3,2-5 4,2 6-2,-1-5 6,5 0 19,3 1 0,1 1 5,2-4-1,7 2-3,-1-3-4,1 2 0,3-5 2,-3 1-5,0-3-5,1 0-8,-1-4-3,-2-2-3,1-2-4,0-3-3,-1-1-6,3-6-2,-7 3-8,2-4-10,-3-2-2,1 1-9,-3-3-2,-6 6-1,1-1-3,-1 1 2,-4-2-9,0 1-10,-4-1 0,0 4-10,-5-1-8,-1 4-12,-4 1-11,-3-1-12,-6-2-28,4 7 1,-2 0-18,2 6-17,0-3-18,3 3-27,2 1-12,-1 1-20,3 3-9,0 2-22,4-3-23,-2 3-29,5 1-26,3-2-17,0 0-21,1 2-217,4-2-578,-1 0 255</inkml:trace>
  <inkml:trace contextRef="#ctx0" brushRef="#br1" timeOffset="329763.6166">18087 6312 21,'0'0'95,"0"0"-12,0 0 9,0 0-1,0 0 6,0 0-5,0 0-1,0 0 1,0 0-2,0 5 0,0-5-1,0 0-3,0 0-4,0 0 4,0 0-7,0 0-8,0 0-2,0 0-4,0 0-2,0 0-4,0 0-2,0 0-2,0 0-6,0 0-1,0 0 0,0 0-1,0 0-4,0 0 2,0 0 0,0 0 2,0 0-1,0 0 0,4 4 4,-4-4-2,0 0 1,0 0 1,0 0-3,0 0 4,0 0 4,0 0-3,0 0-3,0 0-1,0 0-2,0 0 2,0 0-4,0 0-2,0 0 0,0 0-1,0 0-2,0 0-2,0 0-4,0 0-1,0 0-3,0 0-2,0 0-5,0 0-1,0 0 6,0 0-6,0 0-1,0 0-3,0 0 4,0 0-1,0 0 1,0 0-4,0 0 2,0 0 1,0 0-1,0 0 3,0 0-1,0 0-2,0 0 0,0 0-3,0 0-1,0 0 4,0 0-5,0 0 3,0 0 3,0 0-5,0 0-4,0 0 6,0 0-4,0 0-4,0 0 5,0 0-3,0 0-3,0 0 2,0 0-2,0 0 3,0 0-3,0 0 0,0 0 3,0 0-4,0 0-1,0 0-1,0 0-1,0 0-1,0 0 3,0 0-2,0 0 3,0 0 2,0 0-2,0 0-2,0 0 4,0 0-7,0 0 1,0 0 0,0 0 1,0 0-3,0 0 2,0 0 3,0 0 0,0 0-3,0 0 7,0 0-8,0 0 6,0 0-5,0 0 14,0 0-13,0 0-1,0 0 0,0 0-4,0 0 7,0 0-3,0 0 4,0 0 1,4 3 0,-4-3 3,0 0 1,0 0-3,0 0 5,0 0 5,0 0-5,0 0 9,0 0 4,0 0-6,6 0 2,-6 0 9,13 0 1,-2 0 0,0 2 7,4-1-4,5 0-8,3 0 0,5-1-2,4 4 2,-1-3-8,1 1 2,1-2-2,4 2-7,-2-2 11,4 3-6,-3-2-6,18 1 0,-17-2-1,15 0-2,-2-3-2,-10 3 4,11-3 2,1 3-6,-1-2 8,1 0-4,-13-1-7,15-1 2,-2 1 4,2 0-5,-16 2 13,1 0-13,-1-4-1,-2 3-3,-2 2 8,2-3-1,-1 1 3,-2-1-2,-3 2 3,2-3 4,-2 4-2,-1-2 5,-7 0-5,-2 2-15,-3 0 20,-4 0-8,-1-2 5,-1 1 0,0 0-2,-1 1-10,-4 0 8,4 0 5,-3-1 4,-1 1 0,-6 0-4,9 0 7,-9 0-11,8 0 4,-8 0 2,9 0-2,-9 0 6,0 0-4,0 0-3,0 0-1,7 0 0,-7 0-1,0 0 2,0 0-3,6-1 2,-6 1 2,0 0 0,0 0 5,0 0-7,0 0-2,0 0 2,0 0 4,0 0-4,0 0 3,0 0-5,0 0 3,0 0-5,0 0 5,6-2-1,-6 2 0,0 0-3,0 0 2,0 0 1,0 0-1,0 0 2,0 0 2,0 0-3,0 0 0,0 0 4,0 0 1,0 0 5,0 0-2,0 0 5,0 0 9,0 0-1,0 0-5,2-5-8,-2 5 5,1-7-6,-1 3-5,6-6-6,-3 3 1,2-4 1,4-3-2,1 0-2,-1-2-1,0-2-6,0-1 0,5-3 1,-6 4 3,5-5-1,-4 6-3,-2-1-3,2 2 6,-1-1-3,0-3-1,1 4 4,1 2-2,-3 1-3,-1-6 2,-1 8-1,3-5-1,0 1-2,-3 4 6,1-1-2,2 2-2,-3-5 1,1 6-1,0-1-5,-1-2 5,0 2-1,1-2 0,-2 3 2,-1 3 0,-2-3 0,3 3 0,-3 0-4,3 0 6,-2 1 0,1-1-1,0 1-1,-1-2-2,1 2-2,-1-3 3,0 4 1,-1-3-1,0 2 1,2 2 1,-3-2-2,1 1 0,2 1-6,-2-3 8,-1 3 1,0 3-1,0-7-3,1 3 1,1 0 1,-2 1 1,0 3-5,1-6 0,0 3 4,-1 3 3,0-7-5,0 7 2,0-3 0,0 3-4,3-5 8,-3 5-4,1-4-1,-1 4 0,1-6-2,-1 6 1,2-5 0,-2 5 2,-2-4-4,2 4 3,0-5-1,0 5 2,0 0-3,-2-4 1,2 4 1,0 0-5,0 0 7,0 0-10,0-5 3,0 5 4,0 0 2,0 0 1,0 0-4,0 0-2,0 0 1,0 0-2,0 0 4,0 0-2,0 0 1,-3-4 0,3 4 2,0 0 2,0 0-4,0 0-1,0 0-8,0 0 5,0 0 7,0 0-2,0 0-1,0 0-2,0 0-3,-5-4 0,5 4-1,-8-2-6,2-1-6,-2 0-3,-2 1 0,-3-2 13,1-1-10,1 3 6,-3-2-4,1 0 4,4 2 1,-6-3 6,2 1-3,0 1 1,3 0 1,0 1 0,-1-1 1,4 1 2,1-1-3,-1 2 2,1 0-1,1-1 4,5 2-1,-8-3 1,3 2-5,5 1 3,-5-1-1,5 1 1,0 0 3,-6-2-2,6 2 0,0 0 7,0 0-6,0 0-3,-8 0 7,8 0-10,0 0 8,-8-1-3,8 1 0,0 0 4,0 0-1,0 0-14,-9-1 15,9 1-2,-6-1 1,6 1-1,-8 0 2,8 0-2,-10 0 0,2-2-3,0 1 7,1 0-3,-2 1 0,1-1 0,-5-1-4,3 2 3,-1 0 4,-1-4-1,-2 3-1,2-1-2,-2 1 9,1 1-8,0-1-1,-2 1 1,-1 0 2,-3-1-4,9 1 1,-5-2 1,3 2-3,-1 0 6,1 0-5,-1 0 6,0-2-5,2 2-2,-1 2 2,-6-2 5,2 0-5,4 0-3,-3 0 3,-3 0 4,0 0-1,5 0-12,-2 0 10,-2 0 1,-1 2-1,-2-2 2,1 1 1,1-4-2,0 3 2,-4 2 0,2-1-10,-1-1 10,2 1-2,0 0 3,-1-1-3,-3 2 1,1-2-1,3 0 4,-2 1-3,0 0-1,1-1 1,-4 0 1,9 3-2,-6-3 1,3 0 2,-1 0-2,-1 3-1,1-3 3,-1 1-4,0 0-10,1 1 12,6-1 0,-9 1 3,1 1-5,1-3 0,0 1 2,-2-1 1,4 3-2,-1-1-3,1 0 3,-2-2 2,2 3-2,-1-2 0,1 0 2,-1 2-3,-2-3 0,2 2 1,2-2 1,-2 3-2,-2-3 4,1 3-4,0-2 3,-8 2 0,1-1-3,4 1 5,-4-2-1,0 3-2,-1-2 1,5 1-3,-5-1 7,8-2-5,-1 2-4,0 1 4,0-3 3,2 0-1,-3 1-5,-2 2 1,7-3-1,-6 2 6,3-1-3,-3 1-11,2-2 11,0 0-4,2 3 5,-11-2-3,11 0 0,-8 2 0,-3-1 0,4 0 5,4-1-3,3 0 2,-9 0-2,6 1 0,-6-1 5,5 1-4,0-2-4,-3 1 0,4 2 6,3-3-6,-4 2 2,-5-2 2,7 1-1,-1 1-3,0 1 2,3-1-3,-4-1 3,2-1-9,0 0 8,-1 0 2,2 1 2,1 2-3,-3-1 3,0-2 2,0 2-4,3-1-2,-4 1 0,3-2 1,-3 0 1,0 2 5,1-1 0,2 1-1,-8-1 0,9-1-10,-6 0 7,7 1-6,-1 2 9,-4-3-3,3 1 0,-8 1-3,5-2 1,2 1-3,-1 0-2,-5-1 7,3 3-2,-3-1-2,3-2 8,5 2-7,-9-4-8,6 4 5,2-2 3,-4 1-2,4-1-5,0 0 1,-2 2 3,5-3 6,-2 2 1,-3-1 1,3-1-2,0 0-2,0 2 5,0-1 3,0 0-10,1 1 0,-3-1 4,1 0-1,0 2-2,-3-2 2,4 0-2,-3 0 1,1 0-3,2 0 4,1 0-1,-1 0 1,2 0-3,3 1 1,1-1-1,-6 0 1,6 1 2,-2-2 1,2 2-3,0-1 2,0 0-2,0 0 3,0 0-5,-1 3 0,-4-1-2,-2-2 2,0 1 0,0 0 2,-2-1 0,4 1-7,-1-1 6,0-1 5,3 2-4,-4-1 1,4-1 2,-3 2-5,1 1 4,5-5-1,-1 3 0,-3 1-2,3-1 1,-1 0-4,3 0-2,-3 2 9,2-4-3,-3 4 3,5-4-3,-5 4 3,4-2-5,-4 0 5,4 0-5,-6 0-8,7 1 15,-8-2-4,7 1 3,-6 1 1,5 0 0,-1-1 0,0 0-4,1 0 0,-6 0-7,2 1 9,-3 2-2,3-3-3,4 0 6,-9 1-3,2 2-1,2-3 1,1 0 1,4 0-1,-2 2-3,2-2 3,1 1 0,-3 0 2,6-1-1,2 0 1,0 0 1,0 0 0,7 0 0,-9 0 3,5 1-1,4-1-15,0 0 12,-10 0-1,10 0 2,0 0 3,-5 2-2,5-2-3,0 0-5,0 0 8,0 0 3,-8 0-2,8 0 2,0 0-2,0 0 3,0 0 3,0 0 1,0-7 4,0 7 2,0 0-1,0 0 0,-1-4-3,-1-1 0,2 1-2,2-3-7,-4 2 2,2-5-1,-1 2-7,0-2 4,1-1 0,-2 0-1,0-1 2,0-4-2,-2 0 0,1 5 1,4-5 0,-4 3-1,1 1 1,1-4-3,-2 6 0,1-9-2,0 10 2,0 1-4,1-4 4,-1 4-1,0-1-4,-1 2 6,3 1-6,-1-1 0,1 1 6,-2 1 0,2-2-3,-2 3 1,4-2 5,-4-1-3,1 2 0,0 1 1,-2-2-2,3 1-2,0 5-1,-1-5 4,1 5-1,-1-5 0,-1 1-4,2 4 2,0 0-2,-1-4 7,1 4-3,0 0-3,0 0-1,-3-5-6,3 5 0,0 0-2,0 0 9,0 0-2,0 0 2,0 0-3,4-1-2,-4 1 0,0 0-2,0 0-1,0 0 4,0 0-6,0 0-1,0 0 3,0 0 1,0 0-2,0 0-3,0 0 2,0 0 7,7-3-6,-3 1-3,3 2 2,3-3 4,2 3-1,7-4 0,0 2 6,10-1-1,-9 3-2,10 0 3,-1 0 3,0 0-5,3-5-8,-4 2 10,1 4-1,2-4 2,-9 5-2,-1-2-1,-4-1-2,3 1-3,0 1 3,-4 0 2,-2-1-1,0-1 2,-2 0-6,1 2 2,-3-1-5,-2 1-3,0-2 12,1 1-9,-3 0 4,1 1-6,-3 1 4,-4-2 2,15 0 2,-11-2 4,-4 2-6,11 0 3,-7-1 0,-4 1 1,0 0-2,8 3 5,-8-3-3,0 0 0,5-3 6,-5 3-1,0 0 1,0 0-14,0 0 9,0 0-9,0 0 17,8 1-11,-8-1 2,0 0 2,0 0 8,0 0-4,0 0-3,0 0 7,0 0-8,0 0 4,0 0-2,0 0 10,0 0-8,0 0-15,-9-10-1,6 6-6,-2-1 1,1-1 5,-2 0-9,-2-2 3,3 1 4,-4 0-1,-1-3 1,0 3 6,0 0 8,-2-1-2,3-1-5,0 4 3,-1-3-7,1 3 4,0-3-4,0 3 4,3 2-5,1-2 10,0 1 2,0 1-2,2 0 0,-3 1-4,4-1 1,2 3-8,0 0 10,-5-3-6,5 3-4,0 0-4,-2-4-9,2 4-17,0 0-4,0 0 6,0 0 2,0 0 8,0 0 7,0 0-5,0 0 7,0 0 0,0 0 5,9 12 3,-3-9-2,-1 1 6,0 1 14,3 1-8,-2-4-6,4 5 4,0-2 12,0 0-14,1 2 4,3-2 19,2 2-14,0-1 4,1 1-8,-4-2 0,-1-1 4,6 1 2,-3 2-3,-2-2 2,1-3 0,-3 3 0,0-3-2,-1 2 2,-2-1-1,-2-1 0,5 3 0,-5-4 3,-2 1 0,1-2 3,0 3 3,-1-2-11,-4-1 5,7 1 8,-7-1-8,4 3-5,-4-3 2,0 0 2,7 1 4,-7-1-3,0 0-5,0 0 4,0 0 9,8 0 2,-8 0-15,0 0 8,0 0-15,0 0 21,0 0-10,0 0 2,3 3-4,-3-3 14,0 0-17,0 0 4,0 0-11,0 0-3,0 0-3,0 0 14,0 0 3,0 0-15,-11 7 16,5-2-6,1 0 1,-5 5-4,-1 2 8,-4 2 6,2-1-12,-2-1 19,2 2-17,0-2 11,3-3-13,-1 2-4,1-1 10,1-2 0,0 0-4,0 0 4,1-1-5,2-2 3,1 2 3,1 0 0,-1-6-2,1 3 14,2-1-12,-2 1 5,3-1-6,1-3-2,-3 3-3,3-3 5,-4 2 2,4-2-2,0 4 0,0-4 2,0 0-1,0 0 2,0 0 3,-6 3-5,6-3 9,0 0-12,0 0 1,0 0 7,0 0-3,0 0-3,0 0 3,0 0 16,-1 5-20,1-5 5,0 0-5,0 0 7,0 0 5,0 0-13,0 0 2,0 0 8,0 0-7,0 0-1,0 0-1,-2 3-3,2-3 4,0 0 0,0 0-1,0 0 6,0 0-5,0 0 3,0 0-4,0 0 1,0 0 4,0 0 3,0 0-10,0 0 2,0 0 9,0 0-6,0 0 6,0 0 3,0 0-6,0 0-7,0 0 9,0 0-9,0 0 0,0 0 2,0 0 1,0 0-2,0 0-2,0 0 8,0 0-4,0 0 2,0 0-3,0 0 4,0 0-5,0 0 9,0 0-4,0 0 5,0 0-2,0 0-9,0 0 1,0 0 2,0 0-1,0 0 1,0 0-2,0 0 0,0 0 5,0 0-1,0 0-2,0 0 2,0 0-1,0 0 2,0 0-5,0 0 1,0 0 2,0 0 3,0 0 0,0 0-4,0 0 3,0 0-4,0 0 0,0 0 6,0 0 0,0 0-3,0 0-2,0 0 3,0 0 0,0 0 4,0 0-3,0 0-2,0 0 0,0 0 4,0 0-11,0 0-23,0 0-10,0 0-11,0 0-18,0 0-19,0 0-21,0 0-36,0 0-25,0 0-26,0 0-46,-14-6-31,3 6-189,-1 3-497,-2-3 221</inkml:trace>
  <inkml:trace contextRef="#ctx0" brushRef="#br1" timeOffset="333218.6446">15459 3952 53,'0'0'48,"0"0"11,0 0-1,0 0 0,0 0 4,0 0-8,0 0 4,0 0-8,0 0 24,0 0-21,0 0-7,0 0 2,0 0-4,0 0 1,12-7 5,-12 7-14,9-4 3,-1 1 16,-2 0-17,1-1 11,2 0-2,0 0 2,0-1-3,-3 0-4,2 1 7,1 0 3,-6-2 5,3 0-1,-1 5-1,-1-6 0,2 4-4,-2-1-6,-2 1 4,3-2 0,-1 1-4,-4 4 1,5-6-2,-5 2-5,0 2-4,2-2-5,-2 4 0,-2-7-9,2 5 4,0 2-8,-1-7 1,-2 3-2,0 1-6,1-1 0,-3-2-3,5 6 2,-11-1-11,6-3-1,0 3-1,-1 0 3,-3 0-6,1-1 5,0 4-8,0-2-3,-1 1-3,3 1-3,-2 0 3,3 1-5,-1 2-2,-1 0 8,2 0-4,3 0 3,-3 1-2,2 2 4,-1 1-1,3-2-2,1 4 3,0-1 2,1-1 3,2 3-3,1-4 9,2 3-5,3 3 7,1 0-4,2 0 5,2-2-2,-2 1-4,4-1 10,0 1-2,0 1 6,0-2-7,2 2 2,-4-1 1,5-2-1,-6 3 0,4-3-3,-3 1 1,-2-1-3,-4-4 2,0 0-4,0 0 4,-3-1-3,-1 1 1,-3-2-1,0 2 5,0-2 2,-2 1 5,0 0-5,-4 1 4,-3 3-8,0-4 10,-1 1-2,-7-1 7,0 2-1,-1-3 3,5-1 2,-2-2 5,1 3 4,4-5 5,1 0 1,1 0 3,-1 0 1,8 0 2,-9-2-5,2-1 0,2-2-5,1-1-3,0 0-6,1-4-6,3-1-4,-3-1-8,6-4 0,3 0-9,1-1-10,3 0-6,1-5-13,2 5-5,-5 0-14,6 2-13,-1 1-21,-3-1-13,3 3-18,0 0-19,0 1-14,1 1-109,-4 3-281,2-4 126</inkml:trace>
  <inkml:trace contextRef="#ctx0" brushRef="#br1" timeOffset="333871.9567">16055 3845 95,'-3'-4'107,"3"4"-11,-6-1-11,6 1-10,-10 3-4,1 0-8,0 2-8,-4 7-10,1 0-3,-1-3 9,0 3-2,2 2-7,0 0-6,-2-3 0,6 3 0,-1-3-1,1 3-7,-1-4 6,6 2-7,-2-3-8,0 2 9,2-2-7,0 1-6,2 0 9,0-3-5,0 1 11,1-4-4,2 3 9,-1-1 6,1-2 5,-2 0 17,3 2 21,2-3 7,-1-1 7,1 1 6,0-2 1,3-1-2,0 2-6,1-4-2,3-2-6,0 1-8,0-2-2,-3 0 1,6-2-11,-7 2-5,3-4 1,-1 1-1,2-1 1,-3 2 0,-1-1 4,1 0-9,-5-1-2,1-1-9,0 0 0,-3 1-2,-2 2-13,2 1 2,-3-4-7,0 4-3,-3-1-8,2 1-2,-2-1-1,-3 0-23,2 2-9,-3-5-15,-3 6-10,3 0-13,-5-1-13,-1 1-9,4 1-7,1 2-11,2-2-18,-1 2-22,0-3-39,7 4-18,-4-1-3,4 1 7,0 0 3,0 0-119,0 0-328,0 0 145</inkml:trace>
  <inkml:trace contextRef="#ctx0" brushRef="#br1" timeOffset="334487.9946">16384 3916 59,'0'0'165,"0"0"-16,4-3-17,-4 3-4,6-1-10,-6 1-10,5-6-13,-1 1-4,1 1-7,1-1 0,1 1 4,3-6 7,2 3 4,-5-1 5,3-1 4,1 1 0,-4-1-1,3 1-8,2-1-6,-7 0 3,3-2-2,3-1-7,-6 0-11,1-2-7,0 7-1,-3-1-3,3 3-6,-4-5-3,1 5-7,-3-1-5,0-2-4,3 4-6,-6-1-10,3 1 0,0 4-4,-3-7-10,2 3-4,-2 2-6,-1-3-11,0 3-8,-3 0-4,3 0-5,-2-1 10,0 1-7,-6 1 0,12 1-4,-17 3 4,6 0-4,-1-1 5,2 1-3,1 0-2,0 1 8,0 0-4,-1 0 8,1 0-2,2 2-1,0-4-1,1 2 2,0 0-3,0-2 1,2 5 6,1-2-4,-2 2 6,2-2-3,2 2 1,-2 0 3,1-1 1,2 3-1,0-3 2,-2 0 5,4 2-4,0 1 4,1 1-4,0 0 3,1-2 1,1 2 0,1-2 4,-1 2 0,3 1 1,0 0-1,4 0 3,-3-3-2,4 5 0,-1 0 0,2-1-2,-1-2 2,1 2 4,-1-2 1,0 4-6,1-3-2,-3 0 4,-1-2-5,2 1 3,-3 0 2,0 0 2,-2-2-7,0-1 5,-2-1-5,-1 2 1,-1-2-3,2 0 9,-4 0-6,0 0 3,0 1 2,-1-2 0,-2 1 0,1 2 3,-6-2 0,2-1 1,-3 2 2,-1-1 6,-2-1 3,0 1-3,-3 0 2,3-2 5,-3-2 7,0 0 6,3 0 5,-3 0 3,3-1 0,0-4 1,1-1-4,1 2-1,0-2-4,3 0 4,-4-4-5,3 1 2,0-2-7,2 0-5,0-2-3,1-7 1,2 3-6,1-4-4,2 2-4,1 0-3,2-2-4,4 1-8,-1-1-3,8-4-6,0 0-5,-4 7-1,3-1 0,-3 2-1,0 3-11,-2 1-4,-3 2-21,1 1-22,-1 0-18,2 3-8,-3 0-16,-1 1-15,1-1-25,-2 1-22,0 2-127,1-3-340,-2 4 151</inkml:trace>
  <inkml:trace contextRef="#ctx0" brushRef="#br1" timeOffset="335051.7506">16936 3650 59,'2'-5'131,"3"-1"17,-1 1-11,0-1-2,-3 3 5,3-1-1,-1-1-3,-2 2-1,0 0-13,3-1-5,-4 4-4,0-2-8,0 2-9,0 0-13,0 0-4,0 0-10,3-4-12,-3 4-5,0 0-11,0 0-1,0 0-7,0 0-1,-21 9 0,10-3-8,-5 4 3,-3-1-6,-4 6-2,1-2-5,-3 5 1,0 1-6,3 4 6,-3-3-6,5 2-3,-3-1 2,1 1 1,4-2-7,-1-1 2,9-2 1,-2 0-3,4 2-1,-1-2-1,1-2-3,2 2 0,4-1 5,-2 1-4,4 1 2,0-1-2,3-1-2,-2-6 3,1 4 0,4 1 1,-2-5 0,1 1 2,1-3 4,3 2 3,1-3 1,3 3 3,2-5 7,0 4 3,2-4-1,-4-2 11,1-2 1,-2 2 9,-1-2 7,1 1 15,-3-4 3,-1 2 8,0-1 1,0-2 5,-2 2-9,1-3 9,-2 1-5,0-1-4,-2-2-3,0 1-12,-1-2-6,-1 0-6,-2 1-8,-3-3-9,0-1-14,-5 1-21,-1 1-9,-4-1-22,-7 3-8,-7-4-22,8 6-11,-1-1-18,0 1-20,5 1-22,5 1-26,0 2-30,1 2-6,1-2 4,3 4-13,2 4-140,2-5-378,-2 1 168</inkml:trace>
  <inkml:trace contextRef="#ctx0" brushRef="#br1" timeOffset="336215.7611">12997 5189 21,'8'-4'86,"-2"1"0,6-3-9,-2 0-1,1 3 7,0-2 8,-1-3 8,2 1 1,-2 1-11,0-4 5,0 3-9,-1-3-7,-1 3 0,0-4-5,-3 1-9,4-2-4,-6-3-7,3 4 11,-5-3-11,1 2 2,-2 0-9,0 2 0,0 1-7,-3-3 5,3 7-11,-6-6-10,3 7 5,-2-2-8,0 0 2,-1 4-10,-2-1 2,2 1-4,-3 0 1,-1 2-4,0 2-2,-1 0 2,0 1-7,1 2 3,-1 2-1,2-1-1,-1 2-12,3-1 8,-1-1 2,3 3 2,1 0-1,0-1 0,1 2 1,0 1-3,1-3 3,2 3 0,0 0-6,5-1 2,-2-1 2,-1 3-2,4-1 1,0 0 4,4 3 2,-3-4-2,3 4 2,-1 1 1,5 0-2,-2-1 0,-2-1-2,2 2-3,-2-7 4,-1 5 3,1 1-5,-2-4 2,-3 0 0,-1-1-2,2 1 4,-2-1 2,0-3 0,-3 1-4,-1-1 0,2 2 7,-5-5 3,0 6 0,-2-2-5,-3 3 6,2-4-3,-3-1 2,-2 2-5,2-3 6,1-2 6,-1 2 1,0-3-1,-1-1 3,1-1-7,-3-4 1,6-1-1,-2-1-8,0 0 0,1-5-1,-1-2 4,4 6-6,1-10-5,3 2-3,0-1-7,0 0-5,3 6-8,2-5-5,-1 0-10,2 4-2,2-1-12,-1 1-22,1 1-6,-2 2-16,3-2-10,0 1-10,0 2-17,1-1-98,-1 3-251,2-1 111</inkml:trace>
  <inkml:trace contextRef="#ctx0" brushRef="#br1" timeOffset="336984.6322">13397 4986 5,'-13'14'97,"6"-8"-8,1 5-7,-3 4-21,-1-1 4,0 1-6,1-1-2,2 3-10,-1-2-5,1-1 3,1-1 1,3-2-7,0 1 1,2-2 7,-2 2-1,3-2 0,0 2-2,0-4-1,3-1 0,-1 1 0,2-4-2,0 1 9,0-1 4,0 1 1,1-2 10,0-2 6,4 0-5,-3-2 5,5 0-4,-6-2 6,6-2-1,-2-1-6,1-1-7,0-1-4,-1-2-1,0-5-11,1 3-1,-2-2-1,-3 2-5,1 0-8,-3 0 9,3 1-4,-6 0 3,3 1 0,-3 0-7,0 2-3,-3 2-4,2-1-4,-5 2-9,1-2-6,-1 5-12,0 0-9,-1 0-13,-5-1-9,3 3-14,-2 1-12,-1 1-22,1 1-6,1-2-17,1 1-18,1 2 5,3-1-14,0 2-11,-3 0-84,6-1-251,0 0 112</inkml:trace>
  <inkml:trace contextRef="#ctx0" brushRef="#br1" timeOffset="337482.4378">13628 5078 65,'4'-3'156,"-4"3"-22,6-5-5,-3 3-5,0 0-12,0-3 0,1 2 3,-2-2-1,5 3-4,-3-1 1,0-1-5,-2-4-11,1 6 1,1-5-8,-2 0-6,0 1-4,2-4 1,-3 4-9,-1-4-3,3 2-5,-3 2-8,1-1-3,-1 1-2,0-1-5,-1 0-8,-2 2 1,2 3-6,-2-5-3,0 4-4,1-2-2,-2 3-4,1-1-4,0-1 4,3 4-10,-9-3 1,4 3 0,5 0-5,-9 0 0,9 0-1,-12 3-1,8-3-1,-4 3 1,3-1-3,0 2-3,-1 1 1,1-2 0,2 4 3,-1-2-4,0 1 2,-3 2 2,5-1-4,1 1 4,-3-2-1,1 2 0,3 1-1,-2-3-3,4 4 1,-4-5 3,1 1 1,4 2-2,-3-3 2,1 2 2,1-1-2,2 1 0,-2-3-1,1 3 0,2-2 1,-1 0 0,0 0-1,-1-1 2,2 1-1,1-1-1,-3 2 4,3-1-2,-2 0-1,3 0 0,1 2-2,-2-1 5,-1 0-4,-1-1 0,3 0-1,-3-1 5,5 4-4,-3-2 0,-3-2 3,5 1-4,-2 1 4,0 0-4,-1-2 2,-1 3-1,-1-4 3,1 1-1,-1-1-1,2 2 2,-3 0-3,1-1 3,-2 0-4,0 0 2,2 0-1,-2 1 1,-1 0 6,2 0-5,-4 0-2,2 0 2,0 2-1,-1 0 4,-1-2-4,2-1 3,-2 2 6,0-1-4,-1 0 1,0-1-3,-1 0 3,-2 0-2,3 0 3,-4 1-1,3-2 2,-2-1-3,-6 3 1,6 0 3,-3-3-6,0-2 5,2 0-2,-3 0 2,3 0 6,7 0-8,-14-3 4,7-1-1,-2-1 0,2 0 2,0 2-2,0-1-1,2 1 3,-2-6-3,-1 3-2,5 2 2,0-3-3,2 2-1,0 3 4,1-9-7,-2 5 3,5-4-4,-2 1 1,2 0 0,0 0 0,2 0-3,-1 1 0,2 1-4,-1-4-3,8-4-3,-3 5-1,3-2-7,-2 2-4,0-3-4,1 2-10,3 1-9,-3-2-6,-3 5-6,1 0-8,-2 2-4,-1-2-16,-1 2-16,1 2-17,-2-2-16,0 3-8,1 1-6,-3-1-117,1-1-287,1 2 127</inkml:trace>
  <inkml:trace contextRef="#ctx0" brushRef="#br1" timeOffset="338053.0926">14061 4812 6,'0'-5'108,"0"5"-9,1-5 6,-1 5-10,0 0 1,-1-5-9,1 5-5,-6-2-3,6 2-9,-3-5 1,3 5-12,-5-3-8,5 3-1,-6-1-2,6 1-2,-7 0-8,7 0-9,-15 4-12,7 1 7,-1 1-1,-3 0-7,0 4 1,-4 1 2,3 3-6,1 0 5,-6 8-3,1-1-3,4-7 0,3 3-3,-5 4 4,7-5-2,-1 0-5,0-1 5,5 2-8,-1-1 4,2-5-2,-1 5 5,2-4-4,2 4 3,0-5 0,0 1-7,3 0 4,1 1 3,0-4 1,-1 2-4,1-1-3,3-4 3,-4 3 2,3-3-7,-1-1 6,0 3 5,1-5-13,3-1 6,-3 2 6,1 0 1,-1-2 4,8-2 8,-5 0-4,5 0 2,-4 0 4,0-2-7,2 0 6,-1 0 1,-2-1 5,3 1 2,-7-1 5,1-2 4,3 0-6,-6 1 9,5 3 1,-3-6 4,-1 0 4,2 4 0,-4-2 4,2 0 3,-3-2-13,1 0-3,-2 2-1,0 0 0,0-2-7,0 2-6,-2 0 7,1 0-7,-3-2-5,0 3-5,-1 0-1,-1 0-4,-4-1-4,1 0 2,-2 2-5,-2 2-6,-1-2-9,3 6-18,-6-2-17,-1 3-4,1-1-25,-2 1-17,3 1-19,2 2-25,-1 0-28,1-2-7,6 1-23,-3 0-102,2 1-315,6-2 141</inkml:trace>
  <inkml:trace contextRef="#ctx0" brushRef="#br1" timeOffset="343400.6653">18173 8793 177,'-2'4'255,"-1"-2"-12,3-2-18,-4 2-20,4-2-24,0 0-21,0 0-12,0 0-16,11-10-11,-1 4-12,3-6-4,0-2-10,2-6-2,3-6 6,-4 3-13,4-3-4,-4-6-3,0 1-8,6-16-1,-9-1-3,2 1 9,-2 1 3,2 1 1,-5 12-1,-1-1 7,-2 3-4,-1 3-1,1 4-1,-3 5-3,0 2 0,-1 5 0,-1 6-7,2-5-8,0 6-7,-2 0-7,0 1-4,0 1-15,0 3-3,0 0-3,0 0 1,-7 17-8,3 0 1,-3 12 14,2 5-20,-4 15 2,2 0-1,-3-4-6,4 3 24,0-15-20,2 0 1,1 2-6,3-3-2,0 2 3,0-3-1,2-1-7,-1-4 7,4-1-4,0-6 17,-2-3-14,6-3 0,-4-1-5,5-5 10,-1 0 4,3 1-10,1-6-4,6 0 3,-3-4 3,3-3-5,-2-4 0,2 0-6,-2-4-4,2-4 0,1-4-6,-2 0 7,-2-2-3,-1 1 0,-5 3 0,-1 1 2,-2 0 5,1 1 5,-4 9 4,0-4 1,1 3-1,-1 3 6,-3 2-7,2-1 0,-2 2-4,-1 3-2,4-5-1,-4 5-3,0 0 2,0 0-7,0 0 8,-5 24 3,1-7-6,0-4 5,-1 4 5,5 2-1,-8-1 2,3 0-3,0 1-2,3-1 1,-3 0-2,5 0 13,-2-2-12,-1-6 2,3 3-4,-1-4-3,0 2 2,1-5 2,0 1 1,0-2 1,0-1-2,0 0 3,0-4 4,0 4 3,0-4-2,0 0 5,5 4-3,-5-4 0,0 0 2,9-13-2,1 5-2,2-4 11,-2-2-6,0-3-1,2 2 6,3-8-10,-6 7 5,3 5 12,0-1-3,-4 3-2,-1 1 5,-2 2-2,0 2-3,0-1 0,-1 2-6,-1-1-7,0 4-2,-3 0-4,5-3 2,-5 3 3,0 0-11,8 4 7,-4 1 8,2 3 4,-2 2 3,0 1-2,0 0-6,0 1 7,-1 0-8,2 0 1,0-2 1,-3 3 8,1-4-13,0 1 6,-2-1-10,3-2 10,-2 0-3,0-3 2,-2 0 0,3 0 9,-1 1-8,-2-3-4,5 0 12,-5-2 13,0 0-9,4 4 1,-4-4-7,0 0 7,4-8-2,2-2-8,3-3-6,0-2 1,3-4-5,3 1-2,-1-4 3,4-4-3,-8 9-6,2 2 11,-1 2 1,1 0-2,-4 4-1,-1 1-2,-2 1-8,-2 3-1,2 0-5,-3-1-5,2 5 5,-4 0-3,0 0 3,2 9-5,-1-2 13,-2 4-1,1 1 1,1 3-2,-1 1 4,-1 3-4,2-2 1,0 0 8,1 1-8,1-2 7,4-1-2,-4-3-3,4-1 0,-1-2-7,-2 0 2,2-4-4,3 0 2,-1-1 2,1 2-8,1-6 6,3 1-7,-3-2-6,7-6 1,-7 2 1,5-4-6,-3-2-4,-1-3 6,0-3 2,4-5 3,-5 3-4,2-5 19,-3-1-13,-2-4 3,2 3-2,-4-5 3,4-1 3,-4 0-2,4 6 15,-5 0 1,-4 6 17,2 5 12,1-2 24,-3 7-11,0 0 1,0 2-2,0 2-9,0 1 1,-1 1-7,1-2-8,0 6-7,0 0-3,0 0-8,0 0 3,-4 23 11,2-4-6,0 8-2,-3 6 7,3 2 10,-2 15 3,-4-3 9,2 1 1,-1 0-1,2-2 5,-6 2-8,8-14 8,-4 13-6,0-11 5,-1-3-3,1-1-2,-3 1 2,3-4 0,-1 3-5,0-5-4,3-2 6,-1-9-8,2-4 4,1-1-3,-1-2 0,0 0 2,2 0 8,-1-4 5,2 0 9,-2 0 13,3-4 7,0-1 7,0 0 3,0 5 8,0-5-2,0 0-3,0 0 2,0 0-3,0-13-17,-1 3-10,1-2-9,1-8-3,-1 2-11,4-9-5,1 2-3,4-4-5,0-2-2,7 1-10,1-3 2,7-7-8,-1 8-7,4-5 2,-4 11-6,4-1-4,0 5-1,2-1-4,-3 6-6,1 2-8,-11 9-3,-3-2-10,1 5-10,0 0-12,-5 3-12,0 2 7,1 2-7,-6 4 11,1-2-4,-3 8 5,0-3-2,-4 2-2,-5 3-4,-2 1-13,0-1-12,-3 1-20,-2-3-11,-6 4-6,0-1-5,2-6-1,-6 3-12,-3-6-7,1 0-15,3-4-17,-5-1-14,-1-3-22,1 0-25,8-1-21,-3-3-20,-6-3-195,1-1-529,0-4 234</inkml:trace>
  <inkml:trace contextRef="#ctx0" brushRef="#br1" timeOffset="344078.037">17970 8477 127,'19'1'198,"-2"1"-11,5 0-7,12-2-9,5 0-7,15 3-9,0-2-10,8-1-16,-4 1-9,4 2-13,-3 1-24,-4-3-42,1 1-38,-2-2-47,-2-5-64,-12 0-169,-3 0-299,-1 1 133</inkml:trace>
  <inkml:trace contextRef="#ctx0" brushRef="#br1" timeOffset="344538.902">19966 8615 88,'-6'0'247,"-1"-2"-6,1 0 0,6 2-17,0 0-10,-11 0-24,11 0-19,0 0-11,-4-1-16,4 1-1,0 0-6,0 0 1,0 0 1,23 3-5,-10-2-3,7-1-3,3 1-5,8-2-10,0 1-9,3 0-9,3 0-5,-2-1-7,1-2-6,-7 2-6,2-2-9,-12 0-8,0 1 2,-6 0-9,-3-3 5,2 2-10,-2-2 0,-2-1-8,0-2-5,-4-3-5,0 4-1,-3-7-15,-1 3-6,-1 0-4,-3 0-2,0-1-7,-6-1-2,1 1 2,0 5 12,0 0-18,-1-1 3,2 2 1,1-1 2,-1 4 1,3 1-4,1-1-1,-1 0 1,5 3-5,-5 0 4,5 0 0,0 0 0,-3 6 1,5 0 2,-1 1 3,4 3 3,-1 2-2,4 4 3,0 0-2,1 1 17,0 0-12,-1-1 3,1 4 1,-1-1 2,-1-2 0,-1 3 1,0-2 2,-4 0-1,0-2 1,-4-1 3,2 2 8,-6 0 4,2-6 6,2-2 7,-2 3-1,-4 0 3,3-3 13,0-1-1,-1 4 7,0-6-2,3 2-4,-2-3 2,2 0-7,-1 0 0,-2 0 9,5-1 8,-2-3 12,-1 3 9,4-4 18,-3 5 14,3-5 11,-1 5 11,1-5 6,-2 4 2,2-4 3,0 0 4,-3 3-3,3-3-4,0 0 11,0 0-13,-1 1-11,1-1-11,0 0 5,0 0-4,0 0-2,0 0-8,0 0 0,0 0-12,0 0-3,0 0-7,0 0 0,0 0-10,0 0-9,0 0 0,0 0-2,0 0-7,0 0-14,0 0 9,0 0-4,0 0-6,0 0-26,0 0-21,0 0 0,0 0 0,0 0 0,0 0 0,0 0 0,0 0 0,0 0 0,0 0 0,0 0 0,0 0 0,0 0 0,17-3 0,-17 3 0,0 0 0,0 0 0,0 0 0,0 0 0,0 0 0,0 0 0,0 0 0,0 0 0,0 0 0,0 0 0,0 0 0,0 0 0,0 0 0,4-1-107,-4 1-33,0 0-30,0 0-34,0 0-33,0 0-39,0-8-34,0 8-37,-2-6-59,2-2-67,2-1-39,2-3-324,-1 0-903,3-2 399</inkml:trace>
  <inkml:trace contextRef="#ctx0" brushRef="#br1" timeOffset="345932.8774">20698 8742 16,'0'0'257,"3"1"-17,-3-1-19,0 0-15,0 0-17,11-7-17,-6 2-23,-1-2-7,2 2-13,3-7-7,-1-2-8,-1-1-7,1-2-6,2-2-8,-1-8-10,-2-2-1,-1-2-9,2-1-5,-1-4-4,0-10-6,-1-3-10,-1 2-1,0-1-1,0 1-4,-5 10 11,4 5 2,-2 2 3,0 4 4,-2 8-3,0 6-6,0 2-6,0 3-9,0-1-8,0 5-4,-2 1-3,2 2-4,-6 10-4,1 10 7,-5 9-10,-3 4 2,-2 14-1,1 1 2,0 1 1,2 1-2,2-1 1,0-2 1,5-3-1,0-10-1,3-1-1,1 0 10,0-2-4,2-4-6,2 2-2,1-11-3,-2-1 1,2-1-1,1-4 0,-1-2 1,1-1-1,0-4 2,0 2 2,1-4-3,3-2 17,2-2-15,2-2-3,4-5 5,1-5-1,4-2-3,-1-4-2,-1-3-6,-3-3 5,2 0-1,-3 0 1,0-3-1,-4 5 13,0-1 18,-4 7-13,-1-3 1,-2 9 7,0 3-2,-1 0 3,-4 1 6,3 3-18,-3 2-5,2-1-3,-2 3 2,0 0-7,-9 16-4,2 0 2,2-2 1,-2 4 4,-2 8-5,0 0 1,3-1-4,0-7 4,2 2-3,2-3-5,0 3 6,2-4-5,-1 0 5,2-4-4,1 2-2,1-5 18,2 1-10,0-3-3,3 0-1,0-2-2,1-2 6,1-5-7,1 1-4,3-4-5,0-2-2,1-2 5,2-5-3,4-3 7,-3-3-4,-8 5 2,5-7 0,-2 1 1,-5 2-2,1 4 9,-3-1 7,0 5 4,1-1 15,-3 7 5,-1-2-4,-3 2-6,2 2-1,-2-4-8,0 5-8,0 2-5,0 0-9,0 0 8,0 0 3,-8 15 3,6-4-4,-4 4 5,3 0-6,-1 2 2,-1 0 2,-1 0-6,3 0 2,-2 1 7,2-1-2,3-1 14,-2-5-21,-1 0 6,1-2-1,0 1 1,2-3-2,-1 0 5,1-2 0,0 0 6,0-3 10,0-2 5,0 0 10,0 0 5,0 0 6,0 0 2,0 0-11,9-17-5,-3 5-4,2-6-5,6-5 1,-1-4-3,-1 1-6,1 1-1,1 1-4,-1 1-4,-3 6 0,0 4 0,-2 3 0,-3 0-2,4 4-5,-5-1 4,-3 3-10,4 2-2,2-1-3,-7 3 6,11 6-3,-4 3 6,-2-2-3,4 6 3,2 6-2,-3-4 0,0-1-3,-2 6 5,4-2-2,-2 2 4,-3-3 0,4 0-3,-1-2 1,-1 1 4,-2 0 1,1 0-8,1-4 2,-2-2 6,0-3-6,-3 0 2,-1-2 1,3 0-2,-2-1 4,2-1 5,-4-3 7,4 4-6,-4-3-5,0-1 4,0 0 0,0 0-15,10-10-5,-6 1-10,1-7 3,0-1-8,4-7 0,-2-3-6,-1-1 15,3-3-15,-4 0 2,4 0 7,-4-4-2,3 4 9,-4 2-5,-2 2 18,2 10 11,1 0-3,-5 5 7,3 1 9,-3 3-7,0 3-2,1-2-12,-1 2 0,1 2-4,-1 3 4,0 0-11,0 0 1,0 0 9,-1 20-7,-3-5 0,4 4 7,-2 1-5,-1 6 4,3 2-1,0-3 0,3 4 2,-1-5-5,1 0 7,-6-4-8,7-1 9,-3 0 2,-1-4-8,3 2-2,-1-3 9,-2-6-5,2 3 2,-2-6 0,1 3 3,0-3 4,-1 0 4,1-1 7,-1-1 10,0-3 8,2 4 6,-2-4 5,0 0 5,0 0 1,0 0-9,0 0-7,9-16-3,-3 3-4,0-6-14,3-2-3,2-6-6,1 2-6,-2 0-2,5-2 2,-6 9-11,2-5 7,-1 8-5,-1 0-6,-1 3 1,-3 4-1,1-1-9,-2 7-9,-2-4-25,1 2-20,-3 3 3,0 1-1,0 0 6,0 0 9,-3 18 7,-3-2-2,-4 0 7,1 3 4,-6 3-4,2 4-7,0-3 2,3-5 5,1 4-7,3-6 6,1 0 4,0-4 4,3 2 8,1 3 0,4-2 0,2-1 6,2 1 5,6-1 4,0 1-2,1-3 4,3 0 0,-1 0 6,3-2 1,-2 1-2,2-3 1,0 2-5,-6-6 0,6 4-8,-8-3-3,-1-1-4,1 0-5,-3-3-7,-2 2-6,3-2-5,-2 0-3,-5 1-9,-2-2-18,8 0-21,-8 0-29,0 0-29,0 0-17,4-7-16,-4 2-21,-4 1-46,1-6-144,-4 5-435,-1-2 192</inkml:trace>
  <inkml:trace contextRef="#ctx0" brushRef="#br1" timeOffset="346624.8908">21054 8039 183,'-1'-4'222,"-2"1"-24,3 3-22,-4-5-12,4 5-19,0 0-18,-3-2-10,3 2-9,0 0-14,0 0 0,-8 11-8,8-6-13,0 0 6,-4 0-5,4 0-2,0-5-1,1 8 2,2-5-5,-3 0 0,6 1 1,-6-3-1,4 3 4,-4-4-2,9 3 3,-4-3-3,2 0-3,-7 0-5,12-7-5,-5 3-4,-2-1-2,-1 0 6,2-2-7,-3 2-2,-3-3-3,2 2-1,1 0-9,-3 0-4,0-2-5,-3 4-9,1-1-5,-1-2-9,-3 4-25,-2-3-11,4 5-19,-5-3-22,2 4-24,-1 1-24,0 2-25,1-2-19,-1 3-17,2-1-19,-1 3-178,1-1-409,3 1 181</inkml:trace>
  <inkml:trace contextRef="#ctx0" brushRef="#br1" timeOffset="347055.774">22010 8508 165,'0'0'301,"-4"3"-10,4-3-17,0 0-21,0 0-12,0 0-8,0 0-16,0 0-6,0 0-31,0 0-12,18 0-14,-8-3-15,3 3-10,4-4-9,2 2-9,1-3-10,0 3-11,1-2-8,-2 2 3,-1-2-21,0 1-5,0 1-17,-4-1-13,-2-1-18,-2 3-25,-3-3-28,0 4-30,-2-3-38,0 3-35,-5 0-39,9-1-41,-9 1-44,0 0-180,0 0-485,0 0 215</inkml:trace>
  <inkml:trace contextRef="#ctx0" brushRef="#br1" timeOffset="347078.7909">21964 8685 180,'0'3'297,"0"-3"-9,8 5-6,-2-3-17,8-2-18,-1 2-13,6-2-13,3-1-13,6 2-16,1-1-19,1 1-19,-1 5-16,-10-6-16,3 1-7,0 1-25,-4-2-21,-4 1-28,-4-2-26,6 1-32,-5 1-29,-4 1-27,-1-2-36,2 0-39,-1-2-33,-7 2-37,10-1-206,-7-2-458,3 2 203</inkml:trace>
  <inkml:trace contextRef="#ctx0" brushRef="#br1" timeOffset="348285.9694">22743 8472 166,'0'0'181,"0"0"-7,13-2 8,-13 2-8,9-2-1,0-1-2,0 2-1,0 0-1,-4-3-5,4 2-4,-1 1 3,1-2-1,-4 1 0,1-3-7,2 1-7,-7-2-9,7-1-5,-3-4-10,3 0-8,-6 1-10,2-1-9,1-1-10,-4-1-5,1 3-8,-1-2-5,-1 1-7,0 1-11,-1-1-3,-2 5-4,-2 1-8,1-2-1,-2 4-10,-2 3-8,-1 0 1,-1 3-4,-4 1 2,-3 4-4,-1 2-1,4 2-5,-4 0-6,4 0 5,2 5-6,3-3 3,0 0-1,0 1 3,5-3-11,1-1 5,2 1 9,1-1-8,0 0-2,3-2 4,-2 0 4,3-2-5,2 1 5,3-2-2,-4-1 5,5 0-2,1-3-3,0 1 3,1-3 0,-1 0 1,-2-4 0,0 1-4,5 0 1,-5-2 11,0-1-9,1-2 4,-1-7-5,4 2-6,0-1-5,-6-1 14,4 1 4,-1 0 4,-2-2 6,1 3 4,-4 3 10,1 1 5,-2 2-5,-3 0 7,3 2-7,0 3-2,-2-2-6,-2 1-14,0 3 9,0 0-20,0 0 21,-2 18-17,-1-1 1,-6 10 4,0 2 3,2 5 9,-5 10 4,6-10 6,-11 11 7,8 1 1,-1-12 5,3-2 3,-3 2-2,4-3 5,-4 1 2,2-6-3,-1 3-3,0 0 12,5-12 1,0 0-6,3-5 2,0-1-3,-3-2-2,4-2-1,0-2 6,-2 1 7,2-2 11,0 0 6,2-1 5,-2-3 1,9 1 1,2-2-10,1-3-7,16-7-8,4-3-9,12-11-1,3 1-7,-4-4-6,7-6-15,1 1-12,-1 3-10,1 1-9,-5 1-9,-11 7-9,-5 4-14,-2-2-15,-7 7-11,-2 1-16,-5 2-24,-2 4-18,-1-2-41,-4 2-4,0 1-35,-2 2-16,-1-1-21,-3 0-14,-1 3-28,7-1-15,-7 1-1,0 0-14,0 0-17,0 0-227,0 0-599,-17 5 266</inkml:trace>
  <inkml:trace contextRef="#ctx0" brushRef="#br1" timeOffset="349788.3476">23225 8429 66,'-10'-2'257,"10"2"-10,-6-2-15,6 2-14,0 0-11,0 0-10,-8 2-12,8-2-14,0 0-18,0 0-6,0 0-6,0 0-9,0 0 13,14 6-11,-9-3-7,1-3-5,3 5-6,3-3-5,2 1-16,3-3-9,3 1 6,7 0-14,0 0-7,1-2-7,1 1-6,1-2-5,-1 0-10,-10 1-1,2-1-1,-1 0-1,-2-1-9,-5 2 2,0-1-9,-3-2-4,1-3-12,-1-2-10,-2 1-3,-3-2 0,4 0 3,-4-2-17,-3 0-3,-1 0-8,-1 0 15,0 0-9,0 1-1,-3 0 2,1 1 7,0 3 4,1 1-2,-3 0-4,4 0-1,-2 2 5,-2 1-5,4 3-2,0-4 7,0 4-5,0 0 2,0 0 3,0 13 5,4-4 4,-2 2 5,-2 2-2,4 2 2,1-1 2,-3 3-1,-1 2-2,4-2 1,-5 0 3,-1-1-1,-1 2-3,-1-1-6,-1 0-12,-3-1-18,0-1-17,-1-1-28,-1-1-19,0 1-27,0-2-20,-1-5-18,2 3-15,-1-5-30,2 3-27,-2-2-135,2-2-404,0-1 179</inkml:trace>
  <inkml:trace contextRef="#ctx0" brushRef="#br1" timeOffset="351203.8695">23747 8661 203,'0'0'256,"0"0"-6,0 0-5,0 0-31,6-8-16,-2 4-14,0 2-13,0-4-4,-1 0-8,6-2-2,-1-1-7,4-6-7,3 4-5,-5-6-7,1 2 0,2-8-9,0-3-3,-3 7 3,3-8-4,-3-3-12,2 2 15,3-3-18,-2 1-5,-4-1-5,-1 1 11,2-1 9,-5 5-9,3 1-2,-6 8-4,1 5 1,-1 3-5,0 0-14,0 2-9,-1 1-12,-1 2-9,0 0-6,0 1-11,0 3-14,0 0 1,0 0-5,-5 17 7,-1-3 0,-1 4-5,0 4-3,-3 9 2,1-7-1,1 4-3,0 0 0,2-7-3,1 2-7,2 5 8,-3-4-7,6 1 5,-3-7-5,3 1 10,3-2-9,3-2-1,-1 1 2,3-5 4,-2 0 2,3 0-3,-1-3 0,7-1 0,1-1 0,1 0 1,-4-2-5,4-4-8,1-3 3,0-3-8,-3 0 6,4-2-5,-4-3 2,0-3 1,1-2 2,1-3 0,-2-1 1,-6 3 1,3 1-2,-4 0 4,-1 2 11,-2 3 12,-3 2-10,2 1 6,0 1-3,0 0-6,-1 2 0,-2 2-5,0-1-9,-1 1-3,0 3-2,0 0 2,0 0 1,0 0 2,-9 12-3,5-4 1,-1 3 0,-1 1 4,1-1-2,-5 5-3,6-4 2,0 1 10,0-4-13,4 1 2,-3 0-6,2 2 6,1-3 3,0 0-3,1-1 5,2 0-11,1-1 8,0 0 3,0 0 2,3-4 3,2 0 2,0 0 0,4-2 0,0-1-3,1-2 8,-1-1-4,-2 0-2,8-6 5,-6 0-7,5-2 5,-5 0 1,-2 3 4,1-4 1,-6 4 7,4 0 9,-3 0 5,-4 3 6,0 0 4,2 1-1,-2 1-5,0 1-4,0-1-8,0 1-2,-3 2-7,2-4-8,-2 4-5,0 0-6,0 0 3,0 0-3,0 0-3,0 9 1,-1-4 5,-2 3-4,1 1-2,0 3 1,-2-2 0,1 6 1,-1-6 4,0 6 0,3-7-2,-3 3-3,4 4 6,-2-5-5,2 0-2,-2-4 2,4 1 0,-2-1 1,0-2 3,2-1-1,-2 1-4,0-1 10,4-1-1,-3 0 7,3-1 2,-4-2-2,11-3 3,-3-2-3,6-3-4,2-5 4,-4 4-2,5-5 0,4-3 0,-5 4-1,-2 1 5,1-2-2,-2-2-7,1 4 1,-2 5 2,-2-2-2,-3 2-3,-1 2-1,0-1 1,-2 2-10,-1-1-3,-1 5-5,-2 0 2,0 0 1,6 5 3,-4 2 1,-1 1-2,-1 4 6,0-1-4,4 4 1,-3 0 2,0 2 0,2 0 3,2 0-2,-4-3-1,1-2-3,8 4 5,-4-3 0,-3-3 1,-1 0 0,5 0-1,-3-3 7,2-1 2,-1 0 4,1-2-6,2 2 3,1-5-1,-3 2 0,5-5 0,-1 1 2,0-1 0,-1-5-2,0 0 3,-4-3-6,9-4-4,-1-3-1,1-4-2,-5-2-8,5-6 0,-4 1 2,-1 1-2,4-2 2,-7 3-2,1 1 4,-2 8 5,1-1-6,-1 1 4,-2 6 7,-3 3 4,2-2-9,0 4-4,-2 3-1,2-1-3,-2 0-5,0 4-2,0 0-3,0 0 5,0 0-1,-12 20 6,5-6-1,2 4 0,-1-1 0,0 8 0,1-7 2,-1 6-1,5-6 6,-3 1-5,1-2 2,0 2 1,0-2 3,3-7-3,-1 3 2,-1-2 1,0-2 2,2 1 4,2-3-7,0-2 3,-2-1 3,0 1 2,1-2 9,0 0 6,-1 2 6,2-1 1,-1-2 7,-1-2 0,0 6 7,0-6-9,0 0 6,0 0-6,20-12-2,-10 0-3,2-1-3,7-5-3,3 0-2,-3-4-7,4 0-1,-3 3-6,0-2-1,-1-1-2,-8 5 1,-1 5-5,0 3 1,-4 1-4,3-1-1,-5 3-3,1 2-12,-4-1-8,2 0-12,-2 3-17,-1 2-4,1-3-12,-1 3 2,0 0 7,-8 13 4,2-4 12,0 3 6,-2 2-4,-1 1 0,0 2 4,1-3-2,2 5 8,1-2-6,1-2 12,3 0-2,1 1 2,1 1 7,3 0-1,1 0 1,3 0-4,4-1-3,0 0-3,3-2-8,-1 1-2,0-1-6,2-3-8,-2-4-3,1 2-18,0-2 25,-3-2-25,2-5-23,-4 0-16,3-2-21,-4-3-31,1 2-34,2-3-41,-1-2-27,-1-6-29,-3 3-207,-3 1-548,2-6 243</inkml:trace>
  <inkml:trace contextRef="#ctx0" brushRef="#br1" timeOffset="351861.2594">24384 8006 207,'0'-3'282,"0"0"-18,0 3-26,0 0-24,4-3-18,-4 3-17,0 0-6,0 0-8,0 0-12,0 11-8,0-4-7,-4-2-12,3 4-6,0-3-11,-1 0-8,1 2-4,2-3-4,-1 2-10,2-2-4,-1 0 2,0-1 6,3 3 4,4-4 4,-2 0 4,7-1-3,-3 0 11,4-2-8,-1-2-9,5 0 2,-7 0-2,2-2 0,-3 0-4,-2-3 3,2 0-2,-1-3-6,-2 2-7,-4 2-9,1-5-10,-1 2-6,-2-1-10,-1 0-12,-5 0-23,-3 2-26,-2 3-32,0-2-33,0 2-27,-4 3-29,-3 2-38,-2 1-33,2 3-43,4 0-47,2 1-50,-2-1-181,3 1-578,2 2 256</inkml:trace>
  <inkml:trace contextRef="#ctx0" brushRef="#br1" timeOffset="353907.6364">18371 9980 238,'0'0'241,"0"0"-23,0 0-19,0 0-24,0 0-12,13-12-9,-6 4-11,7-2-5,-1-4-11,2 0 0,6-6-12,-2-1 2,1-3-4,-3 0 3,2-3 4,-2-1-4,-2-5 6,4-13-1,-2 0-8,-1 0-5,-7 0-1,1 13-6,2 1 6,-3 2 8,-4 7 0,0 6-12,-1 1-4,0 5-14,-3 5-10,-1-2-13,0 3-13,0 1-10,0 4-1,0 0-8,0 0-2,-14 18 7,5-1-19,2 8 7,-5 4-5,3-2 10,-1 4-16,-1 0-5,4-2-1,1 0-2,2-2 11,-1 2-10,5-9-4,2 6 1,-1-9 3,3 2-4,2-2 3,-1 0 11,2-3-20,5-3 5,-4-2 0,4-1 1,2-4 1,4 1 0,1-3 0,3-6-5,-3 3 2,0-5 3,2-2 10,-3-2-17,1 0-4,-2-2 13,2-7-4,-3 5-1,1-6-2,-6 2 2,2 4 7,-4 1 5,0 2-16,-4 2 13,-1 0 0,0 4-1,0 1-7,-2-2 1,1 3-11,-2 1 7,-1 2-11,0 0 8,0 0-4,0 10 0,0-3 0,-2 2 5,-1 2 1,-1 2 1,3 2 13,-4 0-15,1 1-1,0-4 4,4 1-2,-5-2 0,1 1-2,2-2 3,0 0 3,1-3 1,1 3-4,-4-3 0,4-2 5,0-2 1,-1 4 3,1-7-6,0 5 8,0-5 1,0 0 11,0 3 8,0-3 9,0 0-12,0 0-7,8-15 3,-1 7-1,1-4 5,2-2-11,3-3-5,0 2 1,3-6-8,0 8 4,-1-1-7,0 0 9,0 4-10,-2-2 0,-2 5-6,-2 4 6,1-4-1,-4 6-8,2-1 7,-3 2-1,4 3-6,-3 2 2,2 2 10,-3 3-2,1-1-7,-2 6 19,3-5-8,-5 6 0,2-2 5,-1 1-7,-1-2 1,1 0 5,-2-2-7,-1 0 1,0-1 14,0-5-19,4 3 8,-3-1 0,0-4 1,1 3 1,-1-3-4,-1 2 9,2-5 12,-2 0-17,0 0-1,13-5-2,-3-4 4,1 2 5,2-9-6,6-2 0,2-2-9,-3 0 0,5 1-1,-4 2 2,-6 5 1,1 0-9,-2 2 7,-3 4 3,-3-2-6,2 4-12,-4 0 5,1 4-6,-5 0 8,8 3 1,-5 0 3,-1 4 0,-2 2 8,0 3-7,0 0 1,0 0-1,0-2 1,0 6 0,0-5 1,0 3 4,0-4-1,0 0-1,3 1 0,0-2-3,1-3 3,-2-1 1,1 1 5,2-2 11,2-2-15,4-1-5,0 0-5,7-2-6,-6-2 2,1 0-3,4-6-3,3 1 4,-4-2 2,3-4 2,-3 0-1,2-6 1,1 0 4,-5-3-3,-1-4 2,1 3 2,-3-2 4,-1-1 2,1 4 9,-4 5 15,-1 2 6,-2 7 7,-4-3-9,2 6 6,0-1-5,-2 4-4,1-2-5,-1 5-9,0 0 1,0 0-1,-3 16-1,-2 0-4,0 3-2,-3 9 7,0 2 2,-2 1 16,-2 3-4,5 0 4,-3-3 10,1 3-3,-2 13 3,0-14-6,-2 1 4,3-3 2,0 1 0,1-4-3,2-1-2,1-7-4,-3-3 0,5-3-5,0-2 1,1-3-4,1-3 12,2 1 6,-1-2 9,-3-1 17,4 1 13,0-2 10,0-3 6,0 0 9,0 0-5,0 0 1,0 0-9,5-13-11,-1 0-12,5-5-8,0-7-19,6-5-6,-2-1 0,1-1-10,4 1-13,0 4-6,2-2-7,2 4-1,-1 2-7,1 3-2,2 5-4,-3 3 2,0 4-3,-1 2-11,-3 3-4,1 1-19,-8 1 0,3 2-12,-6 1-2,0 1 5,-2 2-6,1 1-1,-4-2 6,-2 7 1,-2-3-4,-4 3-1,-2-1-24,-3 3-7,-5-2-24,-1-1-21,-1-3-28,-3 1-20,-6-2-33,0 1-29,6-6-33,0-1-20,2-1-24,-8-6-240,7 3-615,-6-3 272</inkml:trace>
  <inkml:trace contextRef="#ctx0" brushRef="#br1" timeOffset="354710.1325">18450 9518 8,'-12'0'177,"6"0"-3,-4 0-13,10 0-8,-3 4-4,3-4 0,0 0-3,18 6-8,-5-3-4,15 4-3,5-3-11,6-2-12,12 1-9,8-1-12,-1 0-10,1-1-27,4 1-45,-1-2-51,4-2-24,-1-1-39,-4 1-47,-1-1-126,-1 1-304,-5-2 136</inkml:trace>
  <inkml:trace contextRef="#ctx0" brushRef="#br1" timeOffset="355173.5906">20121 9680 69,'0'3'226,"0"-3"-3,4 6-5,0-2-3,2-3-1,-2 2-3,1-1-4,4 6-1,5-4-5,4 3-11,9-1-2,4 1-24,0-3-5,1-2-20,6 0-4,-4-1-17,-2-1-12,3 0-10,-6-1-8,-10-3-1,-2 0-11,2-1-1,-9 1-2,1-4-3,-1 0-13,-1-1-7,-2-3 2,-5 2-24,0-2-2,-2 0-13,-4 0-7,-1 1-1,-1 2-2,-3 0-2,0-1 4,1 3-10,-1 0 11,-1 2-13,5 2-7,0 3 3,5 0-10,-9 3 6,5 1-1,1 1 5,3 5 10,-1 2-18,2 3 11,2 0-2,0 2 2,-2 0-2,3 1 2,1-2 3,-1 0-3,0 1 7,3 0 3,-4-1 8,2-3-5,-3-1 10,2-3 7,-1 2 9,-1-2 8,-2-4 4,-1 3 9,2-4 9,1-1 12,-1 3 17,2-2-3,-3-3 12,0-1 7,3 4 17,-3-4 9,3 7 12,-3-7 12,0 0 8,2 2 0,-2-2 6,0 0-6,0 0 4,0 0 0,0 4-7,0-4 0,0 0-8,0 0-4,0 0 1,0 0-21,0 0-10,0 0-5,5 3-6,-5-3-4,0 0-11,0 0-2,6 0-10,-6 0 2,0 0-5,0 0-16,0 0 1,0 0-4,7 0-4,-7 0 0,0 0-48,0 0-7,0 0 0,4 2 0,-4-2 0,0 0 0,0 0 0,0 0 0,0 0 0,0 0 0,10 0 0,-10 0 0,0 0 0,0 0 0,0 0 0,0 0 0,0 0 0,0 0 0,0 0 0,0 0 0,0 0 0,0 0 0,0 0 0,0 0-11,-14 7-77,3-2-13,-6 3-18,-1 3-8,-7 2-13,-3 1-7,-2-1-4,3 1-13,3-5-8,6 1-12,-2-3-11,6 3-3,1-4-11,2-2-7,5-4-15,0 3-11,0-2-9,6-1-25,0 0-49,0 0-27,-3-9-41,10-1-258,1-4-703,8-6 311</inkml:trace>
  <inkml:trace contextRef="#ctx0" brushRef="#br1" timeOffset="356311.0206">20847 9928 160,'4'1'184,"-4"-1"-20,0 0 0,13-1-6,-13 1-2,10-2-5,-5 2-6,-5 0-8,13-4-2,0 1 2,-7 0-9,5-2-2,-1-2 3,0 1 2,2-2-1,0-4-9,-2 2-1,4-2-2,-5-2-1,3-6-5,3-1-8,-6-3-3,1-1-6,-1-1 1,-1-3-6,2 0-6,-4 3 8,2 3-7,-3-3 2,-1 9 4,0 1 1,-3 3-1,2 4-9,-3 2-17,0 2-6,0 0-15,0 1-9,0 4-4,0 0 3,-4 11-6,-4 1 2,-1 12-6,0 0-3,-2 3-4,-1 1 3,2 0-5,-3 0 2,6 4-7,0-6 2,3-1-8,-4-3 3,6 0-2,-2-4 2,4 2 8,2-6-7,0 5-10,1-4 0,4 2 14,-3-7-7,1 1 4,4-3-3,0-1 4,5-4 5,-2 1-10,7-5 5,-1 1-4,4-3 1,-2-3-2,0-2 4,6-7-3,-2-3-5,3 3 3,-4-5-3,-2-2-7,-1-4-4,2 3 4,-4 1 5,-6 1 2,-1 6 8,-4 5 4,-2 0 0,1 1 4,-5 3-6,4-2 0,-2 5-2,-1-1-2,-2 2-12,0 2-3,0 0 4,0 0-3,-8 9 5,3 5 1,-2-5-1,-5 7-3,3 0-2,0 1-7,-2-2 3,2 1 1,5-1 0,-2 0 2,2-1-11,1-1 1,2-4 1,-3 3-2,7-4-6,-3 0-2,2 0 11,3-3-5,2 3 6,2-4 6,0-1-1,5-3 2,0 0-2,4-3 3,0-1-1,2-6 3,-2 3-2,-1-5-1,0-1 6,5-4-3,-8 4 18,1-3 3,-3 2 0,-2-1 9,2 1 3,-2 2 21,-4 4-8,0-2 1,-3 4 1,1-2-1,-1 4-4,-2 0-7,3-1-13,-4 4 0,0 1-14,0 0 11,0 0-5,0 0-5,-3 17 11,-1-8-5,-1 3-5,3-1 11,-5 6-16,1 6 2,2-8-1,0 2 5,2-5-11,-1 5 8,-2-3 2,5 0-3,-4-2-1,4 0 2,0-4 4,0 1 3,0-3 1,0-1-1,0 0 9,0-1 9,0 1 8,3-3 6,-3-2 7,0 0-2,0 0-4,14-8 0,-4-1-4,5-4-8,1 2-2,7-13 1,0 3-6,-1 1-7,0-2 3,1-1-1,-1 5-4,-8 4-2,3 3 2,-6 0-6,-3 4 2,1 2-1,-3 2-4,-2-2-6,0 2-9,-1 2 2,-3 1-1,0 0 5,7 6 1,-5-3 1,-1 7 0,2 0 2,-1 2 0,-2 4-2,1-1 0,0 0 1,1-1-1,0 6 0,3-4 3,-1-1-1,0 1-4,0-5 3,2 0-1,-1-2-1,2 0-5,-2 0-2,3-1-4,2-1-13,-4-5 1,4 1-11,0-3-13,2 2 0,-2-2-8,4-5-7,-2 4 1,3-9 6,-2-1-8,2-2 6,-3-2-8,-1-1 11,2-5 2,1-5 4,-2 1 2,-2-4 9,0 2 2,0-4 11,-1 6 0,0-5 12,1 5 13,-5-1 12,2 11 7,-6 3 12,2 1 0,-1 5-3,-2 1-2,0 1-20,3-1-1,-2 3-3,-1 2-3,0 0-3,-8 16 12,6-4-3,-2 6-8,-2 0 12,-2 7 0,0-3-2,3 4 6,-1-2 3,3-5 5,-4-1-1,3 1 0,1 1-4,-1-1 10,1-2-2,3-7 2,-2 1-3,2-1 0,0-5 7,0 2 1,0-2 2,0-1 2,0-1 8,0-3 11,0 5 3,2-2 8,-2-3-1,3 2-1,-3-2-6,9-5-5,0 0-1,4-5-9,2-4-2,6-3-3,-1-1-6,3-4-3,-3 4-3,1-4-8,1 3-8,-4 0 2,-4 4-6,-4 3 0,5 0 6,-12 5-10,3 2-3,0-2-7,-3 4-4,1-1-15,0 1-11,-4-2-16,0 5-3,0 0 3,0 0 9,0 0-1,-9 19 5,3-11 1,-2 3 4,-1-1-1,0 3-1,0 1-3,3-2 1,-2 0 3,0 1 6,1 3-4,3-6 0,0 8-5,4-7 23,1 6-11,-1 2 5,4-2 5,0 1 0,4 1 3,-2-4-1,7 8-1,-3-6 2,2 0-9,2-2-9,-3-1-8,0-2-5,1-3-19,-5-1-5,4-5-4,-2 3-6,-1-2-11,-2-4-18,7 1-19,-9-3-22,2-2-15,3-3-18,-4 2-32,3-5 5,-3-2-12,-1 1 0,-2 1 3,-3-1-22,0-2-153,-3 2-427,-3-4 189</inkml:trace>
  <inkml:trace contextRef="#ctx0" brushRef="#br1" timeOffset="357158.0149">21601 9406 76,'-2'-4'210,"0"1"-16,2 3-18,0 0-5,0 0-7,-9 12-3,8-4-7,-3 1-8,2 0-11,-1 2-8,1 1-11,-1-3-7,2 1-10,-2-1-3,3-3-7,-1 3-2,2-3-1,-1-2-4,3 1 5,1-1 5,1-3 0,2 1-3,0-2-1,-7 0 1,18-4-4,-7-2-3,-1 1-5,-1-2-3,1 0-9,-2-3 19,1 0-13,-3 1-9,0-1-2,-4 2-11,-1-1-6,-1 4-6,-1-4-16,-3 1-15,-2 1-2,-3 2-29,-1 0-21,-2 1-19,2 4-17,-2 0-26,0 0-25,3 2-46,1 1-26,1 1-28,2 0-228,-1 0-497,4 2 221</inkml:trace>
  <inkml:trace contextRef="#ctx0" brushRef="#br1" timeOffset="357181.0476">22775 9711 106,'0'0'342,"0"0"-6,-5 3-8,5-3-24,0 0-25,0 0-31,0 0-23,0 0-14,0 0-21,0 0-14,9 5-11,-5-3-8,1 0-2,4-1-22,4 1-9,-4 0-19,11 1 7,1-3-24,-2 0-3,9 2-7,-1 0-10,2-1-20,-8 0-24,-1 1-27,-1-1-29,-6-1-24,4 0-28,-7 0-37,0 3-36,-5-3-48,-5 0-39,9 0-14,-6 1-231,-3-1-528,0 0 235</inkml:trace>
  <inkml:trace contextRef="#ctx0" brushRef="#br1" timeOffset="357202.8344">22708 9893 55,'-5'4'299,"1"1"11,4 0 5,4-1-8,2 1-3,4 1-16,2 0-14,8-1-5,-1-2-10,8 5-22,0-3-17,-4-3-26,6 3-17,1-7-20,-2 6-27,-2 0-34,-4-1-48,0 0-48,-3-3-46,-2 0-36,-2 2-55,-4-2-62,0-2-61,-2 2-45,-3 0-180,2-1-526,-2-1 232</inkml:trace>
  <inkml:trace contextRef="#ctx0" brushRef="#br1" timeOffset="359378.2076">23151 9798 184,'0'0'198,"9"-3"-20,0 1-13,-1 0-13,-1 0-10,5 0-8,-1 1-9,2-1-5,1 0-1,3 1-3,2-2-1,-4 1 3,1 0 1,-2 0 2,-2-1 8,0 0-7,1-1-2,0 2 3,-1-5-4,-1 2 0,0 0-4,0-5-2,4 1-9,-3-5-5,-1-2-3,-1-1-8,-4 0-9,2-1 0,-2-2-8,-2-3-3,0 5-12,-5 1-3,-2 0-7,-1 0-5,-2 1-5,-3 2-7,-3 0-6,2 4 0,-12 1-3,7 4-6,-5 1-8,-2 6 3,-5 2-5,-1 3 2,2 1 13,2 4-16,1 5-10,0-2 3,10 0-1,-2-1-4,3 3 22,1 0-16,9 1 1,-2 0 1,4-1 0,4 3 15,2-1-11,5 4 0,2 4-1,5-3 6,2-2-1,1 0-5,3-1 5,-1-1 6,-2 2-6,-3-3 6,1-2-3,-8-2-6,0-3 13,0-2-12,-4-1-5,-1-4 6,-4 0-2,2 4-2,-1-4 0,-1-2 4,-4 2 4,-4 0-3,-4 0 1,-3 0-2,-6-1 0,-1-4 2,-8 2-2,0-3 2,6 0-2,-5-6-1,-6 2 0,13-2-1,-5-1 16,6-1-16,2 2 2,2-3 1,2 3-4,6-3 19,2 2-17,-2-4-8,7-4-14,3 1-10,2-6-1,6 4-4,7-1-9,0-1-12,5 0-10,1 2-12,2 2-16,-1 1-13,5 5-18,-3-2-19,0 1-24,-6 6-14,0-1-20,8 1-6,-9-1-23,7 2-26,-7 0-142,1 3-428,1 0 189</inkml:trace>
  <inkml:trace contextRef="#ctx0" brushRef="#br1" timeOffset="360153.4311">23793 9627 8,'6'-5'232,"-1"2"6,-1-1-7,0 1-9,0 1-28,-2-1-21,-2 3-21,0 0-16,0 0-13,0 0-7,0 0-6,-19 15-8,9-4-4,-3 4-3,-6 4-7,2 3-5,3-6-7,-1 5-2,2-4-10,-2 4-3,3 1 2,3-7-7,0 2 2,0 2-2,6 0 1,1-9 2,1 10-4,1-4-1,3-4 5,-2 0-2,4-2-3,1 0 17,3 0-13,-4-3 3,8 0 1,0-5 1,5 3 2,-4-5-1,4-2 3,1-3 1,0-2 2,-2-5-4,-2 2-5,6-9-13,-5 7 4,3-8-8,-8 3-7,1-7 0,0 0-8,-3-2-14,-4-1-4,1 3-9,-11 4-24,0-4-7,1 3-16,-6-2-15,-3 6-6,0 3-10,-2 2-10,-7 0-11,3 6-11,0 2-18,-2 3-17,0 2-22,0 2-15,2 1-24,5 1-12,1-1-17,4 2-184,-1 1-451,5 2 199</inkml:trace>
  <inkml:trace contextRef="#ctx0" brushRef="#br1" timeOffset="360828.492">24117 9799 14,'9'-1'253,"-5"-1"-2,5 1-5,-3-2-12,1 0-13,-1 0-11,1 0-13,0-3 11,2 0-10,0 0-9,1-2-2,-1-1-13,3-2-11,-2 0-11,1-4 2,-2 1 2,7-8-13,-5 6-14,-1-2-2,-3 2-5,3-2 8,-5 1-15,-1 5-5,1 2-12,-4-2-11,-2 0-7,-4 0-12,0 6-8,-3-2-7,-1 1-8,-10 5-4,2 2-13,-4 0 0,1 4-10,-5 4 5,6-1-7,1 4-4,-5 4-5,8-4 0,2 5 0,0-2 10,5 3-17,-2 7 5,10-7 4,-2 10-2,4-1-3,2-1-1,4 1 4,2-1-6,0-1-6,4 5 12,0-3 0,3 2 1,-4-5 1,1 1-4,-4 0 1,-1-7 8,0-6-8,-4 0-28,-1 0 25,-1-4 13,-1 2-9,0-4 5,0-4 3,-2 2 10,1 2-9,-1-5 0,0 0-3,0 0-2,-31-9 3,12-1-2,0 3 5,-5-8-5,2 1 6,4 1-21,-5-3 12,10 5-3,-2-1-1,3-2 9,5 5-8,-1-2 5,1 2-5,5 0-1,0 1-21,2-4-7,2 1-29,3 3-21,4-4-18,3 0-11,1-2-20,4 3-18,8-3-21,0 2-23,-2 0-19,4 1-20,0 2-25,5 0-20,-4-3-15,1 5-205,2-3-529,-3 3 235</inkml:trace>
  <inkml:trace contextRef="#ctx0" brushRef="#br1" timeOffset="360855.5112">24760 9561 132,'15'-10'225,"-6"3"14,-1 1 8,1 0-9,-7 2-14,2 1-17,0 0-19,-3-1-23,-1 4-19,0 0-7,0 0-14,-25 10-7,8-1-7,-10 5-1,-1 1-4,3 4-8,0 1-7,-1-1-9,-1 0-6,5 3-8,0-2-7,4 2-4,4-1-1,2-2-7,3-2-2,2 0-6,3 0-2,2 0 2,2 0 6,2-2 3,2 2 0,4 0-1,2-1 0,5-1-5,0-1 8,1-3 3,3-2-2,-2-4 9,-1 0-3,-3-3 6,1-2 8,-1-2-10,4-3 9,-2-2-9,-3-1 8,0-1 3,-5 1 1,3-1-6,-4-1-9,-2 0-7,0-2-8,-3 0-3,-2 5-5,-6-3-8,-3 1-10,-2-3-18,-8 4-33,2 3-19,-3-4-42,-6 4-21,-1 5-25,6 0-27,0 2-33,3 1-30,-2 1-35,9-1-34,-1 2-32,-7-2-186,6 3-558,4-3 247</inkml:trace>
  <inkml:trace contextRef="#ctx0" brushRef="#br1" timeOffset="362361.2748">17203 6217 121,'0'0'163,"-3"3"-8,3-3-6,0 0-8,0 0 2,0 0-12,0 0 4,0 0-5,0 0 1,0 0-8,0 0 1,0 0 1,0 0-4,14-8 0,-10 6-4,1-1 0,-1 0 2,1 2 3,0-4-4,-1-1-7,2 2 2,0-2-7,-3-1-12,4-1-7,-3-2-4,1-4-8,1 3-3,-2-1-11,0 1-3,-2-2-2,1-4-4,-2 1 2,-1 6-7,2 0-8,-2 1-3,0 1-2,-3 3-5,2-1-4,-1 0-4,-1 1-5,-1 1-6,-1-1-1,-2 2-6,-4 1-1,1 2-4,-2 0-7,1 2 1,-3 1 0,2 1 1,0 1-6,0 0-3,1 3 2,2-1 0,-1 0-2,4 0 3,0 1-1,0-1 5,2 2-5,-2-1 2,2-1-1,4 0 4,-1 3-3,-1-3 4,4 3 5,-1-1 0,1-1-2,0 2 1,4-3 0,-2 2 1,2-1 2,0 1 1,-1 1 2,5-3 2,-2 1 2,1 0-1,0 0 33,2 0-11,-2-2 1,0 2-1,3 0-7,-2-1 5,0 0-1,2 1-2,-7 0-5,4-2-2,2 3 0,-6-3 0,2 0-4,-2 2 16,-1-3-14,0 2-3,1-2-5,-5-2 4,3 3-2,-3-1 1,0-1 4,-3 3-6,3-1 8,-3 1-5,-1 1 3,-2-1-1,-1 0 2,0 1-6,0-3 2,-1 2 3,-3-2 4,0-3-3,-1 1 1,1-1-1,-3 0-5,2 0 7,2-1-1,-4-4 0,5 1 6,1 0 12,-1-1-16,0 0 0,0-5-4,3 2 2,0-2-4,3-1-11,-2-1-1,5-3-6,0-3-14,3 5-9,-1-4-5,1 1-12,1 3-17,3 1-17,-2-3-19,0 4-33,1 0-20,1-1-30,2 0-32,0 1-22,5-3-24,-4 6-204,1-2-505,-1 3 225</inkml:trace>
  <inkml:trace contextRef="#ctx0" brushRef="#br1" timeOffset="363264.3792">17578 6031 132,'0'0'231,"0"0"-27,0-7-19,0 7-20,0 0-22,0 0-8,-6 12-5,2-5-11,-3 3-1,1 1 0,-4 4-8,1 2-4,0-2-1,0 2-4,-2 2-4,3-2-7,-2 0-10,3 0 0,-1-2-8,3 1-4,-1-6-2,4 4-4,-2-3-3,4 2-2,-2-1 5,2-3-10,2 0-4,-2 3-3,1-5 6,0 0 3,2 1 7,1-4 11,1 1 4,-1-2 14,4-1-12,2 1 2,1-2-7,3-2 0,2 0-13,2-3 1,-2-4-5,0 1-5,-4 0-3,2-4 2,-1-2-8,4 1-9,-11 2-2,4-3 2,-2-1-3,-2 2-2,0 2-3,-4-2-2,2-2 0,-1 4-10,-3-6 3,0 3 0,-3 1-19,0 0-5,-2 2-4,-3-4-10,1 4-15,-5 0-7,-3-1-15,2 1-16,-7 4-7,5 1-20,-2 1-12,2 4-18,3-2-16,-1 2-23,1 0-23,4 2-24,2 2-14,-1-1-12,2 2-171,4-3-451,-2 1 200</inkml:trace>
  <inkml:trace contextRef="#ctx0" brushRef="#br1" timeOffset="363757.6076">17863 6137 125,'7'-4'210,"-3"2"-12,0 1-15,1-1-7,0 1-10,-1-3-1,1 1-4,1-1-7,-1-1-3,4 3-6,0-4 2,-2-1-3,3 0-8,-3 0-4,2 1-5,-4-3-7,6-3-2,-5 5-2,0-5 0,2 1-7,-3 3 21,1 0-32,-2 3 4,0-2-4,0 1-7,-3 2-10,-1-2-6,0 2-12,0-2 2,0 3-17,-3-2-11,1 2 5,-2-1-8,-1 0 1,-1 3-23,-3-1 0,3 0 2,-2 1-6,-4 4-2,1-1-4,2 3 1,-5 0-2,5 2 0,-5-2-8,6 2 1,1 3 9,-1-3-18,-1 3 5,4-1 3,1 0-4,4 4-3,-3-2 2,3 0 4,0 1-1,2-2-1,-1 7 8,3-5 0,1 0-5,0-3 1,3 2 2,-3 0 0,1-3-1,3 7 1,-1-6 2,0-2 0,-3 3 3,-1 0-3,3 1 0,1-1 0,-3 0 0,1 0 2,-1-1-2,-1 0 5,1-1 2,0 1 1,-5-3 5,0 6-11,0-4 1,-5 3 4,0-3-2,0 0 4,-1 0-3,-3 0 1,-1 0 4,-2-3 2,0 1-5,-2-1 4,2-3-4,-6 1 0,1-1 5,6-2-6,-1 2 6,4-5-4,-4-1 1,4 2 3,0-4-2,2 0-14,2-2-4,-1-4-11,1 0-19,8-5-12,-3 0-11,5-9-7,5 1-8,-2 6-11,4-2-10,-2 4-30,-2 3-24,0-2-19,3 4-30,3 0-15,-1 1-27,-4 5-180,1-6-457,3 7 202</inkml:trace>
  <inkml:trace contextRef="#ctx0" brushRef="#br1" timeOffset="364196.7573">18442 5971 169,'4'-5'261,"0"-1"-11,0-1-6,0 1-10,-1 2-15,1-2-13,-1 1-6,-1 0-9,1 0-6,-2 3-5,-1-3 1,3 2-20,-3 3-13,2-4-10,-2 4-15,2-4-16,-2 4-10,0 0-13,0 0-6,0 0-11,-20 5-6,9 0-6,-6 5-9,2 0-8,-9 5 2,2 4-7,-1-2-5,-2 2-4,0 6 4,2 0-2,1 2-1,0-4-2,6-2-7,3-3 10,2-1-15,4 1-5,-1-1 4,4 0 0,0-4-6,4 1 1,2 0 4,-2-3 1,4 2 7,1-1-6,2-3 5,0 0-2,6 1 0,-3-3 5,3-2 18,-2 0-2,2-3 1,-1 0 8,1-2 1,-2 3 5,-2-6 1,4 1 8,-7 0 4,2-3 2,-1 3 5,-3-1 6,1-1 1,-1-2-7,0 2-8,-2 1-9,-2-4-8,0 2-7,0 2-6,0 0-18,-3-4-9,-2 3-44,0 1-24,-5 0-38,-1-1-31,0 2-32,-4 2-24,3-2-35,-1 4-30,0-2-40,2 3-31,0-1-243,1 0-612,-1 0 271</inkml:trace>
  <inkml:trace contextRef="#ctx0" brushRef="#br1" timeOffset="365443.4958">19729 5883 26,'-4'-1'118,"4"1"11,-5-6 3,5 4 6,0 2 14,-3-3-3,3 3-9,3-9 5,-3 4 4,0 1 8,1 0 10,-1-2-2,4 3 2,-4 3-1,0-5-8,0 5-12,0-7-10,0 7-12,0 0-18,2-3-12,-2 3-16,0 0-10,0 0-9,0 0-2,-2 16-3,2-4-5,0 4 2,0 1-2,0 4-5,0-3 3,0 1 3,0-3-2,0 1 4,0-1 2,0 0 2,0-1 11,2-5-1,-2 1-5,2-3 4,-2-3 9,0 1 1,2 0 8,1-2 10,-2-2 10,-1-2 2,3 5 6,3-4 4,-6-1 10,18-5 2,12-5 1,18-12-8,12-3-7,35-17-10,6-5-10,11-5-9,15-8-8,15-9-11,12-8-12,12-5-32,7-5-30,-1-4-34,7 2-39,4 0-55,2 1-59,-8 2-60,-11 0-43,-13 1-49,-12 0-36,-20 9-292,-20-1-731,-17 2 323</inkml:trace>
  <inkml:trace contextRef="#ctx0" brushRef="#br1" timeOffset="367899.1032">20735 6010 73,'-5'-1'169,"5"1"-12,0 0-18,0 0-16,-5-2-8,5 2-18,0 0-3,0 0-7,0 0-18,0 0-3,0 0-13,0 0-3,0 0 10,0 0-18,0 0 1,-7 4 6,7-4-11,0 0 6,0 0 7,0 0-1,0 0 0,0 0 7,0 0-7,0 0-2,0 0 3,0 0-3,0 0-5,0 0 2,0 0 1,0 0-6,0 0 0,0 0-3,0 0 2,0 0-2,0 0-2,0 0 0,0 0 15,0 0-7,0 0 7,0 0-8,0 0 1,0 0 4,0 0-3,0 0 0,0 0 2,0 0-4,0 0 0,0 0-1,0 0-4,0 0 1,0 0-2,0 0-2,0 0-2,0 0-3,0 0-1,0 0-4,0 0 0,0 0-5,0 0 1,0 0-5,0 0-1,0 0-3,0 0 1,0 0-5,9 8 5,-9-8-2,0 0-4,0 0-3,0 0 0,0 0 2,0 0-5,0 0 6,0 0-6,0 0-1,0 0 1,0 0 0,0 0 0,0 0 2,0 0-4,0 0 1,0 0-1,0 0-1,0 0 0,0 0-1,0 0-1,0 0-2,0 0 4,0 2-2,0-2 1,1 4 4,-1 2-5,-1-3 6,2 4-1,-1-3-4,0 0 3,0 1 2,0-1 1,0 0-1,2 1 0,-4-1 2,2-4-2,0 6 4,0-6-4,2 4 2,-2-4-1,0 3 3,0-3 4,0 0 5,0 0 6,1 4 7,-1-4 11,0 0 10,0 0 5,0 0 3,0 0-5,0 0 3,10-9-10,-7 2-6,-1 2 1,1-2-5,-3 1-1,2 0-6,0 1-2,-1 0 11,0 1-22,-1 4-1,-2-8-9,-1 6-4,-2-1-12,5 3-3,-20 4-2,2 7 0,-8 1 5,-1 3-2,-1 1 0,-1 1 5,3 1 0,2-1-2,8-3-1,1-2-7,2 2 0,7-4 4,-1 0-1,4-1 3,-1-1 3,5 4 2,2-8 2,0 3 15,7-1-4,0-2-5,8-3 0,1-1 0,10-5 4,-1-3-2,3-1-2,1-4 1,-3-2 4,0 0-3,-3-3-2,1-4 0,-3-5 3,1 1 3,-5-3-5,8-9 4,-11 9-1,10-13-5,-14 13 3,6-2-2,-8 2 2,1 5 10,-5 9 4,-2 3-3,-1 2-5,-2 3-5,0 2-9,1 0-16,-3 5 9,0 0-6,-13 17 5,-1 5 0,-4 7 3,0-1 0,-7 14 1,5 1 0,3-11 4,6 2-6,-3-1-4,5-1 0,1-3-8,2-2 2,5 0-5,2-1 8,4-9 0,0-2 5,1-1-1,1-4 4,3-3-4,3-1 0,5 0 2,0-6 1,2-2-10,2-2 7,-3-4-8,6-4 5,-4 1 2,1-3 2,-1-3 4,-1-2-2,-5-3 2,3-1 0,0 2 8,0 0 2,-8 6 11,-2 4 3,-2 1 8,-2 0-1,-1 5-5,-2-2-8,1 5-4,0-1-9,-2 3-1,0 0 1,0 0 1,0 0 1,-8 16-1,3-7 2,0 3-1,-3 2-3,4-2-1,2-2-1,-1 4-3,2-3 4,1-2-2,1-1 1,2 1 5,1 0-1,0-3 7,2 3-5,4-4 5,-1-1-1,2 0 2,-1-4 4,4-1 2,-2-1 0,-1-2 4,2 0 4,-1-2 5,-4-2 4,3 1-4,-1-7-2,-2 2-2,-3-4 1,4 0-4,-5-1-2,0 0-3,-4-1-1,-3-1-4,2 5 4,-2 0-11,-2 3-1,0 2-2,3 2-4,-5 2-6,-2 0-4,4 3-4,-4 2-3,-4 2 1,3 2 4,-9 4-2,7 2 4,-1-1-4,4 2 1,-4 0 3,6 1-3,1 0 0,0 0 2,2 0 5,2-4-3,4 3 2,-2-1 5,4-2 0,2 1 5,0-2-2,10 2 5,-6-5 3,3-1-1,7-3 4,-2 4 3,4-6-1,-2 0 0,2-1 2,0-1 8,-4-4 2,2 0 2,-3-2 7,2-1 0,2-6 7,-4 5 5,-3-3 0,4-4 9,-9 7 4,0 4 5,0-4 6,-4 5 2,4 0-16,-5 4-3,-2-1 1,2-1-18,-1 2 4,-2-1-19,-1 4-4,0 0-2,0 0 3,0 0-7,-4 19 0,-1-7-2,1 2 2,-3 2 2,0-2 2,1 2-8,-1-2 2,1 3 1,2-6 8,-1-1-1,5 1-10,-4 0-4,3-5 4,-2-3 4,2 4-1,1-2-3,0-5 5,-3 5-1,3-1 4,0-4 6,0 0-6,8 0-3,1-5 1,4 1 1,4-8 3,8-1 1,-1-1-9,5 0 2,-3-2 1,-1 3-1,-7 3 1,-1 2-8,-4 4-3,-3 0 1,-3 0 4,-1 2-15,2 1 1,-4 0 4,-4 1 10,11 5-8,-7-1 1,-3 4-3,3-1 9,1 3-9,-1 1 8,-1 0-2,4 0 1,-3 1 2,1-2 3,-1-2 1,3-1 1,1 2 1,-2-3 12,5 0-2,2-3 0,0-1-7,4-2 1,-1-1 8,0 0 1,1-4 3,2-2-6,-2-2-1,1 1 8,-3-2-5,-1-2 3,0-2 5,-1-2-13,0 0 2,-2-1 1,1-4-4,-1 6 7,-1 0-3,-6 6-6,0 1-2,1-1-4,-3 4-12,-1 2-15,-1-1-9,0 4 5,0 0 3,0 0-2,-15 12-1,6-4 3,0 8 4,-3-2-1,1 1-6,4 0-3,-2 2 1,1-1 0,2-1-2,6 1 5,-1-1 4,1 0 0,3-3 8,0-2-2,4 5 7,0-4-2,9 0 4,-6-3 2,5 0-1,2-2 0,3-1 2,0-2-5,1-3-2,-2 0-5,-1 0-6,3-2-10,-6 0-9,-1-3-18,2-2-28,1-1-32,-4-2-26,1 1-22,0-3-50,-1-1-26,1 0-184,-7 5-463,1-2 206</inkml:trace>
  <inkml:trace contextRef="#ctx0" brushRef="#br1" timeOffset="374940.724">13928 5363 3,'0'0'39,"0"0"1,0 0-3,0 0 2,0 0 0,0 0-4,0 0 0,0 0-1,0 0 11,0 0-4,0 0-9,0 0 9,0 0-3,0 0 1,0 0 6,0 0 12,0 0-9,0 0 7,0 0 2,0 0 3,0 0 4,0 0 1,0 0 2,0 0 6,0 0 0,0 0 0,0 0-1,0 0-2,0 0 0,2-10 0,-2 10-7,0 0-3,0 0-2,2-7 1,-2 7 1,1-7-1,-1 3-1,2 3 4,-2 1-5,2-8 7,-1 4-15,0-1-3,2 2-3,-3-2-2,1 0-3,-1 5 2,1-6-3,0 4 3,1-2-5,-2 4 1,0-4 4,1 0-7,-1 4 1,1-5-4,-1 5 0,4-5-2,-4 5-3,2-3 4,-2 3-1,0-4-3,0 4 5,2-5-3,-2 5-1,2-3 4,-2 3-5,0 0 0,2-5 0,-2 5-4,1-4 2,-1 4 3,2-5-2,-2 5 3,0 0 1,0-4 0,0 4 4,-2-4-4,2 4 2,0 0-3,2-4-4,-2 4-3,0 0 0,0 0-3,0 0 2,0 0 0,0 0-2,0 0-7,0 0-2,0 0-1,0 0-1,0 0-1,0 0-5,0 0 2,0 0-8,0 0-2,0 0 2,0 0 1,-5 14 2,3-2-1,-2 4 3,-1 2 1,-3 7-2,1 3 6,-2-1-4,0-1 1,-1 3-4,2-2 3,3 2 2,-3 0-1,1-1 1,0 0-4,1 0 2,1-1 2,0 0 0,-1-1 0,3 1-5,-4-2 5,3-1 2,-4 2 1,4-2-5,0-4 2,0-1-3,-2-2 3,1 3 2,1-2 2,-1 0-3,2 1-1,-1-2 0,-2 2-3,2 1 5,0-1-2,2-2 3,-5 0-3,3 0 1,2 0-1,-1-3 0,-2-2 0,1 3 0,1-5-2,0 2 4,0-4 3,2 3-3,-1 0-2,1-3-3,-1 0 0,1-1 1,-1 3-1,0-3 2,2 3 3,-5-1-3,4-2 1,-2 3-1,2-5 1,-1 3 7,1-1-7,-1 0-2,0 0 0,1 2-1,0-3 2,-2-1-1,3 2 5,0 1-7,-1 1 0,1-5 4,0 2-2,0 1-1,-3-4 3,3 1-3,-1 1 1,1-5 0,0 4 2,-3-1 2,3-3-3,3 5 0,-3-5-1,0 0 1,-3 5-2,3-5 5,0 0-3,0 0 0,0 0-4,0 4 2,0-4 2,0 0 4,0 0-4,0 0 0,0 0 1,0 0-2,0 0 0,0 3 0,0-3 0,0 0 1,0 0-1,0 0 3,0 0-2,0 0 1,0 0-2,0 0 1,0 0-4,0 0 3,0 0 1,0 0 1,0 0-4,0 0 1,0 0-4,0 0 2,0 0 2,0 0 2,6 2-4,-6-2-2,0 0 3,0 0-1,0 0 0,0 0 4,6 3-5,-6-3 3,6 0 6,0 0-4,1 2 1,2-2 0,1 0-1,3 0 6,1 0-2,4 0-3,0 0 4,2 0-3,1 0 5,-1-2-1,8 4-1,-5-4 2,5-3 1,-6 5-1,-1-1-1,0-1 4,1 0-6,7 0 3,-8 2 1,6-3-2,-8 2 0,-6 0-2,6-2 3,-4 1-5,-3 1 0,3 0 5,6-2 6,-6 2-5,0 0 9,5-2 0,-1 3 1,2 0-4,0-5-1,-2 5 3,3-3-1,-1 2 1,1-2-5,5 1 3,-8 2 0,-1-2 2,2-1-11,-1 1 4,1 2-4,-1 2 3,-1-4 0,-3 1-4,-1 2 0,0-1 5,0-1-7,-1 1 1,0 0 0,1-1 0,-1 1 0,-1 0 2,1 0-5,-1 0 9,0-1-1,0-1 2,-1 2 2,-2 0 6,4 0-9,-3-3 20,-1 2-18,0 0-1,3-1-2,-2 0 2,-3-1-3,0 3-8,1 0 7,-2-1 9,1 0-7,-7 1-3,11-3 7,-6 3-12,-5 0 4,10 0 4,-4 0-7,-6 0 7,7 0-8,-1 0 3,-6 0-2,9-3-1,-5 2 6,-4 1-2,6-3-3,-6 3 4,8-1-2,-8 1-5,5-1 7,-5 1-2,0 0 4,8 0-7,-8 0 2,0 0 15,0 0-13,4-3-7,-4 3 9,0 0 3,0 0 1,0 0 2,0 0 4,0 0 1,0 0 7,0 0 0,0 0 7,0 0 0,0 0 2,0 0 2,0 0-8,0 0 0,-10-8-9,5 1-10,-1 0-5,-2 0-11,-3-5 6,1 4-5,-3-4-2,-2-2-2,-2 2 7,-4-5-8,0 0 2,-3 2 5,6 4-16,0 3 19,-1-4 0,2 4-8,-1-3 5,1 1 5,3 2 2,-4-1-9,7 4 7,1 0 0,5 3-2,-2-1 1,1 0 2,1 2 4,1-2-11,4 3-4,-6-3-2,2 1 6,4 2-3,0 0-9,0 0 3,0 0 1,-4-2-5,4 2 2,0 0-1,0 0-2,0 0 7,0 0 2,10 9-7,-7-7 8,1 4 0,1-4 3,2 2 1,-2 1 0,5 1-4,-3 0 9,4-2-5,0 2 0,1 0 7,0-1-2,4 1-1,-5 1 5,6-2-16,-5 1 10,1-2-4,0 2 10,-3 3 1,2-6-7,0 1 2,-1 2-3,-1-5 2,-3 3 1,4-1-3,-5 2 0,1-4 3,-1 1 3,2 0-3,-5 1-2,2-3 1,-5 0 1,9 1 3,-9-1-3,3 3 1,-3-3 1,6 4-5,-6-4 5,1 1 0,-1-1-2,0 0-1,9 0 3,-9 0 4,5 3-11,-1-1 3,-4-2 1,7 4 3,-7-4 4,7 3-5,-3 0-4,1-1 17,0 1-3,-1-2-16,2 0-4,-3 2 7,0-1 0,1 0-3,3 1-2,-5-1 4,-2-2-3,4 3 1,-4-3 6,1 4-9,-1-4-3,3 3 5,-3-3 2,0 0-3,1 5 1,-1-5 6,-1 7 3,0-2-5,-2 3 6,0 1 2,0 4-6,-4 0 5,0 3 6,1 2-7,-6 6 7,-4 1 7,0-1 0,0-2 4,-1 5-4,1-5-3,-3 0 9,3-1-6,1-1 1,3-4-4,-4 3 1,3-6 0,3 1 2,-4-2-5,6-4-2,1 1-1,2-1 0,-2-3-15,4 0 0,-1 1 17,0-3 1,2-1 1,1 3-1,-3-4 3,2 2-3,2-3-4,-3 5 2,3-5 1,-1 3-1,1-3 1,0 0 1,-6 0-7,6 0-12,0 0-16,0 0-15,0 0-19,0 0-21,0 0-13,0 0-23,0 0-11,0 0-15,0 0-47,0 0-68,-11-6-53,4 0-249,-2-3-603,-1-3 267</inkml:trace>
  <inkml:trace contextRef="#ctx0" brushRef="#br1" timeOffset="377013.6106">14820 4671 4,'-8'-17'111,"2"-2"-5,-5-3 3,1-2-3,1 8-3,-1-1-6,1-1 1,-5-6-10,2 9-5,-5-6 1,6 6-3,-5-2-3,-3 0-5,5 5-4,-3-3-8,-3 5-8,2-1-5,-12 1-6,5 0-6,0 0-2,-5 5 1,-2 1-8,-2-1 11,0 3-16,-2 1-5,1 2 0,-5-1-1,3 3-4,-4 0 1,4 1 4,-2-2-5,0 3 2,5 2 1,-5-2-3,5 5 4,-4-1-4,0 0 1,5 4-2,-5-1-4,3 3 1,1 2-3,-12 5 2,11-2 6,1-6-10,0 5 10,1-1-4,1-3 3,3 2 0,-1-1-3,1 1 3,2-1 0,0-1 4,2-2-2,3 4-1,0-2-2,-1 0 5,7-3 0,-2-1-1,-2 7-1,1-6-1,3 0 5,-8 5 2,4-1 2,4-3-3,-3 6 10,-3-1 2,5-4-5,-3 3 1,-2 0-2,2 0-1,4-3 6,2-2-10,0 1 2,2-4-9,3 0 2,0-1-2,-1 2 1,0 4-2,-1 1 5,0-1 1,-1 2-3,2-2 2,0 1 2,-1-1 2,1 2-1,0 0-5,2-2-2,0 2 0,1 2 10,-1-1-7,-2 0 0,2 0-2,-1 0-4,4 1 2,-2-1-1,1 0-3,-1 0 8,3 0-8,-2 10-2,1-10 2,1 2-1,4 0 3,-2-2-3,2 4 6,-2 4-6,2 0-2,2 1 3,-2-2 9,6 5 2,-1-2-1,2-1 1,3-1 3,-2 1-5,0-6-3,-1-3 1,2 1 1,-1-1-5,5 6 6,1-1 3,-2-5 5,4 2-2,2 2 2,0 0 4,5-3 1,0-1 0,1-1-6,0 0 10,5 0-9,0 1 1,3-2-1,-1-3-1,2 0 1,1 0 2,2-1-4,-3-5 8,6-2-3,12 4 0,-14-1-5,2-2 4,1-3 0,12 4 0,-13-6-2,12 0 9,1-5-11,-13 2 1,13-2 0,-12 2-2,14-2-4,-17-2 12,16-3-10,-3-2-4,-12 1 5,9-6-4,-7 6 2,6-7-2,-9 4 3,10-8-3,-11 5 1,7-7-1,-9 7 1,-2-4 1,-2 0-2,-2 0 1,0-1-4,-4 1 2,-4-1 6,7 2 3,-5-1 7,-6-2-12,0 0 2,0 3 2,-2 4 0,-1-5 8,-3 4-9,3-6 1,-1-1-5,0-1 5,0 1 2,-2-1-10,0-3-5,0-1 2,2 0-1,-1-3-8,2 1-1,-1 0 1,-2 5 0,-1-2-7,1 2 6,-1 0 3,-3 3-2,0 4 6,0 1 9,-1 4 7,-1-2 1,-3 4 0,2 0 0,-2 1-5,2-2 2,-3 0-2,0 0-8,0 2-1,0-4-4,0 3 6,-3-2-4,3 2-4,0-5 5,-1 2-6,-1 0 5,1-2-7,0-1-3,-3 0 7,3-9-7,-4 10 2,2-1 2,1-2-2,-1 3-4,-2-1 0,0 0 6,1-1-5,-1-1 0,-3 4 0,3-1 3,0 0 3,0 5-4,-2-2-2,2 3 3,0-1-12,0-4 6,1 6-3,0-2-7,1 4 10,-4-4-28,4 4-3,-1 1-11,1-1-17,0 1-16,0 3-8,1-1-20,0 1-25,0-1-25,2 2-19,0 3-41,-3-5-36,3 5-29,0 0-24,0 0-180,0 0-525,0 0 233</inkml:trace>
  <inkml:trace contextRef="#ctx0" brushRef="#br1" timeOffset="379409.0726">19551 10969 203,'0'0'200,"-6"3"-15,6-3-9,0 0-11,0 0-13,-4 0-9,4 0-4,0 0-7,0 0-7,0 0-3,0 0-4,0 0 0,0 0-2,0 0 0,0 0-10,0 0-2,0 0-3,0 0-7,0 0-2,0 0-9,0 0-2,0 0-2,0 0-16,0 0-3,0 0 1,0 0-1,0 0 1,23 4 4,-11-4 0,11 0-5,5 0 0,4 0-2,2 3 2,4-1-17,2-2 0,13 4-2,-14 0-4,14-4-4,-14 3-5,1 0-1,-2-1 0,2 2-5,-4-2-2,1 1-3,-4-2 0,3 2-6,-7-1 3,-7-1 4,1 1-5,-10 0-3,1-1 3,-3-1 10,-4 1-12,4-1-2,-6 2-1,3-4-1,-2 2-1,-6 0 1,10 0-1,-10 0 0,9-1 4,-9 1 6,4 0-10,-4 0-2,0 0 7,0 0 10,9 0-9,-9 0-10,0 0 5,0 0 1,0 0-2,0 0-1,0 0-2,0 0 4,0 0-5,0 0 6,0 0-9,0 0 6,0 0-4,0 0-4,0 0-6,0 0 3,0 0-11,0 0-6,0 0-10,0 0-8,-14-11-4,10 9 0,-2-2-6,-2-2 0,1 1 2,-2 4 4,-2-3 1,1 0-6,0-3-4,-3 2 1,-1 0 6,-1-4 0,-1 2 2,-1-1 5,0 1 3,-1 0 0,1-2 9,2 3 3,-2 0-1,3 2 4,2 0 6,1-1 3,2 0 2,2 3 4,1-1 1,0 1 2,1 0 1,0 1 1,5 1 0,-6-3-2,6 3 9,0 0-7,-6-2 3,6 2-1,-3-1 3,3 1 1,0 0-2,0 0-1,0 0 1,0 0-2,0 0 1,0 0 1,0 0 1,0 0 5,10 8-1,-5-5 3,4 0 5,1 4-1,0-2 3,7 3 0,2-1 8,-1 0-11,1 2 3,3-2 3,2 4-1,2-2 1,-6-3 0,2 2-6,-2-3 5,1-1-6,-4 2 0,-6-4 2,4 1 1,-4-2 4,1 3 1,-3-3 2,-1 0 0,-3 0 9,4 1 2,-6 0 4,-3-2 3,7 0 3,-7 0 3,8 0-1,-8 0 2,0 0 3,4 2 4,-4-2-6,0 0 7,0 0-6,0 0 1,0 0-8,0 0-12,0 0-6,7 0 3,-7 0-11,0 0-7,-8 9-3,0 1 4,-4 0-3,-7 8 1,2 3-3,-7-2 2,1 4-9,3 0-8,-1-3-6,0 2-10,2 0-13,3-3-18,1-4-21,3-2-12,1 0-16,-1 2-24,6-4-24,2-4-24,-2 4-26,-1-2-24,7-4-9,0 0-24,0 0-191,4-3-486,1 3 215</inkml:trace>
  <inkml:trace contextRef="#ctx0" brushRef="#br1" timeOffset="380873.4218">20721 11214 84,'-3'3'103,"3"-3"0,0 0 20,0 0 2,0 0 16,-1 4 13,1-4 1,0 0-3,0 0-2,0 0-11,0 0-7,9-13-10,-5 6-4,2-2 8,0-1-1,1-1-7,1-5-3,3-3-7,0-5-3,1-3 0,3 1-3,-6-3-5,5-2-8,-3-1 2,5-14-8,-6 14-8,-1 0 6,3 2 0,-7 0 7,5 4 10,-5 9-8,0 1 1,-2 6-6,1 0-10,-2 3-13,-1 2-10,-1 0-8,0 4-8,0 1-5,-5 10-5,-1 0-1,-3 7-2,-1 6-2,-3 3 1,0 2-4,-2 0-3,6-2 1,1 0 1,1-1-6,-1 2 1,4-9-6,4 2 4,-2-1-4,2-1 2,2-2-4,0 1 6,1-3-4,6 2 1,0-3 10,4-3-7,2 2-5,-2-4 2,6 1 5,-2-6-2,2 4-4,0-6 8,-2 0-2,1-3-10,-5-1 9,4-1 0,0-3 0,-6-2-2,2-1-6,1-5 4,-1 0 10,0-1 4,-4-1-15,1 0 2,-2 1-3,-1 0 10,-3 4 4,1 1 5,-2 5 17,0-5-33,-2 7 1,-1-1 0,2 1-4,-2 2-2,0 2 2,0 0-2,0 0-1,-8 9-3,2 0 5,1 1-3,-4 5-6,4 1 0,0-4 11,-3 1 0,4-1-8,-2 4-6,5-5 2,-2 1-11,3 0 3,0-2-5,0 0 7,3-1 4,-2-3-2,7 2 14,-2-1-9,3 1 3,-2-6 1,4 1 0,2-2-1,-1 3 0,0-4-5,0-4 6,4 0 11,-2-1-13,-2-3 6,1 0-3,-1-5 1,2-1 6,-5 2-8,4-1-2,-7 0 12,2 2 1,0 1 8,-2 1 6,-2 2 6,-3 2-5,2 1-7,-3 0-1,5 0-21,-2 3 11,-3 1 0,0 0-7,0 0-1,0 0 0,-8 15 22,5-7-18,-2 4-7,1 1 2,-3 3 0,0-4-3,3 3-17,2-1 19,-1-5 9,-2 4-4,3-5 2,-1 0-3,2 1 2,-2-2-8,3-3 4,-2 1 15,4 0-37,-2-5 36,3 6 4,-3-6 3,1 2-5,-1-2 5,0 0 5,19-7-9,-10 1 1,4-1 0,0-5-4,3-1 0,5-4-3,-2-4-2,-2 8-2,1-5-6,-1 6 7,-4 1-1,-3 2-4,-1 3-7,-1 0 1,-3 1-5,0 5 0,2 0-3,-4 5 2,0 2 2,1 2 3,-3 4 1,0 6-1,-1-1-3,3 3 4,-6-3-1,3 0-2,3 2 14,-2-4-11,-1 1-1,4 1 4,-4-7-6,6 1 8,-3-2 11,2 0-11,0-1 2,2-1 2,-1-2-2,4 2 0,0-5 6,1-1 2,0-2-3,1-1 1,-1 0 4,2-2-7,2-6 3,1 1 2,-3-5-3,-1 0-1,-2-1 3,8-9-7,-5 0 0,1-2-17,-4-3 15,3-1 0,0-3 3,-3 2-1,3-3 10,-3 4-4,-3 4 5,2-1 8,-3 12 4,-2 2 7,-2 3-10,1 2 0,-3 2-9,1 0-8,0 1 3,-1 4-24,0 0 23,0 0-6,-5 15 1,1-3-3,-3 4 3,3 4 1,-5 4-3,1 3 3,2 0-4,-2-3-3,2 2 5,1-2 0,2-7 3,2 3-7,1-3 2,-1 1 7,1-6-4,0-1-2,0 1 1,1-3 1,0-1-2,-1-4 10,0 4-4,3-4 2,-2 0 8,-1 0 17,1-1 8,-1-3 16,3 2 3,-3-2-7,0 0-3,0 0-3,15-7-5,-8 1-3,2-5-3,1-2-4,1-3-7,5-4 4,1-4-10,-1 2-3,2-4 1,2 6-3,-2-3-6,0 2-3,-4 5-2,-1 5-1,-7 2-2,2 0-3,-2 2 0,-1 2-11,-4 0-12,3 0-19,-2 2-8,-2 3-4,0 0 6,0 0 7,0 0 1,-10 13 2,1-5 2,-2 5 6,-3-1 4,0 1 0,0 2 2,1 2-3,0-3 3,2 2-9,2-3 4,1 2 1,0-1-2,4 3 1,2-4 8,4-2 4,2 5 4,4-1-9,0 0 2,6-2 4,0 0-10,3-1-3,2-1 2,-1 0-10,0-2-5,1 0-10,0-3-6,-4-2-5,1 0-11,-3-3-10,-3-1-13,1 0-19,2-1-21,-4-3-20,1 0-18,-2 0-19,-2 1-25,2-6-23,-3 1-11,-1-2-17,-3 2-168,3-3-475,-3 1 210</inkml:trace>
  <inkml:trace contextRef="#ctx0" brushRef="#br1" timeOffset="381609.0503">21384 10617 126,'0'-6'256,"2"-1"-23,0 2-28,-4 2-22,2 3-20,0-4-10,0 4-11,0 0-9,-6 10-11,3-3-13,0 2-6,1 3-10,-1-3-7,-1 2-2,3-4-4,-1 5 0,2-3 1,-1-1-5,2 1 0,2-4-2,-1 1 4,1 0-4,4-3 1,-1 0 4,0-1 3,-1-2-1,-5 0-2,17-2-8,-11-1 5,-1 0 2,4-4 5,-3 0-13,0 1-2,-1-3-9,1-2-6,-2 3-2,-4-1-5,3 2-9,-3-1-4,-2 3-6,1 1-15,-1-1-10,-2 1-19,-2 0-19,-1 3-21,-1 1-20,8 0-24,-11 0-26,3 2-28,4 3-29,-1 2-27,0 0-30,1 3-26,4-3-150,0 0-451,7 0 199</inkml:trace>
  <inkml:trace contextRef="#ctx0" brushRef="#br1" timeOffset="381633.0674">22414 10967 287,'-3'2'316,"3"-2"-18,0 0-25,0 0-20,0 0-20,-1 3-21,1-3-9,0 0-18,8 3-4,-2-2-19,2 1-14,3 1-11,1-3-4,6 3-11,-3-3-9,7 0-5,-1-2-12,-1 4-4,1-2-4,2-2-15,-1 2-4,-4-1-12,1 1-8,-7-3-18,-2 1-30,1 2-25,-6-1-32,2 1-33,-7 0-43,9 0-44,-9 0-29,0 0-26,0 0-12,0 0-14,0 0-162,-13 7-451,5-3 199</inkml:trace>
  <inkml:trace contextRef="#ctx0" brushRef="#br1" timeOffset="382107.0546">22374 11142 87,'0'2'219,"0"-2"4,8 4-2,1-1-7,5-3-7,5 2-3,1-2-15,2 0-13,5 0-23,-5 2-16,5-4-13,-6 2-12,1 0-10,0 0-11,-6 0-14,4 2-29,-8-2-34,-3 0-42,-1 1-45,1-1-53,-4 0-40,1 1-35,-6-1-133,6 4-363,-6-4 161</inkml:trace>
  <inkml:trace contextRef="#ctx0" brushRef="#br1" timeOffset="382785.0676">23198 10861 50,'3'-16'234,"3"-1"-12,0 1-5,0 2-9,0-3-10,-2 8-13,-2 1-2,2 0-6,0 1-14,0 0-6,0 3-8,-3-2-12,2 3-12,2 1-12,-4-2-10,-1 4-16,0 0-11,1-5-5,-1 5-11,0 0-5,0 12-1,-1 0 2,0 5 7,-4 0-14,1 10 0,-5 2-7,1 0 4,3-1-10,-5 0 1,1 3 1,1 0-2,-2-3 1,1 2 3,3 0-4,1-4-2,-3 0-5,6-6-4,-2-3 0,1 3 1,1-4-3,0 2 1,2-3-7,-1-4 0,2 1 3,1 0-2,0-3 2,1 2-2,2-5-5,2 2-16,1-1 2,-1-3-30,4-2-25,3 1-23,5-2-37,-5-2-20,4-1-29,-1 0-35,2-3-23,-5-3-19,-1 1-199,-3 0-478,-1-3 211</inkml:trace>
  <inkml:trace contextRef="#ctx0" brushRef="#br1" timeOffset="384638.093">23099 11030 112,'0'0'191,"-9"-1"-7,9 1-4,0 0-2,0 0-9,0 0-4,-9-1-8,9 1 0,0 0-4,0 0-2,0 0-6,-3-1-3,3 1-2,0 0-11,0 0-7,0 0-9,0 0-4,0 0 4,0 0-4,26 2 1,-13-3-2,8-2-5,7 1-8,4 1-9,-1-2-10,1-1-9,4 2-2,-4 0 4,0-3-3,-2 2-5,1 3 6,-11-6 2,1 5-1,-2-1 2,-4-2 6,-4 3-5,-1 1 7,-2 0 4,-1 0-6,-2-3 6,-1 3-6,-4 0 6,9 0-6,-9 0-1,5-2 6,-5 2-5,4-3-2,-4 3-9,1-6-7,-1 3-7,0 3-4,2-5-3,-4-1-5,2 6 5,0-6-9,-1 2-4,1 4-2,0-5-2,0 5-2,-4-3-4,4 3-5,0 0 0,0 0-6,-1-4-8,1 4 7,0 0-4,0 0-4,0 0 1,0 0-1,0 0-1,0 0-2,0 0 0,0 0-3,0 0 2,0 0 0,0 0 2,0 0-3,0 0 3,0 0 0,0 0-7,0 0 7,0 0 0,0 0 10,0 0-11,0 0 4,0 0-3,0 0 3,0 0 0,0 0 5,0 0-4,0 0 4,0 0 2,0 0 5,0 0-12,0 0 6,0 0-2,0 0 1,0 0 0,0 0-7,0 0 7,0 0 0,0 0 0,0 0-1,0 0 0,0 0-5,0 0 4,0 0-1,0 0-1,0 0 2,0 0-2,0 0 1,0 0 0,0 0-4,0 0 1,0 0 2,0 0 2,0 0-5,0 0 0,0 0 3,0 0-4,0 0-3,0 0-5,0 0 2,0 0-1,0 0-1,0 0 2,0 0 4,0 0-13,-3 13 9,3-10 2,-1 2-1,0 2 3,0-5-1,1 3 1,-2 0-4,2 1 5,-1-2-3,0-3 4,1-1-2,-3 7 3,3-7 3,0 4-7,0-4 5,0 4 1,0-4-1,0 0 4,0 0-1,0 0 4,0 0 2,-1 2 1,1-2-4,0 0 7,0 0 0,0 0 0,0 0 1,0 0 3,0 0 0,0 0 1,0 0-1,0 0 0,5-11-3,-4 7 9,-1 4-5,3-3 0,-3 3-4,0 0-5,0-3-9,0 3-4,0 0-6,0 0-5,0 0-1,0 0 2,-4 10-3,0-3-3,2 4 5,-4 5 4,0 1 2,0 3 2,1-1 6,-3 5-8,0-6 1,2 0 8,-2-1-6,3-2 6,1-3-3,0-2-1,2-2 0,-1 1 2,2-4 2,-3 2 2,3-5 0,1 2 2,0 1 5,-3-2 1,3-3 7,0 0 3,0 0 4,4 3-3,-4-3-6,10-8 2,1-1-5,5-2 1,-3-3 0,11-7-6,-1 0 0,7-2-4,-7 3 4,0-3 0,-2 3-3,2 3 0,-11 4 1,2 4-6,-4 2-2,-4 2-3,1 2-7,-2-2-3,0 3 1,0 2-5,-5 0 0,3 8 4,-1 2 1,-2 1 1,2 6 2,-4-2 1,1 2-1,1 2 2,1-3 0,-3 0 1,1 1 0,-1-5 4,2 0-1,2-3 0,-4 1-4,0 0 2,2-6-4,0 1 4,2 1 4,-2-4 3,0-2 3,0 5 3,0-5-3,3 3 1,-3-3-1,9-8-1,0 2-6,2-2-1,3-5-2,7-5-3,-4 0-3,4-4-1,-1-2-5,2 0-2,-1 1-5,-1 0-3,1 4 3,-6 5 2,0 1 0,-1 3 2,-5 3-2,1 0-4,-4 3 2,1 2 1,-3 4 2,1 4 0,3-1 4,-4 7-4,1 1 4,1 3-8,-6 1 14,0 4 1,4-3-1,-4 1 4,3 1-2,-1-5-1,1 2 0,0 0-6,0-5 7,0-1 5,-1 0-2,2-2-12,1-3 5,-1 0 0,6 0 3,-5-3-1,6-1 0,0 0 5,2-5-9,1-1 0,1-2 2,1-2-4,-1-2 2,-1-4-2,5-3-7,-2-5 9,-1 0-12,0-2 2,-4-2 0,1-2 3,1-2 1,-2 1 1,-1-1 3,2-1 3,-4 4-11,3-4 11,-2 7 12,-5 7 13,-1 0 1,2 0 8,-3 6 2,-1 5 6,-2-3-1,3 4-20,-2 0-8,0 3 1,-1 2 6,0 0-8,0 0-3,-5 14 8,4-2 2,-3 6-4,-2 10-4,-2 1 5,2 3 3,-6 14 2,2 0 4,0-1 5,-4 3-16,2-1 7,-1 0 16,-2 0-3,3 3-2,-1-2 2,0-4 2,-3 5 0,4-4-6,1-10 10,1-2-11,2-1 2,-1-2-1,1-1 6,0-7-4,4-5-2,1-1 11,0-5-9,3-2-3,-3 0 3,3-2 4,-1-2 7,1 0 20,-2-2 12,2-3 5,0 5 16,0-5 7,0 0 2,0 0-5,0 0-8,6-11-6,0 0-10,2-5-7,4-8-6,0-2-4,2-8-6,0 3-1,1 0-3,4-12-7,1 0-3,-1 12-2,-1-2-1,6-10-5,-7 12-3,1-2 1,1 6-5,-3-1 2,2 4-4,-1 0 1,2 2-8,0 1 6,-6 6-8,1 5 3,0-3-6,2 5 0,3 4-2,-3-1-3,5 3-3,-3 5-8,-2 1-4,-6 1-2,5 4-17,-3 3-6,-2 3-5,-2-2 2,-1 2 4,-2-3 1,-5 0 0,0 2 3,-3-3 4,-2 4-1,-3 1 1,-2-5 4,-1-2-7,-4 1 6,-5-2-11,-8 1-17,1-4-20,-1 2-36,-4-5-28,6-1-26,0-2-23,4 1-31,-5-2-55,6-4-40,0 3-48,-1-3-219,3 5-643,2-4 284</inkml:trace>
  <inkml:trace contextRef="#ctx0" brushRef="#br1" timeOffset="385691.1143">18542 12720 33,'8'-3'234,"-2"0"-9,0-6-7,3 2-5,-3-1-6,0-2-6,3 1-3,-1-6-9,-1 2-13,1-3 2,-4 1-4,3-1-10,-3-2-6,-1 0-5,-1 0-10,-2 1 5,0 5 3,-2 0-5,1 2-16,-1-1-19,-5 3-1,1 2-27,-4 2-6,-1 2-9,-2 2-11,-7 7 1,2 1-13,0 2-6,-4 6-4,4-2-6,1 4-2,2-3-11,4 2 1,4 1-5,-1 0-13,4 1 5,-2-5-10,6-2 5,0 1-8,0-1 9,3-3 2,4 0 1,1-3-1,-3-1 4,4-1-3,3-3 10,-1-1-6,2-2-1,1-1 0,-1-2 4,3-4 6,0 1 12,-1 1-4,-3-1 1,-2-1 3,-2 4-9,-1 0-1,0 3-4,-1-1-7,0 1-6,-6 2-1,9 6 1,-7 2 1,0 12 7,3 4 7,-5 7 2,-2 1 4,-1 3 9,-1 10 3,0-11 1,-1 2-3,-5 10 8,3-12-13,0 0 5,3-6-3,-2 6-2,3-7-5,3-8 3,-3-2-3,1 0 5,1-5-5,0-5 3,-1 1 7,4-3 4,-2-1 1,1 0 2,0 0 3,-1-4 4,8 0-1,-8 0-6,20-7 1,-2 2-7,1-4-3,8-2-5,-1-1-17,-1 0-17,3 0-32,-1 2-32,0-4-30,4 2-27,-1-3-30,2 2-30,-1-1-27,2 1-30,-3 2-34,-2-1-29,0 2-50,-9 3-187,-2-2-591,-2 6 262</inkml:trace>
  <inkml:trace contextRef="#ctx0" brushRef="#br1" timeOffset="386363.4953">19245 12848 253,'0'0'296,"0"0"-18,9-5-19,-4 5-22,1-1-12,8 1-7,4-2-8,1 2-2,9 0-8,7 2-5,2-1-9,-1 1-8,5 0-17,-2-1-3,1-1-19,-4 2-13,-4-2-6,-5 0-9,-4 0-1,-5-3-11,-6 3-17,2 0 10,-4-2-4,-4 0-12,0-1-2,-1 1-10,1-4-10,-2 0-17,-4-2-8,3-1-8,-6 0-15,3 0 8,-1 0-26,-3-1-3,-1 4 4,1-2-1,-1 0 3,3 4 1,-1 1-6,0-2-3,3 5 4,-6-5 2,6 5-4,0 0-2,0 0 1,0 0 5,0 16-3,0-6 3,0-1 0,3 6 1,0 0 5,-3-3-1,3 5-3,0-1 1,-6 2-5,6-3-10,-6-3-5,3 0-1,-3 1-8,0-1-18,-3 6-24,0-2-23,-2-2-30,1 1-31,-2-1-29,1-2-30,-3 0-31,4-5-44,-3 1-157,4-3-493,0-1 218</inkml:trace>
  <inkml:trace contextRef="#ctx0" brushRef="#br1" timeOffset="387471.2052">20185 12973 280,'-1'-8'279,"-4"1"-5,5 0-12,0-5-29,3 0-21,0-3-23,2-1-19,3-1-16,1-3-14,1-2-14,0 3-13,5-2 0,-3-4 4,0 2-9,-2 0-9,1-6 4,-2 3-1,1-3-9,0 2 3,-4 1-6,3 1 6,-3 9-4,-1 1 2,-2 4-1,0 3-6,-2 2-11,0-1-11,2 4-13,-1-1 3,-2 4-22,0 0 2,0 0-9,-9 19-2,0-2-3,2 1-3,-4 9 5,-1-2-6,0 2 1,1 1-3,2-1 0,0-2-7,1-1 1,2 0-4,1-4-6,2-3 2,3 1 1,0-1 2,5-1-9,-1-4 6,0-1 1,5 1-8,5-2 5,-4-2 2,12-3-5,-3 2-1,0-6-4,10-1-11,-2-4 4,1-2-3,-7 1-4,6-6 6,-2-1-2,-8 5 7,-2-7 2,2 3 6,-6-2 4,2 0 1,-3 0 6,-3 2 10,-1 2 5,-1 0 17,-3-2 4,0 4-6,1 2-3,0 0 3,-3-1-12,3 2-3,-3 2-8,0 2 1,0-3-7,0 3 1,0 0-3,0 0-4,-11 10 6,4 0-2,1 1-7,-1 2 0,-3 2 0,4-1 3,-1 1-1,1 1 4,3 0-9,-5 0 19,5-2-19,2-4 3,-2 1-2,3 2 0,0-3 0,0 0 3,3-1-2,-2-3 2,2-2 18,0 0-17,2 1 6,4-2-5,-2-2 6,2 0 2,2-3-6,3-2 2,-1-1 1,1-2-1,1-3-2,1-1-3,-2 1 5,-3-5 5,1 1 5,3-1 13,-6 2-12,4-3 8,-2 1 0,-2 0 0,-2 3 5,0 3 4,-4 0 8,1 1 4,0 1-9,-2 4-1,1-2-6,-2 3-9,-1 2-9,0 0 1,0 0-8,0 0 7,0 0 5,-4 14-8,4-7-3,-4 3-3,0 2 4,1-2-6,-3 1 7,3 1-6,-1 1 1,0-3 4,0 0-7,2 1 7,0-5-1,0 3-3,1-4 0,-1 0 7,2 0 2,0-2 9,-1 1 6,1-4-1,0 0 12,1 3-3,-1-3 2,0 0-6,0 0 0,14-3-4,-4-4 1,5-3-9,1 0-1,0 0 2,1-3-5,6-2 6,-8 7-7,2-4-5,-6 5-1,-1 2-1,-1 0-3,-3 1-3,-1 0-10,0 4 7,-1-1-4,-4 1 0,9 2 10,-4 3-8,-1 2-5,3 1 9,-5 3-3,3 0 1,0 5 0,2-1 1,-2 0-2,-1-4 6,3 6 1,-2-6 0,0-1-5,2 2 5,-1-2-1,-2-2 0,1-1-2,-1-2 9,2 2-2,-2-5 2,1 1 0,3-2-2,-4-2 3,7 1-3,-2-3 1,4 1-2,-3-3 3,2-2-4,2-2 3,-5 2-2,0-3 7,0-3-8,2-2-1,-1 0 0,1-2 0,-4-1 1,1-1-2,-2-1-2,1-3-5,-2 5 7,-1 2-3,1 1 4,-6 5-3,3 3 0,-2-4-3,0 5-5,0 3-7,0-3-1,0 6 3,0 0-1,0 0 4,-9 12-4,2 0-7,1-3 8,-3 8 3,3 0 4,-3-2 2,1 3-6,2-1 5,1 1-8,0 1 6,5-2 1,-3-1-9,1 1 11,4-1 3,-1-4-5,1 0 2,-2-1 1,5 0 2,0-2 1,-5-2 2,3-4 4,-1 1 1,1 0-3,-1-4 5,-2 0 2,0 0-2,22-6-2,-12 2 0,-1-4-1,5-2-2,1-4 3,1 1-9,-1-1 4,3-5-3,-6 4-3,6-4-6,-2-5 2,-4 8-4,-2 1 4,1-1-4,-3 2 1,-3 6-2,0-1 0,-1 2-9,-1 2-6,-1 1-10,1 1-14,-3 3 1,0 0 5,0 0 2,0 0 4,-17 17 5,9-6 5,-1 2-3,-2 1 1,5 2 0,-1 0-6,3-3-15,-1 3 30,4-4-10,1 1 1,4 0-5,-2 0 17,6 2-7,-1-3 4,5 2-1,0 0 2,-1-2-7,1-4 3,3 2-6,0 2 5,-6-5-1,2-1-10,1-1-13,-3 1-3,0-1-6,0-4-16,-5 1-9,2 1-18,1-2-8,-3 2-13,2-3-16,-6 0-31,5-5-34,-5 5-29,5-4-31,-5-1-28,0-2-167,0-1-495,-2 1 219</inkml:trace>
  <inkml:trace contextRef="#ctx0" brushRef="#br1" timeOffset="388183.5849">20827 12432 68,'-4'-2'250,"0"-2"-22,0 2-20,2-1-25,2 3-17,0 0-19,0 0-9,0 0-18,-7 5-14,7-5-27,2 8-41,-2-3-46,2-1-57,3 1-45,-1 1-148,4-5-280,3 4 124</inkml:trace>
  <inkml:trace contextRef="#ctx0" brushRef="#br1" timeOffset="388210.6015">21896 12712 69,'2'2'335,"0"0"-12,1 1-20,-1-1-20,-2-2-22,5 5-11,-1-2-8,-4-3 0,5 2 2,0 1-7,0-1-11,2 0-3,7 1-10,-1-1-8,2 1-10,8-1-14,5 0-14,3-2-13,0-1-14,-1 1-19,1-1-11,-3 1-10,-1-2-31,-7 0-20,0-1-26,0 0-34,-10-1-41,4 3-49,-4 0-40,-4 0-45,4 0-43,-5 1-50,1-1-47,-6 1-281,0 0-657,0 0 290</inkml:trace>
  <inkml:trace contextRef="#ctx0" brushRef="#br1" timeOffset="388738.8056">21920 12899 282,'0'0'288,"8"4"-12,-3-2-5,3-2-12,7 3-12,5-2-11,-1 1-9,10-2-2,-1 0-7,0 2-6,2 0-20,-9-1-11,10-1-10,-4 2 0,-9-2-1,6 4-4,-2-1 6,-2-3 5,1 0-16,0 4-4,-4-1-4,2-1-4,-10-2-5,0 5-9,0-5 0,-4 0-8,0 2-9,-5-2 0,9 3-4,-9-3-6,9-1-6,-9 1-17,5 0 5,-5 0-1,0 0-6,7 1 6,-7-1-6,0 0 12,0 0 1,6 0 2,-6 0 6,0 0-8,0 0 2,0 0 1,0 0-6,0 0-4,4-3 2,-4 3-1,0 0-2,0 0-20,0 0 11,4-2-2,-4 2-2,1-5-6,-1 5 0,0 0-10,0 0-19,4-1 12,-4 1-1,0 0-17,0 0-34,0 0 0,0 0 0,0 0 0,6-1 0,-6 1 0,0 0 0,0 0 0,0 0 0,0 0 0,0 0 0,0 0 0,0 0 0,0 0 0,0 0-110,0 0-30,0 0-33,0 0-32,0 0-40,-1-6-54,1 6-64,-4-4-47,-1-1-50,3 1-50,-2 2-370,1-4-952,3 1 421</inkml:trace>
  <inkml:trace contextRef="#ctx0" brushRef="#br1" timeOffset="389307.4052">22995 12839 300,'4'-4'296,"-4"4"-6,5-2-19,-5 2-24,0 0-18,0 0-21,4-3-22,1 1-10,-5 2-12,5-3-13,0 0-10,0-1-7,3 1-6,2-3-6,-1 1 3,0-1 0,0 0 5,4-2 6,-5-1-7,2-4 1,0-1-15,-6-1-8,1-1-4,0-1-8,-3-1-10,1 0-16,0 2 10,-6-1-6,-3 1-13,1-1-6,-2 7-2,-3-7 3,-3 7-23,1-1-13,-6 4 6,1 1-6,-5 4 1,2 2-4,-1 3 0,-5 6-14,0 4 3,2 2 0,0 3 3,8 2-2,-2 1-1,7 1 0,2-3-4,0 4 2,6 5-1,6-5 5,2 5 0,4-4 1,1 5-3,7-4 13,2 1 8,5 2 6,-2 2 7,2 9 6,-1-11-3,-5 0 0,1 0-2,0-6-7,-7-5 1,1 0-6,-4-3-2,-3-3-3,-1 0-1,-1-1 1,-4-3-5,1 1 0,-2 0 4,-3-2-7,-2-1 9,-6 0-5,-3-3 2,1 1-1,-8-6-4,2 1 0,-7-5-3,0 2-8,7-4 9,3 3-10,-2-5 8,1 2-14,5-4-2,0-2-8,2 1-16,2-11 6,2 7-14,4-2-8,3-2-9,3 2-23,9-2-19,-3 3-17,6-3-7,6 1-17,3 1-1,6 1-10,3-1 1,-3 4 6,7 0 5,-1 0 15,12-1 8,-16 5 11,2 2 12,-4-1 9,1 3 22,-13 3 14,0 0 13,-4 3 20,-1 0 13,-6 0 7,-1 1 2,0-1-3,-6 2 8,8 5 7,-7-3 13,-1 5 8,-5 1 4,4 4 13,-4 0 18,-2 1-13,-1 2-1,-1 2 10,2-2-6,-1 0-3,0 2-3,1 0-3,4-1-5,2-1-7,-3-1 1,4-4-9,0 0 2,4 1 2,-3 0 3,2-2 4,4-1 2,1 1-5,1-4 0,4-2-3,5 3-4,1-3-6,0-3 2,3 0-3,0-2-1,-3-3-2,-1-2-4,2-5-1,3-3-4,-4-2-1,3-2-1,-9 3-1,2-6 1,-1-2-3,-5 7-14,-3 0 4,0 2 8,-3-1-5,-1 2-4,-4 0-2,-1 3-13,-6-6-17,-2 9-9,-1-4-34,-6 4-20,0 1-26,-4 5-1,-1 2-23,-5 1-9,1 2-22,5 5-16,2-1-23,1 0-17,3 4-23,0-2-15,10-1-29,-2 1-217,3 0-552,3-1 245</inkml:trace>
  <inkml:trace contextRef="#ctx0" brushRef="#br1" timeOffset="389843.1542">23844 12844 149,'29'-11'230,"-1"-4"5,-5-2 3,-5 5 5,3-6-4,-6 5 14,-1-2 7,-4 1-5,-1-1-16,-3 4-18,0 2-22,-5-1-2,1 2-22,-4 3-23,2-1-8,-7 0-19,-3 3-17,-4 2-9,-5 2-11,-4 3-6,-4 4-8,-5 0-16,4 1-3,4 3-10,6 0-4,4-4 5,-1 3-14,5-5-4,4 6 12,0-5-15,2 0 4,2 4-4,2-3-11,1 0-2,4-3 15,4 1 5,1 0 2,-1-4 4,4 0-4,0-1 8,1-2 6,2-1 3,-1 1-5,-2-3 0,1 1 9,-1 1 0,-4-1-6,1 2-1,-3-2-13,-3 3-4,2 0-10,-6 0-10,7 3 7,-4 1-3,0 1 0,-3 7-1,-3 0-3,1 5-4,-2-2 4,-2 10 5,3 1-10,-5-7 2,4 5 1,-2 3-4,-2-10 0,3 7-13,1 3-17,-1-10-24,4 2-24,-2-2-32,2 0-43,-2-3-32,2-1-29,2-2-27,3-1-27,0-5-34,5 4-21,0-4-17,4 2-174,-3-4-552,11 0 245</inkml:trace>
  <inkml:trace contextRef="#ctx0" brushRef="#br1" timeOffset="390367.5874">24288 13046 48,'22'-20'202,"1"-2"6,-4 1 15,-6 6 5,4 1 4,-7 1 9,-2 5-10,-3 0-17,0 0-23,-3 6-21,-2-1-13,0 3-13,0 0-7,0 0-4,-21 5-6,4 3-6,-1 1-4,3 3-8,-2-2-3,2 5-10,-1-3-13,1 2 0,6-6-5,1 2-10,1 1-7,2-1 5,1 2 7,1-2-2,1-2-3,4 4 4,1-3 10,0-3 0,7 2-9,1-1 4,5 1 0,4-2-5,8 2-1,0-5 4,-1-2 5,1-3-2,2-4-3,-11 1-1,8-10-2,-3 5 2,1-2 4,-8-1-5,5-5-4,-5-2-4,2 1-3,-8 2-9,-3 0-3,-3-3-5,-3 2-9,-4-2-1,-5 2-9,-3-4-12,-5 6-19,-9-3-16,-6 6-22,0 1-21,-6 3-29,1 4-24,1 2-34,-1 3-23,-1 5-27,7 1-29,-2 1-37,12 0-47,0 3-45,1-2-273,4 3-684,3 0 303</inkml:trace>
  <inkml:trace contextRef="#ctx0" brushRef="#br1" timeOffset="394383.3864">13604 6403 109,'-8'-2'177,"8"2"1,0 0-3,-6-1 11,6 1-3,0 0 0,-3-4 0,3 4-9,-4-3 4,4 3-6,0 0-8,0-4-8,0 4-10,0 0-3,0 0-14,0 0-12,0 0-15,0-5-17,0 5-10,0 0-7,0 0-10,-3 10-2,2-4-8,1 4-5,0 0-3,0 1-4,0 5-1,0 1 4,-1 0-1,2-4-2,-1 2-6,0-3-2,1-1 2,0 0-3,1-4-8,-2 1 18,0-2-13,4-2 3,-4 0 3,3-1 4,-3-3-3,2 3 3,2-1 6,-4-2 13,10 0 6,-3-2 10,3-3-1,18-7 0,7-4-11,19-9-10,28-19-21,1-4-13,4 2-13,-7-3-36,-2-2-34,1 5-40,-3-2-36,-21 13-32,-4 7-38,-5-3-28,-10 12-17,-5 2-25,-5 5-184,-9 4-508,-6 1 225</inkml:trace>
  <inkml:trace contextRef="#ctx0" brushRef="#br1" timeOffset="395934.7747">12817 7249 113,'0'0'115,"0"0"2,-4 1 10,4-1 11,0 0 6,0 0 9,0 0 4,0 0 3,0 0 2,0 0 0,0 0-3,3-11-7,-3 11 7,4-6-12,-2 0-1,-2 0-11,3 0-8,-3-2-12,0 2-7,0-5-3,0 2-13,-3-2-11,3 2-1,-2-3-8,-1 4-1,2-1-5,-2 4-7,-2-2-8,3 4-4,-2-1-7,-2 4 7,6 0-16,-16 7-13,5 0 6,-3 5-7,-5 8 1,-1 0 3,1 2-11,4-2-3,5-3 0,1 1-2,1 0 0,6-6-2,-2 2-3,1-1-2,3-3-2,-1 0-3,3-3-3,4 3 15,-4-4-16,3-2 4,3 0 5,1-2 6,1-2-6,8-4 0,1-2 3,2-3 1,3-6 0,0-1 3,-4-4-6,5 2 4,-5-7 1,-2 3 2,-4-5-3,0-3 4,-2 2-1,1-1-3,-3-2 8,-3 2 5,2 0 10,-3 11-4,-2 0 10,-2 5-2,0 1-1,0 5-5,-2-3-8,3 4-6,-3 3-6,0 0-2,0 3-5,0 0 3,-5 12 0,1 1 3,0 6-1,-2 4-1,-1 4 1,0 0-3,2-2-3,1 2 1,1-4-1,3-3-5,0 5 5,0-7 0,1-1-2,4-2-9,-4-4 1,3-1 2,2 1 0,1-2 2,1-1 3,2-4-4,2-3 35,2-1-4,4-1-4,2-2 1,0-6-1,-1 1-4,4-8 1,1 1-3,-4-4 0,-3 6-2,3-7 0,-6 0-1,-5 5 0,2 0 3,-4 1 2,0 2 0,-3 4-2,1-1 0,-1 5 3,-2-1-7,1 2-10,0 0-3,-2 1 0,-1 2-4,0 0 3,0 0 3,-1 13 2,-1-6-3,1 3-3,-2 2 3,2 0-7,0-3-3,0-2-1,1 4-5,0-4 1,0-1 2,1 2 1,1-2 1,-2 0 1,6-1 3,-4-3 0,1 1 2,3 1 5,-2-4 6,4 0-6,-1-2 2,0-1 0,1-1 1,3-5 4,-5 1-4,3-2 2,-2-1 1,0 0 3,2-3 0,-4-3-1,1 0 1,-4 0-1,-1 0-1,-1 2 2,-1 4 0,-1-2 4,-1 1-2,-1 2 0,-1 2 0,1 2-2,-2-1-6,-2 3-2,2 0-1,-1 4 0,7 0 4,-18 11-3,8-3-4,-3 2 3,-1 3 0,8 1-1,-3 0 2,1 1-6,5-1 4,-3-3 0,6 0-2,0-1-1,0 0 0,3-1 2,0-1 1,0-1 4,6-5 8,0 3 8,3-3 5,6-1-1,-2-4 6,5-4-1,4-1-1,5-4-5,-4-5 0,2 3-1,-6-3 3,1-2 8,2 2 5,-2-1-3,-8 4 6,0 0 6,-1 2 13,-4 3 3,-3-2 2,-3 7-11,3 1-4,-5-4-2,2 4-16,-3 2-11,-1 1 7,0 0-10,0 0 1,2 12 3,-4 0 0,-2 3-3,4 3-3,-3 2 1,3-2 2,-3-2-3,-1 2-2,2-1-7,1-1 3,0-3-3,0-5-7,1 2 11,0-3-1,0-2 4,1 0 4,0-1-2,0-1 4,1-2-2,-2-1-1,0 0 3,0 0 6,19-11-3,-8-3-9,6 0-1,2-9 0,4 0 2,-1 3-6,-2-1 3,0 2 3,0 2-4,-10 6 2,4-1-17,-4 5 8,-2 2-3,0-3-5,-3 7 4,1-2-6,-1 3 5,-5 0-5,9 3 16,-4-1-16,-1 5 4,3 1 1,0-2 7,0 5-7,0-5-1,-1 5 2,5-2 4,-5-2 6,3 0 12,3 0-19,-1-1 2,-2-2 10,4-2 5,-1-2-1,5-2-2,1-1-16,2-2 28,-4-4-6,1 2-3,1-2-1,-2-2-5,0-1 9,-4-4-3,4 1 0,-9-1-5,2-1 15,-1 0-18,1 2 4,-5 3 2,0 1 3,-3 1 1,-1 3-7,-1 2-9,-2 1-2,-1 2-10,4 2 2,-12 2 7,1 3-5,1 5 3,-4 1 5,2 2-9,1 3-2,3-2-3,1 4-8,1-1-6,4 2 3,4-4-3,2-3-1,0 0 7,5 2 0,-1-4 1,3-2 4,3-2-4,6-1-16,-1-4-22,-1-1-32,1-1-31,1-3-42,-4-3-47,6 1-72,-4-3-53,2-2-199,-8-3-581,11-2 256</inkml:trace>
  <inkml:trace contextRef="#ctx0" brushRef="#br1" timeOffset="410210.0734">13989 3692 8,'0'0'45,"0"0"-3,0 0 5,0 0-2,0 0-4,0 0 2,0 0 1,0 0-10,0 0 16,0 0-3,0 0-4,0 0 0,0 0 2,0 0 2,0 0 5,0 0 9,0 0-16,0 0-2,0 0 5,0 0 3,0 0-7,0 0 8,0 0 0,0 0 0,0 0-8,0 0-7,0 0 2,0 0 0,0 0 7,0 0-7,0 0 6,0 0-13,0 0 6,0 0-6,0 0 1,0 0-2,0 0 4,0 0-8,0 0 0,0 0-2,0 0-4,0 0-6,0 0 6,0 0-3,0 0-1,0 0-1,0 0-1,0 0-2,0 0-2,0 0-5,0 0-8,0 0-4,0 0-10,0 0-8,0 0-17,0 0-21,0 0-16,0 0-23,0 0-19,0 0-19,0 0-71,0 0-227,0 0 101</inkml:trace>
  <inkml:trace contextRef="#ctx0" brushRef="#br1" timeOffset="465070.1955">8386 3013 50,'0'0'56,"0"0"-9,0 0-1,0 0-7,0 0 5,0 0-3,9-7 8,-4 7 4,8-4-1,-3 3 5,8-6 2,9 2 1,2-2-14,7 0 10,11-5-5,7-1-2,1 0-3,1-3 21,2 0-3,2 2-5,-2-3-5,4 6-2,0-4-5,2 1-5,-3 1-5,2 0-3,0 1-3,-6 3-3,-6-4-8,-11 8-22,-3-5 4,-1 4-4,-6 0-6,-2 0 10,-7 3 2,-9 0-9,0 3 7,0-2-2,-3 1-2,-3-1 5,2 0 3,-8 2-12,6 0 12,-2-3-11,-4 3-5,0 0 5,8-1-4,-8 1-2,3-1-17,-3 1 0,0 0-21,2-3-6,-2 3-28,0 0-12,0 0-7,-14-2-58,5 2-172,-4 1 76</inkml:trace>
  <inkml:trace contextRef="#ctx0" brushRef="#br1" timeOffset="465844.959">8295 3130 16,'0'0'63,"0"0"0,-10 0-12,10 0 7,0 0-14,0 0-6,0 0 2,0 0 0,0 0 0,0 0 14,31-5 16,-12 2 0,8-3 12,4-1-5,7-1 3,14-5-3,5 1-7,5-5-5,25-4 0,-25 9-11,28-13-1,-26 12-8,24-11 1,-25 13-4,2-4-1,-3 3-2,3 0-9,-1 1-2,-4 2-1,-2-1-9,-3 3 4,-6-4-2,-13 8 5,-4-5-3,-1 5-5,-4-1-3,-9 2-1,1-2 5,-6 1-7,-1 3 9,-1-2 6,-6 1 5,4 0 6,-4 0 4,-5 1 2,7 0-1,-3-2 5,-4 2 1,0 0-8,0 0-1,9-1-1,-9 1-1,0 0 0,0 0-5,0 0 3,0 0-6,0 0-3,0 0-4,9-1 5,-9 1-7,0 0-1,0 0 1,0 0-7,0 0 0,0 0-1,0 0-2,0 0 1,0 0-2,0 0-2,0 0-2,0 0-2,0 0 3,0 0-8,0 0 7,0 0-8,0 0 7,0 0-1,0 0 3,0 0-6,0 0 4,0 0-1,0 0-6,0 0 1,0 0 1,0 0 1,0 0 0,0 0-8,0 0 13,0 0-7,0 0 2,0 0 1,0 0-4,0 0 4,0 0-1,0 0 0,0 0 0,0 0-2,0 0 6,0 0-8,0 0 5,0 0-6,0 0-1,0 0 6,0 0-5,0 0 1,0 0 0,0 0-3,0 0 3,0 0-2,0 0 6,0 0-4,0 0 2,0 0 0,0 0-3,0 0 4,0 0-5,0 0 12,0 0-12,0 0 10,0 0-5,1 5 4,-1-5-7,0 0 2,0 0 0,0 0-2,0 0-1,0 0 5,0 0-9,0 0 4,0 0-1,0 0-4,0 0 0,0 0-4,0 0 0,0 0-11,0 0 0,0 0-17,0 0-16,0 0-21,0 0-8,0 0-9,0 0-21,0 0-10,0 0-6,0 0-10,0 0-1,0 0-87,0 0-250,4 1 111</inkml:trace>
  <inkml:trace contextRef="#ctx0" brushRef="#br1" timeOffset="474336.9754">12240 3863 37,'0'0'49,"0"0"-8,0 0 12,0 0-7,1-4 6,-1 4-5,0 0 5,1-4-4,-1 4-3,0 0 8,-1-5-8,2 1 4,-1 4-2,0 0 4,0-5-3,0 5 6,0-7-3,-1 3 1,1-1-2,-1 0-1,1-2 5,-2 0-8,1 1 7,-3-1-4,3-1 9,-1 0-6,-1-5-8,0 8 2,1-7-1,-2 4-2,1-4-1,0 1-2,-3-2-4,0 2 1,0-3-2,-2 0-4,-1-1 1,-1 0 2,-2-1 22,3 2-2,-5-2-10,4 3-3,-8-8 3,5 6-9,-1 2-5,-1-2 1,-5-4-10,3 5 0,-2-4-2,0 9 4,-1-8-2,0 5-7,6-1 3,-4 2-2,-1 1-3,4 0-1,-4 2-1,3-1 2,3 3 0,1-1-4,-1 2 4,4-1-9,-1 2 2,-3 1-2,3-1 5,3 1-5,-2 0-2,2 0-1,-4 2-3,2-1-1,-1 1 1,0 0 3,2 1-7,-4 0 8,3 0-2,-6 1-1,2 1-1,-2 0 3,-2 1-2,-2 0 2,3 0-3,-3 2 1,1-2 2,-1 2 1,-3-1-2,4 1 1,-3-1 3,1 3-4,2-3 3,1 0-4,4 1 1,-1-2-2,2 1 1,1-1-1,-2 2 2,1-3-6,2 2 5,1-1-7,2 0 8,0 3-8,-2-2 3,-3 0 1,5 4-3,-3-4 4,0 5-2,3-1-2,0-2 1,-6 2 2,6-1 2,-2 1-3,-1 1 4,3-1-4,-5-1 2,6 1 9,-4 1-4,1 0-4,2 0-1,-3 2 3,4-3-1,-1 2 1,1 1-2,1-1 5,-3-1-6,2-1 1,1 1 5,-1 1-3,2-1-4,-2 0 6,1 1-4,1-2 5,0 0-5,1 2 3,0-2-1,-2 1 1,2 3 1,-2-5-4,1 3 3,1-1-3,1 0 3,0 0 0,0 3 2,1-4-4,-3 3 11,2 0-11,0-3-1,0-1 1,1 3 0,1-3 1,0 0-1,0-1-2,1 1 4,1 2-4,-2-4-2,4 6 3,-2-5-1,0 4 0,-1-4 4,-1 5 1,2 0-1,4 0 2,-2 0 2,-1 0-4,2 2 3,0-2-6,-3 0 2,2-1 3,1 2 0,-1 0-5,1-2 6,0 2 4,2 3-8,-3-4-1,1 0 4,-1 0-6,1 2 4,0-2 4,0 0 0,-1 0-3,1 2 0,0-4-1,0 1-2,1 0 3,-2-1 0,0 3 1,1-2-1,0 2-1,-2-3 5,7 1-1,-6 1-10,4 0 14,-3-5-4,0 4 1,0-1 9,2 0-6,-1-1-5,1 0 4,-1 1-3,2-2 2,-1 1-3,0 0 6,1-1-4,0-1 1,1 0-3,-2 0 5,1 1-8,0 0 2,-1 0 2,1-2 1,0 0 1,-3 0-4,4 2 1,-4-2-1,4 2 4,0-2-4,2 2 1,-2-1 1,3 1 2,1 2 4,3 1 0,-4-3 4,2 1-3,4 1 0,-1 0 0,-2-1-1,1 1 1,-2 1-1,1-3-2,0 3 1,-4-5 0,7 5-1,-8-5 2,3 2-2,-2-2 5,1-2-4,-1 2-1,-2-1-2,1 1 2,1-2 1,0 3 1,-1-2 1,-1 0 1,1 0 3,0-1-1,1 0 0,1 1 0,-1-1 3,1 0 0,3-1 2,2 2 4,2-1-1,-1-1 4,5 1-3,0-2 4,-2 0-5,-1 2 1,10-3-3,-3 2-4,1-2 2,-7 1-4,0-1 0,2-1-2,0-1 2,-4 4-1,-1-4-2,-2 2-3,0-1 6,-2-1-7,-1 2 2,2-1 0,2 0 4,-7-2-2,4 3 3,-3-2-2,4-2 7,-3 0 0,1 0-2,-4 1 4,0-2 1,4-2 1,5-2 0,-3 3-1,0-5 0,-3 3-5,6-2 3,-3 1-6,-4 3 0,2-5 0,-3 4 3,0 0-9,-1 1 9,0-1 0,-2 0-3,1 1 12,-3 0-1,5-1 2,-5 0-6,1-1 1,1 1-5,0 0-8,0-1 14,-1-1-2,-1-1-5,2 0 0,2-4-16,-2-1 19,2-1-4,-3 1 1,-1 1-1,1 4 1,0-2 6,-1-1 4,-1 1 7,-1 1 1,5 2 1,-6-2-2,1 1-3,0-1-5,-3 0 8,4 1-11,-3 1 8,-1-3-2,-1 2-3,2-2-10,-1 0 0,0-5 5,0 5-23,-1 0 19,-1-4-4,0 2-7,-1-4 3,2 6-1,-2-8 1,-2 6-3,1-2 0,1-1 7,-3 1-5,1 0-12,1 5 10,1-6-1,-4 7-3,2-5 6,1 4 0,-1 1-4,0-4-2,1 2 3,-5 2 2,6-1 1,-4 1-8,1-2 9,0 2-7,-2 0 1,3-2 1,-5 0-1,5 3 5,-3-2-13,0-3 7,1 5-1,-2 1 3,2-4-20,1 3 26,0 0-10,-1-2 0,0 3 2,-3-2 6,6 0-5,-2 2-4,-2-2-3,-1 2 8,3-1-1,-2 0 2,-1-1-8,3 1 0,-3 3 0,1-4 5,0 4-6,1-2 3,-3 1 5,3-3-25,-1 3 22,-4 0 3,3 1-1,2 0 4,-1-1-2,0 3-1,1-2 4,0 1-5,1 0 7,-1 0-5,0 0-3,0 2 1,2-1-3,-5-1 0,2-1-1,3 3 1,-5-3 8,3 2-2,-2-3-5,0 4-8,-2-2-1,2-2 10,-1 2-21,-1 2 21,1-2-2,-1-2-4,1 3-1,-1 1-3,2-1 7,-2 1 2,1-1-1,3 1-4,0 2 1,-1-3-15,0 4 8,1-3-9,-1 1-5,-2 0-9,-2 2-29,-6-5-26,0 8-19,-5 0-15,0-1-17,1 0-21,3 0-14,-3 3-22,2-1-16,4 2-26,1 1-7,-2 3-154,-2-1-432,3-1 191</inkml:trace>
  <inkml:trace contextRef="#ctx0" brushRef="#br1" timeOffset="498012.1748">12586 13078 16,'0'0'206,"1"-7"-5,1 2-13,-2 2-9,-2-2-6,4 0-9,-2 1-13,0 4-5,0-6-2,0 1-5,0 5-2,-3-7-2,3 5-9,0-3-6,-3 1-11,3 4-10,-3-4-15,3 4-8,-6-2-13,6 2-8,0 0-7,-13 6-6,4 0-6,-1 2 0,-3 6-4,-6 4-7,0 3 8,7 1-12,-1-4 13,3-1 3,3 0-1,1 1-8,2-1 3,3 2-3,5 0 1,2-2 4,2 3-9,5 2 4,2-1-6,5 1 4,3-3-6,2 1 4,-3-1-2,4-5-4,-2 3-2,-2 0 3,-3-7 0,-4 2-6,0 0-3,-6-6-4,-3 3-1,0-4-1,1 2-1,-3-2 3,-4 2-1,3-4 5,-3 4 6,0 0 5,-3-2-3,-1 0 1,-6 4-1,-7-2-3,-1 3 1,-7 2-11,-4-3-7,-2-1-15,1-1-16,-4-2-8,3 0-18,-4-2-8,0-1-12,0 1-7,0-3-3,1 0-9,1 0-6,4-3-10,-2 0-12,10-2-11,1-1-22,3-2-15,5-4-25,3-1-149,-2-3-376,10-1 167</inkml:trace>
  <inkml:trace contextRef="#ctx0" brushRef="#br1" timeOffset="498881.0755">12358 13174 15,'6'-8'193,"-4"3"-1,5-4-3,-3 4-5,-1-3-7,5 4-13,0-3-17,2 0-9,3 2-7,1-6-17,2 2-7,2 2-11,4 1-12,-1-1-2,-2-1-9,7 2-9,-7-1-7,0 1-8,-2 3-10,-5 0-22,-1-2-26,0 1-36,-1 3-30,-4 0-42,7 0-26,-7 1-24,1 0-126,2-2-318,1 2 142</inkml:trace>
  <inkml:trace contextRef="#ctx0" brushRef="#br1" timeOffset="498921.0885">12917 12833 64,'3'-10'251,"-2"3"-6,-1 0-14,2 2-11,0 1-21,-1-2-24,-1 3-20,0 3-20,0 0-15,0 0-10,-5 13-8,4-2-9,-5 7-1,3 10-5,-4-3-7,0 1-4,1 3-6,3-2-5,-1 2-4,1-6-1,1-4-7,0 0-2,2 2-2,2-4-5,0-2-1,3 0-6,-1-4 1,0-1 2,1-2-3,3-1-2,-1-2 3,2 0-5,3-1-1,-1-4 6,0 0-1,3-2 3,-4-3 0,5 0-2,-5-4 0,5-2 9,0-3-6,-4 0 3,5-10-3,-3 2 4,-1-2-7,1-2 1,-3-1 1,0 0-8,1 0 6,-4 0 2,3-1 3,-3 5-3,-5 6 9,2 1 18,-2 6-10,-1 0 0,-1 3-10,3 3-8,-3-1-12,0 2-1,0 3-12,0 0-5,0 0-4,-6 16 9,2 1-12,-3 3 3,2 3 3,-4 6-2,1-1 0,3-1-2,0-1 7,-3-1-7,2 4-5,2-12 3,3 3 0,-1-3 1,1-1 2,1-5 0,1 0 4,1-2-2,-1-1-2,-1-2-4,0-2 9,-1 2 10,2-3-8,2-1 6,-3-2 0,9 0 11,-2-3-13,3-3-5,6-2 1,0-4-1,9-5-2,0-4 0,1 5-6,-2 0 2,-1 0-1,-6 4-12,-7 4 16,0 0-13,5 6 1,-4-1-8,-7 1 5,3 4-10,-1 1 1,0 0 5,-1 9-2,0-2 8,1 6 2,0-4-2,-2 5-4,2 0 8,-1-2 11,2 2-13,0-2-5,-4-2 10,3 2-5,-2-7-4,-1 1-7,3-1 1,1-1-3,-2-2 7,0-2 4,0-1-3,2 1 2,3-2 2,-2-3-5,1-1-6,2-2-17,1-2-18,-2 1-10,5-6-20,-1-2-8,5-5-28,-3 5-16,0-8-18,1 0-15,-3 6-18,2-6-10,-3 0-13,0 0-11,0 5 7,-5 2 11,-2 1-1,-3 4 7,-2 3 0,0-1-104,-2 2-321,-3 2 142</inkml:trace>
  <inkml:trace contextRef="#ctx0" brushRef="#br1" timeOffset="499661.931">12787 13014 261,'-8'-2'266,"2"4"-6,6-2-17,-5-3-17,5 3-15,0 0-26,0 0-13,11-5-17,4 1-13,4-1-10,12 0-8,1-2-14,3 0-14,3 0-7,2-1-8,0 4-13,-1-1-14,-1 2-15,-3 2-28,2-3-24,-7 1-27,-3 3-35,0-1-42,-5 1-39,-1 0-29,7 0-40,-9 0-128,3 0-381,-3-1 168</inkml:trace>
  <inkml:trace contextRef="#ctx0" brushRef="#br1" timeOffset="500224.0659">14041 13217 30,'13'-33'230,"-3"3"-6,-1-3 4,-1 3-2,2 2-2,-5 1 8,-1 8-2,-2 8-10,1 0-15,0 4-19,0-1-23,-3 4-22,0 0-20,1 3-11,-1 1-13,0 0-11,-4 23-4,-2 9-6,-3 13-3,-5 6-2,0 6 2,-6 25 7,7-22-5,-7 23-6,1-28 5,6 1 5,-6 0-10,2-1-6,2-2-3,-2 2 1,7-6-3,0-3-3,2-13-7,1-5 5,0 1-9,1-5 3,1-5 0,2-1-10,1-4 13,0-4-15,-2-1 4,4-1 13,-1-4 9,1 4 19,-2-6 6,2 2 10,0-4 12,2 3 3,-2-3-4,0 0-9,0 0-7,0 0-3,0-21-17,1 1 1,5-4-13,-3-7-7,6-1-3,9-20-7,0-2-11,7 2-5,1 0-7,4-2-5,0 6-2,2 2-5,-2 8-2,4 2-4,-12 15-9,3 2 0,-2 4-8,-8 6-3,0 1-17,-4 6-9,4-1-5,-5 7-1,0 3-7,-2-2 2,0 4-5,-4 1 10,-3 2 1,-1 5 6,-5 0 1,-2 2 1,-5 4 4,-1 0 2,-6 1-14,-1-2 2,1-1-9,-2-4-13,6-4-10,2-3 8,3-2 2,1-2 1,0 1-7,1-2 1,1-2-14,0-3-7,2 2-15,5-2-16,-9-5-16,5 0-14,2-2-27,4-3-21,-2-2-18,8-3-24,-3-2-16,11-4-185,0 0-485,3-1 215</inkml:trace>
  <inkml:trace contextRef="#ctx0" brushRef="#br1" timeOffset="500798.8232">14437 13340 106,'18'-9'131,"-11"4"2,2 1 15,-3 1 2,-3 0 1,2 2 5,-5 1 1,0 0 3,6 11 0,-8-3 3,0 4-5,-5 7 0,0 5-5,-2 3-7,0-3-5,0 3-8,2-4-10,2-5-9,1 1-10,3-1 0,-1 0-7,1-1-10,2-5-5,2 1-7,1-2 2,1-1-13,-1 0 0,6 0-3,-2-5 1,4 2-5,0-4 5,0 1-6,6-6 0,1 1-1,2-3-3,-2-4-2,-1-1-8,6-6-1,-7 1 14,4-3-2,-4-2 6,-1-6-8,-5 2-6,1-2 2,-4 1-16,0 0 11,-6 7 10,0 0-16,-2 0-3,-2 4-6,-5 4-12,4-3-1,-7 2-1,0 3 6,1 0-12,-3 4-9,-8 1-7,4 4-2,-3 3-6,1 2-6,-1 3-5,1 4-2,-2 3-2,7-3 4,3 2-12,1 1 0,1 1-13,6-3 0,2 5-5,2-5 2,3 4-11,4-2 1,4-2 11,8 2-3,3-3 5,4-5 11,3 1 4,5-3 5,-2-4 4,2-3 6,1-3 4,0 1 6,-6-4 9,1 1 9,-4-4 13,-7 2 14,0 0 22,-3-4 0,-4 5 10,-5-5 2,1 5 6,-1-4 16,-2 4-9,-1-2 3,-1 3-5,-1 0-5,-3 0-11,2 3-8,-3 2-12,1-5-18,-1 5 11,0-4-7,0 4-1,0 0-6,0 0 3,0 0-12,-10 13 1,6-3-2,-2-2-5,-1 1-3,5 1-3,-1-3 6,-1 8-2,0-6-3,2 1 0,-2 0 12,3-3-10,-2 0-7,3 2 2,-2-3 5,2 3-7,0-6 4,-1 2-1,-1-1 5,2-4 3,0 7-6,-1-6 0,1-1-12,0 5 20,0-5-4,-3 3 5,3-3 0,0 0 3,0 0 4,0 4-7,0-4-1,0 0-1,0 0 4,0 0-4,0 0-2,-1 3-2,1-3 3,0 0-2,0 0 3,0 0-2,0 0 1,0 0-2,0 0-6,0 0 5,-2 2-9,2-2 4,0 0 0,0 0-4,0 0 3,-2 7 3,2-7-4,0 2-1,0-2 1,0 0 0,0 6 3,0-6 2,2 5-4,-2 0 5,0-4-8,0-1 9,0 12-5,2-7 1,-2-2 1,0 4 1,1-2-7,-1-1 9,0 1-9,0 0 0,0-1 9,0 1-3,0-2 2,0 2-3,0-5 3,0 5-18,0-5 9,0 5 10,0-5 0,0 3-7,0-3-3,0 0-10,-3 4-2,3-4 7,-7 5 0,3-5-3,-5 2-3,0 1 3,-4-3-10,-4 2-16,-2 1-8,2-1-12,-2-1-6,1 1-16,5-1-10,-1-1-11,1-1-7,0-2-17,-2 1-17,5 2-15,1-3-21,-2 0-27,5-2-30,4-1-24,1-1-17,4-4-145,1 0-459,10-6 203</inkml:trace>
  <inkml:trace contextRef="#ctx0" brushRef="#br1" timeOffset="501340.5944">15207 13456 103,'11'-6'166,"-3"3"4,-4 1-3,1 1-3,-5 1 0,9 6 3,-5 0 3,-2 3 0,-3 3-9,1 4 3,-3-1-7,1 4-8,-3 0-5,0-1-7,-2 1-5,5-2-4,-5-3-9,3 1-19,2 2-7,0-5-4,-1-2-12,0 4-6,2-5-7,-1 1-10,0 1-13,-2-5-27,4 5-24,-3-3-28,3-1-35,-3 0-38,4-1-29,-1-6-32,0 7 0,0-7-2,2 4-4,-2-4-11,0 0-8,9-13-117,-6 5-340,1-5 151</inkml:trace>
  <inkml:trace contextRef="#ctx0" brushRef="#br1" timeOffset="501366.6052">15269 13587 280,'9'-32'49,"2"2"16,-2 1 2,1 0-1,-3 1 9,3 5 0,-7 4-1,-1 4 5,4 4-8,-4 1-10,-2 4-10,2 0-22,-2 0-30,4 3-34,-4 1-32,0 2-17,0 0-59,0 0-154,0 0 68</inkml:trace>
  <inkml:trace contextRef="#ctx0" brushRef="#br1" timeOffset="501397.6267">15496 13300 2,'9'-10'207,"2"3"-3,-2-3 0,-1 5-5,-1 0-20,0 0-15,-3 3-17,2 0-14,-6 2-4,6 9-4,-2-1-4,-2 6 0,-2 2-7,-2 9 4,0 2-10,-2 0-2,-3 2-7,4-1-11,-8-1-3,2 0-10,-1-1-7,1 2-6,-2-2-6,1-3-8,2-5-11,-2 6-12,1-5-22,0 3-19,0-4-24,1 0-23,0-6-30,-2 2-23,5-2-25,0-4-20,2-1-28,-3-1-23,3-2-121,3-1-361,0-3 160</inkml:trace>
  <inkml:trace contextRef="#ctx0" brushRef="#br1" timeOffset="502232.7773">15380 13607 110,'0'0'208,"-1"-5"-10,1 5-8,0 0-10,0-2-11,0 2-11,0 0-17,8-3-9,0-1-16,4 0-12,6 0 0,3-1-7,8-4 3,2 4-1,0-6-1,1 7 1,0-5-7,-6 1 2,-3 7-1,-4-4 2,-1 2 3,-5 0 3,-3 3-4,-3-1-9,-3 0 18,3 1-33,0-2-8,-7 2-5,3 4-4,-3 2 0,2 3-6,-5 4-1,1-2-1,-4 4-5,0 1-1,1-1-7,2 2 10,0-5-17,0 0-2,0 0 2,1 0-6,2 3-1,0-2-2,1-5 3,-1 2-2,4 1-5,-1-3 2,3-2-2,3 1 0,-1-2-2,2-1 0,2 1-2,1-3 3,0 0-6,1-4-2,-3 0 4,6-3-6,0-3 2,1 0-1,-3-5-4,2 4 1,-3-3 9,1 2-6,-2-2-8,-4 3 7,0 3 0,-1 0 1,-2-2 0,1 5-2,-5-2-3,2 3 7,-1 0-5,-3 2-3,1-3-4,-1 3-1,0 0 4,0 0-7,0 0 3,-1 12-5,1-7 6,-2 1 1,-1 1-2,3 2 7,-1-4-4,1 3 4,-1-2-1,2 1 3,0 3 0,2-5-1,0 5 9,3-4 0,-2-2-2,6 3 2,-1-2 0,1-1 1,5 1 1,-3-5-3,2 0 4,0-2-7,4-1 7,-7 0-5,6-2-3,-3-4 7,-4 1 1,4-4-2,-3 2-5,-1-3 2,-3-3-8,-3 0-1,1 4-3,-5 0 6,0-2-10,-2 3-4,-1 0-5,-1 1 4,-7 2-4,3 2-6,-5 0 8,-1 4-1,-2 2 0,-5 1 3,2 3-7,1 3 5,-1-1 4,6 1-1,-2 2 4,2 3-5,4-1 2,1-2 5,-1 0 6,5 2 1,1-2-1,0 0-1,6 1 7,0 0 1,1-4 4,5 2-3,2 0-1,-1-7 3,10 2-3,0 1 12,2-5-3,9-5-7,-2 5 6,1-8 1,3 1-4,-1-4-1,0 2 2,-4-5 8,2-1-8,-2 0 11,-2 0-8,-2 2 9,-6 2 2,0 2 24,-8 3 3,1 2 0,-4-2-17,0 1 2,-1 3-13,-3-1-12,-3 4-5,4 0 2,-4 0-2,0 13 3,-4-5-4,-3 8 1,0 2-2,-7 5-2,5-6-3,2-1 0,1 4 2,-4-5-5,6-4-8,-1 6 11,3-5 2,0-2 4,0-2-3,-1-1 10,2 0-1,0-3-2,1-4-14,1 6 26,-1-6-2,0 0 4,8 0-5,2-3-4,1-5-1,13-5 4,2-3-9,1-1 2,3 1-3,-5 2 0,0 4-6,-9 1-1,1 3 0,-5 2-2,0 1 1,-1 1-9,0 4-3,-1 1-2,-1 2 0,-1 2 4,-4 1 3,5 1-9,-5 0-1,0 6-6,-3-6 10,3 8 4,-1-7-2,-1 2 3,-2 0-4,0-2 9,3 0-9,-3-1 2,0-2 5,5-2 1,-4 1 0,0-2 0,1 1-2,-2-5 3,1 5 2,-1-5-10,0 0-2,0 0-16,0 0-34,17-7-23,-10 2-15,4-5-26,-5 0-15,9-2-12,-3-2-18,-4-1-16,0 3-16,1-1-24,-2-3-10,-2 1-22,-1 4-17,-4-2-170,-1 2-479,-2-1 213</inkml:trace>
  <inkml:trace contextRef="#ctx0" brushRef="#br1" timeOffset="502777.4198">15948 13147 205,'-3'-10'222,"1"1"-3,1 2-20,-1 2-19,1-1-19,1 6-18,0-6-10,0 6-13,0 0-7,0 0-4,-2 17-4,0-8-8,-1 5-6,2 1-7,-2 2-4,0 0-7,3-2-8,-1 2-1,1-5-3,0 1 1,2-4 2,1 0 5,-1-2-3,2 1 4,4-4-3,2-1 7,-1-1 2,11-2-1,-2-3 5,0-2 1,0-1 0,-4-1 12,1-3 20,-2 0-6,0-7-15,-4 5-11,-4-2-8,-1 2-9,-1-1-9,-2-3-6,-1 5-14,-4 0-13,-4 0-28,2 3-24,-6 0-20,-6 1-28,2 1-23,-3 2-34,1 3-33,6 2-34,-2 2-20,1 1-25,1 4-24,4-2-174,3 4-480,0 1 213</inkml:trace>
  <inkml:trace contextRef="#ctx0" brushRef="#br1" timeOffset="509552.5794">18686 4620 49,'0'0'63,"-5"-1"3,5 1-2,0 0 2,0 0-5,0 0 1,-5-2-9,5 2 2,0 0 0,0 0-1,0 0 1,0 0-2,0 0-1,0 0 0,0 0-2,0 0 0,0 0 4,0 0-4,0 0-8,0 0-5,22-4-1,-3 2 1,9-3-8,4-5-2,5 4-4,13-5-3,6 4 4,-2 2-8,0-6-3,-1 7-2,3 0-2,-2-6-1,-1 10 0,0-8 0,-4 6-2,-11-3 0,2 3 2,0 2-5,0 0 7,-4-3-11,-3 2 3,-2 1 0,-2 1 3,-8-1 0,-2 0-5,-6-1 4,0 1-4,-1 1 2,-6-1-4,2 0 4,-4 0 1,-4 0 0,9 0 0,-9 0-4,9 0 1,-9 0 0,5 0-4,-5 0 3,0 0-1,0 0-7,0 0-4,0 0-6,0 0-11,8 0 10,-8 0-12,0 0-18,0 0-5,0 0-9,-16-4-10,6 4 3,-3 0-6,3-1-10,-10 2-57,-2 2-156,-10-2 69</inkml:trace>
  <inkml:trace contextRef="#ctx0" brushRef="#br1" timeOffset="510388.2349">18745 4675 56,'0'0'65,"17"5"-1,-10-5 9,4 0-5,3 0 8,0-1-11,7 0-1,6 1-4,1-4-1,3 1-5,5 0-10,2-1 10,13-1-1,-10 3-17,10-1 10,-12-1-13,0 1-1,3 2-8,-2 0 0,-4-3 2,5 4-8,-9-3-4,3 3 3,0-1-9,-2-1 5,-1 2 1,-5-1 14,-5 0-14,-3 1-8,-1-3 3,-5 3-2,-1 0 5,-2 0-4,-2 0-8,0 2 7,-2-2 4,-6 0-13,8 1 7,-2-1 0,-6 0-3,0 0-2,0 0-3,10-1 10,-10 1-2,0 0-5,8-2-1,-8 2 10,0 0-9,0 0 3,1 5-3,-1-5 0,0 0-6,0 0-4,0 0-6,0 0-6,0 0-17,0 0-2,0 0-17,0 0-19,0 0 2,0 0-16,-17-5-53,4 5-154,-2 0 69</inkml:trace>
  <inkml:trace contextRef="#ctx0" brushRef="#br1" timeOffset="572661.4491">13348 4863 35,'-6'-6'93,"3"4"1,-1-3 13,0 3-8,-1-1 13,1-1 0,3 1-1,1 3 4,-4-3-5,4 3 2,-3-5-2,3 5-2,0 0-7,0 0-5,-2-2-1,2 2-10,0 0-5,0 0-3,0 0-12,0 0-8,0 0-7,0 0-5,0 0-6,0 0-6,0 0-4,0 0 1,16 10-3,-5-1 0,2-1 17,7 9 17,5 3-2,3-1 10,3 2-7,11 8-1,3-2-1,-1 2-5,1-4-1,-1 2-7,0 0-5,-10-7 1,12 5-1,-12-8-7,12 7 0,-14-5-5,4-2 0,-4 0-4,-1-2-1,-1 1-6,-3-3-2,0-1 0,-11-3-3,1 1 3,-2-3-6,-4 0 0,-1-4 1,-3 2-4,-3-3 1,3 0 2,-3 2-4,0-3 1,0 2-2,-4-3 1,0 0 1,7 2-5,-7-2 6,3 2-1,-3-2-1,1 1-6,-1-1 0,0 0-7,0 0-3,0 0-8,0 0-16,0 0-9,0 0-23,5-10-15,-5 10-8,-5-7-17,1 1-3,-1-3-12,0 2-8,-1-1-11,-1-1-18,-3 0-4,2 0-5,-3-4-4,-3 0 3,1 2-97,-4-2-286,1-1 126</inkml:trace>
  <inkml:trace contextRef="#ctx0" brushRef="#br1" timeOffset="573523.9098">13919 4746 54,'5'-10'114,"0"3"-4,-1 1 0,1 0-4,-1 2-6,-2-1 6,1 0-5,-2 2-1,0 1-6,-1 2 0,2-3-14,-2 3 8,2-6-13,-2 6-2,0 0-6,0-4 2,0 4-6,0 0-9,0 0-6,0 0-1,0 0-4,-15 11-8,-2-2-1,-6 9 0,-6 0-3,-13 16 6,-4 0-5,1 7 4,-5-4 0,4 4-3,-4-1 5,3-1 3,4 2 2,0-6 1,3 2 2,7-4-3,-5-1 0,12-6-1,1 0 4,2-4-2,0 2-2,2-3-3,5-7-1,3 2-5,1-4-2,6-4-5,-4 1-5,4-2 8,1-3-8,1 0-2,-1-1-2,3 1-4,-1-1 5,-2 1-4,5-1 0,0-3-3,-3 1 9,3-1-9,-2 4-3,2-4 1,0 0-2,0 0 6,0 0-5,0 0 0,-4 3-2,4-3 2,0 0-11,0 0-11,0 0-6,0 0-14,0 0-16,0 0-33,4-13-34,-3 5-28,3-3-20,4 1-13,-2-5-18,3-4-140,0 2-363,3 0 160</inkml:trace>
  <inkml:trace contextRef="#ctx0" brushRef="#br1" timeOffset="574322.9085">13720 4227 5,'0'0'130,"0"0"-14,0 0 1,4-4 2,-2-1-12,-2 5 6,4-4-7,-2 2-7,2-1-9,0-4 1,0 1-10,2-2-5,2 0 5,-2-1 1,2 1 2,-3-2-9,3 0 0,-2-1-4,-1 3 2,-1 0-3,2-1 3,-3 1-6,2 0-5,-4-2-6,-1 4-7,0-1-7,0 1-2,0 0-7,0-3 0,-3 4-7,-1 0-5,-1 0-1,-4 1-2,2-2-7,-3 1-2,0 4 0,-1-2 2,-1 3-4,-1 0 0,-1 3-3,-3-2 1,3 3-3,5 0-5,0 1-2,-1-1-1,3 4-1,0 0-4,3 1 3,-2-1-4,2 3 2,2-1 0,2 1 2,0 0 1,4 0 6,0 0-3,4 3 0,-1 2 4,-2-3-3,3 4-1,-2-5 0,3 1-1,-2 1 7,3-3-7,-2 2 1,0-2-1,-2 0 7,3-2-2,-3 1-1,0 0-2,-1 0 3,1-3-2,-2-2 2,-2 1-5,0-1 6,0 1-3,-2-4 1,2 3 2,-2-1 0,0-4 0,0 5 3,0-5-4,0 0 7,-6 6 2,6-6-1,-8 4 5,3-1 3,-1-1 9,6-2 4,-10-2 6,10 2-4,-13-6-2,8 2-1,0-1-1,0-4-4,0 1-3,1-4 0,3 0-7,-2 1-2,3-1 1,0-1-2,4-2-4,0-2-5,1 6-1,0-3-6,2 2-2,0 1-4,3 1-8,-2 2-10,0-1-3,4 0-4,3-1-6,1 0 1,1-2 2,2 6 7,-2-1-6,9-4 3,-4 4 1,-2-1 1,1 1 2,-1-3 5,0 3 6,-2-2-3,-1 3 10,-2 0-6,0 1 6,-4-1 0,-2 1 5,-2 1 4,0 2 0,-3-1 1,-1 3 1,1-3-5,-4 3-1,6 0 0,-6 0 2,0 6 1,0-1-3,0 4-1,-3 3 7,-2 5 0,1-4-1,1 3 0,-2 0-1,2 0 4,2-5-5,1 3 4,-6-4-2,6 3 6,-1-5-6,1-1 3,0 0-6,5 0 7,-5-2-11,2 2 10,-2-4 1,0 1 6,0-4 2,3 5 11,-3-3 7,0-2 9,1 4 6,-1-4 7,7 0 1,-7 0 2,9-4-2,-5 0-4,7-2-3,-2-3-2,0 2-3,1-5-1,1 0-6,3-3 0,-5-1-4,-2 2 1,2 1-4,-2 0-5,-2 2-1,0 0 2,-5 0-5,3 3 0,-2-2 1,-1 6-5,-1-5-5,-1 4-1,-2-2-12,2 2-10,-3 2-15,-2-2-9,-3 5-18,1-3-20,-1 2-15,2 2-15,-1 2-33,4-3-13,-4 3-11,3-1-139,0 2-330,0-1 146</inkml:trace>
  <inkml:trace contextRef="#ctx0" brushRef="#br1" timeOffset="575021.6061">14670 3934 26,'7'-9'148,"-4"-3"-10,3 5-2,-1 0-7,-2 1-6,0 2-3,-2-3-8,2 0-10,1-2-17,-4 5-1,2-2 0,-2 3-13,0-1-7,-2 0-4,2 4-5,-2-8-4,0 3-9,-2 3-6,4 2-6,-17-1 2,5 2-10,-9 6 4,1-2-2,-8 7 0,3 0-10,-2 2 3,-1-2 0,3 1-6,8-4 3,2 2-5,5-2-3,-3-2 2,4 1 2,1 0-8,2-2-2,5-2-4,-2 3 1,-1-2 4,4 0-4,-1 1 4,1-6 2,6 9 4,0-7 3,5 2 12,1-2 3,3-4 2,3 1 1,3-3 1,0 0 2,-1-2 1,2 0 0,-3 0 4,0-1 2,-1 0 7,-6 2 10,2 1 6,-5-2 7,-2 2-2,0 3 8,-3-1 3,2 1-11,-2-2-9,1 3-7,-5 0-9,0 0-10,6-3-3,-6 3-6,0 0-5,0 0-5,2 10 1,-6-3 2,3 3-5,-7 6-5,0 7 8,-1-4-4,2-1 3,-2 6-4,0 2 1,-3-4-6,5-3-8,1-2-15,0 0-11,-2 2-14,1-1-16,0-4-19,0 2-27,0-3-32,3-1-24,-1-4-12,5 2-30,-1-1-142,-2-2-376,3-3 167</inkml:trace>
  <inkml:trace contextRef="#ctx0" brushRef="#br1" timeOffset="575059.6511">14858 4030 71,'3'-2'181,"-3"-1"-21,0 3-16,0 0-18,1-4-5,-1 4-19,0 0-9,-9 9-6,2 3-7,-4 0-4,1 1-1,-2 1-12,1 0-1,0 2-3,1-2-2,1 1-5,3-4-11,0 1-2,3-1-8,-4-2-3,5 0 0,-2-2-3,4-2-10,0 3 9,-1-4-7,2 1 5,-1 0 7,2-1 7,2-3 7,-2 2 12,-2-3 10,8 4 10,-5-3 4,4-1 5,-7 0 2,16-5 3,-4 1-6,6-2 2,-4-5-8,0 3 2,0-2 1,0-2-5,0 0-9,-2-2 0,-1-2-13,3 2 5,-9-1-1,1 5 1,-2-1-4,0-1-8,-2 1-7,-2 2-10,0-1-7,-6 0-23,0 1-12,-3 1-37,-2 2-21,-5-2-28,-4 4-19,1 3-29,0-1-46,4 2-26,2 3-39,-2-2-139,6 2-429,3-1 190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459F77-8847-4996-A347-35EBE462F2B7}" type="datetimeFigureOut">
              <a:rPr lang="en-IN" smtClean="0"/>
              <a:t>21-08-2023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B9FB3A-885C-4EF9-96F6-41CEE3C8E241}" type="slidenum">
              <a:rPr lang="en-IN" smtClean="0"/>
              <a:t>‹#›</a:t>
            </a:fld>
            <a:endParaRPr lang="en-IN"/>
          </a:p>
        </p:txBody>
      </p:sp>
    </p:spTree>
    <p:extLst>
      <p:ext uri="{BB962C8B-B14F-4D97-AF65-F5344CB8AC3E}">
        <p14:creationId xmlns:p14="http://schemas.microsoft.com/office/powerpoint/2010/main" val="2970530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54</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55</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57</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58</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59</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62</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63</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64</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66</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67</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68</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69</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70</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71</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72</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73</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74</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75</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76</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77</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78</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79</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80</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81</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82</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83</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86</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87</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88</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89</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90</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91</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92</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93</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94</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95</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96</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97</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98</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99</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100</a:t>
            </a:fld>
            <a:endParaRPr lang="en-IN"/>
          </a:p>
        </p:txBody>
      </p:sp>
    </p:spTree>
    <p:extLst>
      <p:ext uri="{BB962C8B-B14F-4D97-AF65-F5344CB8AC3E}">
        <p14:creationId xmlns:p14="http://schemas.microsoft.com/office/powerpoint/2010/main" val="2560665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F7A9C182-7B58-4051-AE9D-824B10FFF91F}" type="datetime1">
              <a:rPr lang="en-IN" smtClean="0"/>
              <a:t>21-08-2023</a:t>
            </a:fld>
            <a:endParaRPr lang="en-IN"/>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r>
              <a:rPr lang="en-IN" smtClean="0"/>
              <a:t>Prof. Shweta Dhawan Chachra</a:t>
            </a:r>
            <a:endParaRPr lang="en-IN"/>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91FA414A-FC3B-4762-BF9B-190CEE0147BD}" type="slidenum">
              <a:rPr lang="en-IN" smtClean="0"/>
              <a:t>‹#›</a:t>
            </a:fld>
            <a:endParaRPr lang="en-IN"/>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894570-32C7-47F6-908E-9AFD280F9134}"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D7767BF8-6CF2-4EBF-9529-F58487188B9E}" type="datetime1">
              <a:rPr lang="en-IN" smtClean="0"/>
              <a:t>21-08-2023</a:t>
            </a:fld>
            <a:endParaRPr lang="en-IN"/>
          </a:p>
        </p:txBody>
      </p:sp>
      <p:sp>
        <p:nvSpPr>
          <p:cNvPr id="6" name="Footer Placeholder 5"/>
          <p:cNvSpPr>
            <a:spLocks noGrp="1"/>
          </p:cNvSpPr>
          <p:nvPr>
            <p:ph type="ftr" sz="quarter" idx="11"/>
          </p:nvPr>
        </p:nvSpPr>
        <p:spPr/>
        <p:txBody>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a:t>
            </a:fld>
            <a:endParaRPr lang="en-IN"/>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B53C252-B4C6-4B80-A7C6-A0F8A5E8CFBF}" type="datetime1">
              <a:rPr lang="en-IN" smtClean="0"/>
              <a:t>21-08-2023</a:t>
            </a:fld>
            <a:endParaRPr lang="en-IN"/>
          </a:p>
        </p:txBody>
      </p:sp>
      <p:sp>
        <p:nvSpPr>
          <p:cNvPr id="8" name="Footer Placeholder 7"/>
          <p:cNvSpPr>
            <a:spLocks noGrp="1"/>
          </p:cNvSpPr>
          <p:nvPr>
            <p:ph type="ftr" sz="quarter" idx="11"/>
          </p:nvPr>
        </p:nvSpPr>
        <p:spPr/>
        <p:txBody>
          <a:bodyPr/>
          <a:lstStyle/>
          <a:p>
            <a:r>
              <a:rPr lang="en-IN" smtClean="0"/>
              <a:t>Prof. Shweta Dhawan Chachra</a:t>
            </a:r>
            <a:endParaRPr lang="en-IN"/>
          </a:p>
        </p:txBody>
      </p:sp>
      <p:sp>
        <p:nvSpPr>
          <p:cNvPr id="9" name="Slide Number Placeholder 8"/>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4CD5840-6C4A-4771-B9C7-618D2B46E620}" type="datetime1">
              <a:rPr lang="en-IN" smtClean="0"/>
              <a:t>21-08-2023</a:t>
            </a:fld>
            <a:endParaRPr lang="en-IN"/>
          </a:p>
        </p:txBody>
      </p:sp>
      <p:sp>
        <p:nvSpPr>
          <p:cNvPr id="4" name="Footer Placeholder 3"/>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F2BD2C-5DB2-494E-981C-B10BE5E40CC5}" type="datetime1">
              <a:rPr lang="en-IN" smtClean="0"/>
              <a:t>21-08-2023</a:t>
            </a:fld>
            <a:endParaRPr lang="en-IN"/>
          </a:p>
        </p:txBody>
      </p:sp>
      <p:sp>
        <p:nvSpPr>
          <p:cNvPr id="3" name="Footer Placeholder 2"/>
          <p:cNvSpPr>
            <a:spLocks noGrp="1"/>
          </p:cNvSpPr>
          <p:nvPr>
            <p:ph type="ftr" sz="quarter" idx="11"/>
          </p:nvPr>
        </p:nvSpPr>
        <p:spPr/>
        <p:txBody>
          <a:bodyPr/>
          <a:lstStyle/>
          <a:p>
            <a:r>
              <a:rPr lang="en-IN" smtClean="0"/>
              <a:t>Prof. Shweta Dhawan Chachra</a:t>
            </a:r>
            <a:endParaRPr lang="en-IN"/>
          </a:p>
        </p:txBody>
      </p:sp>
      <p:sp>
        <p:nvSpPr>
          <p:cNvPr id="4" name="Slide Number Placeholder 3"/>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EC59ECAB-E5C7-4C90-B613-0DC21AE0D3CA}" type="datetime1">
              <a:rPr lang="en-IN" smtClean="0"/>
              <a:t>21-08-2023</a:t>
            </a:fld>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a:t>
            </a:fld>
            <a:endParaRPr lang="en-IN"/>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r>
              <a:rPr lang="en-IN" smtClean="0"/>
              <a:t>Prof. Shweta Dhawan Chachra</a:t>
            </a:r>
            <a:endParaRPr lang="en-IN"/>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7B59D3E-3D4B-4645-ADC8-6ED9AA8E9426}" type="datetime1">
              <a:rPr lang="en-IN" smtClean="0"/>
              <a:t>21-08-2023</a:t>
            </a:fld>
            <a:endParaRPr lang="en-IN"/>
          </a:p>
        </p:txBody>
      </p:sp>
      <p:sp>
        <p:nvSpPr>
          <p:cNvPr id="6" name="Footer Placeholder 5"/>
          <p:cNvSpPr>
            <a:spLocks noGrp="1"/>
          </p:cNvSpPr>
          <p:nvPr>
            <p:ph type="ftr" sz="quarter" idx="11"/>
          </p:nvPr>
        </p:nvSpPr>
        <p:spPr>
          <a:xfrm>
            <a:off x="4641448" y="5724835"/>
            <a:ext cx="3493664" cy="365125"/>
          </a:xfrm>
        </p:spPr>
        <p:txBody>
          <a:bodyPr>
            <a:normAutofit/>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C693BA-3A86-4626-89C6-5B0C96168254}"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C766D4-7012-43DD-A833-A21A99D153CF}"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AC0D2DF4-0F15-450E-9906-A0BD0FF9B9B5}" type="datetime1">
              <a:rPr lang="en-IN" smtClean="0"/>
              <a:t>21-08-2023</a:t>
            </a:fld>
            <a:endParaRPr lang="en-IN"/>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r>
              <a:rPr lang="en-IN" smtClean="0"/>
              <a:t>Prof. Shweta Dhawan Chachra</a:t>
            </a:r>
            <a:endParaRPr lang="en-IN"/>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91FA414A-FC3B-4762-BF9B-190CEE0147B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FCP/material/structures.docx"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Module 2.0</a:t>
            </a:r>
            <a:endParaRPr lang="en-IN" dirty="0"/>
          </a:p>
        </p:txBody>
      </p:sp>
      <p:sp>
        <p:nvSpPr>
          <p:cNvPr id="3" name="Subtitle 2"/>
          <p:cNvSpPr>
            <a:spLocks noGrp="1"/>
          </p:cNvSpPr>
          <p:nvPr>
            <p:ph type="subTitle" idx="1"/>
          </p:nvPr>
        </p:nvSpPr>
        <p:spPr/>
        <p:txBody>
          <a:bodyPr/>
          <a:lstStyle/>
          <a:p>
            <a:r>
              <a:rPr lang="en-IN" dirty="0" smtClean="0"/>
              <a:t>Linear Data Structure: Linked List</a:t>
            </a:r>
            <a:endParaRPr lang="en-IN" dirty="0"/>
          </a:p>
        </p:txBody>
      </p:sp>
    </p:spTree>
    <p:extLst>
      <p:ext uri="{BB962C8B-B14F-4D97-AF65-F5344CB8AC3E}">
        <p14:creationId xmlns:p14="http://schemas.microsoft.com/office/powerpoint/2010/main" val="27928077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dirty="0" smtClean="0"/>
              <a:t>Memory Allocation &amp; Deallocation for Linked List</a:t>
            </a:r>
            <a:endParaRPr lang="en-IN" dirty="0"/>
          </a:p>
        </p:txBody>
      </p:sp>
    </p:spTree>
    <p:extLst>
      <p:ext uri="{BB962C8B-B14F-4D97-AF65-F5344CB8AC3E}">
        <p14:creationId xmlns:p14="http://schemas.microsoft.com/office/powerpoint/2010/main" val="8639019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rmAutofit fontScale="90000"/>
          </a:bodyPr>
          <a:lstStyle/>
          <a:p>
            <a:r>
              <a:rPr lang="en-IN" dirty="0" smtClean="0"/>
              <a:t>Memory Allocation</a:t>
            </a:r>
            <a:endParaRPr lang="en-IN" dirty="0"/>
          </a:p>
        </p:txBody>
      </p:sp>
      <p:sp>
        <p:nvSpPr>
          <p:cNvPr id="3" name="Content Placeholder 2"/>
          <p:cNvSpPr>
            <a:spLocks noGrp="1"/>
          </p:cNvSpPr>
          <p:nvPr>
            <p:ph idx="1"/>
          </p:nvPr>
        </p:nvSpPr>
        <p:spPr>
          <a:xfrm>
            <a:off x="899592" y="1340768"/>
            <a:ext cx="6777317" cy="3508977"/>
          </a:xfrm>
        </p:spPr>
        <p:txBody>
          <a:bodyPr>
            <a:normAutofit/>
          </a:bodyPr>
          <a:lstStyle/>
          <a:p>
            <a:pPr marL="68580" indent="0">
              <a:buNone/>
            </a:pPr>
            <a:r>
              <a:rPr lang="en-IN" sz="2000" dirty="0" smtClean="0"/>
              <a:t>There are two types of Memory Allocation</a:t>
            </a:r>
          </a:p>
          <a:p>
            <a:pPr marL="68580" indent="0">
              <a:buNone/>
            </a:pPr>
            <a:endParaRPr lang="en-IN" sz="2000" dirty="0" smtClean="0"/>
          </a:p>
          <a:p>
            <a:r>
              <a:rPr lang="en-IN" sz="2000" b="1" dirty="0" smtClean="0"/>
              <a:t>Compile Time or Static Allocation</a:t>
            </a:r>
          </a:p>
          <a:p>
            <a:r>
              <a:rPr lang="en-IN" sz="2000" b="1" dirty="0" smtClean="0"/>
              <a:t>Runtime or Dynamic Allocation</a:t>
            </a:r>
          </a:p>
          <a:p>
            <a:endParaRPr lang="en-IN" sz="2000" dirty="0"/>
          </a:p>
        </p:txBody>
      </p:sp>
      <p:sp>
        <p:nvSpPr>
          <p:cNvPr id="4" name="Date Placeholder 3"/>
          <p:cNvSpPr>
            <a:spLocks noGrp="1"/>
          </p:cNvSpPr>
          <p:nvPr>
            <p:ph type="dt" sz="half" idx="10"/>
          </p:nvPr>
        </p:nvSpPr>
        <p:spPr/>
        <p:txBody>
          <a:bodyPr/>
          <a:lstStyle/>
          <a:p>
            <a:fld id="{0095BE4C-2455-4E2A-8913-D293A53E74B7}"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a:t>
            </a:fld>
            <a:endParaRPr lang="en-IN"/>
          </a:p>
        </p:txBody>
      </p:sp>
    </p:spTree>
    <p:extLst>
      <p:ext uri="{BB962C8B-B14F-4D97-AF65-F5344CB8AC3E}">
        <p14:creationId xmlns:p14="http://schemas.microsoft.com/office/powerpoint/2010/main" val="27511718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Compile Time or Static Allocation</a:t>
            </a:r>
          </a:p>
        </p:txBody>
      </p:sp>
      <p:sp>
        <p:nvSpPr>
          <p:cNvPr id="3" name="Content Placeholder 2"/>
          <p:cNvSpPr>
            <a:spLocks noGrp="1"/>
          </p:cNvSpPr>
          <p:nvPr>
            <p:ph idx="1"/>
          </p:nvPr>
        </p:nvSpPr>
        <p:spPr>
          <a:xfrm>
            <a:off x="899592" y="1340768"/>
            <a:ext cx="6777317" cy="4752528"/>
          </a:xfrm>
        </p:spPr>
        <p:txBody>
          <a:bodyPr>
            <a:normAutofit/>
          </a:bodyPr>
          <a:lstStyle/>
          <a:p>
            <a:r>
              <a:rPr lang="en-IN" sz="2000" dirty="0" smtClean="0"/>
              <a:t>Memory allocated to the program element </a:t>
            </a:r>
          </a:p>
          <a:p>
            <a:pPr lvl="1"/>
            <a:r>
              <a:rPr lang="en-IN" sz="1800" b="1" dirty="0" smtClean="0"/>
              <a:t>at the start of the program.</a:t>
            </a:r>
          </a:p>
          <a:p>
            <a:r>
              <a:rPr lang="en-IN" sz="2000" dirty="0" smtClean="0"/>
              <a:t>Memory allocated </a:t>
            </a:r>
          </a:p>
          <a:p>
            <a:pPr lvl="1"/>
            <a:r>
              <a:rPr lang="en-IN" sz="1800" b="1" dirty="0" smtClean="0"/>
              <a:t>is fixed and determined by the compiler at compile time.</a:t>
            </a:r>
          </a:p>
          <a:p>
            <a:endParaRPr lang="en-IN" sz="2000" b="1" dirty="0" smtClean="0"/>
          </a:p>
          <a:p>
            <a:r>
              <a:rPr lang="en-IN" sz="2000" b="1" dirty="0" err="1" smtClean="0"/>
              <a:t>Eg</a:t>
            </a:r>
            <a:r>
              <a:rPr lang="en-IN" sz="2000" b="1" dirty="0" smtClean="0"/>
              <a:t>- float a[5] , </a:t>
            </a:r>
          </a:p>
          <a:p>
            <a:pPr marL="68580" indent="0">
              <a:buNone/>
            </a:pPr>
            <a:r>
              <a:rPr lang="en-IN" sz="2000" dirty="0" smtClean="0"/>
              <a:t>allocation of 20 bytes to the array, i.e. 5*4</a:t>
            </a:r>
            <a:r>
              <a:rPr lang="en-IN" sz="2000" dirty="0"/>
              <a:t> </a:t>
            </a:r>
            <a:r>
              <a:rPr lang="en-IN" sz="2000" dirty="0" smtClean="0"/>
              <a:t>bytes</a:t>
            </a:r>
          </a:p>
        </p:txBody>
      </p:sp>
      <p:sp>
        <p:nvSpPr>
          <p:cNvPr id="4" name="Date Placeholder 3"/>
          <p:cNvSpPr>
            <a:spLocks noGrp="1"/>
          </p:cNvSpPr>
          <p:nvPr>
            <p:ph type="dt" sz="half" idx="10"/>
          </p:nvPr>
        </p:nvSpPr>
        <p:spPr/>
        <p:txBody>
          <a:bodyPr/>
          <a:lstStyle/>
          <a:p>
            <a:fld id="{80D1BA5B-385B-4403-81D3-910AA8FEA0C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a:t>
            </a:fld>
            <a:endParaRPr lang="en-IN"/>
          </a:p>
        </p:txBody>
      </p:sp>
    </p:spTree>
    <p:extLst>
      <p:ext uri="{BB962C8B-B14F-4D97-AF65-F5344CB8AC3E}">
        <p14:creationId xmlns:p14="http://schemas.microsoft.com/office/powerpoint/2010/main" val="14639507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Compile Time or Static </a:t>
            </a:r>
            <a:r>
              <a:rPr lang="en-IN" sz="3200" b="1" dirty="0" smtClean="0"/>
              <a:t>Allocation-Disadvantages</a:t>
            </a:r>
            <a:endParaRPr lang="en-IN" sz="3200" b="1" dirty="0"/>
          </a:p>
        </p:txBody>
      </p:sp>
      <p:sp>
        <p:nvSpPr>
          <p:cNvPr id="3" name="Content Placeholder 2"/>
          <p:cNvSpPr>
            <a:spLocks noGrp="1"/>
          </p:cNvSpPr>
          <p:nvPr>
            <p:ph idx="1"/>
          </p:nvPr>
        </p:nvSpPr>
        <p:spPr>
          <a:xfrm>
            <a:off x="899592" y="1340768"/>
            <a:ext cx="6777317" cy="4752528"/>
          </a:xfrm>
        </p:spPr>
        <p:txBody>
          <a:bodyPr>
            <a:noAutofit/>
          </a:bodyPr>
          <a:lstStyle/>
          <a:p>
            <a:r>
              <a:rPr lang="en-IN" sz="1800" b="1" dirty="0" smtClean="0"/>
              <a:t>Inefficient Use of Memory-</a:t>
            </a:r>
          </a:p>
          <a:p>
            <a:pPr lvl="1"/>
            <a:r>
              <a:rPr lang="en-IN" sz="1800" b="1" dirty="0" smtClean="0"/>
              <a:t>Can cause under utilization of memory in case of over allocation</a:t>
            </a:r>
          </a:p>
          <a:p>
            <a:pPr lvl="2"/>
            <a:r>
              <a:rPr lang="en-IN" sz="1800" dirty="0" smtClean="0"/>
              <a:t>That is if you store less number of elements than the number for elements which you have declared memory.</a:t>
            </a:r>
          </a:p>
          <a:p>
            <a:pPr lvl="2"/>
            <a:r>
              <a:rPr lang="en-IN" sz="1800" dirty="0" smtClean="0"/>
              <a:t>Rest of the memory is wasted, as it is not available to other applications.</a:t>
            </a:r>
          </a:p>
        </p:txBody>
      </p:sp>
      <p:sp>
        <p:nvSpPr>
          <p:cNvPr id="4" name="Date Placeholder 3"/>
          <p:cNvSpPr>
            <a:spLocks noGrp="1"/>
          </p:cNvSpPr>
          <p:nvPr>
            <p:ph type="dt" sz="half" idx="10"/>
          </p:nvPr>
        </p:nvSpPr>
        <p:spPr/>
        <p:txBody>
          <a:bodyPr/>
          <a:lstStyle/>
          <a:p>
            <a:fld id="{1AFF805E-AFF0-4154-8886-6A34F22C60B2}"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a:t>
            </a:fld>
            <a:endParaRPr lang="en-IN"/>
          </a:p>
        </p:txBody>
      </p:sp>
    </p:spTree>
    <p:extLst>
      <p:ext uri="{BB962C8B-B14F-4D97-AF65-F5344CB8AC3E}">
        <p14:creationId xmlns:p14="http://schemas.microsoft.com/office/powerpoint/2010/main" val="11428723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Compile Time or Static Allocation</a:t>
            </a:r>
          </a:p>
        </p:txBody>
      </p:sp>
      <p:sp>
        <p:nvSpPr>
          <p:cNvPr id="3" name="Content Placeholder 2"/>
          <p:cNvSpPr>
            <a:spLocks noGrp="1"/>
          </p:cNvSpPr>
          <p:nvPr>
            <p:ph idx="1"/>
          </p:nvPr>
        </p:nvSpPr>
        <p:spPr>
          <a:xfrm>
            <a:off x="899592" y="1340768"/>
            <a:ext cx="6777317" cy="4752528"/>
          </a:xfrm>
        </p:spPr>
        <p:txBody>
          <a:bodyPr>
            <a:noAutofit/>
          </a:bodyPr>
          <a:lstStyle/>
          <a:p>
            <a:r>
              <a:rPr lang="en-IN" sz="1800" b="1" dirty="0" smtClean="0"/>
              <a:t>Inefficient Use of Memory-</a:t>
            </a:r>
          </a:p>
          <a:p>
            <a:pPr lvl="1"/>
            <a:r>
              <a:rPr lang="en-IN" sz="1800" b="1" dirty="0" smtClean="0"/>
              <a:t>Can cause Overflow in case of under allocation	</a:t>
            </a:r>
          </a:p>
          <a:p>
            <a:pPr lvl="2"/>
            <a:r>
              <a:rPr lang="en-IN" sz="1800" dirty="0" smtClean="0"/>
              <a:t>For float a[5];</a:t>
            </a:r>
          </a:p>
          <a:p>
            <a:pPr lvl="2"/>
            <a:r>
              <a:rPr lang="en-IN" sz="1800" dirty="0" smtClean="0"/>
              <a:t>No bound checking in C for array boundaries, if you are entering more than fives values, </a:t>
            </a:r>
          </a:p>
          <a:p>
            <a:pPr lvl="2"/>
            <a:r>
              <a:rPr lang="en-IN" sz="1800" dirty="0" smtClean="0"/>
              <a:t>It will  not give error but when these extra element will be accessed, the values will not be available.</a:t>
            </a:r>
          </a:p>
          <a:p>
            <a:endParaRPr lang="en-IN" sz="1800" b="1" dirty="0" smtClean="0"/>
          </a:p>
        </p:txBody>
      </p:sp>
      <p:sp>
        <p:nvSpPr>
          <p:cNvPr id="4" name="Date Placeholder 3"/>
          <p:cNvSpPr>
            <a:spLocks noGrp="1"/>
          </p:cNvSpPr>
          <p:nvPr>
            <p:ph type="dt" sz="half" idx="10"/>
          </p:nvPr>
        </p:nvSpPr>
        <p:spPr/>
        <p:txBody>
          <a:bodyPr/>
          <a:lstStyle/>
          <a:p>
            <a:fld id="{1AFF805E-AFF0-4154-8886-6A34F22C60B2}"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a:t>
            </a:fld>
            <a:endParaRPr lang="en-IN"/>
          </a:p>
        </p:txBody>
      </p:sp>
    </p:spTree>
    <p:extLst>
      <p:ext uri="{BB962C8B-B14F-4D97-AF65-F5344CB8AC3E}">
        <p14:creationId xmlns:p14="http://schemas.microsoft.com/office/powerpoint/2010/main" val="21279636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Compile Time or Static Allocation</a:t>
            </a:r>
          </a:p>
        </p:txBody>
      </p:sp>
      <p:sp>
        <p:nvSpPr>
          <p:cNvPr id="3" name="Content Placeholder 2"/>
          <p:cNvSpPr>
            <a:spLocks noGrp="1"/>
          </p:cNvSpPr>
          <p:nvPr>
            <p:ph idx="1"/>
          </p:nvPr>
        </p:nvSpPr>
        <p:spPr>
          <a:xfrm>
            <a:off x="899592" y="1340768"/>
            <a:ext cx="6777317" cy="4752528"/>
          </a:xfrm>
        </p:spPr>
        <p:txBody>
          <a:bodyPr>
            <a:normAutofit/>
          </a:bodyPr>
          <a:lstStyle/>
          <a:p>
            <a:pPr marL="68580" indent="0">
              <a:buNone/>
            </a:pPr>
            <a:endParaRPr lang="en-IN" sz="1800" b="1" dirty="0" smtClean="0"/>
          </a:p>
          <a:p>
            <a:r>
              <a:rPr lang="en-IN" sz="1800" b="1" dirty="0" smtClean="0"/>
              <a:t>No reusability of allocated memory </a:t>
            </a:r>
          </a:p>
          <a:p>
            <a:endParaRPr lang="en-IN" sz="1800" b="1" dirty="0" smtClean="0"/>
          </a:p>
          <a:p>
            <a:r>
              <a:rPr lang="en-IN" sz="1800" b="1" dirty="0" smtClean="0"/>
              <a:t>Difficult to guess the exact size of the data at the time of writing the program</a:t>
            </a:r>
          </a:p>
        </p:txBody>
      </p:sp>
      <p:sp>
        <p:nvSpPr>
          <p:cNvPr id="4" name="Date Placeholder 3"/>
          <p:cNvSpPr>
            <a:spLocks noGrp="1"/>
          </p:cNvSpPr>
          <p:nvPr>
            <p:ph type="dt" sz="half" idx="10"/>
          </p:nvPr>
        </p:nvSpPr>
        <p:spPr/>
        <p:txBody>
          <a:bodyPr/>
          <a:lstStyle/>
          <a:p>
            <a:fld id="{31BA2F3F-A17A-4B12-94A9-BDC03F155297}"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a:t>
            </a:fld>
            <a:endParaRPr lang="en-IN"/>
          </a:p>
        </p:txBody>
      </p:sp>
    </p:spTree>
    <p:extLst>
      <p:ext uri="{BB962C8B-B14F-4D97-AF65-F5344CB8AC3E}">
        <p14:creationId xmlns:p14="http://schemas.microsoft.com/office/powerpoint/2010/main" val="15461893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Runtime or Dynamic Allocation</a:t>
            </a:r>
          </a:p>
        </p:txBody>
      </p:sp>
      <p:sp>
        <p:nvSpPr>
          <p:cNvPr id="3" name="Content Placeholder 2"/>
          <p:cNvSpPr>
            <a:spLocks noGrp="1"/>
          </p:cNvSpPr>
          <p:nvPr>
            <p:ph idx="1"/>
          </p:nvPr>
        </p:nvSpPr>
        <p:spPr>
          <a:xfrm>
            <a:off x="899592" y="1340768"/>
            <a:ext cx="6777317" cy="4752528"/>
          </a:xfrm>
        </p:spPr>
        <p:txBody>
          <a:bodyPr>
            <a:normAutofit/>
          </a:bodyPr>
          <a:lstStyle/>
          <a:p>
            <a:r>
              <a:rPr lang="en-IN" sz="2000" b="1" dirty="0" smtClean="0"/>
              <a:t>All Linked Data Structures are preferably implemented through dynamic memory allocation.</a:t>
            </a:r>
          </a:p>
          <a:p>
            <a:endParaRPr lang="en-IN" sz="2000" dirty="0" smtClean="0"/>
          </a:p>
          <a:p>
            <a:r>
              <a:rPr lang="en-IN" sz="2000" dirty="0" smtClean="0"/>
              <a:t>Dynamic data structures provide flexibility in </a:t>
            </a:r>
            <a:r>
              <a:rPr lang="en-IN" sz="2000" b="1" dirty="0" smtClean="0"/>
              <a:t>adding, deleting or rearranging data objects at run time.</a:t>
            </a:r>
          </a:p>
          <a:p>
            <a:endParaRPr lang="en-IN" sz="2000" dirty="0" smtClean="0"/>
          </a:p>
          <a:p>
            <a:r>
              <a:rPr lang="en-IN" sz="2000" dirty="0" smtClean="0"/>
              <a:t>Managed in C through a set of library functions:</a:t>
            </a:r>
          </a:p>
          <a:p>
            <a:pPr lvl="1"/>
            <a:r>
              <a:rPr lang="en-IN" sz="1800" dirty="0" err="1"/>
              <a:t>m</a:t>
            </a:r>
            <a:r>
              <a:rPr lang="en-IN" sz="1800" dirty="0" err="1" smtClean="0"/>
              <a:t>alloc</a:t>
            </a:r>
            <a:r>
              <a:rPr lang="en-IN" sz="1800" dirty="0" smtClean="0"/>
              <a:t>()</a:t>
            </a:r>
          </a:p>
          <a:p>
            <a:pPr lvl="1"/>
            <a:r>
              <a:rPr lang="en-IN" sz="1800" dirty="0" err="1" smtClean="0"/>
              <a:t>Calloc</a:t>
            </a:r>
            <a:r>
              <a:rPr lang="en-IN" sz="1800" dirty="0" smtClean="0"/>
              <a:t>()</a:t>
            </a:r>
          </a:p>
          <a:p>
            <a:pPr lvl="1"/>
            <a:r>
              <a:rPr lang="en-IN" sz="1800" dirty="0" smtClean="0"/>
              <a:t>free()</a:t>
            </a:r>
          </a:p>
          <a:p>
            <a:pPr lvl="1"/>
            <a:r>
              <a:rPr lang="en-IN" sz="1800" dirty="0" err="1" smtClean="0"/>
              <a:t>Realloc</a:t>
            </a:r>
            <a:r>
              <a:rPr lang="en-IN" sz="1800" dirty="0" smtClean="0"/>
              <a:t>()</a:t>
            </a:r>
          </a:p>
        </p:txBody>
      </p:sp>
      <p:sp>
        <p:nvSpPr>
          <p:cNvPr id="4" name="Date Placeholder 3"/>
          <p:cNvSpPr>
            <a:spLocks noGrp="1"/>
          </p:cNvSpPr>
          <p:nvPr>
            <p:ph type="dt" sz="half" idx="10"/>
          </p:nvPr>
        </p:nvSpPr>
        <p:spPr/>
        <p:txBody>
          <a:bodyPr/>
          <a:lstStyle/>
          <a:p>
            <a:fld id="{FE9F6BCB-A070-4601-B273-E939969686C2}"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8</a:t>
            </a:fld>
            <a:endParaRPr lang="en-IN"/>
          </a:p>
        </p:txBody>
      </p:sp>
    </p:spTree>
    <p:extLst>
      <p:ext uri="{BB962C8B-B14F-4D97-AF65-F5344CB8AC3E}">
        <p14:creationId xmlns:p14="http://schemas.microsoft.com/office/powerpoint/2010/main" val="21790940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Runtime or Dynamic Allocation</a:t>
            </a:r>
          </a:p>
        </p:txBody>
      </p:sp>
      <p:sp>
        <p:nvSpPr>
          <p:cNvPr id="3" name="Content Placeholder 2"/>
          <p:cNvSpPr>
            <a:spLocks noGrp="1"/>
          </p:cNvSpPr>
          <p:nvPr>
            <p:ph idx="1"/>
          </p:nvPr>
        </p:nvSpPr>
        <p:spPr>
          <a:xfrm>
            <a:off x="899592" y="1340768"/>
            <a:ext cx="6777317" cy="4752528"/>
          </a:xfrm>
        </p:spPr>
        <p:txBody>
          <a:bodyPr>
            <a:normAutofit/>
          </a:bodyPr>
          <a:lstStyle/>
          <a:p>
            <a:r>
              <a:rPr lang="en-IN" sz="2000" dirty="0" smtClean="0"/>
              <a:t>Memory space required by Variables is </a:t>
            </a:r>
            <a:r>
              <a:rPr lang="en-IN" sz="2000" b="1" dirty="0" smtClean="0"/>
              <a:t>calculated and allocated during execution</a:t>
            </a:r>
          </a:p>
          <a:p>
            <a:endParaRPr lang="en-IN" sz="2000" dirty="0" smtClean="0"/>
          </a:p>
          <a:p>
            <a:r>
              <a:rPr lang="en-IN" sz="2000" dirty="0" smtClean="0"/>
              <a:t>Get Required chunk of memory at Run time or As the need arises</a:t>
            </a:r>
          </a:p>
          <a:p>
            <a:endParaRPr lang="en-IN" sz="2000" dirty="0" smtClean="0"/>
          </a:p>
          <a:p>
            <a:r>
              <a:rPr lang="en-IN" sz="2000" dirty="0" smtClean="0"/>
              <a:t>Best Suited –</a:t>
            </a:r>
          </a:p>
          <a:p>
            <a:pPr lvl="1"/>
            <a:r>
              <a:rPr lang="en-IN" sz="1800" b="1" dirty="0" smtClean="0"/>
              <a:t>When we do not know the memory requirement in advance</a:t>
            </a:r>
            <a:r>
              <a:rPr lang="en-IN" sz="1800" dirty="0" smtClean="0"/>
              <a:t>, which is the case in most of the real life problems.</a:t>
            </a:r>
          </a:p>
          <a:p>
            <a:endParaRPr lang="en-IN" sz="2000" dirty="0" smtClean="0"/>
          </a:p>
          <a:p>
            <a:pPr lvl="1"/>
            <a:endParaRPr lang="en-IN" sz="1800" dirty="0" smtClean="0"/>
          </a:p>
          <a:p>
            <a:endParaRPr lang="en-IN" sz="2000" dirty="0" smtClean="0"/>
          </a:p>
        </p:txBody>
      </p:sp>
      <p:sp>
        <p:nvSpPr>
          <p:cNvPr id="4" name="Date Placeholder 3"/>
          <p:cNvSpPr>
            <a:spLocks noGrp="1"/>
          </p:cNvSpPr>
          <p:nvPr>
            <p:ph type="dt" sz="half" idx="10"/>
          </p:nvPr>
        </p:nvSpPr>
        <p:spPr/>
        <p:txBody>
          <a:bodyPr/>
          <a:lstStyle/>
          <a:p>
            <a:fld id="{D7480AED-D6DB-4D03-B292-0D45B1572C61}"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9</a:t>
            </a:fld>
            <a:endParaRPr lang="en-IN"/>
          </a:p>
        </p:txBody>
      </p:sp>
    </p:spTree>
    <p:extLst>
      <p:ext uri="{BB962C8B-B14F-4D97-AF65-F5344CB8AC3E}">
        <p14:creationId xmlns:p14="http://schemas.microsoft.com/office/powerpoint/2010/main" val="26591187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Runtime or Dynamic Allocation</a:t>
            </a:r>
          </a:p>
        </p:txBody>
      </p:sp>
      <p:sp>
        <p:nvSpPr>
          <p:cNvPr id="3" name="Content Placeholder 2"/>
          <p:cNvSpPr>
            <a:spLocks noGrp="1"/>
          </p:cNvSpPr>
          <p:nvPr>
            <p:ph idx="1"/>
          </p:nvPr>
        </p:nvSpPr>
        <p:spPr>
          <a:xfrm>
            <a:off x="899592" y="1340768"/>
            <a:ext cx="6777317" cy="4752528"/>
          </a:xfrm>
        </p:spPr>
        <p:txBody>
          <a:bodyPr>
            <a:normAutofit/>
          </a:bodyPr>
          <a:lstStyle/>
          <a:p>
            <a:r>
              <a:rPr lang="en-IN" sz="2000" b="1" dirty="0" smtClean="0"/>
              <a:t>Efficient use of Memory</a:t>
            </a:r>
          </a:p>
          <a:p>
            <a:pPr lvl="1"/>
            <a:r>
              <a:rPr lang="en-IN" sz="1800" dirty="0" smtClean="0"/>
              <a:t>Additional Space can be allocated at run time.</a:t>
            </a:r>
          </a:p>
          <a:p>
            <a:pPr lvl="1"/>
            <a:r>
              <a:rPr lang="en-IN" sz="1800" dirty="0" smtClean="0"/>
              <a:t>Unwanted Space can be released at run time.</a:t>
            </a:r>
          </a:p>
          <a:p>
            <a:endParaRPr lang="en-IN" sz="2000" b="1" dirty="0" smtClean="0"/>
          </a:p>
          <a:p>
            <a:r>
              <a:rPr lang="en-IN" sz="2000" b="1" dirty="0" smtClean="0"/>
              <a:t>Reusability </a:t>
            </a:r>
            <a:r>
              <a:rPr lang="en-IN" sz="2000" b="1" dirty="0"/>
              <a:t>of Memory space</a:t>
            </a:r>
          </a:p>
          <a:p>
            <a:pPr lvl="1"/>
            <a:endParaRPr lang="en-IN" sz="1800" dirty="0" smtClean="0"/>
          </a:p>
          <a:p>
            <a:endParaRPr lang="en-IN" sz="2000" dirty="0" smtClean="0"/>
          </a:p>
        </p:txBody>
      </p:sp>
      <p:sp>
        <p:nvSpPr>
          <p:cNvPr id="4" name="Date Placeholder 3"/>
          <p:cNvSpPr>
            <a:spLocks noGrp="1"/>
          </p:cNvSpPr>
          <p:nvPr>
            <p:ph type="dt" sz="half" idx="10"/>
          </p:nvPr>
        </p:nvSpPr>
        <p:spPr/>
        <p:txBody>
          <a:bodyPr/>
          <a:lstStyle/>
          <a:p>
            <a:fld id="{D7480AED-D6DB-4D03-B292-0D45B1572C61}"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10</a:t>
            </a:fld>
            <a:endParaRPr lang="en-IN"/>
          </a:p>
        </p:txBody>
      </p:sp>
    </p:spTree>
    <p:extLst>
      <p:ext uri="{BB962C8B-B14F-4D97-AF65-F5344CB8AC3E}">
        <p14:creationId xmlns:p14="http://schemas.microsoft.com/office/powerpoint/2010/main" val="38537524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r>
              <a:rPr lang="en-IN" sz="2000" b="1" dirty="0" smtClean="0"/>
              <a:t>Allocates a block of memory in bytes</a:t>
            </a:r>
          </a:p>
          <a:p>
            <a:endParaRPr lang="en-IN" sz="2000" dirty="0" smtClean="0"/>
          </a:p>
          <a:p>
            <a:r>
              <a:rPr lang="en-IN" sz="2000" dirty="0" smtClean="0"/>
              <a:t>The user should </a:t>
            </a:r>
            <a:r>
              <a:rPr lang="en-IN" sz="2000" b="1" dirty="0" smtClean="0"/>
              <a:t>explicitly give the block size </a:t>
            </a:r>
            <a:r>
              <a:rPr lang="en-IN" sz="2000" dirty="0" smtClean="0"/>
              <a:t>needed.</a:t>
            </a:r>
          </a:p>
        </p:txBody>
      </p:sp>
      <p:sp>
        <p:nvSpPr>
          <p:cNvPr id="4" name="Date Placeholder 3"/>
          <p:cNvSpPr>
            <a:spLocks noGrp="1"/>
          </p:cNvSpPr>
          <p:nvPr>
            <p:ph type="dt" sz="half" idx="10"/>
          </p:nvPr>
        </p:nvSpPr>
        <p:spPr/>
        <p:txBody>
          <a:bodyPr/>
          <a:lstStyle/>
          <a:p>
            <a:fld id="{2932C704-4D77-4A77-AC61-525E9F64EAAF}"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11</a:t>
            </a:fld>
            <a:endParaRPr lang="en-IN"/>
          </a:p>
        </p:txBody>
      </p:sp>
    </p:spTree>
    <p:extLst>
      <p:ext uri="{BB962C8B-B14F-4D97-AF65-F5344CB8AC3E}">
        <p14:creationId xmlns:p14="http://schemas.microsoft.com/office/powerpoint/2010/main" val="4967671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r>
              <a:rPr lang="en-IN" sz="2000" b="1" dirty="0" smtClean="0"/>
              <a:t>Request to the RAM of the system to allocate memory</a:t>
            </a:r>
            <a:r>
              <a:rPr lang="en-IN" sz="2000" dirty="0" smtClean="0"/>
              <a:t>,</a:t>
            </a:r>
          </a:p>
          <a:p>
            <a:pPr lvl="1"/>
            <a:endParaRPr lang="en-IN" sz="2000" dirty="0" smtClean="0"/>
          </a:p>
          <a:p>
            <a:pPr lvl="1"/>
            <a:r>
              <a:rPr lang="en-IN" sz="2000" dirty="0" smtClean="0"/>
              <a:t>If request is granted returns a pointer to the first block of the memory</a:t>
            </a:r>
          </a:p>
          <a:p>
            <a:pPr lvl="1"/>
            <a:endParaRPr lang="en-IN" sz="2000" dirty="0" smtClean="0"/>
          </a:p>
          <a:p>
            <a:pPr lvl="1"/>
            <a:r>
              <a:rPr lang="en-IN" sz="2000" dirty="0" smtClean="0"/>
              <a:t>If it fails, it returns NULL</a:t>
            </a:r>
          </a:p>
        </p:txBody>
      </p:sp>
      <p:sp>
        <p:nvSpPr>
          <p:cNvPr id="4" name="Date Placeholder 3"/>
          <p:cNvSpPr>
            <a:spLocks noGrp="1"/>
          </p:cNvSpPr>
          <p:nvPr>
            <p:ph type="dt" sz="half" idx="10"/>
          </p:nvPr>
        </p:nvSpPr>
        <p:spPr/>
        <p:txBody>
          <a:bodyPr/>
          <a:lstStyle/>
          <a:p>
            <a:fld id="{2932C704-4D77-4A77-AC61-525E9F64EAAF}"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12</a:t>
            </a:fld>
            <a:endParaRPr lang="en-IN"/>
          </a:p>
        </p:txBody>
      </p:sp>
    </p:spTree>
    <p:extLst>
      <p:ext uri="{BB962C8B-B14F-4D97-AF65-F5344CB8AC3E}">
        <p14:creationId xmlns:p14="http://schemas.microsoft.com/office/powerpoint/2010/main" val="25514749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r>
              <a:rPr lang="en-IN" sz="2000" b="1" dirty="0" smtClean="0"/>
              <a:t>The type of pointer is Void, i.e. we can assign it any type of pointer.</a:t>
            </a:r>
          </a:p>
          <a:p>
            <a:endParaRPr lang="en-IN" sz="2000" dirty="0" smtClean="0"/>
          </a:p>
          <a:p>
            <a:r>
              <a:rPr lang="en-IN" sz="2000" dirty="0" smtClean="0"/>
              <a:t>Available in header file </a:t>
            </a:r>
            <a:r>
              <a:rPr lang="en-IN" sz="2000" dirty="0" err="1" smtClean="0"/>
              <a:t>alloc.h</a:t>
            </a:r>
            <a:r>
              <a:rPr lang="en-IN" sz="2000" dirty="0" smtClean="0"/>
              <a:t> or </a:t>
            </a:r>
            <a:r>
              <a:rPr lang="en-IN" sz="2000" dirty="0" err="1" smtClean="0"/>
              <a:t>stdlib.h</a:t>
            </a:r>
            <a:endParaRPr lang="en-IN" sz="2000" dirty="0" smtClean="0"/>
          </a:p>
          <a:p>
            <a:endParaRPr lang="en-IN" sz="2000" dirty="0" smtClean="0"/>
          </a:p>
        </p:txBody>
      </p:sp>
      <p:sp>
        <p:nvSpPr>
          <p:cNvPr id="4" name="Date Placeholder 3"/>
          <p:cNvSpPr>
            <a:spLocks noGrp="1"/>
          </p:cNvSpPr>
          <p:nvPr>
            <p:ph type="dt" sz="half" idx="10"/>
          </p:nvPr>
        </p:nvSpPr>
        <p:spPr/>
        <p:txBody>
          <a:bodyPr/>
          <a:lstStyle/>
          <a:p>
            <a:fld id="{2932C704-4D77-4A77-AC61-525E9F64EAAF}"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13</a:t>
            </a:fld>
            <a:endParaRPr lang="en-IN"/>
          </a:p>
        </p:txBody>
      </p:sp>
    </p:spTree>
    <p:extLst>
      <p:ext uri="{BB962C8B-B14F-4D97-AF65-F5344CB8AC3E}">
        <p14:creationId xmlns:p14="http://schemas.microsoft.com/office/powerpoint/2010/main" val="23890894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r>
              <a:rPr lang="en-IN" sz="2800" b="1" dirty="0" smtClean="0"/>
              <a:t>Syntax-</a:t>
            </a:r>
          </a:p>
          <a:p>
            <a:pPr marL="68580" indent="0">
              <a:buNone/>
            </a:pPr>
            <a:r>
              <a:rPr lang="en-IN" sz="2800" b="1" dirty="0" smtClean="0"/>
              <a:t> 		</a:t>
            </a:r>
            <a:r>
              <a:rPr lang="en-IN" sz="2800" b="1" dirty="0" err="1" smtClean="0"/>
              <a:t>ptr_var</a:t>
            </a:r>
            <a:r>
              <a:rPr lang="en-IN" sz="2800" b="1" dirty="0" smtClean="0"/>
              <a:t>=(</a:t>
            </a:r>
            <a:r>
              <a:rPr lang="en-IN" sz="2800" b="1" dirty="0" err="1" smtClean="0"/>
              <a:t>type_cast</a:t>
            </a:r>
            <a:r>
              <a:rPr lang="en-IN" sz="2800" b="1" dirty="0" smtClean="0"/>
              <a:t>*)</a:t>
            </a:r>
            <a:r>
              <a:rPr lang="en-IN" sz="2800" b="1" dirty="0" err="1" smtClean="0"/>
              <a:t>malloc</a:t>
            </a:r>
            <a:r>
              <a:rPr lang="en-IN" sz="2800" b="1" dirty="0" smtClean="0"/>
              <a:t>(size)</a:t>
            </a:r>
          </a:p>
          <a:p>
            <a:pPr marL="68580" indent="0">
              <a:buNone/>
            </a:pPr>
            <a:endParaRPr lang="en-IN" sz="2800" b="1" dirty="0" smtClean="0"/>
          </a:p>
        </p:txBody>
      </p:sp>
      <p:sp>
        <p:nvSpPr>
          <p:cNvPr id="4" name="Date Placeholder 3"/>
          <p:cNvSpPr>
            <a:spLocks noGrp="1"/>
          </p:cNvSpPr>
          <p:nvPr>
            <p:ph type="dt" sz="half" idx="10"/>
          </p:nvPr>
        </p:nvSpPr>
        <p:spPr/>
        <p:txBody>
          <a:bodyPr/>
          <a:lstStyle/>
          <a:p>
            <a:fld id="{D0C39817-5B01-474C-9724-38C5A47A4747}"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14</a:t>
            </a:fld>
            <a:endParaRPr lang="en-IN"/>
          </a:p>
        </p:txBody>
      </p:sp>
    </p:spTree>
    <p:extLst>
      <p:ext uri="{BB962C8B-B14F-4D97-AF65-F5344CB8AC3E}">
        <p14:creationId xmlns:p14="http://schemas.microsoft.com/office/powerpoint/2010/main" val="21168849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r>
              <a:rPr lang="en-IN" sz="2000" b="1" dirty="0" smtClean="0"/>
              <a:t>Syntax-</a:t>
            </a:r>
          </a:p>
          <a:p>
            <a:pPr marL="68580" indent="0">
              <a:buNone/>
            </a:pPr>
            <a:r>
              <a:rPr lang="en-IN" sz="2000" b="1" dirty="0" smtClean="0"/>
              <a:t> 		</a:t>
            </a:r>
            <a:r>
              <a:rPr lang="en-IN" sz="2000" b="1" dirty="0" err="1" smtClean="0"/>
              <a:t>ptr_var</a:t>
            </a:r>
            <a:r>
              <a:rPr lang="en-IN" sz="2000" b="1" dirty="0" smtClean="0"/>
              <a:t>=(</a:t>
            </a:r>
            <a:r>
              <a:rPr lang="en-IN" sz="2000" b="1" dirty="0" err="1" smtClean="0"/>
              <a:t>type_cast</a:t>
            </a:r>
            <a:r>
              <a:rPr lang="en-IN" sz="2000" b="1" dirty="0" smtClean="0"/>
              <a:t>*)</a:t>
            </a:r>
            <a:r>
              <a:rPr lang="en-IN" sz="2000" b="1" dirty="0" err="1" smtClean="0"/>
              <a:t>malloc</a:t>
            </a:r>
            <a:r>
              <a:rPr lang="en-IN" sz="2000" b="1" dirty="0" smtClean="0"/>
              <a:t>(size)</a:t>
            </a:r>
          </a:p>
          <a:p>
            <a:pPr marL="68580" indent="0">
              <a:buNone/>
            </a:pPr>
            <a:endParaRPr lang="en-IN" sz="2000" b="1" dirty="0" smtClean="0"/>
          </a:p>
          <a:p>
            <a:r>
              <a:rPr lang="en-IN" sz="1800" dirty="0" err="1"/>
              <a:t>p</a:t>
            </a:r>
            <a:r>
              <a:rPr lang="en-IN" sz="1800" dirty="0" err="1" smtClean="0"/>
              <a:t>tr_var</a:t>
            </a:r>
            <a:r>
              <a:rPr lang="en-IN" sz="1800" dirty="0" smtClean="0"/>
              <a:t> = name of pointer that holds the starting address of allocated memory block</a:t>
            </a:r>
          </a:p>
          <a:p>
            <a:r>
              <a:rPr lang="en-IN" sz="1800" dirty="0" err="1" smtClean="0"/>
              <a:t>type_cast</a:t>
            </a:r>
            <a:r>
              <a:rPr lang="en-IN" sz="1800" dirty="0" smtClean="0"/>
              <a:t>* = is the data type into which the returned pointer is to be converted</a:t>
            </a:r>
          </a:p>
          <a:p>
            <a:r>
              <a:rPr lang="en-IN" sz="1800" dirty="0" smtClean="0"/>
              <a:t>Size = size of allocated memory block in bytes</a:t>
            </a:r>
          </a:p>
          <a:p>
            <a:endParaRPr lang="en-IN" sz="1800" dirty="0" smtClean="0"/>
          </a:p>
        </p:txBody>
      </p:sp>
      <p:sp>
        <p:nvSpPr>
          <p:cNvPr id="4" name="Date Placeholder 3"/>
          <p:cNvSpPr>
            <a:spLocks noGrp="1"/>
          </p:cNvSpPr>
          <p:nvPr>
            <p:ph type="dt" sz="half" idx="10"/>
          </p:nvPr>
        </p:nvSpPr>
        <p:spPr/>
        <p:txBody>
          <a:bodyPr/>
          <a:lstStyle/>
          <a:p>
            <a:fld id="{D0C39817-5B01-474C-9724-38C5A47A4747}"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15</a:t>
            </a:fld>
            <a:endParaRPr lang="en-IN"/>
          </a:p>
        </p:txBody>
      </p:sp>
    </p:spTree>
    <p:extLst>
      <p:ext uri="{BB962C8B-B14F-4D97-AF65-F5344CB8AC3E}">
        <p14:creationId xmlns:p14="http://schemas.microsoft.com/office/powerpoint/2010/main" val="30890764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pPr marL="68580" indent="0">
              <a:buNone/>
            </a:pPr>
            <a:r>
              <a:rPr lang="en-IN" b="1" dirty="0" err="1" smtClean="0"/>
              <a:t>Eg</a:t>
            </a:r>
            <a:r>
              <a:rPr lang="en-IN" b="1" dirty="0" smtClean="0"/>
              <a:t>-</a:t>
            </a:r>
          </a:p>
          <a:p>
            <a:pPr marL="68580" indent="0">
              <a:buNone/>
            </a:pPr>
            <a:r>
              <a:rPr lang="en-IN" b="1" dirty="0" smtClean="0"/>
              <a:t>		</a:t>
            </a:r>
            <a:r>
              <a:rPr lang="en-IN" b="1" dirty="0" err="1" smtClean="0"/>
              <a:t>int</a:t>
            </a:r>
            <a:r>
              <a:rPr lang="en-IN" b="1" dirty="0" smtClean="0"/>
              <a:t> *</a:t>
            </a:r>
            <a:r>
              <a:rPr lang="en-IN" b="1" dirty="0" err="1" smtClean="0"/>
              <a:t>ptr</a:t>
            </a:r>
            <a:r>
              <a:rPr lang="en-IN" b="1" dirty="0" smtClean="0"/>
              <a:t>;</a:t>
            </a:r>
          </a:p>
          <a:p>
            <a:pPr marL="68580" indent="0">
              <a:buNone/>
            </a:pPr>
            <a:r>
              <a:rPr lang="en-IN" b="1" dirty="0" smtClean="0"/>
              <a:t>		</a:t>
            </a:r>
            <a:r>
              <a:rPr lang="en-IN" b="1" dirty="0" err="1" smtClean="0"/>
              <a:t>ptr</a:t>
            </a:r>
            <a:r>
              <a:rPr lang="en-IN" b="1" dirty="0" smtClean="0"/>
              <a:t>=(</a:t>
            </a:r>
            <a:r>
              <a:rPr lang="en-IN" b="1" dirty="0" err="1" smtClean="0"/>
              <a:t>int</a:t>
            </a:r>
            <a:r>
              <a:rPr lang="en-IN" b="1" dirty="0" smtClean="0"/>
              <a:t> *)</a:t>
            </a:r>
            <a:r>
              <a:rPr lang="en-IN" b="1" dirty="0" err="1" smtClean="0"/>
              <a:t>malloc</a:t>
            </a:r>
            <a:r>
              <a:rPr lang="en-IN" b="1" dirty="0" smtClean="0"/>
              <a:t>(10*</a:t>
            </a:r>
            <a:r>
              <a:rPr lang="en-IN" b="1" dirty="0" err="1" smtClean="0"/>
              <a:t>sizeof</a:t>
            </a:r>
            <a:r>
              <a:rPr lang="en-IN" b="1" dirty="0" smtClean="0"/>
              <a:t>(</a:t>
            </a:r>
            <a:r>
              <a:rPr lang="en-IN" b="1" dirty="0" err="1" smtClean="0"/>
              <a:t>int</a:t>
            </a:r>
            <a:r>
              <a:rPr lang="en-IN" b="1" dirty="0" smtClean="0"/>
              <a:t>));</a:t>
            </a:r>
          </a:p>
        </p:txBody>
      </p:sp>
      <p:sp>
        <p:nvSpPr>
          <p:cNvPr id="4" name="Date Placeholder 3"/>
          <p:cNvSpPr>
            <a:spLocks noGrp="1"/>
          </p:cNvSpPr>
          <p:nvPr>
            <p:ph type="dt" sz="half" idx="10"/>
          </p:nvPr>
        </p:nvSpPr>
        <p:spPr/>
        <p:txBody>
          <a:bodyPr/>
          <a:lstStyle/>
          <a:p>
            <a:fld id="{75E0BEA9-4C73-4BD4-AC74-BF8FAD5EB3C8}"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16</a:t>
            </a:fld>
            <a:endParaRPr lang="en-IN"/>
          </a:p>
        </p:txBody>
      </p:sp>
    </p:spTree>
    <p:extLst>
      <p:ext uri="{BB962C8B-B14F-4D97-AF65-F5344CB8AC3E}">
        <p14:creationId xmlns:p14="http://schemas.microsoft.com/office/powerpoint/2010/main" val="32249806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pPr marL="68580" indent="0">
              <a:buNone/>
            </a:pPr>
            <a:r>
              <a:rPr lang="en-IN" sz="2000" b="1" dirty="0" err="1" smtClean="0"/>
              <a:t>Eg</a:t>
            </a:r>
            <a:r>
              <a:rPr lang="en-IN" sz="2000" b="1" dirty="0" smtClean="0"/>
              <a:t>-</a:t>
            </a:r>
          </a:p>
          <a:p>
            <a:pPr marL="68580" indent="0">
              <a:buNone/>
            </a:pPr>
            <a:r>
              <a:rPr lang="en-IN" sz="2000" b="1" dirty="0" smtClean="0"/>
              <a:t>		</a:t>
            </a:r>
            <a:r>
              <a:rPr lang="en-IN" sz="2000" b="1" dirty="0" err="1" smtClean="0"/>
              <a:t>int</a:t>
            </a:r>
            <a:r>
              <a:rPr lang="en-IN" sz="2000" b="1" dirty="0" smtClean="0"/>
              <a:t> *</a:t>
            </a:r>
            <a:r>
              <a:rPr lang="en-IN" sz="2000" b="1" dirty="0" err="1" smtClean="0"/>
              <a:t>ptr</a:t>
            </a:r>
            <a:r>
              <a:rPr lang="en-IN" sz="2000" b="1" dirty="0" smtClean="0"/>
              <a:t>;</a:t>
            </a:r>
          </a:p>
          <a:p>
            <a:pPr marL="68580" indent="0">
              <a:buNone/>
            </a:pPr>
            <a:r>
              <a:rPr lang="en-IN" sz="2000" b="1" dirty="0" smtClean="0"/>
              <a:t>		</a:t>
            </a:r>
            <a:r>
              <a:rPr lang="en-IN" sz="2000" b="1" dirty="0" err="1" smtClean="0"/>
              <a:t>ptr</a:t>
            </a:r>
            <a:r>
              <a:rPr lang="en-IN" sz="2000" b="1" dirty="0" smtClean="0"/>
              <a:t>=(</a:t>
            </a:r>
            <a:r>
              <a:rPr lang="en-IN" sz="2000" b="1" dirty="0" err="1" smtClean="0"/>
              <a:t>int</a:t>
            </a:r>
            <a:r>
              <a:rPr lang="en-IN" sz="2000" b="1" dirty="0" smtClean="0"/>
              <a:t> *)</a:t>
            </a:r>
            <a:r>
              <a:rPr lang="en-IN" sz="2000" b="1" dirty="0" err="1" smtClean="0"/>
              <a:t>malloc</a:t>
            </a:r>
            <a:r>
              <a:rPr lang="en-IN" sz="2000" b="1" dirty="0" smtClean="0"/>
              <a:t>(10*</a:t>
            </a:r>
            <a:r>
              <a:rPr lang="en-IN" sz="2000" b="1" dirty="0" err="1" smtClean="0"/>
              <a:t>sizeof</a:t>
            </a:r>
            <a:r>
              <a:rPr lang="en-IN" sz="2000" b="1" dirty="0" smtClean="0"/>
              <a:t>(</a:t>
            </a:r>
            <a:r>
              <a:rPr lang="en-IN" sz="2000" b="1" dirty="0" err="1" smtClean="0"/>
              <a:t>int</a:t>
            </a:r>
            <a:r>
              <a:rPr lang="en-IN" sz="2000" b="1" dirty="0" smtClean="0"/>
              <a:t>));</a:t>
            </a:r>
          </a:p>
          <a:p>
            <a:endParaRPr lang="en-IN" sz="1800" dirty="0" smtClean="0"/>
          </a:p>
          <a:p>
            <a:endParaRPr lang="en-IN" sz="1800" dirty="0"/>
          </a:p>
          <a:p>
            <a:r>
              <a:rPr lang="en-IN" sz="1800" dirty="0" smtClean="0"/>
              <a:t>Size of </a:t>
            </a:r>
            <a:r>
              <a:rPr lang="en-IN" sz="1800" dirty="0" err="1" smtClean="0"/>
              <a:t>int</a:t>
            </a:r>
            <a:r>
              <a:rPr lang="en-IN" sz="1800" dirty="0" smtClean="0"/>
              <a:t>=2bytes </a:t>
            </a:r>
          </a:p>
          <a:p>
            <a:r>
              <a:rPr lang="en-IN" sz="1800" dirty="0" smtClean="0"/>
              <a:t>So 20 bytes are allocated, </a:t>
            </a:r>
          </a:p>
          <a:p>
            <a:r>
              <a:rPr lang="en-IN" sz="1800" dirty="0" smtClean="0"/>
              <a:t>Void pointer is casted into </a:t>
            </a:r>
            <a:r>
              <a:rPr lang="en-IN" sz="1800" dirty="0" err="1" smtClean="0"/>
              <a:t>int</a:t>
            </a:r>
            <a:r>
              <a:rPr lang="en-IN" sz="1800" dirty="0" smtClean="0"/>
              <a:t> and assigned to </a:t>
            </a:r>
            <a:r>
              <a:rPr lang="en-IN" sz="1800" dirty="0" err="1" smtClean="0"/>
              <a:t>ptr</a:t>
            </a:r>
            <a:endParaRPr lang="en-IN" sz="1800" dirty="0" smtClean="0"/>
          </a:p>
        </p:txBody>
      </p:sp>
      <p:sp>
        <p:nvSpPr>
          <p:cNvPr id="4" name="Date Placeholder 3"/>
          <p:cNvSpPr>
            <a:spLocks noGrp="1"/>
          </p:cNvSpPr>
          <p:nvPr>
            <p:ph type="dt" sz="half" idx="10"/>
          </p:nvPr>
        </p:nvSpPr>
        <p:spPr/>
        <p:txBody>
          <a:bodyPr/>
          <a:lstStyle/>
          <a:p>
            <a:fld id="{75E0BEA9-4C73-4BD4-AC74-BF8FAD5EB3C8}"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17</a:t>
            </a:fld>
            <a:endParaRPr lang="en-IN"/>
          </a:p>
        </p:txBody>
      </p:sp>
    </p:spTree>
    <p:extLst>
      <p:ext uri="{BB962C8B-B14F-4D97-AF65-F5344CB8AC3E}">
        <p14:creationId xmlns:p14="http://schemas.microsoft.com/office/powerpoint/2010/main" val="27123517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7488832" cy="4752528"/>
          </a:xfrm>
        </p:spPr>
        <p:txBody>
          <a:bodyPr>
            <a:normAutofit/>
          </a:bodyPr>
          <a:lstStyle/>
          <a:p>
            <a:endParaRPr lang="en-IN" sz="2000" b="1" dirty="0" smtClean="0"/>
          </a:p>
          <a:p>
            <a:pPr marL="68580" indent="0">
              <a:buNone/>
            </a:pPr>
            <a:r>
              <a:rPr lang="en-IN" b="1" dirty="0" err="1" smtClean="0"/>
              <a:t>Eg</a:t>
            </a:r>
            <a:r>
              <a:rPr lang="en-IN" b="1" dirty="0" smtClean="0"/>
              <a:t>-</a:t>
            </a:r>
            <a:endParaRPr lang="en-IN" b="1" dirty="0"/>
          </a:p>
          <a:p>
            <a:pPr marL="68580" indent="0">
              <a:buNone/>
            </a:pPr>
            <a:r>
              <a:rPr lang="en-IN" b="1" dirty="0"/>
              <a:t>		</a:t>
            </a:r>
            <a:r>
              <a:rPr lang="en-IN" b="1" dirty="0" smtClean="0"/>
              <a:t>char </a:t>
            </a:r>
            <a:r>
              <a:rPr lang="en-IN" b="1" dirty="0"/>
              <a:t>*</a:t>
            </a:r>
            <a:r>
              <a:rPr lang="en-IN" b="1" dirty="0" err="1"/>
              <a:t>ptr</a:t>
            </a:r>
            <a:r>
              <a:rPr lang="en-IN" b="1" dirty="0"/>
              <a:t>;</a:t>
            </a:r>
          </a:p>
          <a:p>
            <a:pPr marL="68580" indent="0">
              <a:buNone/>
            </a:pPr>
            <a:r>
              <a:rPr lang="en-IN" b="1" dirty="0"/>
              <a:t>		</a:t>
            </a:r>
            <a:r>
              <a:rPr lang="en-IN" b="1" dirty="0" err="1"/>
              <a:t>ptr</a:t>
            </a:r>
            <a:r>
              <a:rPr lang="en-IN" b="1" dirty="0" smtClean="0"/>
              <a:t>=(char </a:t>
            </a:r>
            <a:r>
              <a:rPr lang="en-IN" b="1" dirty="0"/>
              <a:t>*)</a:t>
            </a:r>
            <a:r>
              <a:rPr lang="en-IN" b="1" dirty="0" err="1" smtClean="0"/>
              <a:t>malloc</a:t>
            </a:r>
            <a:r>
              <a:rPr lang="en-IN" b="1" dirty="0" smtClean="0"/>
              <a:t>(10*</a:t>
            </a:r>
            <a:r>
              <a:rPr lang="en-IN" b="1" dirty="0" err="1" smtClean="0"/>
              <a:t>sizeof</a:t>
            </a:r>
            <a:r>
              <a:rPr lang="en-IN" b="1" dirty="0" smtClean="0"/>
              <a:t>(char));</a:t>
            </a:r>
            <a:endParaRPr lang="en-IN" dirty="0" smtClean="0"/>
          </a:p>
        </p:txBody>
      </p:sp>
      <p:sp>
        <p:nvSpPr>
          <p:cNvPr id="4" name="Date Placeholder 3"/>
          <p:cNvSpPr>
            <a:spLocks noGrp="1"/>
          </p:cNvSpPr>
          <p:nvPr>
            <p:ph type="dt" sz="half" idx="10"/>
          </p:nvPr>
        </p:nvSpPr>
        <p:spPr/>
        <p:txBody>
          <a:bodyPr/>
          <a:lstStyle/>
          <a:p>
            <a:fld id="{75E0BEA9-4C73-4BD4-AC74-BF8FAD5EB3C8}"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18</a:t>
            </a:fld>
            <a:endParaRPr lang="en-IN"/>
          </a:p>
        </p:txBody>
      </p:sp>
    </p:spTree>
    <p:extLst>
      <p:ext uri="{BB962C8B-B14F-4D97-AF65-F5344CB8AC3E}">
        <p14:creationId xmlns:p14="http://schemas.microsoft.com/office/powerpoint/2010/main" val="23675075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052736"/>
            <a:ext cx="7848872" cy="529128"/>
          </a:xfrm>
        </p:spPr>
        <p:txBody>
          <a:bodyPr>
            <a:noAutofit/>
          </a:bodyPr>
          <a:lstStyle/>
          <a:p>
            <a:r>
              <a:rPr lang="en-IN" sz="3200" b="1" dirty="0" smtClean="0"/>
              <a:t>The </a:t>
            </a:r>
            <a:r>
              <a:rPr lang="en-IN" sz="3200" b="1" dirty="0" err="1" smtClean="0"/>
              <a:t>mallloc</a:t>
            </a:r>
            <a:r>
              <a:rPr lang="en-IN" sz="3200" b="1" dirty="0" smtClean="0"/>
              <a:t>() </a:t>
            </a:r>
            <a:r>
              <a:rPr lang="en-IN" sz="3200" b="1" dirty="0" err="1" smtClean="0"/>
              <a:t>fn</a:t>
            </a:r>
            <a:r>
              <a:rPr lang="en-IN" sz="3200" b="1" dirty="0" smtClean="0"/>
              <a:t>- Usage in Linked List</a:t>
            </a:r>
            <a:endParaRPr lang="en-IN" sz="3200" b="1" dirty="0"/>
          </a:p>
        </p:txBody>
      </p:sp>
      <p:sp>
        <p:nvSpPr>
          <p:cNvPr id="3" name="Content Placeholder 2"/>
          <p:cNvSpPr>
            <a:spLocks noGrp="1"/>
          </p:cNvSpPr>
          <p:nvPr>
            <p:ph idx="1"/>
          </p:nvPr>
        </p:nvSpPr>
        <p:spPr>
          <a:xfrm>
            <a:off x="971600" y="1340768"/>
            <a:ext cx="7416824" cy="4752528"/>
          </a:xfrm>
        </p:spPr>
        <p:txBody>
          <a:bodyPr>
            <a:normAutofit/>
          </a:bodyPr>
          <a:lstStyle/>
          <a:p>
            <a:endParaRPr lang="en-IN" sz="2000" b="1" dirty="0" smtClean="0"/>
          </a:p>
          <a:p>
            <a:pPr marL="68580" indent="0">
              <a:buNone/>
            </a:pPr>
            <a:r>
              <a:rPr lang="en-IN" sz="2000" b="1" dirty="0" err="1" smtClean="0"/>
              <a:t>Eg</a:t>
            </a:r>
            <a:r>
              <a:rPr lang="en-IN" sz="2000" b="1" dirty="0" smtClean="0"/>
              <a:t>-</a:t>
            </a:r>
          </a:p>
          <a:p>
            <a:pPr marL="68580" indent="0">
              <a:buNone/>
            </a:pPr>
            <a:r>
              <a:rPr lang="en-IN" sz="2000" b="1" dirty="0" err="1" smtClean="0"/>
              <a:t>struct</a:t>
            </a:r>
            <a:r>
              <a:rPr lang="en-IN" sz="2000" b="1" dirty="0" smtClean="0"/>
              <a:t> student;</a:t>
            </a:r>
          </a:p>
          <a:p>
            <a:pPr marL="68580" indent="0">
              <a:buNone/>
            </a:pPr>
            <a:r>
              <a:rPr lang="en-IN" sz="2000" b="1" dirty="0" smtClean="0"/>
              <a:t>{</a:t>
            </a:r>
          </a:p>
          <a:p>
            <a:pPr marL="68580" indent="0">
              <a:buNone/>
            </a:pPr>
            <a:r>
              <a:rPr lang="en-IN" sz="2000" b="1" dirty="0" smtClean="0"/>
              <a:t>	</a:t>
            </a:r>
            <a:r>
              <a:rPr lang="en-IN" sz="2000" b="1" dirty="0" err="1" smtClean="0"/>
              <a:t>int</a:t>
            </a:r>
            <a:r>
              <a:rPr lang="en-IN" sz="2000" b="1" dirty="0" smtClean="0"/>
              <a:t> </a:t>
            </a:r>
            <a:r>
              <a:rPr lang="en-IN" sz="2000" b="1" dirty="0" err="1" smtClean="0"/>
              <a:t>roll_no</a:t>
            </a:r>
            <a:r>
              <a:rPr lang="en-IN" sz="2000" b="1" dirty="0" smtClean="0"/>
              <a:t>;</a:t>
            </a:r>
          </a:p>
          <a:p>
            <a:pPr marL="68580" indent="0">
              <a:buNone/>
            </a:pPr>
            <a:r>
              <a:rPr lang="en-IN" sz="2000" b="1" dirty="0" smtClean="0"/>
              <a:t>	char name[30];</a:t>
            </a:r>
          </a:p>
          <a:p>
            <a:pPr marL="68580" indent="0">
              <a:buNone/>
            </a:pPr>
            <a:r>
              <a:rPr lang="en-IN" sz="2000" b="1" dirty="0" smtClean="0"/>
              <a:t>	float percentage;</a:t>
            </a:r>
          </a:p>
          <a:p>
            <a:pPr marL="68580" indent="0">
              <a:buNone/>
            </a:pPr>
            <a:r>
              <a:rPr lang="en-IN" sz="2000" b="1" dirty="0" smtClean="0"/>
              <a:t>};</a:t>
            </a:r>
          </a:p>
          <a:p>
            <a:pPr marL="68580" indent="0">
              <a:buNone/>
            </a:pPr>
            <a:r>
              <a:rPr lang="en-IN" sz="2000" b="1" dirty="0" err="1" smtClean="0"/>
              <a:t>struct</a:t>
            </a:r>
            <a:r>
              <a:rPr lang="en-IN" sz="2000" b="1" dirty="0" smtClean="0"/>
              <a:t> student *</a:t>
            </a:r>
            <a:r>
              <a:rPr lang="en-IN" sz="2000" b="1" dirty="0" err="1" smtClean="0"/>
              <a:t>st_ptr</a:t>
            </a:r>
            <a:r>
              <a:rPr lang="en-IN" sz="2000" b="1" dirty="0" smtClean="0"/>
              <a:t>;</a:t>
            </a:r>
          </a:p>
          <a:p>
            <a:pPr marL="68580" indent="0">
              <a:buNone/>
            </a:pPr>
            <a:r>
              <a:rPr lang="en-IN" sz="2000" b="1" dirty="0" err="1" smtClean="0"/>
              <a:t>st_ptr</a:t>
            </a:r>
            <a:r>
              <a:rPr lang="en-IN" sz="2000" b="1" dirty="0" smtClean="0"/>
              <a:t>=(</a:t>
            </a:r>
            <a:r>
              <a:rPr lang="en-IN" sz="2000" b="1" dirty="0" err="1" smtClean="0"/>
              <a:t>struct</a:t>
            </a:r>
            <a:r>
              <a:rPr lang="en-IN" sz="2000" b="1" dirty="0" smtClean="0"/>
              <a:t> student *)</a:t>
            </a:r>
            <a:r>
              <a:rPr lang="en-IN" sz="2000" b="1" dirty="0" err="1" smtClean="0"/>
              <a:t>malloc</a:t>
            </a:r>
            <a:r>
              <a:rPr lang="en-IN" sz="2000" b="1" dirty="0" smtClean="0"/>
              <a:t>(10*</a:t>
            </a:r>
            <a:r>
              <a:rPr lang="en-IN" sz="2000" b="1" dirty="0" err="1" smtClean="0"/>
              <a:t>sizeof</a:t>
            </a:r>
            <a:r>
              <a:rPr lang="en-IN" sz="2000" b="1" dirty="0" smtClean="0"/>
              <a:t>(</a:t>
            </a:r>
            <a:r>
              <a:rPr lang="en-IN" sz="2000" b="1" dirty="0" err="1" smtClean="0"/>
              <a:t>struct</a:t>
            </a:r>
            <a:r>
              <a:rPr lang="en-IN" sz="2000" b="1" dirty="0" smtClean="0"/>
              <a:t> student));</a:t>
            </a:r>
          </a:p>
        </p:txBody>
      </p:sp>
      <p:sp>
        <p:nvSpPr>
          <p:cNvPr id="4" name="Date Placeholder 3"/>
          <p:cNvSpPr>
            <a:spLocks noGrp="1"/>
          </p:cNvSpPr>
          <p:nvPr>
            <p:ph type="dt" sz="half" idx="10"/>
          </p:nvPr>
        </p:nvSpPr>
        <p:spPr/>
        <p:txBody>
          <a:bodyPr/>
          <a:lstStyle/>
          <a:p>
            <a:fld id="{04334811-994C-4149-9AB8-B34E1C718437}"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19</a:t>
            </a:fld>
            <a:endParaRPr lang="en-IN"/>
          </a:p>
        </p:txBody>
      </p:sp>
    </p:spTree>
    <p:extLst>
      <p:ext uri="{BB962C8B-B14F-4D97-AF65-F5344CB8AC3E}">
        <p14:creationId xmlns:p14="http://schemas.microsoft.com/office/powerpoint/2010/main" val="30158246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a:t>c</a:t>
            </a:r>
            <a:r>
              <a:rPr lang="en-IN" sz="3200" b="1" dirty="0" err="1" smtClean="0"/>
              <a:t>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r>
              <a:rPr lang="en-IN" sz="2000" dirty="0"/>
              <a:t>Similar to </a:t>
            </a:r>
            <a:r>
              <a:rPr lang="en-IN" sz="2000" dirty="0" err="1" smtClean="0"/>
              <a:t>malloc</a:t>
            </a:r>
            <a:endParaRPr lang="en-IN" sz="2000" dirty="0" smtClean="0"/>
          </a:p>
          <a:p>
            <a:pPr lvl="1"/>
            <a:r>
              <a:rPr lang="en-IN" sz="1800" dirty="0" smtClean="0"/>
              <a:t>It neds two arguments as against one argument in </a:t>
            </a:r>
            <a:r>
              <a:rPr lang="en-IN" sz="1800" dirty="0" err="1" smtClean="0"/>
              <a:t>malloc</a:t>
            </a:r>
            <a:r>
              <a:rPr lang="en-IN" sz="1800" dirty="0" smtClean="0"/>
              <a:t>() </a:t>
            </a:r>
            <a:r>
              <a:rPr lang="en-IN" sz="1800" dirty="0" err="1" smtClean="0"/>
              <a:t>fn</a:t>
            </a:r>
            <a:endParaRPr lang="en-IN" sz="1800" dirty="0" smtClean="0"/>
          </a:p>
          <a:p>
            <a:pPr marL="68580" indent="0">
              <a:buNone/>
            </a:pPr>
            <a:r>
              <a:rPr lang="en-IN" sz="2000" b="1" dirty="0" err="1" smtClean="0"/>
              <a:t>Eg</a:t>
            </a:r>
            <a:r>
              <a:rPr lang="en-IN" sz="2000" b="1" dirty="0" smtClean="0"/>
              <a:t>-</a:t>
            </a:r>
          </a:p>
          <a:p>
            <a:pPr marL="68580" indent="0">
              <a:buNone/>
            </a:pPr>
            <a:r>
              <a:rPr lang="en-IN" sz="2000" b="1" dirty="0" smtClean="0"/>
              <a:t>		</a:t>
            </a:r>
            <a:r>
              <a:rPr lang="en-IN" sz="2000" b="1" dirty="0" err="1" smtClean="0"/>
              <a:t>int</a:t>
            </a:r>
            <a:r>
              <a:rPr lang="en-IN" sz="2000" b="1" dirty="0" smtClean="0"/>
              <a:t> *</a:t>
            </a:r>
            <a:r>
              <a:rPr lang="en-IN" sz="2000" b="1" dirty="0" err="1" smtClean="0"/>
              <a:t>ptr</a:t>
            </a:r>
            <a:r>
              <a:rPr lang="en-IN" sz="2000" b="1" dirty="0" smtClean="0"/>
              <a:t>;</a:t>
            </a:r>
          </a:p>
          <a:p>
            <a:pPr marL="68580" indent="0">
              <a:buNone/>
            </a:pPr>
            <a:r>
              <a:rPr lang="en-IN" sz="2000" b="1" dirty="0" smtClean="0"/>
              <a:t>		</a:t>
            </a:r>
            <a:r>
              <a:rPr lang="en-IN" sz="2000" b="1" dirty="0" err="1" smtClean="0"/>
              <a:t>ptr</a:t>
            </a:r>
            <a:r>
              <a:rPr lang="en-IN" sz="2000" b="1" dirty="0" smtClean="0"/>
              <a:t>=(</a:t>
            </a:r>
            <a:r>
              <a:rPr lang="en-IN" sz="2000" b="1" dirty="0" err="1" smtClean="0"/>
              <a:t>int</a:t>
            </a:r>
            <a:r>
              <a:rPr lang="en-IN" sz="2000" b="1" dirty="0" smtClean="0"/>
              <a:t> *)</a:t>
            </a:r>
            <a:r>
              <a:rPr lang="en-IN" sz="2000" b="1" dirty="0" err="1" smtClean="0"/>
              <a:t>calloc</a:t>
            </a:r>
            <a:r>
              <a:rPr lang="en-IN" sz="2000" b="1" dirty="0" smtClean="0"/>
              <a:t>(10,2));</a:t>
            </a:r>
            <a:endParaRPr lang="en-IN" sz="2000" dirty="0" smtClean="0"/>
          </a:p>
          <a:p>
            <a:pPr marL="68580" indent="0">
              <a:buNone/>
            </a:pPr>
            <a:r>
              <a:rPr lang="en-IN" sz="2000" dirty="0" smtClean="0"/>
              <a:t>1</a:t>
            </a:r>
            <a:r>
              <a:rPr lang="en-IN" sz="2000" baseline="30000" dirty="0" smtClean="0"/>
              <a:t>st</a:t>
            </a:r>
            <a:r>
              <a:rPr lang="en-IN" sz="2000" dirty="0" smtClean="0"/>
              <a:t> argument=no of elements</a:t>
            </a:r>
          </a:p>
          <a:p>
            <a:pPr marL="68580" indent="0">
              <a:buNone/>
            </a:pPr>
            <a:r>
              <a:rPr lang="en-IN" sz="2000" dirty="0" smtClean="0"/>
              <a:t>2</a:t>
            </a:r>
            <a:r>
              <a:rPr lang="en-IN" sz="2000" baseline="30000" dirty="0" smtClean="0"/>
              <a:t>nd</a:t>
            </a:r>
            <a:r>
              <a:rPr lang="en-IN" sz="2000" dirty="0" smtClean="0"/>
              <a:t> argument=size of data type in bytes</a:t>
            </a:r>
          </a:p>
          <a:p>
            <a:pPr marL="68580" indent="0">
              <a:buNone/>
            </a:pPr>
            <a:endParaRPr lang="en-IN" sz="2000" dirty="0"/>
          </a:p>
        </p:txBody>
      </p:sp>
      <p:sp>
        <p:nvSpPr>
          <p:cNvPr id="4" name="Date Placeholder 3"/>
          <p:cNvSpPr>
            <a:spLocks noGrp="1"/>
          </p:cNvSpPr>
          <p:nvPr>
            <p:ph type="dt" sz="half" idx="10"/>
          </p:nvPr>
        </p:nvSpPr>
        <p:spPr/>
        <p:txBody>
          <a:bodyPr/>
          <a:lstStyle/>
          <a:p>
            <a:fld id="{DE9616D6-A471-4A45-BDE4-B4D159290D38}"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20</a:t>
            </a:fld>
            <a:endParaRPr lang="en-IN"/>
          </a:p>
        </p:txBody>
      </p:sp>
    </p:spTree>
    <p:extLst>
      <p:ext uri="{BB962C8B-B14F-4D97-AF65-F5344CB8AC3E}">
        <p14:creationId xmlns:p14="http://schemas.microsoft.com/office/powerpoint/2010/main" val="4748960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a:t>c</a:t>
            </a:r>
            <a:r>
              <a:rPr lang="en-IN" sz="3200" b="1" dirty="0" err="1" smtClean="0"/>
              <a:t>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dirty="0" smtClean="0"/>
          </a:p>
          <a:p>
            <a:r>
              <a:rPr lang="en-IN" sz="2000" dirty="0" smtClean="0"/>
              <a:t>Available </a:t>
            </a:r>
            <a:r>
              <a:rPr lang="en-IN" sz="2000" dirty="0"/>
              <a:t>in header file </a:t>
            </a:r>
            <a:r>
              <a:rPr lang="en-IN" sz="2000" dirty="0" err="1"/>
              <a:t>alloc.h</a:t>
            </a:r>
            <a:r>
              <a:rPr lang="en-IN" sz="2000" dirty="0"/>
              <a:t> or </a:t>
            </a:r>
            <a:r>
              <a:rPr lang="en-IN" sz="2000" dirty="0" err="1"/>
              <a:t>stdlib.h</a:t>
            </a:r>
            <a:endParaRPr lang="en-IN" sz="2000" dirty="0"/>
          </a:p>
          <a:p>
            <a:endParaRPr lang="en-IN" sz="2000" dirty="0"/>
          </a:p>
        </p:txBody>
      </p:sp>
      <p:sp>
        <p:nvSpPr>
          <p:cNvPr id="4" name="Date Placeholder 3"/>
          <p:cNvSpPr>
            <a:spLocks noGrp="1"/>
          </p:cNvSpPr>
          <p:nvPr>
            <p:ph type="dt" sz="half" idx="10"/>
          </p:nvPr>
        </p:nvSpPr>
        <p:spPr/>
        <p:txBody>
          <a:bodyPr/>
          <a:lstStyle/>
          <a:p>
            <a:fld id="{DE9616D6-A471-4A45-BDE4-B4D159290D38}"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21</a:t>
            </a:fld>
            <a:endParaRPr lang="en-IN"/>
          </a:p>
        </p:txBody>
      </p:sp>
    </p:spTree>
    <p:extLst>
      <p:ext uri="{BB962C8B-B14F-4D97-AF65-F5344CB8AC3E}">
        <p14:creationId xmlns:p14="http://schemas.microsoft.com/office/powerpoint/2010/main" val="244622392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err="1" smtClean="0"/>
              <a:t>Malloc</a:t>
            </a:r>
            <a:r>
              <a:rPr lang="en-IN" sz="3200" b="1" dirty="0" smtClean="0"/>
              <a:t>() vs </a:t>
            </a:r>
            <a:r>
              <a:rPr lang="en-IN" sz="3200" b="1" dirty="0" err="1" smtClean="0"/>
              <a:t>callloc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pPr marL="68580" indent="0">
              <a:buNone/>
            </a:pPr>
            <a:r>
              <a:rPr lang="en-IN" sz="2000" b="1" dirty="0"/>
              <a:t>Initialization</a:t>
            </a:r>
            <a:r>
              <a:rPr lang="en-IN" sz="2000" b="1" dirty="0" smtClean="0"/>
              <a:t>:</a:t>
            </a:r>
          </a:p>
          <a:p>
            <a:endParaRPr lang="en-IN" sz="2000" dirty="0" smtClean="0"/>
          </a:p>
          <a:p>
            <a:r>
              <a:rPr lang="en-IN" sz="2000" dirty="0" smtClean="0"/>
              <a:t> </a:t>
            </a:r>
            <a:r>
              <a:rPr lang="en-IN" sz="2000" dirty="0" err="1" smtClean="0"/>
              <a:t>malloc</a:t>
            </a:r>
            <a:r>
              <a:rPr lang="en-IN" sz="2000" dirty="0"/>
              <a:t>() doesn’t initialize the allocated memory. </a:t>
            </a:r>
            <a:endParaRPr lang="en-IN" sz="2000" dirty="0" smtClean="0"/>
          </a:p>
          <a:p>
            <a:pPr lvl="1"/>
            <a:r>
              <a:rPr lang="en-IN" sz="1800" dirty="0" smtClean="0"/>
              <a:t>If </a:t>
            </a:r>
            <a:r>
              <a:rPr lang="en-IN" sz="1800" dirty="0"/>
              <a:t>we try to access the content of memory block(before initializing) then we’ll get segmentation fault error(or </a:t>
            </a:r>
            <a:r>
              <a:rPr lang="en-IN" sz="1800" dirty="0" smtClean="0"/>
              <a:t>garbage </a:t>
            </a:r>
            <a:r>
              <a:rPr lang="en-IN" sz="1800" dirty="0"/>
              <a:t>values). </a:t>
            </a:r>
            <a:endParaRPr lang="en-IN" sz="1800" dirty="0" smtClean="0"/>
          </a:p>
          <a:p>
            <a:endParaRPr lang="en-IN" sz="2000" dirty="0" smtClean="0"/>
          </a:p>
          <a:p>
            <a:r>
              <a:rPr lang="en-IN" sz="2000" dirty="0" err="1" smtClean="0"/>
              <a:t>calloc</a:t>
            </a:r>
            <a:r>
              <a:rPr lang="en-IN" sz="2000" dirty="0"/>
              <a:t>() allocates the memory and also initializes the allocated memory block to zero. </a:t>
            </a:r>
            <a:endParaRPr lang="en-IN" sz="2000" dirty="0" smtClean="0"/>
          </a:p>
          <a:p>
            <a:pPr lvl="1"/>
            <a:r>
              <a:rPr lang="en-IN" sz="1800" dirty="0" smtClean="0"/>
              <a:t>If </a:t>
            </a:r>
            <a:r>
              <a:rPr lang="en-IN" sz="1800" dirty="0"/>
              <a:t>we try to access the content of these blocks then we’ll get 0. </a:t>
            </a:r>
          </a:p>
        </p:txBody>
      </p:sp>
      <p:sp>
        <p:nvSpPr>
          <p:cNvPr id="4" name="Date Placeholder 3"/>
          <p:cNvSpPr>
            <a:spLocks noGrp="1"/>
          </p:cNvSpPr>
          <p:nvPr>
            <p:ph type="dt" sz="half" idx="10"/>
          </p:nvPr>
        </p:nvSpPr>
        <p:spPr/>
        <p:txBody>
          <a:bodyPr/>
          <a:lstStyle/>
          <a:p>
            <a:fld id="{DE9616D6-A471-4A45-BDE4-B4D159290D38}"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22</a:t>
            </a:fld>
            <a:endParaRPr lang="en-IN"/>
          </a:p>
        </p:txBody>
      </p:sp>
    </p:spTree>
    <p:extLst>
      <p:ext uri="{BB962C8B-B14F-4D97-AF65-F5344CB8AC3E}">
        <p14:creationId xmlns:p14="http://schemas.microsoft.com/office/powerpoint/2010/main" val="12734728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7024744" cy="529128"/>
          </a:xfrm>
        </p:spPr>
        <p:txBody>
          <a:bodyPr>
            <a:noAutofit/>
          </a:bodyPr>
          <a:lstStyle/>
          <a:p>
            <a:r>
              <a:rPr lang="en-IN" sz="2400" b="1" dirty="0" err="1"/>
              <a:t>Malloc</a:t>
            </a:r>
            <a:r>
              <a:rPr lang="en-IN" sz="2400" b="1" dirty="0"/>
              <a:t>() vs </a:t>
            </a:r>
            <a:r>
              <a:rPr lang="en-IN" sz="2400" b="1" dirty="0" err="1"/>
              <a:t>c</a:t>
            </a:r>
            <a:r>
              <a:rPr lang="en-IN" sz="2400" b="1" dirty="0" err="1" smtClean="0"/>
              <a:t>allloc</a:t>
            </a:r>
            <a:r>
              <a:rPr lang="en-IN" sz="2400" b="1" dirty="0" smtClean="0"/>
              <a:t>() </a:t>
            </a:r>
            <a:r>
              <a:rPr lang="en-IN" sz="2400" b="1" dirty="0" err="1" smtClean="0"/>
              <a:t>fn</a:t>
            </a:r>
            <a:endParaRPr lang="en-IN" sz="2400" b="1" dirty="0"/>
          </a:p>
        </p:txBody>
      </p:sp>
      <p:sp>
        <p:nvSpPr>
          <p:cNvPr id="3" name="Content Placeholder 2"/>
          <p:cNvSpPr>
            <a:spLocks noGrp="1"/>
          </p:cNvSpPr>
          <p:nvPr>
            <p:ph idx="1"/>
          </p:nvPr>
        </p:nvSpPr>
        <p:spPr>
          <a:xfrm>
            <a:off x="827584" y="872716"/>
            <a:ext cx="6777317" cy="5256584"/>
          </a:xfrm>
        </p:spPr>
        <p:txBody>
          <a:bodyPr>
            <a:normAutofit/>
          </a:bodyPr>
          <a:lstStyle/>
          <a:p>
            <a:pPr marL="68580" indent="0">
              <a:buNone/>
            </a:pPr>
            <a:r>
              <a:rPr lang="en-IN" sz="2000" dirty="0" err="1" smtClean="0"/>
              <a:t>Malloc</a:t>
            </a:r>
            <a:endParaRPr lang="en-IN" sz="2000" dirty="0" smtClean="0"/>
          </a:p>
          <a:p>
            <a:r>
              <a:rPr lang="en-IN" sz="2000" dirty="0" smtClean="0"/>
              <a:t>allocate </a:t>
            </a:r>
            <a:r>
              <a:rPr lang="en-IN" sz="2000" dirty="0"/>
              <a:t>a single large block of memory with the specified size. </a:t>
            </a:r>
            <a:endParaRPr lang="en-IN" sz="2000" dirty="0" smtClean="0"/>
          </a:p>
          <a:p>
            <a:pPr marL="68580" indent="0">
              <a:buNone/>
            </a:pPr>
            <a:endParaRPr lang="en-IN" sz="2000" dirty="0" smtClean="0"/>
          </a:p>
          <a:p>
            <a:pPr marL="68580" indent="0">
              <a:buNone/>
            </a:pPr>
            <a:endParaRPr lang="en-IN" sz="2000" dirty="0"/>
          </a:p>
          <a:p>
            <a:pPr marL="68580" indent="0">
              <a:buNone/>
            </a:pPr>
            <a:endParaRPr lang="en-IN" sz="2000" dirty="0" smtClean="0"/>
          </a:p>
          <a:p>
            <a:pPr marL="68580" indent="0">
              <a:buNone/>
            </a:pPr>
            <a:endParaRPr lang="en-IN" sz="2000" dirty="0" smtClean="0"/>
          </a:p>
          <a:p>
            <a:pPr marL="68580" indent="0">
              <a:buNone/>
            </a:pPr>
            <a:r>
              <a:rPr lang="en-IN" sz="2000" dirty="0" err="1" smtClean="0"/>
              <a:t>Calloc</a:t>
            </a:r>
            <a:endParaRPr lang="en-IN" sz="2000" dirty="0" smtClean="0"/>
          </a:p>
          <a:p>
            <a:r>
              <a:rPr lang="en-IN" sz="2000" dirty="0"/>
              <a:t>allocate multiple blocks of memory</a:t>
            </a:r>
          </a:p>
          <a:p>
            <a:r>
              <a:rPr lang="en-IN" sz="2000" dirty="0" smtClean="0"/>
              <a:t>dynamically </a:t>
            </a:r>
            <a:r>
              <a:rPr lang="en-IN" sz="2000" dirty="0"/>
              <a:t>allocate the specified number of blocks of memory of the specified type.</a:t>
            </a:r>
            <a:endParaRPr lang="en-IN" sz="2000" dirty="0" smtClean="0"/>
          </a:p>
          <a:p>
            <a:endParaRPr lang="en-IN" sz="1800" dirty="0"/>
          </a:p>
        </p:txBody>
      </p:sp>
      <p:sp>
        <p:nvSpPr>
          <p:cNvPr id="4" name="Date Placeholder 3"/>
          <p:cNvSpPr>
            <a:spLocks noGrp="1"/>
          </p:cNvSpPr>
          <p:nvPr>
            <p:ph type="dt" sz="half" idx="10"/>
          </p:nvPr>
        </p:nvSpPr>
        <p:spPr/>
        <p:txBody>
          <a:bodyPr/>
          <a:lstStyle/>
          <a:p>
            <a:fld id="{DE9616D6-A471-4A45-BDE4-B4D159290D38}"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23</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916832"/>
            <a:ext cx="7488832" cy="1224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4863430"/>
            <a:ext cx="7488832" cy="15899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09223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free()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r>
              <a:rPr lang="en-IN" sz="2000" dirty="0" smtClean="0"/>
              <a:t>Used to deallocate the previously allocated memory using </a:t>
            </a:r>
            <a:r>
              <a:rPr lang="en-IN" sz="2000" dirty="0" err="1" smtClean="0"/>
              <a:t>malloc</a:t>
            </a:r>
            <a:r>
              <a:rPr lang="en-IN" sz="2000" dirty="0" smtClean="0"/>
              <a:t> or </a:t>
            </a:r>
            <a:r>
              <a:rPr lang="en-IN" sz="2000" dirty="0" err="1" smtClean="0"/>
              <a:t>calloc</a:t>
            </a:r>
            <a:r>
              <a:rPr lang="en-IN" sz="2000" dirty="0" smtClean="0"/>
              <a:t>() </a:t>
            </a:r>
            <a:r>
              <a:rPr lang="en-IN" sz="2000" dirty="0" err="1" smtClean="0"/>
              <a:t>fn</a:t>
            </a:r>
            <a:endParaRPr lang="en-IN" sz="2000" dirty="0" smtClean="0"/>
          </a:p>
          <a:p>
            <a:endParaRPr lang="en-IN" sz="2000" b="1" dirty="0" smtClean="0"/>
          </a:p>
          <a:p>
            <a:r>
              <a:rPr lang="en-IN" sz="2000" b="1" dirty="0" smtClean="0"/>
              <a:t>Syntax-</a:t>
            </a:r>
          </a:p>
          <a:p>
            <a:pPr marL="68580" indent="0">
              <a:buNone/>
            </a:pPr>
            <a:r>
              <a:rPr lang="en-IN" sz="2000" b="1" dirty="0" smtClean="0"/>
              <a:t> 		free(</a:t>
            </a:r>
            <a:r>
              <a:rPr lang="en-IN" sz="2000" b="1" dirty="0" err="1" smtClean="0"/>
              <a:t>ptr_var</a:t>
            </a:r>
            <a:r>
              <a:rPr lang="en-IN" sz="2000" b="1" dirty="0" smtClean="0"/>
              <a:t>);</a:t>
            </a:r>
          </a:p>
          <a:p>
            <a:endParaRPr lang="en-IN" sz="1800" dirty="0" smtClean="0"/>
          </a:p>
          <a:p>
            <a:r>
              <a:rPr lang="en-IN" sz="1800" dirty="0" err="1" smtClean="0"/>
              <a:t>ptr_var</a:t>
            </a:r>
            <a:r>
              <a:rPr lang="en-IN" sz="1800" dirty="0" smtClean="0"/>
              <a:t> is the pointer in which the address of the allocated  memory block is assigned.</a:t>
            </a:r>
          </a:p>
          <a:p>
            <a:endParaRPr lang="en-IN" sz="1800" dirty="0" smtClean="0"/>
          </a:p>
          <a:p>
            <a:r>
              <a:rPr lang="en-IN" sz="1800" dirty="0" smtClean="0"/>
              <a:t>Returns the allocated memory to the system RAM..</a:t>
            </a:r>
          </a:p>
        </p:txBody>
      </p:sp>
      <p:sp>
        <p:nvSpPr>
          <p:cNvPr id="4" name="Date Placeholder 3"/>
          <p:cNvSpPr>
            <a:spLocks noGrp="1"/>
          </p:cNvSpPr>
          <p:nvPr>
            <p:ph type="dt" sz="half" idx="10"/>
          </p:nvPr>
        </p:nvSpPr>
        <p:spPr/>
        <p:txBody>
          <a:bodyPr/>
          <a:lstStyle/>
          <a:p>
            <a:fld id="{8FBED48A-14B0-4AE2-9544-3E8ACAFA6052}"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24</a:t>
            </a:fld>
            <a:endParaRPr lang="en-IN"/>
          </a:p>
        </p:txBody>
      </p:sp>
    </p:spTree>
    <p:extLst>
      <p:ext uri="{BB962C8B-B14F-4D97-AF65-F5344CB8AC3E}">
        <p14:creationId xmlns:p14="http://schemas.microsoft.com/office/powerpoint/2010/main" val="7328166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25</a:t>
            </a:fld>
            <a:endParaRPr lang="en-IN"/>
          </a:p>
        </p:txBody>
      </p:sp>
      <p:sp>
        <p:nvSpPr>
          <p:cNvPr id="7" name="Title 1"/>
          <p:cNvSpPr txBox="1">
            <a:spLocks/>
          </p:cNvSpPr>
          <p:nvPr/>
        </p:nvSpPr>
        <p:spPr>
          <a:xfrm>
            <a:off x="611560" y="620688"/>
            <a:ext cx="7024744" cy="745152"/>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1" smtClean="0"/>
              <a:t>What happens when you don’t free memory after using malloc()</a:t>
            </a:r>
            <a:endParaRPr lang="en-IN" sz="2000" dirty="0"/>
          </a:p>
        </p:txBody>
      </p:sp>
      <p:sp>
        <p:nvSpPr>
          <p:cNvPr id="2" name="Content Placeholder 1"/>
          <p:cNvSpPr>
            <a:spLocks noGrp="1"/>
          </p:cNvSpPr>
          <p:nvPr>
            <p:ph idx="1"/>
          </p:nvPr>
        </p:nvSpPr>
        <p:spPr/>
        <p:txBody>
          <a:bodyPr/>
          <a:lstStyle/>
          <a:p>
            <a:endParaRPr lang="en-IN"/>
          </a:p>
        </p:txBody>
      </p:sp>
    </p:spTree>
    <p:extLst>
      <p:ext uri="{BB962C8B-B14F-4D97-AF65-F5344CB8AC3E}">
        <p14:creationId xmlns:p14="http://schemas.microsoft.com/office/powerpoint/2010/main" val="26313114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1628800"/>
            <a:ext cx="6777317" cy="4203829"/>
          </a:xfrm>
        </p:spPr>
        <p:txBody>
          <a:bodyPr>
            <a:normAutofit/>
          </a:bodyPr>
          <a:lstStyle/>
          <a:p>
            <a:r>
              <a:rPr lang="en-IN" sz="1800" dirty="0" smtClean="0"/>
              <a:t>The memory allocated </a:t>
            </a:r>
            <a:r>
              <a:rPr lang="en-IN" sz="1800" dirty="0"/>
              <a:t>using </a:t>
            </a:r>
            <a:r>
              <a:rPr lang="en-IN" sz="1800" dirty="0" err="1"/>
              <a:t>malloc</a:t>
            </a:r>
            <a:r>
              <a:rPr lang="en-IN" sz="1800" dirty="0"/>
              <a:t>() is not de-allocated on its own. </a:t>
            </a:r>
            <a:endParaRPr lang="en-IN" sz="1800" dirty="0" smtClean="0"/>
          </a:p>
          <a:p>
            <a:endParaRPr lang="en-IN" sz="1800" dirty="0" smtClean="0"/>
          </a:p>
          <a:p>
            <a:r>
              <a:rPr lang="en-IN" sz="1800" dirty="0" smtClean="0"/>
              <a:t>So</a:t>
            </a:r>
            <a:r>
              <a:rPr lang="en-IN" sz="1800" dirty="0"/>
              <a:t>, “free()” method is used to de-allocate the memory. </a:t>
            </a:r>
            <a:endParaRPr lang="en-IN" sz="1800" dirty="0" smtClean="0"/>
          </a:p>
          <a:p>
            <a:endParaRPr lang="en-IN" sz="1800" dirty="0" smtClean="0"/>
          </a:p>
          <a:p>
            <a:r>
              <a:rPr lang="en-IN" sz="1800" dirty="0" smtClean="0"/>
              <a:t>But </a:t>
            </a:r>
            <a:r>
              <a:rPr lang="en-IN" sz="1800" dirty="0"/>
              <a:t>the free() method is not compulsory to use. </a:t>
            </a:r>
            <a:endParaRPr lang="en-IN" sz="1800" dirty="0" smtClean="0"/>
          </a:p>
          <a:p>
            <a:endParaRPr lang="en-IN" sz="1800" dirty="0" smtClean="0"/>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26</a:t>
            </a:fld>
            <a:endParaRPr lang="en-IN"/>
          </a:p>
        </p:txBody>
      </p:sp>
      <p:sp>
        <p:nvSpPr>
          <p:cNvPr id="7" name="Title 1"/>
          <p:cNvSpPr txBox="1">
            <a:spLocks/>
          </p:cNvSpPr>
          <p:nvPr/>
        </p:nvSpPr>
        <p:spPr>
          <a:xfrm>
            <a:off x="611560" y="620688"/>
            <a:ext cx="7024744" cy="745152"/>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1" smtClean="0"/>
              <a:t>What happens when you don’t free memory after using malloc()</a:t>
            </a:r>
            <a:endParaRPr lang="en-IN" sz="2000" dirty="0"/>
          </a:p>
        </p:txBody>
      </p:sp>
    </p:spTree>
    <p:extLst>
      <p:ext uri="{BB962C8B-B14F-4D97-AF65-F5344CB8AC3E}">
        <p14:creationId xmlns:p14="http://schemas.microsoft.com/office/powerpoint/2010/main" val="26934592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1628800"/>
            <a:ext cx="6777317" cy="4203829"/>
          </a:xfrm>
        </p:spPr>
        <p:txBody>
          <a:bodyPr>
            <a:normAutofit/>
          </a:bodyPr>
          <a:lstStyle/>
          <a:p>
            <a:r>
              <a:rPr lang="en-IN" sz="2000" dirty="0" smtClean="0"/>
              <a:t>If </a:t>
            </a:r>
            <a:r>
              <a:rPr lang="en-IN" sz="2000" dirty="0"/>
              <a:t>free() is not used in a program </a:t>
            </a:r>
            <a:endParaRPr lang="en-IN" sz="2000" dirty="0" smtClean="0"/>
          </a:p>
          <a:p>
            <a:pPr lvl="1"/>
            <a:r>
              <a:rPr lang="en-IN" sz="2000" dirty="0" smtClean="0"/>
              <a:t>the </a:t>
            </a:r>
            <a:r>
              <a:rPr lang="en-IN" sz="2000" dirty="0"/>
              <a:t>memory allocated using </a:t>
            </a:r>
            <a:r>
              <a:rPr lang="en-IN" sz="2000" dirty="0" err="1"/>
              <a:t>malloc</a:t>
            </a:r>
            <a:r>
              <a:rPr lang="en-IN" sz="2000" dirty="0"/>
              <a:t>() will be de-allocated </a:t>
            </a:r>
            <a:endParaRPr lang="en-IN" sz="2000" dirty="0" smtClean="0"/>
          </a:p>
          <a:p>
            <a:pPr lvl="1"/>
            <a:r>
              <a:rPr lang="en-IN" sz="2000" dirty="0" smtClean="0"/>
              <a:t>after </a:t>
            </a:r>
            <a:r>
              <a:rPr lang="en-IN" sz="2000" dirty="0"/>
              <a:t>completion of the execution of the program </a:t>
            </a:r>
            <a:endParaRPr lang="en-IN" sz="2000" dirty="0" smtClean="0"/>
          </a:p>
          <a:p>
            <a:pPr lvl="1"/>
            <a:r>
              <a:rPr lang="en-IN" sz="2000" dirty="0" smtClean="0"/>
              <a:t>(</a:t>
            </a:r>
            <a:r>
              <a:rPr lang="en-IN" sz="2000" dirty="0"/>
              <a:t>included program execution time is relatively small and the program ends normally). </a:t>
            </a:r>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27</a:t>
            </a:fld>
            <a:endParaRPr lang="en-IN"/>
          </a:p>
        </p:txBody>
      </p:sp>
      <p:sp>
        <p:nvSpPr>
          <p:cNvPr id="7" name="Title 1"/>
          <p:cNvSpPr txBox="1">
            <a:spLocks/>
          </p:cNvSpPr>
          <p:nvPr/>
        </p:nvSpPr>
        <p:spPr>
          <a:xfrm>
            <a:off x="611560" y="620688"/>
            <a:ext cx="7024744" cy="745152"/>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1" smtClean="0"/>
              <a:t>What happens when you don’t free memory after using malloc()</a:t>
            </a:r>
            <a:endParaRPr lang="en-IN" sz="2000" dirty="0"/>
          </a:p>
        </p:txBody>
      </p:sp>
    </p:spTree>
    <p:extLst>
      <p:ext uri="{BB962C8B-B14F-4D97-AF65-F5344CB8AC3E}">
        <p14:creationId xmlns:p14="http://schemas.microsoft.com/office/powerpoint/2010/main" val="32027390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620688"/>
            <a:ext cx="7024744" cy="745152"/>
          </a:xfrm>
        </p:spPr>
        <p:txBody>
          <a:bodyPr>
            <a:noAutofit/>
          </a:bodyPr>
          <a:lstStyle/>
          <a:p>
            <a:r>
              <a:rPr lang="en-IN" sz="2000" b="1" dirty="0" smtClean="0"/>
              <a:t>What </a:t>
            </a:r>
            <a:r>
              <a:rPr lang="en-IN" sz="2000" b="1" dirty="0"/>
              <a:t>happens when you don’t free memory after using </a:t>
            </a:r>
            <a:r>
              <a:rPr lang="en-IN" sz="2000" b="1" dirty="0" err="1"/>
              <a:t>malloc</a:t>
            </a:r>
            <a:r>
              <a:rPr lang="en-IN" sz="2000" b="1" dirty="0" smtClean="0"/>
              <a:t>()</a:t>
            </a:r>
            <a:endParaRPr lang="en-IN" sz="2000" dirty="0"/>
          </a:p>
        </p:txBody>
      </p:sp>
      <p:sp>
        <p:nvSpPr>
          <p:cNvPr id="3" name="Content Placeholder 2"/>
          <p:cNvSpPr>
            <a:spLocks noGrp="1"/>
          </p:cNvSpPr>
          <p:nvPr>
            <p:ph idx="1"/>
          </p:nvPr>
        </p:nvSpPr>
        <p:spPr>
          <a:xfrm>
            <a:off x="899592" y="1484784"/>
            <a:ext cx="6777317" cy="3508977"/>
          </a:xfrm>
        </p:spPr>
        <p:txBody>
          <a:bodyPr>
            <a:noAutofit/>
          </a:bodyPr>
          <a:lstStyle/>
          <a:p>
            <a:r>
              <a:rPr lang="en-IN" sz="1800" dirty="0" smtClean="0"/>
              <a:t>Still, there are some important reasons to free() after using </a:t>
            </a:r>
            <a:r>
              <a:rPr lang="en-IN" sz="1800" dirty="0" err="1" smtClean="0"/>
              <a:t>malloc</a:t>
            </a:r>
            <a:r>
              <a:rPr lang="en-IN" sz="1800" dirty="0" smtClean="0"/>
              <a:t>():</a:t>
            </a:r>
          </a:p>
          <a:p>
            <a:endParaRPr lang="en-IN" sz="1800" dirty="0" smtClean="0"/>
          </a:p>
          <a:p>
            <a:pPr marL="708660" lvl="1" indent="-342900">
              <a:buFont typeface="+mj-lt"/>
              <a:buAutoNum type="arabicParenR"/>
            </a:pPr>
            <a:r>
              <a:rPr lang="en-IN" sz="1800" b="1" dirty="0" smtClean="0"/>
              <a:t>Use of free after </a:t>
            </a:r>
            <a:r>
              <a:rPr lang="en-IN" sz="1800" b="1" dirty="0" err="1" smtClean="0"/>
              <a:t>malloc</a:t>
            </a:r>
            <a:r>
              <a:rPr lang="en-IN" sz="1800" b="1" dirty="0" smtClean="0"/>
              <a:t> is a good practice of programming.</a:t>
            </a:r>
          </a:p>
          <a:p>
            <a:pPr marL="708660" lvl="1" indent="-342900">
              <a:buFont typeface="+mj-lt"/>
              <a:buAutoNum type="arabicParenR"/>
            </a:pPr>
            <a:r>
              <a:rPr lang="en-IN" sz="1800" b="1" dirty="0" smtClean="0"/>
              <a:t>There are some programs like a digital clock, a listener that runs in the background for a long time and there are also such programs which allocate memory periodically. </a:t>
            </a:r>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28</a:t>
            </a:fld>
            <a:endParaRPr lang="en-IN"/>
          </a:p>
        </p:txBody>
      </p:sp>
    </p:spTree>
    <p:extLst>
      <p:ext uri="{BB962C8B-B14F-4D97-AF65-F5344CB8AC3E}">
        <p14:creationId xmlns:p14="http://schemas.microsoft.com/office/powerpoint/2010/main" val="292769955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620688"/>
            <a:ext cx="7024744" cy="745152"/>
          </a:xfrm>
        </p:spPr>
        <p:txBody>
          <a:bodyPr>
            <a:noAutofit/>
          </a:bodyPr>
          <a:lstStyle/>
          <a:p>
            <a:r>
              <a:rPr lang="en-IN" sz="2000" b="1" dirty="0" smtClean="0"/>
              <a:t>What </a:t>
            </a:r>
            <a:r>
              <a:rPr lang="en-IN" sz="2000" b="1" dirty="0"/>
              <a:t>happens when you don’t free memory after using </a:t>
            </a:r>
            <a:r>
              <a:rPr lang="en-IN" sz="2000" b="1" dirty="0" err="1"/>
              <a:t>malloc</a:t>
            </a:r>
            <a:r>
              <a:rPr lang="en-IN" sz="2000" b="1" dirty="0" smtClean="0"/>
              <a:t>()</a:t>
            </a:r>
            <a:endParaRPr lang="en-IN" sz="2000" dirty="0"/>
          </a:p>
        </p:txBody>
      </p:sp>
      <p:sp>
        <p:nvSpPr>
          <p:cNvPr id="3" name="Content Placeholder 2"/>
          <p:cNvSpPr>
            <a:spLocks noGrp="1"/>
          </p:cNvSpPr>
          <p:nvPr>
            <p:ph idx="1"/>
          </p:nvPr>
        </p:nvSpPr>
        <p:spPr>
          <a:xfrm>
            <a:off x="899592" y="1484784"/>
            <a:ext cx="6777317" cy="3508977"/>
          </a:xfrm>
        </p:spPr>
        <p:txBody>
          <a:bodyPr>
            <a:noAutofit/>
          </a:bodyPr>
          <a:lstStyle/>
          <a:p>
            <a:r>
              <a:rPr lang="en-IN" sz="1800" dirty="0" smtClean="0"/>
              <a:t>Still, there are some important reasons to free() after using </a:t>
            </a:r>
            <a:r>
              <a:rPr lang="en-IN" sz="1800" dirty="0" err="1" smtClean="0"/>
              <a:t>malloc</a:t>
            </a:r>
            <a:r>
              <a:rPr lang="en-IN" sz="1800" dirty="0" smtClean="0"/>
              <a:t>():</a:t>
            </a:r>
          </a:p>
          <a:p>
            <a:endParaRPr lang="en-IN" sz="1800" dirty="0" smtClean="0"/>
          </a:p>
          <a:p>
            <a:pPr lvl="1"/>
            <a:r>
              <a:rPr lang="en-IN" sz="1800" dirty="0" smtClean="0"/>
              <a:t>In these cases, even small chunks of storage add up and create a problem. </a:t>
            </a:r>
          </a:p>
          <a:p>
            <a:pPr lvl="1"/>
            <a:r>
              <a:rPr lang="en-IN" sz="1800" dirty="0" smtClean="0"/>
              <a:t>Thus our usable space decreases. </a:t>
            </a:r>
          </a:p>
          <a:p>
            <a:pPr lvl="1"/>
            <a:r>
              <a:rPr lang="en-IN" sz="1800" b="1" dirty="0" smtClean="0"/>
              <a:t>This is also called “memory leak”. </a:t>
            </a:r>
          </a:p>
          <a:p>
            <a:pPr lvl="1"/>
            <a:r>
              <a:rPr lang="en-IN" sz="1800" dirty="0" smtClean="0"/>
              <a:t>It may also happen that our system goes out of memory if the de-allocation of memory does not take place at the right time.</a:t>
            </a:r>
          </a:p>
          <a:p>
            <a:endParaRPr lang="en-IN" sz="2000" dirty="0"/>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dirty="0" err="1" smtClean="0"/>
              <a:t>Prof.</a:t>
            </a:r>
            <a:r>
              <a:rPr lang="en-IN" dirty="0" smtClean="0"/>
              <a:t> Shweta Dhawan Chachra</a:t>
            </a:r>
            <a:endParaRPr lang="en-IN" dirty="0"/>
          </a:p>
        </p:txBody>
      </p:sp>
      <p:sp>
        <p:nvSpPr>
          <p:cNvPr id="6" name="Slide Number Placeholder 5"/>
          <p:cNvSpPr>
            <a:spLocks noGrp="1"/>
          </p:cNvSpPr>
          <p:nvPr>
            <p:ph type="sldNum" sz="quarter" idx="12"/>
          </p:nvPr>
        </p:nvSpPr>
        <p:spPr/>
        <p:txBody>
          <a:bodyPr/>
          <a:lstStyle/>
          <a:p>
            <a:fld id="{91FA414A-FC3B-4762-BF9B-190CEE0147BD}" type="slidenum">
              <a:rPr lang="en-IN" smtClean="0"/>
              <a:t>29</a:t>
            </a:fld>
            <a:endParaRPr lang="en-IN"/>
          </a:p>
        </p:txBody>
      </p:sp>
    </p:spTree>
    <p:extLst>
      <p:ext uri="{BB962C8B-B14F-4D97-AF65-F5344CB8AC3E}">
        <p14:creationId xmlns:p14="http://schemas.microsoft.com/office/powerpoint/2010/main" val="33359897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385112"/>
          </a:xfrm>
        </p:spPr>
        <p:txBody>
          <a:bodyPr>
            <a:noAutofit/>
          </a:bodyPr>
          <a:lstStyle/>
          <a:p>
            <a:r>
              <a:rPr lang="en-IN" sz="2400" b="1" dirty="0" smtClean="0"/>
              <a:t>Memory Leak ?</a:t>
            </a:r>
            <a:endParaRPr lang="en-IN" sz="2400" b="1" dirty="0"/>
          </a:p>
        </p:txBody>
      </p:sp>
      <p:sp>
        <p:nvSpPr>
          <p:cNvPr id="3" name="Content Placeholder 2"/>
          <p:cNvSpPr>
            <a:spLocks noGrp="1"/>
          </p:cNvSpPr>
          <p:nvPr>
            <p:ph idx="1"/>
          </p:nvPr>
        </p:nvSpPr>
        <p:spPr/>
        <p:txBody>
          <a:bodyPr>
            <a:normAutofit/>
          </a:bodyPr>
          <a:lstStyle/>
          <a:p>
            <a:r>
              <a:rPr lang="en-IN" sz="1800" b="1" dirty="0" smtClean="0"/>
              <a:t>A </a:t>
            </a:r>
            <a:r>
              <a:rPr lang="en-IN" sz="1800" b="1" dirty="0"/>
              <a:t>memory leak is a type of resource leak </a:t>
            </a:r>
            <a:endParaRPr lang="en-IN" sz="1800" b="1" dirty="0" smtClean="0"/>
          </a:p>
          <a:p>
            <a:r>
              <a:rPr lang="en-IN" sz="1800" b="1" dirty="0" smtClean="0"/>
              <a:t>that </a:t>
            </a:r>
            <a:r>
              <a:rPr lang="en-IN" sz="1800" b="1" dirty="0"/>
              <a:t>occurs when a computer program incorrectly manages memory </a:t>
            </a:r>
            <a:r>
              <a:rPr lang="en-IN" sz="1800" b="1" dirty="0" smtClean="0"/>
              <a:t>allocations </a:t>
            </a:r>
          </a:p>
          <a:p>
            <a:r>
              <a:rPr lang="en-IN" sz="1800" b="1" dirty="0" smtClean="0"/>
              <a:t>in </a:t>
            </a:r>
            <a:r>
              <a:rPr lang="en-IN" sz="1800" b="1" dirty="0"/>
              <a:t>a way that memory which is no longer needed is not released</a:t>
            </a:r>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30</a:t>
            </a:fld>
            <a:endParaRPr lang="en-IN"/>
          </a:p>
        </p:txBody>
      </p:sp>
    </p:spTree>
    <p:extLst>
      <p:ext uri="{BB962C8B-B14F-4D97-AF65-F5344CB8AC3E}">
        <p14:creationId xmlns:p14="http://schemas.microsoft.com/office/powerpoint/2010/main" val="9084036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realloc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r>
              <a:rPr lang="en-IN" sz="2000" dirty="0" smtClean="0"/>
              <a:t>To resize the size of memory block, which is already allocated using </a:t>
            </a:r>
            <a:r>
              <a:rPr lang="en-IN" sz="2000" dirty="0" err="1" smtClean="0"/>
              <a:t>malloc</a:t>
            </a:r>
            <a:r>
              <a:rPr lang="en-IN" sz="2000" dirty="0" smtClean="0"/>
              <a:t>.</a:t>
            </a:r>
          </a:p>
          <a:p>
            <a:endParaRPr lang="en-IN" sz="2000" dirty="0"/>
          </a:p>
          <a:p>
            <a:r>
              <a:rPr lang="en-IN" sz="2000" dirty="0" smtClean="0"/>
              <a:t>Used in two situations:</a:t>
            </a:r>
          </a:p>
          <a:p>
            <a:pPr lvl="1"/>
            <a:r>
              <a:rPr lang="en-IN" sz="1800" b="1" dirty="0" smtClean="0"/>
              <a:t>If the allocated memory is insufficient for current application</a:t>
            </a:r>
          </a:p>
          <a:p>
            <a:pPr lvl="1"/>
            <a:r>
              <a:rPr lang="en-IN" sz="1800" b="1" dirty="0" smtClean="0"/>
              <a:t>If the allocated memory is much more than what is required by the current application</a:t>
            </a:r>
          </a:p>
          <a:p>
            <a:endParaRPr lang="en-IN" sz="1800" b="1" dirty="0" smtClean="0"/>
          </a:p>
        </p:txBody>
      </p:sp>
      <p:sp>
        <p:nvSpPr>
          <p:cNvPr id="4" name="Date Placeholder 3"/>
          <p:cNvSpPr>
            <a:spLocks noGrp="1"/>
          </p:cNvSpPr>
          <p:nvPr>
            <p:ph type="dt" sz="half" idx="10"/>
          </p:nvPr>
        </p:nvSpPr>
        <p:spPr/>
        <p:txBody>
          <a:bodyPr/>
          <a:lstStyle/>
          <a:p>
            <a:fld id="{BDFEA1E4-D70E-43AF-A439-1512C31A5D87}"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31</a:t>
            </a:fld>
            <a:endParaRPr lang="en-IN"/>
          </a:p>
        </p:txBody>
      </p:sp>
    </p:spTree>
    <p:extLst>
      <p:ext uri="{BB962C8B-B14F-4D97-AF65-F5344CB8AC3E}">
        <p14:creationId xmlns:p14="http://schemas.microsoft.com/office/powerpoint/2010/main" val="27029296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realloc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r>
              <a:rPr lang="en-IN" sz="2000" dirty="0" smtClean="0"/>
              <a:t>Syntax-</a:t>
            </a:r>
          </a:p>
          <a:p>
            <a:pPr marL="68580" indent="0">
              <a:buNone/>
            </a:pPr>
            <a:r>
              <a:rPr lang="en-IN" sz="2000" dirty="0" smtClean="0"/>
              <a:t>            </a:t>
            </a:r>
            <a:r>
              <a:rPr lang="en-IN" sz="2000" b="1" dirty="0" err="1" smtClean="0"/>
              <a:t>ptr_var</a:t>
            </a:r>
            <a:r>
              <a:rPr lang="en-IN" sz="2000" b="1" dirty="0" smtClean="0"/>
              <a:t>=</a:t>
            </a:r>
            <a:r>
              <a:rPr lang="en-IN" sz="2000" b="1" dirty="0" err="1" smtClean="0"/>
              <a:t>realloc</a:t>
            </a:r>
            <a:r>
              <a:rPr lang="en-IN" sz="2000" b="1" dirty="0" smtClean="0"/>
              <a:t>(</a:t>
            </a:r>
            <a:r>
              <a:rPr lang="en-IN" sz="2000" b="1" dirty="0" err="1" smtClean="0"/>
              <a:t>ptr_var,new_size</a:t>
            </a:r>
            <a:r>
              <a:rPr lang="en-IN" sz="2000" b="1" dirty="0" smtClean="0"/>
              <a:t>);</a:t>
            </a:r>
          </a:p>
          <a:p>
            <a:endParaRPr lang="en-IN" sz="1800" dirty="0" smtClean="0"/>
          </a:p>
          <a:p>
            <a:r>
              <a:rPr lang="en-IN" sz="1800" dirty="0" err="1" smtClean="0"/>
              <a:t>ptr_var</a:t>
            </a:r>
            <a:r>
              <a:rPr lang="en-IN" sz="1800" dirty="0" smtClean="0"/>
              <a:t> is the pointer holding the starting address of already allocated memory block.</a:t>
            </a:r>
          </a:p>
          <a:p>
            <a:endParaRPr lang="en-IN" sz="1800" dirty="0"/>
          </a:p>
          <a:p>
            <a:r>
              <a:rPr lang="en-IN" sz="1800" dirty="0" smtClean="0"/>
              <a:t>Available in header file&lt;</a:t>
            </a:r>
            <a:r>
              <a:rPr lang="en-IN" sz="1800" dirty="0" err="1" smtClean="0"/>
              <a:t>stdlib.h</a:t>
            </a:r>
            <a:r>
              <a:rPr lang="en-IN" sz="1800" dirty="0" smtClean="0"/>
              <a:t>&gt;</a:t>
            </a:r>
          </a:p>
          <a:p>
            <a:endParaRPr lang="en-IN" sz="1800" b="1" dirty="0"/>
          </a:p>
          <a:p>
            <a:r>
              <a:rPr lang="en-IN" sz="1800" b="1" dirty="0" smtClean="0"/>
              <a:t>Can resize memory allocated previously through </a:t>
            </a:r>
            <a:r>
              <a:rPr lang="en-IN" sz="1800" b="1" dirty="0" err="1" smtClean="0"/>
              <a:t>malloc</a:t>
            </a:r>
            <a:r>
              <a:rPr lang="en-IN" sz="1800" b="1" dirty="0" smtClean="0"/>
              <a:t>/</a:t>
            </a:r>
            <a:r>
              <a:rPr lang="en-IN" sz="1800" b="1" dirty="0" err="1" smtClean="0"/>
              <a:t>calloc</a:t>
            </a:r>
            <a:r>
              <a:rPr lang="en-IN" sz="1800" b="1" dirty="0" smtClean="0"/>
              <a:t> only.</a:t>
            </a:r>
          </a:p>
        </p:txBody>
      </p:sp>
      <p:sp>
        <p:nvSpPr>
          <p:cNvPr id="4" name="Date Placeholder 3"/>
          <p:cNvSpPr>
            <a:spLocks noGrp="1"/>
          </p:cNvSpPr>
          <p:nvPr>
            <p:ph type="dt" sz="half" idx="10"/>
          </p:nvPr>
        </p:nvSpPr>
        <p:spPr/>
        <p:txBody>
          <a:bodyPr/>
          <a:lstStyle/>
          <a:p>
            <a:fld id="{6ABB7E53-7851-4A5A-8B01-BDA6C1670481}"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32</a:t>
            </a:fld>
            <a:endParaRPr lang="en-IN"/>
          </a:p>
        </p:txBody>
      </p:sp>
    </p:spTree>
    <p:extLst>
      <p:ext uri="{BB962C8B-B14F-4D97-AF65-F5344CB8AC3E}">
        <p14:creationId xmlns:p14="http://schemas.microsoft.com/office/powerpoint/2010/main" val="19928533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33</a:t>
            </a:fld>
            <a:endParaRPr lang="en-IN"/>
          </a:p>
        </p:txBody>
      </p:sp>
      <p:sp>
        <p:nvSpPr>
          <p:cNvPr id="3" name="Content Placeholder 2"/>
          <p:cNvSpPr>
            <a:spLocks noGrp="1"/>
          </p:cNvSpPr>
          <p:nvPr>
            <p:ph sz="quarter" idx="13"/>
          </p:nvPr>
        </p:nvSpPr>
        <p:spPr>
          <a:xfrm>
            <a:off x="611560" y="1052736"/>
            <a:ext cx="7920880" cy="5328592"/>
          </a:xfrm>
        </p:spPr>
        <p:txBody>
          <a:bodyPr>
            <a:normAutofit fontScale="85000" lnSpcReduction="20000"/>
          </a:bodyPr>
          <a:lstStyle/>
          <a:p>
            <a:pPr marL="68580" indent="0">
              <a:buNone/>
            </a:pPr>
            <a:r>
              <a:rPr lang="en-IN" b="1" dirty="0"/>
              <a:t>#include &lt;</a:t>
            </a:r>
            <a:r>
              <a:rPr lang="en-IN" b="1" dirty="0" err="1"/>
              <a:t>stdio.h</a:t>
            </a:r>
            <a:r>
              <a:rPr lang="en-IN" b="1" dirty="0"/>
              <a:t>&gt;</a:t>
            </a:r>
          </a:p>
          <a:p>
            <a:pPr marL="68580" indent="0">
              <a:buNone/>
            </a:pPr>
            <a:r>
              <a:rPr lang="en-IN" b="1" dirty="0"/>
              <a:t>#include &lt;</a:t>
            </a:r>
            <a:r>
              <a:rPr lang="en-IN" b="1" dirty="0" err="1"/>
              <a:t>string.h</a:t>
            </a:r>
            <a:r>
              <a:rPr lang="en-IN" b="1" dirty="0"/>
              <a:t>&gt;</a:t>
            </a:r>
          </a:p>
          <a:p>
            <a:pPr marL="68580" indent="0">
              <a:buNone/>
            </a:pPr>
            <a:r>
              <a:rPr lang="en-IN" b="1" dirty="0"/>
              <a:t>#include &lt;</a:t>
            </a:r>
            <a:r>
              <a:rPr lang="en-IN" b="1" dirty="0" err="1"/>
              <a:t>stdlib.h</a:t>
            </a:r>
            <a:r>
              <a:rPr lang="en-IN" b="1" dirty="0"/>
              <a:t>&gt;</a:t>
            </a:r>
          </a:p>
          <a:p>
            <a:pPr marL="68580" indent="0">
              <a:buNone/>
            </a:pPr>
            <a:r>
              <a:rPr lang="en-IN" b="1" dirty="0"/>
              <a:t> </a:t>
            </a:r>
          </a:p>
          <a:p>
            <a:pPr marL="68580" indent="0">
              <a:buNone/>
            </a:pPr>
            <a:r>
              <a:rPr lang="en-IN" b="1" dirty="0" err="1"/>
              <a:t>int</a:t>
            </a:r>
            <a:r>
              <a:rPr lang="en-IN" b="1" dirty="0"/>
              <a:t> main()</a:t>
            </a:r>
          </a:p>
          <a:p>
            <a:pPr marL="68580" indent="0">
              <a:buNone/>
            </a:pPr>
            <a:r>
              <a:rPr lang="en-IN" b="1" dirty="0"/>
              <a:t>{</a:t>
            </a:r>
          </a:p>
          <a:p>
            <a:pPr marL="68580" indent="0">
              <a:buNone/>
            </a:pPr>
            <a:r>
              <a:rPr lang="en-IN" b="1" dirty="0"/>
              <a:t>    char *</a:t>
            </a:r>
            <a:r>
              <a:rPr lang="en-IN" b="1" dirty="0" err="1"/>
              <a:t>mem_allocation</a:t>
            </a:r>
            <a:r>
              <a:rPr lang="en-IN" b="1" dirty="0"/>
              <a:t>;</a:t>
            </a:r>
          </a:p>
          <a:p>
            <a:pPr marL="68580" indent="0">
              <a:buNone/>
            </a:pPr>
            <a:r>
              <a:rPr lang="en-IN" b="1" dirty="0"/>
              <a:t>    </a:t>
            </a:r>
            <a:r>
              <a:rPr lang="en-IN" b="1" dirty="0" err="1" smtClean="0"/>
              <a:t>mem_allocation</a:t>
            </a:r>
            <a:r>
              <a:rPr lang="en-IN" b="1" dirty="0" smtClean="0"/>
              <a:t> </a:t>
            </a:r>
            <a:r>
              <a:rPr lang="en-IN" b="1" dirty="0"/>
              <a:t>= </a:t>
            </a:r>
            <a:r>
              <a:rPr lang="en-IN" b="1" dirty="0" smtClean="0"/>
              <a:t>(char *) </a:t>
            </a:r>
            <a:r>
              <a:rPr lang="en-IN" b="1" dirty="0" err="1" smtClean="0"/>
              <a:t>malloc</a:t>
            </a:r>
            <a:r>
              <a:rPr lang="en-IN" b="1" dirty="0"/>
              <a:t>( 20 * </a:t>
            </a:r>
            <a:r>
              <a:rPr lang="en-IN" b="1" dirty="0" err="1"/>
              <a:t>sizeof</a:t>
            </a:r>
            <a:r>
              <a:rPr lang="en-IN" b="1" dirty="0"/>
              <a:t>(char) );</a:t>
            </a:r>
          </a:p>
          <a:p>
            <a:pPr marL="68580" indent="0">
              <a:buNone/>
            </a:pPr>
            <a:r>
              <a:rPr lang="en-IN" b="1" dirty="0"/>
              <a:t>    </a:t>
            </a:r>
            <a:endParaRPr lang="en-IN" b="1" dirty="0" smtClean="0"/>
          </a:p>
          <a:p>
            <a:pPr marL="68580" indent="0">
              <a:buNone/>
            </a:pPr>
            <a:r>
              <a:rPr lang="en-IN" b="1" dirty="0" smtClean="0"/>
              <a:t>    if</a:t>
            </a:r>
            <a:r>
              <a:rPr lang="en-IN" b="1" dirty="0"/>
              <a:t>( </a:t>
            </a:r>
            <a:r>
              <a:rPr lang="en-IN" b="1" dirty="0" err="1"/>
              <a:t>mem_allocation</a:t>
            </a:r>
            <a:r>
              <a:rPr lang="en-IN" b="1" dirty="0"/>
              <a:t> == NULL )</a:t>
            </a:r>
          </a:p>
          <a:p>
            <a:pPr marL="68580" indent="0">
              <a:buNone/>
            </a:pPr>
            <a:r>
              <a:rPr lang="en-IN" b="1" dirty="0"/>
              <a:t>    {</a:t>
            </a:r>
          </a:p>
          <a:p>
            <a:pPr marL="68580" indent="0">
              <a:buNone/>
            </a:pPr>
            <a:r>
              <a:rPr lang="en-IN" b="1" dirty="0"/>
              <a:t>        </a:t>
            </a:r>
            <a:r>
              <a:rPr lang="en-IN" b="1" dirty="0" err="1"/>
              <a:t>printf</a:t>
            </a:r>
            <a:r>
              <a:rPr lang="en-IN" b="1" dirty="0"/>
              <a:t>("Couldn't able to allocate requested memory\n");</a:t>
            </a:r>
          </a:p>
          <a:p>
            <a:pPr marL="68580" indent="0">
              <a:buNone/>
            </a:pPr>
            <a:r>
              <a:rPr lang="en-IN" b="1" dirty="0"/>
              <a:t>    }</a:t>
            </a:r>
          </a:p>
          <a:p>
            <a:pPr marL="68580" indent="0">
              <a:buNone/>
            </a:pPr>
            <a:r>
              <a:rPr lang="en-IN" b="1" dirty="0"/>
              <a:t>    else</a:t>
            </a:r>
          </a:p>
          <a:p>
            <a:pPr marL="68580" indent="0">
              <a:buNone/>
            </a:pPr>
            <a:r>
              <a:rPr lang="en-IN" b="1" dirty="0"/>
              <a:t>    {</a:t>
            </a:r>
          </a:p>
          <a:p>
            <a:pPr marL="68580" indent="0">
              <a:buNone/>
            </a:pPr>
            <a:r>
              <a:rPr lang="en-IN" b="1" dirty="0"/>
              <a:t>       </a:t>
            </a:r>
            <a:r>
              <a:rPr lang="en-IN" b="1" dirty="0" err="1"/>
              <a:t>strcpy</a:t>
            </a:r>
            <a:r>
              <a:rPr lang="en-IN" b="1" dirty="0"/>
              <a:t>( mem_allocation,"fresh2refresh.com");</a:t>
            </a:r>
          </a:p>
          <a:p>
            <a:pPr marL="68580" indent="0">
              <a:buNone/>
            </a:pPr>
            <a:r>
              <a:rPr lang="en-IN" b="1" dirty="0"/>
              <a:t>    </a:t>
            </a:r>
            <a:r>
              <a:rPr lang="en-IN" b="1" dirty="0" smtClean="0"/>
              <a:t>}</a:t>
            </a:r>
            <a:endParaRPr lang="en-IN" b="1" dirty="0"/>
          </a:p>
        </p:txBody>
      </p:sp>
      <p:sp>
        <p:nvSpPr>
          <p:cNvPr id="9" name="Title 1"/>
          <p:cNvSpPr>
            <a:spLocks noGrp="1"/>
          </p:cNvSpPr>
          <p:nvPr>
            <p:ph type="title"/>
          </p:nvPr>
        </p:nvSpPr>
        <p:spPr>
          <a:xfrm>
            <a:off x="611560" y="404664"/>
            <a:ext cx="7024744" cy="529128"/>
          </a:xfrm>
        </p:spPr>
        <p:txBody>
          <a:bodyPr>
            <a:noAutofit/>
          </a:bodyPr>
          <a:lstStyle/>
          <a:p>
            <a:r>
              <a:rPr lang="en-IN" sz="3200" b="1" dirty="0" err="1" smtClean="0"/>
              <a:t>Eg</a:t>
            </a:r>
            <a:r>
              <a:rPr lang="en-IN" sz="3200" b="1" dirty="0" smtClean="0"/>
              <a:t> of </a:t>
            </a:r>
            <a:r>
              <a:rPr lang="en-IN" sz="3200" b="1" dirty="0" err="1" smtClean="0"/>
              <a:t>mallloc</a:t>
            </a:r>
            <a:r>
              <a:rPr lang="en-IN" sz="3200" b="1" dirty="0" smtClean="0"/>
              <a:t>() </a:t>
            </a:r>
            <a:r>
              <a:rPr lang="en-IN" sz="3200" b="1" dirty="0" err="1" smtClean="0"/>
              <a:t>fn</a:t>
            </a:r>
            <a:endParaRPr lang="en-IN" sz="3200" b="1" dirty="0"/>
          </a:p>
        </p:txBody>
      </p:sp>
    </p:spTree>
    <p:extLst>
      <p:ext uri="{BB962C8B-B14F-4D97-AF65-F5344CB8AC3E}">
        <p14:creationId xmlns:p14="http://schemas.microsoft.com/office/powerpoint/2010/main" val="31535476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34</a:t>
            </a:fld>
            <a:endParaRPr lang="en-IN"/>
          </a:p>
        </p:txBody>
      </p:sp>
      <p:sp>
        <p:nvSpPr>
          <p:cNvPr id="8" name="Content Placeholder 7"/>
          <p:cNvSpPr>
            <a:spLocks noGrp="1"/>
          </p:cNvSpPr>
          <p:nvPr>
            <p:ph sz="quarter" idx="14"/>
          </p:nvPr>
        </p:nvSpPr>
        <p:spPr>
          <a:xfrm>
            <a:off x="827584" y="1412776"/>
            <a:ext cx="7704856" cy="4896544"/>
          </a:xfrm>
        </p:spPr>
        <p:txBody>
          <a:bodyPr>
            <a:normAutofit fontScale="77500" lnSpcReduction="20000"/>
          </a:bodyPr>
          <a:lstStyle/>
          <a:p>
            <a:pPr marL="68580" indent="0">
              <a:buNone/>
            </a:pPr>
            <a:r>
              <a:rPr lang="en-IN" b="1" dirty="0" err="1"/>
              <a:t>printf</a:t>
            </a:r>
            <a:r>
              <a:rPr lang="en-IN" b="1" dirty="0"/>
              <a:t>("Dynamically allocated memory content  : </a:t>
            </a:r>
            <a:r>
              <a:rPr lang="en-IN" b="1" dirty="0" smtClean="0"/>
              <a:t>"%</a:t>
            </a:r>
            <a:r>
              <a:rPr lang="en-IN" b="1" dirty="0"/>
              <a:t>s\n", </a:t>
            </a:r>
            <a:r>
              <a:rPr lang="en-IN" b="1" dirty="0" err="1"/>
              <a:t>mem_allocation</a:t>
            </a:r>
            <a:r>
              <a:rPr lang="en-IN" b="1" dirty="0"/>
              <a:t> );</a:t>
            </a:r>
          </a:p>
          <a:p>
            <a:pPr marL="68580" indent="0">
              <a:buNone/>
            </a:pPr>
            <a:r>
              <a:rPr lang="en-IN" b="1" dirty="0"/>
              <a:t>    </a:t>
            </a:r>
            <a:r>
              <a:rPr lang="en-IN" b="1" dirty="0" err="1"/>
              <a:t>mem_allocation</a:t>
            </a:r>
            <a:r>
              <a:rPr lang="en-IN" b="1" dirty="0"/>
              <a:t>=</a:t>
            </a:r>
            <a:r>
              <a:rPr lang="en-IN" b="1" dirty="0" err="1"/>
              <a:t>realloc</a:t>
            </a:r>
            <a:r>
              <a:rPr lang="en-IN" b="1" dirty="0"/>
              <a:t>(mem_allocation,100*</a:t>
            </a:r>
            <a:r>
              <a:rPr lang="en-IN" b="1" dirty="0" err="1"/>
              <a:t>sizeof</a:t>
            </a:r>
            <a:r>
              <a:rPr lang="en-IN" b="1" dirty="0"/>
              <a:t>(char));</a:t>
            </a:r>
          </a:p>
          <a:p>
            <a:pPr marL="68580" indent="0">
              <a:buNone/>
            </a:pPr>
            <a:r>
              <a:rPr lang="en-IN" b="1" dirty="0"/>
              <a:t>    if( </a:t>
            </a:r>
            <a:r>
              <a:rPr lang="en-IN" b="1" dirty="0" err="1"/>
              <a:t>mem_allocation</a:t>
            </a:r>
            <a:r>
              <a:rPr lang="en-IN" b="1" dirty="0"/>
              <a:t> == NULL )</a:t>
            </a:r>
          </a:p>
          <a:p>
            <a:pPr marL="68580" indent="0">
              <a:buNone/>
            </a:pPr>
            <a:r>
              <a:rPr lang="en-IN" b="1" dirty="0"/>
              <a:t>    {</a:t>
            </a:r>
          </a:p>
          <a:p>
            <a:pPr marL="68580" indent="0">
              <a:buNone/>
            </a:pPr>
            <a:r>
              <a:rPr lang="en-IN" b="1" dirty="0"/>
              <a:t>        </a:t>
            </a:r>
            <a:r>
              <a:rPr lang="en-IN" b="1" dirty="0" err="1"/>
              <a:t>printf</a:t>
            </a:r>
            <a:r>
              <a:rPr lang="en-IN" b="1" dirty="0"/>
              <a:t>("Couldn't able to allocate requested memory\n");</a:t>
            </a:r>
          </a:p>
          <a:p>
            <a:pPr marL="68580" indent="0">
              <a:buNone/>
            </a:pPr>
            <a:r>
              <a:rPr lang="en-IN" b="1" dirty="0"/>
              <a:t>    }</a:t>
            </a:r>
          </a:p>
          <a:p>
            <a:pPr marL="68580" indent="0">
              <a:buNone/>
            </a:pPr>
            <a:r>
              <a:rPr lang="en-IN" b="1" dirty="0"/>
              <a:t>    else</a:t>
            </a:r>
          </a:p>
          <a:p>
            <a:pPr marL="68580" indent="0">
              <a:buNone/>
            </a:pPr>
            <a:r>
              <a:rPr lang="en-IN" b="1" dirty="0"/>
              <a:t>    {</a:t>
            </a:r>
          </a:p>
          <a:p>
            <a:pPr marL="68580" indent="0">
              <a:buNone/>
            </a:pPr>
            <a:r>
              <a:rPr lang="en-IN" b="1" dirty="0"/>
              <a:t>        </a:t>
            </a:r>
            <a:r>
              <a:rPr lang="en-IN" b="1" dirty="0" err="1"/>
              <a:t>strcpy</a:t>
            </a:r>
            <a:r>
              <a:rPr lang="en-IN" b="1" dirty="0"/>
              <a:t>( </a:t>
            </a:r>
            <a:r>
              <a:rPr lang="en-IN" b="1" dirty="0" err="1"/>
              <a:t>mem_allocation,"space</a:t>
            </a:r>
            <a:r>
              <a:rPr lang="en-IN" b="1" dirty="0"/>
              <a:t> is extended </a:t>
            </a:r>
            <a:r>
              <a:rPr lang="en-IN" b="1" dirty="0" err="1"/>
              <a:t>upto</a:t>
            </a:r>
            <a:r>
              <a:rPr lang="en-IN" b="1" dirty="0"/>
              <a:t> </a:t>
            </a:r>
            <a:r>
              <a:rPr lang="en-IN" b="1" dirty="0" smtClean="0"/>
              <a:t>100 </a:t>
            </a:r>
            <a:r>
              <a:rPr lang="en-IN" b="1" dirty="0"/>
              <a:t>characters");</a:t>
            </a:r>
          </a:p>
          <a:p>
            <a:pPr marL="68580" indent="0">
              <a:buNone/>
            </a:pPr>
            <a:r>
              <a:rPr lang="en-IN" b="1" dirty="0"/>
              <a:t>    }</a:t>
            </a:r>
          </a:p>
          <a:p>
            <a:pPr marL="68580" indent="0">
              <a:buNone/>
            </a:pPr>
            <a:r>
              <a:rPr lang="en-IN" b="1" dirty="0"/>
              <a:t>    </a:t>
            </a:r>
            <a:r>
              <a:rPr lang="en-IN" b="1" dirty="0" err="1"/>
              <a:t>printf</a:t>
            </a:r>
            <a:r>
              <a:rPr lang="en-IN" b="1" dirty="0"/>
              <a:t>("Resized memory : %s\n", </a:t>
            </a:r>
            <a:r>
              <a:rPr lang="en-IN" b="1" dirty="0" err="1"/>
              <a:t>mem_allocation</a:t>
            </a:r>
            <a:r>
              <a:rPr lang="en-IN" b="1" dirty="0"/>
              <a:t> );</a:t>
            </a:r>
          </a:p>
          <a:p>
            <a:pPr marL="68580" indent="0">
              <a:buNone/>
            </a:pPr>
            <a:r>
              <a:rPr lang="en-IN" b="1" dirty="0"/>
              <a:t>    free(</a:t>
            </a:r>
            <a:r>
              <a:rPr lang="en-IN" b="1" dirty="0" err="1"/>
              <a:t>mem_allocation</a:t>
            </a:r>
            <a:r>
              <a:rPr lang="en-IN" b="1" dirty="0"/>
              <a:t>);</a:t>
            </a:r>
          </a:p>
          <a:p>
            <a:pPr marL="68580" indent="0">
              <a:buNone/>
            </a:pPr>
            <a:r>
              <a:rPr lang="en-IN" b="1" dirty="0"/>
              <a:t>}</a:t>
            </a:r>
            <a:r>
              <a:rPr lang="en-US" b="1" dirty="0"/>
              <a:t/>
            </a:r>
            <a:br>
              <a:rPr lang="en-US" b="1" dirty="0"/>
            </a:br>
            <a:endParaRPr lang="en-IN" b="1" dirty="0"/>
          </a:p>
          <a:p>
            <a:endParaRPr lang="en-IN" b="1" dirty="0"/>
          </a:p>
        </p:txBody>
      </p:sp>
      <p:sp>
        <p:nvSpPr>
          <p:cNvPr id="9" name="Title 1"/>
          <p:cNvSpPr>
            <a:spLocks noGrp="1"/>
          </p:cNvSpPr>
          <p:nvPr>
            <p:ph type="title"/>
          </p:nvPr>
        </p:nvSpPr>
        <p:spPr>
          <a:xfrm>
            <a:off x="611560" y="404664"/>
            <a:ext cx="7024744" cy="529128"/>
          </a:xfrm>
        </p:spPr>
        <p:txBody>
          <a:bodyPr>
            <a:noAutofit/>
          </a:bodyPr>
          <a:lstStyle/>
          <a:p>
            <a:r>
              <a:rPr lang="en-IN" sz="3200" b="1" dirty="0" err="1" smtClean="0"/>
              <a:t>Eg</a:t>
            </a:r>
            <a:r>
              <a:rPr lang="en-IN" sz="3200" b="1" dirty="0" smtClean="0"/>
              <a:t> of </a:t>
            </a:r>
            <a:r>
              <a:rPr lang="en-IN" sz="3200" b="1" dirty="0" err="1" smtClean="0"/>
              <a:t>mallloc</a:t>
            </a:r>
            <a:r>
              <a:rPr lang="en-IN" sz="3200" b="1" dirty="0" smtClean="0"/>
              <a:t>() </a:t>
            </a:r>
            <a:r>
              <a:rPr lang="en-IN" sz="3200" b="1" dirty="0" err="1" smtClean="0"/>
              <a:t>fn</a:t>
            </a:r>
            <a:endParaRPr lang="en-IN" sz="3200" b="1" dirty="0"/>
          </a:p>
        </p:txBody>
      </p:sp>
    </p:spTree>
    <p:extLst>
      <p:ext uri="{BB962C8B-B14F-4D97-AF65-F5344CB8AC3E}">
        <p14:creationId xmlns:p14="http://schemas.microsoft.com/office/powerpoint/2010/main" val="1958000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043490" y="1027664"/>
            <a:ext cx="7024744" cy="601136"/>
          </a:xfrm>
        </p:spPr>
        <p:txBody>
          <a:bodyPr>
            <a:normAutofit fontScale="90000"/>
          </a:bodyPr>
          <a:lstStyle/>
          <a:p>
            <a:r>
              <a:rPr lang="en-US" b="1" dirty="0"/>
              <a:t>Pointers and </a:t>
            </a:r>
            <a:r>
              <a:rPr lang="en-US" b="1" dirty="0" smtClean="0"/>
              <a:t>arrays</a:t>
            </a:r>
            <a:endParaRPr lang="en-IN" dirty="0"/>
          </a:p>
        </p:txBody>
      </p:sp>
      <p:sp>
        <p:nvSpPr>
          <p:cNvPr id="9" name="Content Placeholder 8"/>
          <p:cNvSpPr>
            <a:spLocks noGrp="1"/>
          </p:cNvSpPr>
          <p:nvPr>
            <p:ph idx="1"/>
          </p:nvPr>
        </p:nvSpPr>
        <p:spPr/>
        <p:txBody>
          <a:bodyPr>
            <a:normAutofit fontScale="85000" lnSpcReduction="20000"/>
          </a:bodyPr>
          <a:lstStyle/>
          <a:p>
            <a:r>
              <a:rPr lang="en-US" dirty="0" smtClean="0"/>
              <a:t>Allocating </a:t>
            </a:r>
            <a:r>
              <a:rPr lang="en-US" dirty="0"/>
              <a:t>individual integers isn't all that useful either. But </a:t>
            </a:r>
            <a:r>
              <a:rPr lang="en-US" dirty="0" err="1"/>
              <a:t>malloc</a:t>
            </a:r>
            <a:r>
              <a:rPr lang="en-US" dirty="0"/>
              <a:t>() can also allocate arrays. We will discuss the similarity of pointers and arrays in class, and the textbook discusses this in section 3.13. But essentially, a pointer can be used as an array, and you can index it just like an array, </a:t>
            </a:r>
            <a:r>
              <a:rPr lang="en-US" b="1" dirty="0"/>
              <a:t>as long as it is pointing to enough memory</a:t>
            </a:r>
            <a:r>
              <a:rPr lang="en-US" dirty="0"/>
              <a:t>. The following example demonstrates this:</a:t>
            </a:r>
          </a:p>
          <a:p>
            <a:r>
              <a:rPr lang="en-US" dirty="0" err="1"/>
              <a:t>int</a:t>
            </a:r>
            <a:r>
              <a:rPr lang="en-US" dirty="0"/>
              <a:t> *</a:t>
            </a:r>
            <a:r>
              <a:rPr lang="en-US" dirty="0" err="1"/>
              <a:t>ip</a:t>
            </a:r>
            <a:r>
              <a:rPr lang="en-US" dirty="0"/>
              <a:t>;</a:t>
            </a:r>
            <a:br>
              <a:rPr lang="en-US" dirty="0"/>
            </a:br>
            <a:r>
              <a:rPr lang="en-US" dirty="0" err="1"/>
              <a:t>ip</a:t>
            </a:r>
            <a:r>
              <a:rPr lang="en-US" dirty="0"/>
              <a:t> = (</a:t>
            </a:r>
            <a:r>
              <a:rPr lang="en-US" dirty="0" err="1"/>
              <a:t>int</a:t>
            </a:r>
            <a:r>
              <a:rPr lang="en-US" dirty="0"/>
              <a:t> *) </a:t>
            </a:r>
            <a:r>
              <a:rPr lang="en-US" dirty="0" err="1"/>
              <a:t>malloc</a:t>
            </a:r>
            <a:r>
              <a:rPr lang="en-US" dirty="0"/>
              <a:t>( </a:t>
            </a:r>
            <a:r>
              <a:rPr lang="en-US" dirty="0" err="1"/>
              <a:t>sizeof</a:t>
            </a:r>
            <a:r>
              <a:rPr lang="en-US" dirty="0"/>
              <a:t>(</a:t>
            </a:r>
            <a:r>
              <a:rPr lang="en-US" dirty="0" err="1"/>
              <a:t>int</a:t>
            </a:r>
            <a:r>
              <a:rPr lang="en-US" dirty="0"/>
              <a:t>)*10 ); // allocate 10 </a:t>
            </a:r>
            <a:r>
              <a:rPr lang="en-US" dirty="0" err="1"/>
              <a:t>ints</a:t>
            </a:r>
            <a:r>
              <a:rPr lang="en-US" dirty="0"/>
              <a:t/>
            </a:r>
            <a:br>
              <a:rPr lang="en-US" dirty="0"/>
            </a:br>
            <a:r>
              <a:rPr lang="en-US" dirty="0" err="1"/>
              <a:t>ip</a:t>
            </a:r>
            <a:r>
              <a:rPr lang="en-US" dirty="0"/>
              <a:t>[6] = 42; // set the 7th element to 42</a:t>
            </a:r>
            <a:br>
              <a:rPr lang="en-US" dirty="0"/>
            </a:br>
            <a:r>
              <a:rPr lang="en-US" dirty="0" err="1"/>
              <a:t>ip</a:t>
            </a:r>
            <a:r>
              <a:rPr lang="en-US" dirty="0"/>
              <a:t>[10] = 99; // WRONG: array only has 10 elements</a:t>
            </a:r>
            <a:br>
              <a:rPr lang="en-US" dirty="0"/>
            </a:br>
            <a:r>
              <a:rPr lang="en-US" dirty="0"/>
              <a:t>(this would corrupted memory!)</a:t>
            </a:r>
            <a:endParaRPr lang="en-IN" dirty="0"/>
          </a:p>
        </p:txBody>
      </p:sp>
      <p:sp>
        <p:nvSpPr>
          <p:cNvPr id="3" name="Date Placeholder 2"/>
          <p:cNvSpPr>
            <a:spLocks noGrp="1"/>
          </p:cNvSpPr>
          <p:nvPr>
            <p:ph type="dt" sz="half" idx="10"/>
          </p:nvPr>
        </p:nvSpPr>
        <p:spPr/>
        <p:txBody>
          <a:bodyPr/>
          <a:lstStyle/>
          <a:p>
            <a:fld id="{D7767BF8-6CF2-4EBF-9529-F58487188B9E}" type="datetime1">
              <a:rPr lang="en-IN" smtClean="0"/>
              <a:t>21-08-2023</a:t>
            </a:fld>
            <a:endParaRPr lang="en-IN"/>
          </a:p>
        </p:txBody>
      </p:sp>
      <p:sp>
        <p:nvSpPr>
          <p:cNvPr id="4" name="Footer Placeholder 3"/>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35</a:t>
            </a:fld>
            <a:endParaRPr lang="en-IN"/>
          </a:p>
        </p:txBody>
      </p:sp>
    </p:spTree>
    <p:extLst>
      <p:ext uri="{BB962C8B-B14F-4D97-AF65-F5344CB8AC3E}">
        <p14:creationId xmlns:p14="http://schemas.microsoft.com/office/powerpoint/2010/main" val="37292502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99592" y="1268760"/>
            <a:ext cx="7024744" cy="1982024"/>
          </a:xfrm>
        </p:spPr>
        <p:txBody>
          <a:bodyPr>
            <a:noAutofit/>
          </a:bodyPr>
          <a:lstStyle/>
          <a:p>
            <a:r>
              <a:rPr lang="en-IN" sz="2000" b="1" dirty="0"/>
              <a:t>Which part of the memory is allocated when </a:t>
            </a:r>
            <a:r>
              <a:rPr lang="en-IN" sz="2000" b="1" dirty="0" smtClean="0"/>
              <a:t>static memory allocation is used, for </a:t>
            </a:r>
            <a:r>
              <a:rPr lang="en-IN" sz="2000" b="1" dirty="0" err="1" smtClean="0"/>
              <a:t>int,char,float,arrays,struct,unions</a:t>
            </a:r>
            <a:r>
              <a:rPr lang="en-IN" sz="2000" b="1" dirty="0" smtClean="0"/>
              <a:t>…..?</a:t>
            </a:r>
            <a:r>
              <a:rPr lang="en-IN" sz="2000" b="1" dirty="0"/>
              <a:t/>
            </a:r>
            <a:br>
              <a:rPr lang="en-IN" sz="2000" b="1" dirty="0"/>
            </a:br>
            <a:r>
              <a:rPr lang="en-IN" sz="2000" b="1" dirty="0"/>
              <a:t/>
            </a:r>
            <a:br>
              <a:rPr lang="en-IN" sz="2000" b="1" dirty="0"/>
            </a:br>
            <a:r>
              <a:rPr lang="en-IN" sz="2000" b="1" dirty="0" smtClean="0"/>
              <a:t>Which </a:t>
            </a:r>
            <a:r>
              <a:rPr lang="en-IN" sz="2000" b="1" dirty="0"/>
              <a:t>part of the memory is allocated when </a:t>
            </a:r>
            <a:r>
              <a:rPr lang="en-IN" sz="2000" b="1" dirty="0" err="1"/>
              <a:t>malloc</a:t>
            </a:r>
            <a:r>
              <a:rPr lang="en-IN" sz="2000" b="1" dirty="0"/>
              <a:t> and </a:t>
            </a:r>
            <a:r>
              <a:rPr lang="en-IN" sz="2000" b="1" dirty="0" err="1"/>
              <a:t>calloc</a:t>
            </a:r>
            <a:r>
              <a:rPr lang="en-IN" sz="2000" b="1" dirty="0"/>
              <a:t> are called for any variable?</a:t>
            </a:r>
          </a:p>
        </p:txBody>
      </p:sp>
      <p:sp>
        <p:nvSpPr>
          <p:cNvPr id="9" name="Content Placeholder 8"/>
          <p:cNvSpPr>
            <a:spLocks noGrp="1"/>
          </p:cNvSpPr>
          <p:nvPr>
            <p:ph idx="1"/>
          </p:nvPr>
        </p:nvSpPr>
        <p:spPr>
          <a:xfrm>
            <a:off x="1043492" y="3356992"/>
            <a:ext cx="6777317" cy="2475637"/>
          </a:xfrm>
        </p:spPr>
        <p:txBody>
          <a:bodyPr/>
          <a:lstStyle/>
          <a:p>
            <a:r>
              <a:rPr lang="en-IN" dirty="0" smtClean="0"/>
              <a:t>??</a:t>
            </a:r>
            <a:endParaRPr lang="en-IN" dirty="0"/>
          </a:p>
        </p:txBody>
      </p:sp>
      <p:sp>
        <p:nvSpPr>
          <p:cNvPr id="3" name="Date Placeholder 2"/>
          <p:cNvSpPr>
            <a:spLocks noGrp="1"/>
          </p:cNvSpPr>
          <p:nvPr>
            <p:ph type="dt" sz="half" idx="10"/>
          </p:nvPr>
        </p:nvSpPr>
        <p:spPr/>
        <p:txBody>
          <a:bodyPr/>
          <a:lstStyle/>
          <a:p>
            <a:fld id="{D7767BF8-6CF2-4EBF-9529-F58487188B9E}" type="datetime1">
              <a:rPr lang="en-IN" smtClean="0"/>
              <a:t>21-08-2023</a:t>
            </a:fld>
            <a:endParaRPr lang="en-IN"/>
          </a:p>
        </p:txBody>
      </p:sp>
      <p:sp>
        <p:nvSpPr>
          <p:cNvPr id="4" name="Footer Placeholder 3"/>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36</a:t>
            </a:fld>
            <a:endParaRPr lang="en-IN"/>
          </a:p>
        </p:txBody>
      </p:sp>
    </p:spTree>
    <p:extLst>
      <p:ext uri="{BB962C8B-B14F-4D97-AF65-F5344CB8AC3E}">
        <p14:creationId xmlns:p14="http://schemas.microsoft.com/office/powerpoint/2010/main" val="34873345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476672"/>
            <a:ext cx="7024744" cy="529128"/>
          </a:xfrm>
        </p:spPr>
        <p:txBody>
          <a:bodyPr>
            <a:noAutofit/>
          </a:bodyPr>
          <a:lstStyle/>
          <a:p>
            <a:r>
              <a:rPr lang="en-IN" sz="3200" b="1" dirty="0" smtClean="0"/>
              <a:t>Stack and Heap </a:t>
            </a:r>
            <a:endParaRPr lang="en-IN" sz="3200" b="1" dirty="0"/>
          </a:p>
        </p:txBody>
      </p:sp>
      <p:sp>
        <p:nvSpPr>
          <p:cNvPr id="3" name="Content Placeholder 2"/>
          <p:cNvSpPr>
            <a:spLocks noGrp="1"/>
          </p:cNvSpPr>
          <p:nvPr>
            <p:ph idx="1"/>
          </p:nvPr>
        </p:nvSpPr>
        <p:spPr>
          <a:xfrm>
            <a:off x="899592" y="1052736"/>
            <a:ext cx="6777317" cy="3508977"/>
          </a:xfrm>
        </p:spPr>
        <p:txBody>
          <a:bodyPr>
            <a:normAutofit/>
          </a:bodyPr>
          <a:lstStyle/>
          <a:p>
            <a:r>
              <a:rPr lang="en-IN" sz="2000" b="1" dirty="0"/>
              <a:t>Stack </a:t>
            </a:r>
            <a:r>
              <a:rPr lang="en-IN" sz="2000" b="1" dirty="0" smtClean="0"/>
              <a:t>and Heap both </a:t>
            </a:r>
            <a:r>
              <a:rPr lang="en-IN" sz="2000" b="1" dirty="0"/>
              <a:t>stored in the computer's RAM .</a:t>
            </a:r>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37</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034231"/>
            <a:ext cx="3751287" cy="41870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descr="https://courses.engr.illinois.edu/cs225/sp2022/assets/notes/stack_heap_memory/memory_layou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8911" y="2132856"/>
            <a:ext cx="340995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997934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smtClean="0"/>
              <a:t>Linked List</a:t>
            </a:r>
            <a:endParaRPr lang="en-IN" dirty="0"/>
          </a:p>
        </p:txBody>
      </p:sp>
      <p:sp>
        <p:nvSpPr>
          <p:cNvPr id="5" name="Subtitle 4"/>
          <p:cNvSpPr>
            <a:spLocks noGrp="1"/>
          </p:cNvSpPr>
          <p:nvPr>
            <p:ph type="subTitle" idx="1"/>
          </p:nvPr>
        </p:nvSpPr>
        <p:spPr/>
        <p:txBody>
          <a:bodyPr/>
          <a:lstStyle/>
          <a:p>
            <a:endParaRPr lang="en-IN"/>
          </a:p>
        </p:txBody>
      </p:sp>
    </p:spTree>
    <p:extLst>
      <p:ext uri="{BB962C8B-B14F-4D97-AF65-F5344CB8AC3E}">
        <p14:creationId xmlns:p14="http://schemas.microsoft.com/office/powerpoint/2010/main" val="243344720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984" y="692696"/>
            <a:ext cx="3300984" cy="576064"/>
          </a:xfrm>
        </p:spPr>
        <p:txBody>
          <a:bodyPr/>
          <a:lstStyle/>
          <a:p>
            <a:r>
              <a:rPr lang="en-IN" dirty="0"/>
              <a:t>Linked Lists</a:t>
            </a:r>
          </a:p>
        </p:txBody>
      </p:sp>
      <p:sp>
        <p:nvSpPr>
          <p:cNvPr id="4" name="Picture Placeholder 3"/>
          <p:cNvSpPr>
            <a:spLocks noGrp="1"/>
          </p:cNvSpPr>
          <p:nvPr>
            <p:ph type="pic" idx="1"/>
          </p:nvPr>
        </p:nvSpPr>
        <p:spPr>
          <a:xfrm>
            <a:off x="4716016" y="764704"/>
            <a:ext cx="3359623" cy="5468112"/>
          </a:xfrm>
        </p:spPr>
      </p:sp>
      <p:sp>
        <p:nvSpPr>
          <p:cNvPr id="3" name="Content Placeholder 2"/>
          <p:cNvSpPr>
            <a:spLocks noGrp="1"/>
          </p:cNvSpPr>
          <p:nvPr>
            <p:ph type="body" sz="half" idx="2"/>
          </p:nvPr>
        </p:nvSpPr>
        <p:spPr>
          <a:xfrm>
            <a:off x="971600" y="1268760"/>
            <a:ext cx="3437770" cy="4896544"/>
          </a:xfrm>
        </p:spPr>
        <p:txBody>
          <a:bodyPr>
            <a:normAutofit/>
          </a:bodyPr>
          <a:lstStyle/>
          <a:p>
            <a:pPr marL="342900" indent="-342900">
              <a:buFont typeface="Arial" panose="020B0604020202020204" pitchFamily="34" charset="0"/>
              <a:buChar char="•"/>
            </a:pPr>
            <a:r>
              <a:rPr lang="en-IN" sz="2000" b="1" dirty="0" smtClean="0"/>
              <a:t>Linear Collection of data elements called Nodes </a:t>
            </a:r>
          </a:p>
          <a:p>
            <a:pPr marL="342900" indent="-342900">
              <a:buFont typeface="Arial" panose="020B0604020202020204" pitchFamily="34" charset="0"/>
              <a:buChar char="•"/>
            </a:pPr>
            <a:r>
              <a:rPr lang="en-IN" sz="2000" b="1" dirty="0" smtClean="0"/>
              <a:t>Linear order is given by means of pointers.</a:t>
            </a:r>
          </a:p>
          <a:p>
            <a:pPr marL="342900" indent="-342900">
              <a:buFont typeface="Arial" panose="020B0604020202020204" pitchFamily="34" charset="0"/>
              <a:buChar char="•"/>
            </a:pPr>
            <a:endParaRPr lang="en-IN" sz="2000" b="1" dirty="0" smtClean="0"/>
          </a:p>
        </p:txBody>
      </p:sp>
      <p:pic>
        <p:nvPicPr>
          <p:cNvPr id="3074" name="Picture 2" descr="https://codeforwin.org/ezoimgfmt/secureservercdn.net/160.153.138.219/b79.d22.myftpupload.com/wp-content/uploads/2015/09/Singly-linked-list.png?ezimgfmt=rs:392x193/rscb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1878707"/>
            <a:ext cx="3528392" cy="277442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FB697BC1-9DA6-402B-B75D-AA5903653864}" type="datetime1">
              <a:rPr lang="en-IN" smtClean="0"/>
              <a:t>21-08-2023</a:t>
            </a:fld>
            <a:endParaRPr lang="en-IN"/>
          </a:p>
        </p:txBody>
      </p:sp>
      <p:sp>
        <p:nvSpPr>
          <p:cNvPr id="6" name="Footer Placeholder 5"/>
          <p:cNvSpPr>
            <a:spLocks noGrp="1"/>
          </p:cNvSpPr>
          <p:nvPr>
            <p:ph type="ftr" sz="quarter" idx="11"/>
          </p:nvPr>
        </p:nvSpPr>
        <p:spPr/>
        <p:txBody>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39</a:t>
            </a:fld>
            <a:endParaRPr lang="en-IN"/>
          </a:p>
        </p:txBody>
      </p:sp>
    </p:spTree>
    <p:extLst>
      <p:ext uri="{BB962C8B-B14F-4D97-AF65-F5344CB8AC3E}">
        <p14:creationId xmlns:p14="http://schemas.microsoft.com/office/powerpoint/2010/main" val="273572590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984" y="692696"/>
            <a:ext cx="3300984" cy="576064"/>
          </a:xfrm>
        </p:spPr>
        <p:txBody>
          <a:bodyPr/>
          <a:lstStyle/>
          <a:p>
            <a:r>
              <a:rPr lang="en-IN" dirty="0"/>
              <a:t>Linked Lists</a:t>
            </a:r>
          </a:p>
        </p:txBody>
      </p:sp>
      <p:sp>
        <p:nvSpPr>
          <p:cNvPr id="4" name="Picture Placeholder 3"/>
          <p:cNvSpPr>
            <a:spLocks noGrp="1"/>
          </p:cNvSpPr>
          <p:nvPr>
            <p:ph type="pic" idx="1"/>
          </p:nvPr>
        </p:nvSpPr>
        <p:spPr>
          <a:xfrm>
            <a:off x="4716016" y="764704"/>
            <a:ext cx="3359623" cy="5468112"/>
          </a:xfrm>
        </p:spPr>
      </p:sp>
      <p:sp>
        <p:nvSpPr>
          <p:cNvPr id="3" name="Content Placeholder 2"/>
          <p:cNvSpPr>
            <a:spLocks noGrp="1"/>
          </p:cNvSpPr>
          <p:nvPr>
            <p:ph type="body" sz="half" idx="2"/>
          </p:nvPr>
        </p:nvSpPr>
        <p:spPr>
          <a:xfrm>
            <a:off x="971600" y="1268760"/>
            <a:ext cx="3437770" cy="4896544"/>
          </a:xfrm>
        </p:spPr>
        <p:txBody>
          <a:bodyPr>
            <a:normAutofit/>
          </a:bodyPr>
          <a:lstStyle/>
          <a:p>
            <a:pPr marL="342900" indent="-342900">
              <a:buFont typeface="Arial" panose="020B0604020202020204" pitchFamily="34" charset="0"/>
              <a:buChar char="•"/>
            </a:pPr>
            <a:r>
              <a:rPr lang="en-IN" sz="1800" b="1" dirty="0" smtClean="0"/>
              <a:t>Each node may be divided into </a:t>
            </a:r>
            <a:r>
              <a:rPr lang="en-IN" sz="1800" b="1" dirty="0" err="1" smtClean="0"/>
              <a:t>atleast</a:t>
            </a:r>
            <a:r>
              <a:rPr lang="en-IN" sz="1800" b="1" dirty="0" smtClean="0"/>
              <a:t> two fields for :</a:t>
            </a:r>
          </a:p>
          <a:p>
            <a:pPr marL="800100" lvl="1" indent="-342900">
              <a:buFont typeface="Arial" panose="020B0604020202020204" pitchFamily="34" charset="0"/>
              <a:buChar char="•"/>
            </a:pPr>
            <a:r>
              <a:rPr lang="en-IN" sz="1800" b="1" dirty="0" smtClean="0"/>
              <a:t>Storing Data </a:t>
            </a:r>
          </a:p>
          <a:p>
            <a:pPr marL="800100" lvl="1" indent="-342900">
              <a:buFont typeface="Arial" panose="020B0604020202020204" pitchFamily="34" charset="0"/>
              <a:buChar char="•"/>
            </a:pPr>
            <a:r>
              <a:rPr lang="en-IN" sz="1800" b="1" dirty="0" smtClean="0"/>
              <a:t>Storing Address of next element.</a:t>
            </a:r>
          </a:p>
          <a:p>
            <a:pPr marL="342900" indent="-342900">
              <a:buFont typeface="Arial" panose="020B0604020202020204" pitchFamily="34" charset="0"/>
              <a:buChar char="•"/>
            </a:pPr>
            <a:endParaRPr lang="en-IN" sz="1800" b="1" dirty="0" smtClean="0"/>
          </a:p>
        </p:txBody>
      </p:sp>
      <p:pic>
        <p:nvPicPr>
          <p:cNvPr id="3074" name="Picture 2" descr="https://codeforwin.org/ezoimgfmt/secureservercdn.net/160.153.138.219/b79.d22.myftpupload.com/wp-content/uploads/2015/09/Singly-linked-list.png?ezimgfmt=rs:392x193/rscb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1878707"/>
            <a:ext cx="3528392" cy="277442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FB697BC1-9DA6-402B-B75D-AA5903653864}" type="datetime1">
              <a:rPr lang="en-IN" smtClean="0"/>
              <a:t>21-08-2023</a:t>
            </a:fld>
            <a:endParaRPr lang="en-IN"/>
          </a:p>
        </p:txBody>
      </p:sp>
      <p:sp>
        <p:nvSpPr>
          <p:cNvPr id="6" name="Footer Placeholder 5"/>
          <p:cNvSpPr>
            <a:spLocks noGrp="1"/>
          </p:cNvSpPr>
          <p:nvPr>
            <p:ph type="ftr" sz="quarter" idx="11"/>
          </p:nvPr>
        </p:nvSpPr>
        <p:spPr/>
        <p:txBody>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40</a:t>
            </a:fld>
            <a:endParaRPr lang="en-IN"/>
          </a:p>
        </p:txBody>
      </p:sp>
    </p:spTree>
    <p:extLst>
      <p:ext uri="{BB962C8B-B14F-4D97-AF65-F5344CB8AC3E}">
        <p14:creationId xmlns:p14="http://schemas.microsoft.com/office/powerpoint/2010/main" val="283132846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984" y="692696"/>
            <a:ext cx="3300984" cy="576064"/>
          </a:xfrm>
        </p:spPr>
        <p:txBody>
          <a:bodyPr/>
          <a:lstStyle/>
          <a:p>
            <a:r>
              <a:rPr lang="en-IN" dirty="0"/>
              <a:t>Linked Lists</a:t>
            </a:r>
          </a:p>
        </p:txBody>
      </p:sp>
      <p:sp>
        <p:nvSpPr>
          <p:cNvPr id="4" name="Picture Placeholder 3"/>
          <p:cNvSpPr>
            <a:spLocks noGrp="1"/>
          </p:cNvSpPr>
          <p:nvPr>
            <p:ph type="pic" idx="1"/>
          </p:nvPr>
        </p:nvSpPr>
        <p:spPr>
          <a:xfrm>
            <a:off x="4716016" y="764704"/>
            <a:ext cx="3359623" cy="5468112"/>
          </a:xfrm>
        </p:spPr>
      </p:sp>
      <p:sp>
        <p:nvSpPr>
          <p:cNvPr id="3" name="Content Placeholder 2"/>
          <p:cNvSpPr>
            <a:spLocks noGrp="1"/>
          </p:cNvSpPr>
          <p:nvPr>
            <p:ph type="body" sz="half" idx="2"/>
          </p:nvPr>
        </p:nvSpPr>
        <p:spPr>
          <a:xfrm>
            <a:off x="971600" y="1268760"/>
            <a:ext cx="3437770" cy="4896544"/>
          </a:xfrm>
        </p:spPr>
        <p:txBody>
          <a:bodyPr>
            <a:normAutofit/>
          </a:bodyPr>
          <a:lstStyle/>
          <a:p>
            <a:pPr marL="342900" indent="-342900">
              <a:buFont typeface="Arial" panose="020B0604020202020204" pitchFamily="34" charset="0"/>
              <a:buChar char="•"/>
            </a:pPr>
            <a:r>
              <a:rPr lang="en-IN" sz="2000" b="1" dirty="0" smtClean="0"/>
              <a:t>The Last node’s Address field contains Null rather than a valid address. </a:t>
            </a:r>
          </a:p>
          <a:p>
            <a:pPr marL="342900" indent="-342900">
              <a:buFont typeface="Arial" panose="020B0604020202020204" pitchFamily="34" charset="0"/>
              <a:buChar char="•"/>
            </a:pPr>
            <a:endParaRPr lang="en-IN" sz="2000" b="1" dirty="0" smtClean="0"/>
          </a:p>
          <a:p>
            <a:pPr marL="342900" indent="-342900">
              <a:buFont typeface="Arial" panose="020B0604020202020204" pitchFamily="34" charset="0"/>
              <a:buChar char="•"/>
            </a:pPr>
            <a:r>
              <a:rPr lang="en-IN" sz="2000" b="1" dirty="0" smtClean="0"/>
              <a:t>It’s a NULL Pointer and indicates the end of the list.</a:t>
            </a:r>
            <a:endParaRPr lang="en-IN" sz="2000" b="1" dirty="0"/>
          </a:p>
        </p:txBody>
      </p:sp>
      <p:pic>
        <p:nvPicPr>
          <p:cNvPr id="3074" name="Picture 2" descr="https://codeforwin.org/ezoimgfmt/secureservercdn.net/160.153.138.219/b79.d22.myftpupload.com/wp-content/uploads/2015/09/Singly-linked-list.png?ezimgfmt=rs:392x193/rscb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1878707"/>
            <a:ext cx="3528392" cy="277442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FB697BC1-9DA6-402B-B75D-AA5903653864}" type="datetime1">
              <a:rPr lang="en-IN" smtClean="0"/>
              <a:t>21-08-2023</a:t>
            </a:fld>
            <a:endParaRPr lang="en-IN"/>
          </a:p>
        </p:txBody>
      </p:sp>
      <p:sp>
        <p:nvSpPr>
          <p:cNvPr id="6" name="Footer Placeholder 5"/>
          <p:cNvSpPr>
            <a:spLocks noGrp="1"/>
          </p:cNvSpPr>
          <p:nvPr>
            <p:ph type="ftr" sz="quarter" idx="11"/>
          </p:nvPr>
        </p:nvSpPr>
        <p:spPr/>
        <p:txBody>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41</a:t>
            </a:fld>
            <a:endParaRPr lang="en-IN"/>
          </a:p>
        </p:txBody>
      </p:sp>
    </p:spTree>
    <p:extLst>
      <p:ext uri="{BB962C8B-B14F-4D97-AF65-F5344CB8AC3E}">
        <p14:creationId xmlns:p14="http://schemas.microsoft.com/office/powerpoint/2010/main" val="9538715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p:txBody>
          <a:bodyPr>
            <a:normAutofit fontScale="90000"/>
          </a:bodyPr>
          <a:lstStyle/>
          <a:p>
            <a:r>
              <a:rPr lang="en-IN" dirty="0"/>
              <a:t>Comparison between Array and Linked List</a:t>
            </a:r>
          </a:p>
        </p:txBody>
      </p:sp>
      <p:sp>
        <p:nvSpPr>
          <p:cNvPr id="9" name="Subtitle 8"/>
          <p:cNvSpPr>
            <a:spLocks noGrp="1"/>
          </p:cNvSpPr>
          <p:nvPr>
            <p:ph type="subTitle" idx="1"/>
          </p:nvPr>
        </p:nvSpPr>
        <p:spPr/>
        <p:txBody>
          <a:bodyPr/>
          <a:lstStyle/>
          <a:p>
            <a:endParaRPr lang="en-IN"/>
          </a:p>
        </p:txBody>
      </p:sp>
      <p:sp>
        <p:nvSpPr>
          <p:cNvPr id="5" name="Date Placeholder 4"/>
          <p:cNvSpPr>
            <a:spLocks noGrp="1"/>
          </p:cNvSpPr>
          <p:nvPr>
            <p:ph type="dt" sz="half" idx="10"/>
          </p:nvPr>
        </p:nvSpPr>
        <p:spPr/>
        <p:txBody>
          <a:bodyPr/>
          <a:lstStyle/>
          <a:p>
            <a:fld id="{F7B59D3E-3D4B-4645-ADC8-6ED9AA8E9426}" type="datetime1">
              <a:rPr lang="en-IN" smtClean="0"/>
              <a:t>21-08-2023</a:t>
            </a:fld>
            <a:endParaRPr lang="en-IN"/>
          </a:p>
        </p:txBody>
      </p:sp>
      <p:sp>
        <p:nvSpPr>
          <p:cNvPr id="6" name="Footer Placeholder 5"/>
          <p:cNvSpPr>
            <a:spLocks noGrp="1"/>
          </p:cNvSpPr>
          <p:nvPr>
            <p:ph type="ftr" sz="quarter" idx="11"/>
          </p:nvPr>
        </p:nvSpPr>
        <p:spPr/>
        <p:txBody>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42</a:t>
            </a:fld>
            <a:endParaRPr lang="en-IN"/>
          </a:p>
        </p:txBody>
      </p:sp>
    </p:spTree>
    <p:extLst>
      <p:ext uri="{BB962C8B-B14F-4D97-AF65-F5344CB8AC3E}">
        <p14:creationId xmlns:p14="http://schemas.microsoft.com/office/powerpoint/2010/main" val="286611453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7024744" cy="601136"/>
          </a:xfrm>
        </p:spPr>
        <p:txBody>
          <a:bodyPr>
            <a:normAutofit fontScale="90000"/>
          </a:bodyPr>
          <a:lstStyle/>
          <a:p>
            <a:r>
              <a:rPr lang="en-IN" dirty="0" smtClean="0"/>
              <a:t>Advantages of Linked List</a:t>
            </a:r>
            <a:endParaRPr lang="en-IN" dirty="0"/>
          </a:p>
        </p:txBody>
      </p:sp>
      <p:sp>
        <p:nvSpPr>
          <p:cNvPr id="3" name="Content Placeholder 2"/>
          <p:cNvSpPr>
            <a:spLocks noGrp="1"/>
          </p:cNvSpPr>
          <p:nvPr>
            <p:ph idx="1"/>
          </p:nvPr>
        </p:nvSpPr>
        <p:spPr>
          <a:xfrm>
            <a:off x="1043492" y="1268760"/>
            <a:ext cx="7272924" cy="4563869"/>
          </a:xfrm>
        </p:spPr>
        <p:txBody>
          <a:bodyPr>
            <a:noAutofit/>
          </a:bodyPr>
          <a:lstStyle/>
          <a:p>
            <a:r>
              <a:rPr lang="en-IN" sz="2000" b="1" dirty="0" smtClean="0"/>
              <a:t>Linked are Dynamic Data Structures</a:t>
            </a:r>
          </a:p>
          <a:p>
            <a:pPr lvl="1"/>
            <a:r>
              <a:rPr lang="en-IN" sz="2000" dirty="0" smtClean="0"/>
              <a:t>Grow and shrink during execution of the program</a:t>
            </a:r>
          </a:p>
          <a:p>
            <a:r>
              <a:rPr lang="en-IN" sz="2000" b="1" dirty="0" smtClean="0"/>
              <a:t>Efficient Memory Utilization</a:t>
            </a:r>
          </a:p>
          <a:p>
            <a:pPr lvl="1"/>
            <a:r>
              <a:rPr lang="en-IN" sz="2000" dirty="0" smtClean="0"/>
              <a:t>As memory is not </a:t>
            </a:r>
            <a:r>
              <a:rPr lang="en-IN" sz="2000" dirty="0" err="1" smtClean="0"/>
              <a:t>preallocated</a:t>
            </a:r>
            <a:r>
              <a:rPr lang="en-IN" sz="2000" dirty="0" smtClean="0"/>
              <a:t>.</a:t>
            </a:r>
          </a:p>
          <a:p>
            <a:pPr lvl="1"/>
            <a:r>
              <a:rPr lang="en-IN" sz="2000" dirty="0" smtClean="0"/>
              <a:t>Memory can be allocated whenever required and deallocated when not needed.</a:t>
            </a:r>
          </a:p>
          <a:p>
            <a:r>
              <a:rPr lang="en-IN" sz="2000" b="1" dirty="0" smtClean="0"/>
              <a:t>Insertion and deletions are easier and efficient</a:t>
            </a:r>
          </a:p>
          <a:p>
            <a:pPr lvl="1"/>
            <a:r>
              <a:rPr lang="en-IN" sz="2000" dirty="0" smtClean="0"/>
              <a:t>Provide flexibility in inserting a data item at a specified position and deletion of a data item from the given position</a:t>
            </a:r>
          </a:p>
          <a:p>
            <a:r>
              <a:rPr lang="en-IN" sz="2000" b="1" dirty="0" smtClean="0"/>
              <a:t>Many complex applications can be easily carried out with linked lists</a:t>
            </a:r>
            <a:endParaRPr lang="en-IN" sz="2000" b="1" dirty="0"/>
          </a:p>
        </p:txBody>
      </p:sp>
      <p:sp>
        <p:nvSpPr>
          <p:cNvPr id="4" name="Date Placeholder 3"/>
          <p:cNvSpPr>
            <a:spLocks noGrp="1"/>
          </p:cNvSpPr>
          <p:nvPr>
            <p:ph type="dt" sz="half" idx="10"/>
          </p:nvPr>
        </p:nvSpPr>
        <p:spPr/>
        <p:txBody>
          <a:bodyPr/>
          <a:lstStyle/>
          <a:p>
            <a:fld id="{87444E16-FEE4-4E39-8D0D-F9BDF3B63CD2}"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43</a:t>
            </a:fld>
            <a:endParaRPr lang="en-IN"/>
          </a:p>
        </p:txBody>
      </p:sp>
    </p:spTree>
    <p:extLst>
      <p:ext uri="{BB962C8B-B14F-4D97-AF65-F5344CB8AC3E}">
        <p14:creationId xmlns:p14="http://schemas.microsoft.com/office/powerpoint/2010/main" val="124310980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7024744" cy="601136"/>
          </a:xfrm>
        </p:spPr>
        <p:txBody>
          <a:bodyPr>
            <a:normAutofit fontScale="90000"/>
          </a:bodyPr>
          <a:lstStyle/>
          <a:p>
            <a:r>
              <a:rPr lang="en-IN" dirty="0"/>
              <a:t>Disadvantages of Linked List</a:t>
            </a:r>
          </a:p>
        </p:txBody>
      </p:sp>
      <p:sp>
        <p:nvSpPr>
          <p:cNvPr id="3" name="Content Placeholder 2"/>
          <p:cNvSpPr>
            <a:spLocks noGrp="1"/>
          </p:cNvSpPr>
          <p:nvPr>
            <p:ph idx="1"/>
          </p:nvPr>
        </p:nvSpPr>
        <p:spPr>
          <a:xfrm>
            <a:off x="1043492" y="1268760"/>
            <a:ext cx="7272924" cy="4563869"/>
          </a:xfrm>
        </p:spPr>
        <p:txBody>
          <a:bodyPr>
            <a:noAutofit/>
          </a:bodyPr>
          <a:lstStyle/>
          <a:p>
            <a:r>
              <a:rPr lang="en-IN" sz="2000" dirty="0" smtClean="0"/>
              <a:t>Access to an </a:t>
            </a:r>
            <a:r>
              <a:rPr lang="en-IN" sz="2000" dirty="0" err="1" smtClean="0"/>
              <a:t>arbitary</a:t>
            </a:r>
            <a:r>
              <a:rPr lang="en-IN" sz="2000" dirty="0" smtClean="0"/>
              <a:t> data item is little bit cumbersome and also time consuming</a:t>
            </a:r>
          </a:p>
          <a:p>
            <a:endParaRPr lang="en-IN" sz="2000" b="1" dirty="0" smtClean="0"/>
          </a:p>
          <a:p>
            <a:r>
              <a:rPr lang="en-IN" sz="2000" b="1" dirty="0" smtClean="0"/>
              <a:t>More memory</a:t>
            </a:r>
          </a:p>
          <a:p>
            <a:pPr lvl="1"/>
            <a:r>
              <a:rPr lang="en-IN" sz="1800" dirty="0" smtClean="0"/>
              <a:t>If the number of fields are more, then more memory space is needed.</a:t>
            </a:r>
            <a:endParaRPr lang="en-IN" sz="1800" dirty="0"/>
          </a:p>
        </p:txBody>
      </p:sp>
      <p:sp>
        <p:nvSpPr>
          <p:cNvPr id="4" name="Date Placeholder 3"/>
          <p:cNvSpPr>
            <a:spLocks noGrp="1"/>
          </p:cNvSpPr>
          <p:nvPr>
            <p:ph type="dt" sz="half" idx="10"/>
          </p:nvPr>
        </p:nvSpPr>
        <p:spPr/>
        <p:txBody>
          <a:bodyPr/>
          <a:lstStyle/>
          <a:p>
            <a:fld id="{0ED47AAD-767C-4851-9134-56CE5ACB6F8E}"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44</a:t>
            </a:fld>
            <a:endParaRPr lang="en-IN"/>
          </a:p>
        </p:txBody>
      </p:sp>
    </p:spTree>
    <p:extLst>
      <p:ext uri="{BB962C8B-B14F-4D97-AF65-F5344CB8AC3E}">
        <p14:creationId xmlns:p14="http://schemas.microsoft.com/office/powerpoint/2010/main" val="142279339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7024744" cy="576064"/>
          </a:xfrm>
        </p:spPr>
        <p:txBody>
          <a:bodyPr>
            <a:normAutofit/>
          </a:bodyPr>
          <a:lstStyle/>
          <a:p>
            <a:r>
              <a:rPr lang="en-IN" sz="2400" dirty="0"/>
              <a:t>Advantages of </a:t>
            </a:r>
            <a:r>
              <a:rPr lang="en-IN" sz="2400" dirty="0" smtClean="0"/>
              <a:t>Arrays</a:t>
            </a:r>
            <a:endParaRPr lang="en-IN" sz="2400" dirty="0"/>
          </a:p>
        </p:txBody>
      </p:sp>
      <p:sp>
        <p:nvSpPr>
          <p:cNvPr id="3" name="Content Placeholder 2"/>
          <p:cNvSpPr>
            <a:spLocks noGrp="1"/>
          </p:cNvSpPr>
          <p:nvPr>
            <p:ph idx="1"/>
          </p:nvPr>
        </p:nvSpPr>
        <p:spPr>
          <a:xfrm>
            <a:off x="755576" y="1196752"/>
            <a:ext cx="7488832" cy="4824536"/>
          </a:xfrm>
        </p:spPr>
        <p:txBody>
          <a:bodyPr>
            <a:normAutofit/>
          </a:bodyPr>
          <a:lstStyle/>
          <a:p>
            <a:r>
              <a:rPr lang="en-IN" sz="1800" dirty="0" smtClean="0"/>
              <a:t>Simple to use and define</a:t>
            </a:r>
          </a:p>
          <a:p>
            <a:endParaRPr lang="en-IN" sz="1800" dirty="0" smtClean="0"/>
          </a:p>
          <a:p>
            <a:r>
              <a:rPr lang="en-IN" sz="1800" dirty="0" smtClean="0"/>
              <a:t>Supported by almost all programming languages</a:t>
            </a:r>
          </a:p>
          <a:p>
            <a:endParaRPr lang="en-IN" sz="1800" b="1" dirty="0" smtClean="0"/>
          </a:p>
          <a:p>
            <a:r>
              <a:rPr lang="en-IN" sz="1800" b="1" dirty="0" smtClean="0"/>
              <a:t>Constant access time</a:t>
            </a:r>
          </a:p>
          <a:p>
            <a:pPr lvl="1"/>
            <a:r>
              <a:rPr lang="en-IN" sz="1800" dirty="0" smtClean="0"/>
              <a:t>Array element can be accessed a[</a:t>
            </a:r>
            <a:r>
              <a:rPr lang="en-IN" sz="1800" dirty="0" err="1" smtClean="0"/>
              <a:t>i</a:t>
            </a:r>
            <a:r>
              <a:rPr lang="en-IN" sz="1800" dirty="0"/>
              <a:t>]</a:t>
            </a:r>
            <a:endParaRPr lang="en-IN" sz="1800" dirty="0" smtClean="0"/>
          </a:p>
          <a:p>
            <a:endParaRPr lang="en-IN" sz="1800" dirty="0" smtClean="0"/>
          </a:p>
          <a:p>
            <a:r>
              <a:rPr lang="en-IN" sz="1800" dirty="0" smtClean="0"/>
              <a:t>Mapping by compiler</a:t>
            </a:r>
          </a:p>
          <a:p>
            <a:pPr lvl="1"/>
            <a:r>
              <a:rPr lang="en-IN" sz="1800" dirty="0" smtClean="0"/>
              <a:t>Compiler maps a[</a:t>
            </a:r>
            <a:r>
              <a:rPr lang="en-IN" sz="1800" dirty="0" err="1" smtClean="0"/>
              <a:t>i</a:t>
            </a:r>
            <a:r>
              <a:rPr lang="en-IN" sz="1800" dirty="0" smtClean="0"/>
              <a:t>] to its physical location in memory. </a:t>
            </a:r>
          </a:p>
          <a:p>
            <a:pPr lvl="1"/>
            <a:endParaRPr lang="en-IN" sz="1800" dirty="0" smtClean="0"/>
          </a:p>
          <a:p>
            <a:pPr lvl="1"/>
            <a:r>
              <a:rPr lang="en-IN" sz="1800" b="1" dirty="0" smtClean="0"/>
              <a:t>This mapping is carried out in constant time, irrespective of which element is accessed</a:t>
            </a:r>
          </a:p>
          <a:p>
            <a:pPr lvl="1"/>
            <a:endParaRPr lang="en-IN" b="1" dirty="0"/>
          </a:p>
        </p:txBody>
      </p:sp>
      <p:sp>
        <p:nvSpPr>
          <p:cNvPr id="4" name="Date Placeholder 3"/>
          <p:cNvSpPr>
            <a:spLocks noGrp="1"/>
          </p:cNvSpPr>
          <p:nvPr>
            <p:ph type="dt" sz="half" idx="10"/>
          </p:nvPr>
        </p:nvSpPr>
        <p:spPr/>
        <p:txBody>
          <a:bodyPr/>
          <a:lstStyle/>
          <a:p>
            <a:fld id="{E1AC4061-2CB1-4C9A-8154-1DD29154D47B}"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45</a:t>
            </a:fld>
            <a:endParaRPr lang="en-IN"/>
          </a:p>
        </p:txBody>
      </p:sp>
    </p:spTree>
    <p:extLst>
      <p:ext uri="{BB962C8B-B14F-4D97-AF65-F5344CB8AC3E}">
        <p14:creationId xmlns:p14="http://schemas.microsoft.com/office/powerpoint/2010/main" val="288167858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628800"/>
            <a:ext cx="7024744" cy="541864"/>
          </a:xfrm>
        </p:spPr>
        <p:txBody>
          <a:bodyPr>
            <a:noAutofit/>
          </a:bodyPr>
          <a:lstStyle/>
          <a:p>
            <a:r>
              <a:rPr lang="en-IN" sz="2400" dirty="0" smtClean="0"/>
              <a:t>Arrays suffer from some severe limitations</a:t>
            </a:r>
            <a:endParaRPr lang="en-IN" sz="2400" dirty="0"/>
          </a:p>
        </p:txBody>
      </p:sp>
      <p:sp>
        <p:nvSpPr>
          <p:cNvPr id="3" name="Content Placeholder 2"/>
          <p:cNvSpPr>
            <a:spLocks noGrp="1"/>
          </p:cNvSpPr>
          <p:nvPr>
            <p:ph idx="1"/>
          </p:nvPr>
        </p:nvSpPr>
        <p:spPr/>
        <p:txBody>
          <a:bodyPr>
            <a:normAutofit/>
          </a:bodyPr>
          <a:lstStyle/>
          <a:p>
            <a:r>
              <a:rPr lang="en-IN" sz="2000" b="1" dirty="0" smtClean="0"/>
              <a:t>Static Data Structure-</a:t>
            </a:r>
          </a:p>
          <a:p>
            <a:pPr lvl="1"/>
            <a:r>
              <a:rPr lang="en-IN" sz="1800" b="1" dirty="0" smtClean="0"/>
              <a:t>Size of an array is defined at the time of programming</a:t>
            </a:r>
          </a:p>
          <a:p>
            <a:endParaRPr lang="en-IN" sz="2000" dirty="0" smtClean="0"/>
          </a:p>
          <a:p>
            <a:r>
              <a:rPr lang="en-IN" sz="2000" b="1" dirty="0" smtClean="0"/>
              <a:t>Insertion and Deletion is time consuming</a:t>
            </a:r>
          </a:p>
          <a:p>
            <a:endParaRPr lang="en-IN" sz="2000" dirty="0" smtClean="0"/>
          </a:p>
          <a:p>
            <a:r>
              <a:rPr lang="en-IN" sz="2000" dirty="0" smtClean="0"/>
              <a:t>Requires Contiguous memory</a:t>
            </a:r>
            <a:endParaRPr lang="en-IN" sz="2000" dirty="0"/>
          </a:p>
        </p:txBody>
      </p:sp>
      <p:sp>
        <p:nvSpPr>
          <p:cNvPr id="4" name="Title 1"/>
          <p:cNvSpPr txBox="1">
            <a:spLocks/>
          </p:cNvSpPr>
          <p:nvPr/>
        </p:nvSpPr>
        <p:spPr>
          <a:xfrm>
            <a:off x="827584" y="764704"/>
            <a:ext cx="7024744" cy="57150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dirty="0" smtClean="0"/>
              <a:t>Disadvantages </a:t>
            </a:r>
            <a:r>
              <a:rPr lang="en-IN" sz="2800" dirty="0"/>
              <a:t>of </a:t>
            </a:r>
            <a:r>
              <a:rPr lang="en-IN" sz="2800" dirty="0" smtClean="0"/>
              <a:t>Arrays</a:t>
            </a:r>
            <a:endParaRPr lang="en-IN" sz="2800" dirty="0"/>
          </a:p>
        </p:txBody>
      </p:sp>
      <p:sp>
        <p:nvSpPr>
          <p:cNvPr id="5" name="Date Placeholder 4"/>
          <p:cNvSpPr>
            <a:spLocks noGrp="1"/>
          </p:cNvSpPr>
          <p:nvPr>
            <p:ph type="dt" sz="half" idx="10"/>
          </p:nvPr>
        </p:nvSpPr>
        <p:spPr/>
        <p:txBody>
          <a:bodyPr/>
          <a:lstStyle/>
          <a:p>
            <a:fld id="{D35B3161-2764-4E7B-8DA3-BB068C0D3195}" type="datetime1">
              <a:rPr lang="en-IN" smtClean="0"/>
              <a:t>21-08-2023</a:t>
            </a:fld>
            <a:endParaRPr lang="en-IN"/>
          </a:p>
        </p:txBody>
      </p:sp>
      <p:sp>
        <p:nvSpPr>
          <p:cNvPr id="6" name="Footer Placeholder 5"/>
          <p:cNvSpPr>
            <a:spLocks noGrp="1"/>
          </p:cNvSpPr>
          <p:nvPr>
            <p:ph type="ftr" sz="quarter" idx="11"/>
          </p:nvPr>
        </p:nvSpPr>
        <p:spPr/>
        <p:txBody>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46</a:t>
            </a:fld>
            <a:endParaRPr lang="en-IN"/>
          </a:p>
        </p:txBody>
      </p:sp>
    </p:spTree>
    <p:extLst>
      <p:ext uri="{BB962C8B-B14F-4D97-AF65-F5344CB8AC3E}">
        <p14:creationId xmlns:p14="http://schemas.microsoft.com/office/powerpoint/2010/main" val="87281149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Linked List</a:t>
            </a:r>
            <a:endParaRPr lang="en-IN" dirty="0"/>
          </a:p>
        </p:txBody>
      </p:sp>
      <p:sp>
        <p:nvSpPr>
          <p:cNvPr id="3" name="Content Placeholder 2"/>
          <p:cNvSpPr>
            <a:spLocks noGrp="1"/>
          </p:cNvSpPr>
          <p:nvPr>
            <p:ph idx="1"/>
          </p:nvPr>
        </p:nvSpPr>
        <p:spPr/>
        <p:txBody>
          <a:bodyPr/>
          <a:lstStyle/>
          <a:p>
            <a:r>
              <a:rPr lang="en-IN" dirty="0" smtClean="0"/>
              <a:t>Singly Linked List</a:t>
            </a:r>
          </a:p>
          <a:p>
            <a:r>
              <a:rPr lang="en-IN" dirty="0" smtClean="0"/>
              <a:t>Doubly Linked List</a:t>
            </a:r>
          </a:p>
          <a:p>
            <a:r>
              <a:rPr lang="en-IN" dirty="0" smtClean="0"/>
              <a:t>Circular Linked List</a:t>
            </a:r>
            <a:endParaRPr lang="en-IN" dirty="0"/>
          </a:p>
        </p:txBody>
      </p:sp>
      <p:sp>
        <p:nvSpPr>
          <p:cNvPr id="4" name="Date Placeholder 3"/>
          <p:cNvSpPr>
            <a:spLocks noGrp="1"/>
          </p:cNvSpPr>
          <p:nvPr>
            <p:ph type="dt" sz="half" idx="10"/>
          </p:nvPr>
        </p:nvSpPr>
        <p:spPr/>
        <p:txBody>
          <a:bodyPr/>
          <a:lstStyle/>
          <a:p>
            <a:fld id="{84C9B1FC-1C93-413D-B82E-89C3CACD817B}"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47</a:t>
            </a:fld>
            <a:endParaRPr lang="en-IN"/>
          </a:p>
        </p:txBody>
      </p:sp>
    </p:spTree>
    <p:extLst>
      <p:ext uri="{BB962C8B-B14F-4D97-AF65-F5344CB8AC3E}">
        <p14:creationId xmlns:p14="http://schemas.microsoft.com/office/powerpoint/2010/main" val="103386431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7024744" cy="457120"/>
          </a:xfrm>
        </p:spPr>
        <p:txBody>
          <a:bodyPr>
            <a:normAutofit fontScale="90000"/>
          </a:bodyPr>
          <a:lstStyle/>
          <a:p>
            <a:r>
              <a:rPr lang="en-IN" dirty="0"/>
              <a:t>Singly Linked List</a:t>
            </a:r>
          </a:p>
        </p:txBody>
      </p:sp>
      <p:sp>
        <p:nvSpPr>
          <p:cNvPr id="3" name="Content Placeholder 2"/>
          <p:cNvSpPr>
            <a:spLocks noGrp="1"/>
          </p:cNvSpPr>
          <p:nvPr>
            <p:ph idx="1"/>
          </p:nvPr>
        </p:nvSpPr>
        <p:spPr>
          <a:xfrm>
            <a:off x="755576" y="1268760"/>
            <a:ext cx="6777317" cy="3508977"/>
          </a:xfrm>
        </p:spPr>
        <p:txBody>
          <a:bodyPr>
            <a:normAutofit/>
          </a:bodyPr>
          <a:lstStyle/>
          <a:p>
            <a:r>
              <a:rPr lang="en-IN" sz="2200" dirty="0" smtClean="0"/>
              <a:t>All nodes are linked in sequential manner</a:t>
            </a:r>
          </a:p>
          <a:p>
            <a:r>
              <a:rPr lang="en-IN" sz="2200" dirty="0" smtClean="0"/>
              <a:t>Linear Linked List</a:t>
            </a:r>
          </a:p>
          <a:p>
            <a:r>
              <a:rPr lang="en-IN" sz="2200" dirty="0"/>
              <a:t>One way chain</a:t>
            </a:r>
          </a:p>
          <a:p>
            <a:r>
              <a:rPr lang="en-IN" sz="2200" dirty="0" smtClean="0"/>
              <a:t>It has beginning and end</a:t>
            </a:r>
          </a:p>
        </p:txBody>
      </p:sp>
      <p:pic>
        <p:nvPicPr>
          <p:cNvPr id="11266" name="Picture 2" descr="DS Singly Linked L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4639022"/>
            <a:ext cx="5772150" cy="123825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5197297D-56DC-4493-8C79-20DDB084128C}"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48</a:t>
            </a:fld>
            <a:endParaRPr lang="en-IN"/>
          </a:p>
        </p:txBody>
      </p:sp>
    </p:spTree>
    <p:extLst>
      <p:ext uri="{BB962C8B-B14F-4D97-AF65-F5344CB8AC3E}">
        <p14:creationId xmlns:p14="http://schemas.microsoft.com/office/powerpoint/2010/main" val="299548148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7024744" cy="457120"/>
          </a:xfrm>
        </p:spPr>
        <p:txBody>
          <a:bodyPr>
            <a:normAutofit fontScale="90000"/>
          </a:bodyPr>
          <a:lstStyle/>
          <a:p>
            <a:r>
              <a:rPr lang="en-IN" dirty="0"/>
              <a:t>Singly Linked List</a:t>
            </a:r>
          </a:p>
        </p:txBody>
      </p:sp>
      <p:sp>
        <p:nvSpPr>
          <p:cNvPr id="3" name="Content Placeholder 2"/>
          <p:cNvSpPr>
            <a:spLocks noGrp="1"/>
          </p:cNvSpPr>
          <p:nvPr>
            <p:ph idx="1"/>
          </p:nvPr>
        </p:nvSpPr>
        <p:spPr>
          <a:xfrm>
            <a:off x="755576" y="1268760"/>
            <a:ext cx="6777317" cy="3508977"/>
          </a:xfrm>
        </p:spPr>
        <p:txBody>
          <a:bodyPr>
            <a:normAutofit/>
          </a:bodyPr>
          <a:lstStyle/>
          <a:p>
            <a:r>
              <a:rPr lang="en-IN" sz="2200" dirty="0" smtClean="0"/>
              <a:t>Problem-</a:t>
            </a:r>
          </a:p>
          <a:p>
            <a:pPr lvl="1"/>
            <a:r>
              <a:rPr lang="en-IN" dirty="0" smtClean="0"/>
              <a:t>The predecessor of a node cannot be accessed from the current node.</a:t>
            </a:r>
          </a:p>
          <a:p>
            <a:pPr lvl="1"/>
            <a:r>
              <a:rPr lang="en-IN" dirty="0" smtClean="0"/>
              <a:t>This can be overcome in doubly linked list.</a:t>
            </a:r>
            <a:endParaRPr lang="en-IN" dirty="0"/>
          </a:p>
        </p:txBody>
      </p:sp>
      <p:pic>
        <p:nvPicPr>
          <p:cNvPr id="11266" name="Picture 2" descr="DS Singly Linked L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4639022"/>
            <a:ext cx="5772150" cy="123825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5197297D-56DC-4493-8C79-20DDB084128C}"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49</a:t>
            </a:fld>
            <a:endParaRPr lang="en-IN"/>
          </a:p>
        </p:txBody>
      </p:sp>
    </p:spTree>
    <p:extLst>
      <p:ext uri="{BB962C8B-B14F-4D97-AF65-F5344CB8AC3E}">
        <p14:creationId xmlns:p14="http://schemas.microsoft.com/office/powerpoint/2010/main" val="411387747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7024744" cy="529128"/>
          </a:xfrm>
        </p:spPr>
        <p:txBody>
          <a:bodyPr>
            <a:normAutofit fontScale="90000"/>
          </a:bodyPr>
          <a:lstStyle/>
          <a:p>
            <a:r>
              <a:rPr lang="en-IN" dirty="0"/>
              <a:t>Doubly Linked List</a:t>
            </a:r>
          </a:p>
        </p:txBody>
      </p:sp>
      <p:sp>
        <p:nvSpPr>
          <p:cNvPr id="3" name="Content Placeholder 2"/>
          <p:cNvSpPr>
            <a:spLocks noGrp="1"/>
          </p:cNvSpPr>
          <p:nvPr>
            <p:ph idx="1"/>
          </p:nvPr>
        </p:nvSpPr>
        <p:spPr>
          <a:xfrm>
            <a:off x="614001" y="1215288"/>
            <a:ext cx="6777317" cy="3508977"/>
          </a:xfrm>
        </p:spPr>
        <p:txBody>
          <a:bodyPr>
            <a:normAutofit/>
          </a:bodyPr>
          <a:lstStyle/>
          <a:p>
            <a:r>
              <a:rPr lang="en-IN" sz="2200" dirty="0" smtClean="0"/>
              <a:t>Linked List holds two pointer fields</a:t>
            </a:r>
          </a:p>
          <a:p>
            <a:r>
              <a:rPr lang="en-IN" sz="2200" dirty="0" smtClean="0"/>
              <a:t>Addresses of next as well as preceding elements are linked with current node.</a:t>
            </a:r>
          </a:p>
          <a:p>
            <a:r>
              <a:rPr lang="en-IN" sz="2200" dirty="0" smtClean="0"/>
              <a:t>This helps to traverse in both Forward or Backward direction</a:t>
            </a:r>
          </a:p>
        </p:txBody>
      </p:sp>
      <p:pic>
        <p:nvPicPr>
          <p:cNvPr id="5122" name="Picture 2" descr="https://static.javatpoint.com/ds/images/doubly-linked-list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3717032"/>
            <a:ext cx="6696075" cy="1924051"/>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C0B6C9BB-3909-4EC0-AC82-CA4466DC6439}"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50</a:t>
            </a:fld>
            <a:endParaRPr lang="en-IN"/>
          </a:p>
        </p:txBody>
      </p:sp>
    </p:spTree>
    <p:extLst>
      <p:ext uri="{BB962C8B-B14F-4D97-AF65-F5344CB8AC3E}">
        <p14:creationId xmlns:p14="http://schemas.microsoft.com/office/powerpoint/2010/main" val="81879407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548680"/>
            <a:ext cx="7024744" cy="529128"/>
          </a:xfrm>
        </p:spPr>
        <p:txBody>
          <a:bodyPr>
            <a:normAutofit fontScale="90000"/>
          </a:bodyPr>
          <a:lstStyle/>
          <a:p>
            <a:r>
              <a:rPr lang="en-IN" dirty="0"/>
              <a:t>Circular Linked List</a:t>
            </a:r>
          </a:p>
        </p:txBody>
      </p:sp>
      <p:sp>
        <p:nvSpPr>
          <p:cNvPr id="3" name="Content Placeholder 2"/>
          <p:cNvSpPr>
            <a:spLocks noGrp="1"/>
          </p:cNvSpPr>
          <p:nvPr>
            <p:ph idx="1"/>
          </p:nvPr>
        </p:nvSpPr>
        <p:spPr>
          <a:xfrm>
            <a:off x="683568" y="1196752"/>
            <a:ext cx="6777317" cy="3508977"/>
          </a:xfrm>
        </p:spPr>
        <p:txBody>
          <a:bodyPr/>
          <a:lstStyle/>
          <a:p>
            <a:r>
              <a:rPr lang="en-IN" dirty="0" smtClean="0"/>
              <a:t>The first and last elements are adjacent.</a:t>
            </a:r>
          </a:p>
          <a:p>
            <a:r>
              <a:rPr lang="en-IN" dirty="0" smtClean="0"/>
              <a:t>A linked list can be made circular by </a:t>
            </a:r>
          </a:p>
          <a:p>
            <a:pPr lvl="1"/>
            <a:r>
              <a:rPr lang="en-IN" dirty="0" smtClean="0"/>
              <a:t>Storing the address of the first node in the link field of the last node.</a:t>
            </a:r>
          </a:p>
        </p:txBody>
      </p:sp>
      <p:pic>
        <p:nvPicPr>
          <p:cNvPr id="10242" name="Picture 2" descr="https://static.javatpoint.com/ds/images/circular-singly-linked-lis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129" y="3429000"/>
            <a:ext cx="7315200" cy="1692796"/>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762B41E3-5701-4ED0-B6F3-D8F70B9D16E6}"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51</a:t>
            </a:fld>
            <a:endParaRPr lang="en-IN"/>
          </a:p>
        </p:txBody>
      </p:sp>
    </p:spTree>
    <p:extLst>
      <p:ext uri="{BB962C8B-B14F-4D97-AF65-F5344CB8AC3E}">
        <p14:creationId xmlns:p14="http://schemas.microsoft.com/office/powerpoint/2010/main" val="175206560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Linked List Operations</a:t>
            </a:r>
            <a:endParaRPr lang="en-IN" b="1" dirty="0"/>
          </a:p>
        </p:txBody>
      </p:sp>
      <p:sp>
        <p:nvSpPr>
          <p:cNvPr id="3" name="Content Placeholder 2"/>
          <p:cNvSpPr>
            <a:spLocks noGrp="1"/>
          </p:cNvSpPr>
          <p:nvPr>
            <p:ph idx="1"/>
          </p:nvPr>
        </p:nvSpPr>
        <p:spPr/>
        <p:txBody>
          <a:bodyPr/>
          <a:lstStyle/>
          <a:p>
            <a:r>
              <a:rPr lang="en-IN" b="1" dirty="0" smtClean="0"/>
              <a:t>Creation</a:t>
            </a:r>
          </a:p>
          <a:p>
            <a:r>
              <a:rPr lang="en-IN" b="1" dirty="0" smtClean="0"/>
              <a:t>Insertion</a:t>
            </a:r>
          </a:p>
          <a:p>
            <a:r>
              <a:rPr lang="en-IN" b="1" dirty="0" smtClean="0"/>
              <a:t>Deletion</a:t>
            </a:r>
          </a:p>
          <a:p>
            <a:r>
              <a:rPr lang="en-IN" b="1" dirty="0" smtClean="0"/>
              <a:t>Traversal</a:t>
            </a:r>
          </a:p>
          <a:p>
            <a:r>
              <a:rPr lang="en-IN" b="1" dirty="0" smtClean="0"/>
              <a:t>Searching</a:t>
            </a:r>
            <a:endParaRPr lang="en-IN" b="1" dirty="0"/>
          </a:p>
        </p:txBody>
      </p:sp>
      <p:sp>
        <p:nvSpPr>
          <p:cNvPr id="4" name="Date Placeholder 3"/>
          <p:cNvSpPr>
            <a:spLocks noGrp="1"/>
          </p:cNvSpPr>
          <p:nvPr>
            <p:ph type="dt" sz="half" idx="10"/>
          </p:nvPr>
        </p:nvSpPr>
        <p:spPr/>
        <p:txBody>
          <a:bodyPr/>
          <a:lstStyle/>
          <a:p>
            <a:fld id="{84C9B1FC-1C93-413D-B82E-89C3CACD817B}"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52</a:t>
            </a:fld>
            <a:endParaRPr lang="en-IN"/>
          </a:p>
        </p:txBody>
      </p:sp>
    </p:spTree>
    <p:extLst>
      <p:ext uri="{BB962C8B-B14F-4D97-AF65-F5344CB8AC3E}">
        <p14:creationId xmlns:p14="http://schemas.microsoft.com/office/powerpoint/2010/main" val="177805049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43600" y="476672"/>
            <a:ext cx="7024744" cy="457120"/>
          </a:xfrm>
          <a:prstGeom prst="rect">
            <a:avLst/>
          </a:prstGeom>
        </p:spPr>
        <p:txBody>
          <a:bodyPr vert="horz" lIns="91440" tIns="45720" rIns="91440" bIns="45720" rtlCol="0" anchor="b">
            <a:normAutofit fontScale="67500" lnSpcReduction="20000"/>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smtClean="0"/>
              <a:t>Implementation of Linked Lists</a:t>
            </a:r>
            <a:endParaRPr lang="en-IN" dirty="0"/>
          </a:p>
        </p:txBody>
      </p:sp>
      <p:sp>
        <p:nvSpPr>
          <p:cNvPr id="6" name="Content Placeholder 2"/>
          <p:cNvSpPr txBox="1">
            <a:spLocks noGrp="1"/>
          </p:cNvSpPr>
          <p:nvPr>
            <p:ph idx="1"/>
          </p:nvPr>
        </p:nvSpPr>
        <p:spPr>
          <a:xfrm>
            <a:off x="767313" y="1196752"/>
            <a:ext cx="6777317" cy="3508977"/>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r>
              <a:rPr lang="en-IN" sz="2000" dirty="0" smtClean="0"/>
              <a:t>Structures in C are used to define a node</a:t>
            </a:r>
          </a:p>
          <a:p>
            <a:endParaRPr lang="en-IN" sz="2000" dirty="0" smtClean="0"/>
          </a:p>
          <a:p>
            <a:r>
              <a:rPr lang="en-IN" sz="2000" dirty="0" smtClean="0"/>
              <a:t>Address of a successor node can be stored in a pointer type variable</a:t>
            </a:r>
            <a:endParaRPr lang="en-IN" sz="2000" dirty="0"/>
          </a:p>
        </p:txBody>
      </p:sp>
      <p:sp>
        <p:nvSpPr>
          <p:cNvPr id="2" name="Date Placeholder 1"/>
          <p:cNvSpPr>
            <a:spLocks noGrp="1"/>
          </p:cNvSpPr>
          <p:nvPr>
            <p:ph type="dt" sz="half" idx="10"/>
          </p:nvPr>
        </p:nvSpPr>
        <p:spPr/>
        <p:txBody>
          <a:bodyPr/>
          <a:lstStyle/>
          <a:p>
            <a:fld id="{E3C7F87B-3541-4809-8F99-2BC2A53121F3}" type="datetime1">
              <a:rPr lang="en-IN" smtClean="0"/>
              <a:t>21-08-2023</a:t>
            </a:fld>
            <a:endParaRPr lang="en-IN"/>
          </a:p>
        </p:txBody>
      </p:sp>
      <p:sp>
        <p:nvSpPr>
          <p:cNvPr id="3" name="Footer Placeholder 2"/>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53</a:t>
            </a:fld>
            <a:endParaRPr lang="en-IN"/>
          </a:p>
        </p:txBody>
      </p:sp>
    </p:spTree>
    <p:extLst>
      <p:ext uri="{BB962C8B-B14F-4D97-AF65-F5344CB8AC3E}">
        <p14:creationId xmlns:p14="http://schemas.microsoft.com/office/powerpoint/2010/main" val="196501323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Linked Lists</a:t>
            </a:r>
            <a:endParaRPr lang="en-IN" dirty="0"/>
          </a:p>
        </p:txBody>
      </p:sp>
      <p:sp>
        <p:nvSpPr>
          <p:cNvPr id="3" name="Content Placeholder 2"/>
          <p:cNvSpPr>
            <a:spLocks noGrp="1"/>
          </p:cNvSpPr>
          <p:nvPr>
            <p:ph idx="1"/>
          </p:nvPr>
        </p:nvSpPr>
        <p:spPr>
          <a:xfrm>
            <a:off x="755576" y="1412776"/>
            <a:ext cx="6777317" cy="3508977"/>
          </a:xfrm>
        </p:spPr>
        <p:txBody>
          <a:bodyPr>
            <a:normAutofit/>
          </a:bodyPr>
          <a:lstStyle/>
          <a:p>
            <a:pPr marL="0" indent="0">
              <a:buNone/>
            </a:pPr>
            <a:r>
              <a:rPr lang="en-IN" sz="2200" dirty="0" err="1" smtClean="0">
                <a:hlinkClick r:id="rId3" action="ppaction://hlinkfile"/>
              </a:rPr>
              <a:t>Struct</a:t>
            </a:r>
            <a:r>
              <a:rPr lang="en-IN" sz="2200" dirty="0" smtClean="0">
                <a:hlinkClick r:id="rId3" action="ppaction://hlinkfile"/>
              </a:rPr>
              <a:t> Basics</a:t>
            </a:r>
            <a:endParaRPr lang="en-IN" sz="2200" dirty="0" smtClean="0"/>
          </a:p>
          <a:p>
            <a:pPr marL="0" indent="0">
              <a:buNone/>
            </a:pPr>
            <a:r>
              <a:rPr lang="en-IN" sz="2200" dirty="0" err="1" smtClean="0"/>
              <a:t>Struct</a:t>
            </a:r>
            <a:r>
              <a:rPr lang="en-IN" sz="2200" dirty="0" smtClean="0"/>
              <a:t> Syntax</a:t>
            </a:r>
          </a:p>
          <a:p>
            <a:pPr marL="0" indent="0">
              <a:buNone/>
            </a:pPr>
            <a:r>
              <a:rPr lang="en-IN" sz="2200" dirty="0" err="1" smtClean="0"/>
              <a:t>Struct</a:t>
            </a:r>
            <a:r>
              <a:rPr lang="en-IN" sz="2200" dirty="0" smtClean="0"/>
              <a:t> examples</a:t>
            </a:r>
          </a:p>
          <a:p>
            <a:pPr marL="0" indent="0">
              <a:buNone/>
            </a:pPr>
            <a:r>
              <a:rPr lang="en-IN" sz="2200" dirty="0" smtClean="0"/>
              <a:t>Pointer to structure</a:t>
            </a:r>
          </a:p>
          <a:p>
            <a:pPr marL="0" indent="0">
              <a:buNone/>
            </a:pPr>
            <a:r>
              <a:rPr lang="en-IN" sz="2200" dirty="0" smtClean="0"/>
              <a:t>Sample Programs for Pointer to structures</a:t>
            </a:r>
          </a:p>
          <a:p>
            <a:pPr marL="0" indent="0">
              <a:buNone/>
            </a:pPr>
            <a:r>
              <a:rPr lang="en-IN" sz="2200" dirty="0" smtClean="0"/>
              <a:t>Initialization of Pointers to Structures</a:t>
            </a:r>
          </a:p>
          <a:p>
            <a:pPr marL="0" indent="0">
              <a:buNone/>
            </a:pPr>
            <a:endParaRPr lang="en-IN" sz="2200" dirty="0" smtClean="0"/>
          </a:p>
        </p:txBody>
      </p:sp>
      <p:sp>
        <p:nvSpPr>
          <p:cNvPr id="8" name="Date Placeholder 7"/>
          <p:cNvSpPr>
            <a:spLocks noGrp="1"/>
          </p:cNvSpPr>
          <p:nvPr>
            <p:ph type="dt" sz="half" idx="10"/>
          </p:nvPr>
        </p:nvSpPr>
        <p:spPr/>
        <p:txBody>
          <a:bodyPr/>
          <a:lstStyle/>
          <a:p>
            <a:fld id="{73E98761-AA6E-49E2-86FB-0F62D7EC4590}" type="datetime1">
              <a:rPr lang="en-IN" smtClean="0"/>
              <a:t>21-08-2023</a:t>
            </a:fld>
            <a:endParaRPr lang="en-IN"/>
          </a:p>
        </p:txBody>
      </p:sp>
      <p:sp>
        <p:nvSpPr>
          <p:cNvPr id="9" name="Footer Placeholder 8"/>
          <p:cNvSpPr>
            <a:spLocks noGrp="1"/>
          </p:cNvSpPr>
          <p:nvPr>
            <p:ph type="ftr" sz="quarter" idx="11"/>
          </p:nvPr>
        </p:nvSpPr>
        <p:spPr/>
        <p:txBody>
          <a:bodyPr/>
          <a:lstStyle/>
          <a:p>
            <a:r>
              <a:rPr lang="en-IN" smtClean="0"/>
              <a:t>Prof. Shweta Dhawan Chachra</a:t>
            </a:r>
            <a:endParaRPr lang="en-IN"/>
          </a:p>
        </p:txBody>
      </p:sp>
      <p:sp>
        <p:nvSpPr>
          <p:cNvPr id="10" name="Slide Number Placeholder 9"/>
          <p:cNvSpPr>
            <a:spLocks noGrp="1"/>
          </p:cNvSpPr>
          <p:nvPr>
            <p:ph type="sldNum" sz="quarter" idx="12"/>
          </p:nvPr>
        </p:nvSpPr>
        <p:spPr/>
        <p:txBody>
          <a:bodyPr/>
          <a:lstStyle/>
          <a:p>
            <a:fld id="{91FA414A-FC3B-4762-BF9B-190CEE0147BD}" type="slidenum">
              <a:rPr lang="en-IN" smtClean="0"/>
              <a:t>54</a:t>
            </a:fld>
            <a:endParaRPr lang="en-IN"/>
          </a:p>
        </p:txBody>
      </p:sp>
    </p:spTree>
    <p:extLst>
      <p:ext uri="{BB962C8B-B14F-4D97-AF65-F5344CB8AC3E}">
        <p14:creationId xmlns:p14="http://schemas.microsoft.com/office/powerpoint/2010/main" val="71757081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Linked Lists</a:t>
            </a:r>
            <a:endParaRPr lang="en-IN" dirty="0"/>
          </a:p>
        </p:txBody>
      </p:sp>
      <p:sp>
        <p:nvSpPr>
          <p:cNvPr id="3" name="Content Placeholder 2"/>
          <p:cNvSpPr>
            <a:spLocks noGrp="1"/>
          </p:cNvSpPr>
          <p:nvPr>
            <p:ph idx="1"/>
          </p:nvPr>
        </p:nvSpPr>
        <p:spPr>
          <a:xfrm>
            <a:off x="755576" y="1315540"/>
            <a:ext cx="6777317" cy="3508977"/>
          </a:xfrm>
        </p:spPr>
        <p:txBody>
          <a:bodyPr>
            <a:normAutofit/>
          </a:bodyPr>
          <a:lstStyle/>
          <a:p>
            <a:pPr marL="0" indent="0">
              <a:buNone/>
            </a:pPr>
            <a:r>
              <a:rPr lang="en-IN" sz="2200" dirty="0" err="1" smtClean="0"/>
              <a:t>struct</a:t>
            </a:r>
            <a:r>
              <a:rPr lang="en-IN" sz="2200" dirty="0" smtClean="0"/>
              <a:t> node</a:t>
            </a:r>
          </a:p>
          <a:p>
            <a:pPr marL="0" indent="0">
              <a:buNone/>
            </a:pPr>
            <a:r>
              <a:rPr lang="en-IN" sz="2200" dirty="0" smtClean="0"/>
              <a:t>{</a:t>
            </a:r>
          </a:p>
          <a:p>
            <a:pPr marL="0" indent="0">
              <a:buNone/>
            </a:pPr>
            <a:r>
              <a:rPr lang="en-IN" sz="2200" dirty="0" smtClean="0"/>
              <a:t>    </a:t>
            </a:r>
            <a:r>
              <a:rPr lang="en-IN" sz="2200" dirty="0" err="1" smtClean="0"/>
              <a:t>int</a:t>
            </a:r>
            <a:r>
              <a:rPr lang="en-IN" sz="2200" dirty="0" smtClean="0"/>
              <a:t> info;</a:t>
            </a:r>
          </a:p>
          <a:p>
            <a:pPr marL="0" indent="0">
              <a:buNone/>
            </a:pPr>
            <a:r>
              <a:rPr lang="en-IN" sz="2200" dirty="0" smtClean="0"/>
              <a:t>    </a:t>
            </a:r>
            <a:r>
              <a:rPr lang="en-IN" sz="2200" dirty="0" err="1" smtClean="0"/>
              <a:t>struct</a:t>
            </a:r>
            <a:r>
              <a:rPr lang="en-IN" sz="2200" dirty="0" smtClean="0"/>
              <a:t> node *link;</a:t>
            </a:r>
          </a:p>
          <a:p>
            <a:pPr marL="0" indent="0">
              <a:buNone/>
            </a:pPr>
            <a:r>
              <a:rPr lang="en-IN" sz="2200" dirty="0" smtClean="0"/>
              <a:t>}</a:t>
            </a:r>
          </a:p>
          <a:p>
            <a:pPr marL="0" indent="0">
              <a:buNone/>
            </a:pPr>
            <a:endParaRPr lang="en-IN" sz="2200" dirty="0"/>
          </a:p>
          <a:p>
            <a:pPr marL="0" indent="0">
              <a:buNone/>
            </a:pPr>
            <a:r>
              <a:rPr lang="en-IN" sz="2200" dirty="0" smtClean="0"/>
              <a:t> </a:t>
            </a:r>
          </a:p>
        </p:txBody>
      </p:sp>
      <p:sp>
        <p:nvSpPr>
          <p:cNvPr id="4" name="Right Arrow 3"/>
          <p:cNvSpPr/>
          <p:nvPr/>
        </p:nvSpPr>
        <p:spPr>
          <a:xfrm>
            <a:off x="3780028" y="2708920"/>
            <a:ext cx="151216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5389131" y="2529770"/>
            <a:ext cx="2927401" cy="923330"/>
          </a:xfrm>
          <a:prstGeom prst="rect">
            <a:avLst/>
          </a:prstGeom>
        </p:spPr>
        <p:txBody>
          <a:bodyPr wrap="square">
            <a:spAutoFit/>
          </a:bodyPr>
          <a:lstStyle/>
          <a:p>
            <a:r>
              <a:rPr lang="en-IN" dirty="0"/>
              <a:t>P</a:t>
            </a:r>
            <a:r>
              <a:rPr lang="en-IN" dirty="0" smtClean="0"/>
              <a:t>ointer that points to the structure itself,</a:t>
            </a:r>
          </a:p>
          <a:p>
            <a:r>
              <a:rPr lang="en-IN" dirty="0" smtClean="0"/>
              <a:t>Thus Linked List.</a:t>
            </a:r>
            <a:endParaRPr lang="en-IN" dirty="0"/>
          </a:p>
        </p:txBody>
      </p:sp>
      <p:sp>
        <p:nvSpPr>
          <p:cNvPr id="6" name="Rectangle 5"/>
          <p:cNvSpPr/>
          <p:nvPr/>
        </p:nvSpPr>
        <p:spPr>
          <a:xfrm>
            <a:off x="5541531" y="1124744"/>
            <a:ext cx="2927401" cy="369332"/>
          </a:xfrm>
          <a:prstGeom prst="rect">
            <a:avLst/>
          </a:prstGeom>
        </p:spPr>
        <p:txBody>
          <a:bodyPr wrap="square">
            <a:spAutoFit/>
          </a:bodyPr>
          <a:lstStyle/>
          <a:p>
            <a:r>
              <a:rPr lang="en-IN" dirty="0" smtClean="0"/>
              <a:t>Information field</a:t>
            </a:r>
            <a:endParaRPr lang="en-IN" dirty="0"/>
          </a:p>
        </p:txBody>
      </p:sp>
      <p:sp>
        <p:nvSpPr>
          <p:cNvPr id="7" name="Right Arrow 6"/>
          <p:cNvSpPr/>
          <p:nvPr/>
        </p:nvSpPr>
        <p:spPr>
          <a:xfrm rot="20640891">
            <a:off x="2083024" y="1784792"/>
            <a:ext cx="3499324" cy="1948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Date Placeholder 7"/>
          <p:cNvSpPr>
            <a:spLocks noGrp="1"/>
          </p:cNvSpPr>
          <p:nvPr>
            <p:ph type="dt" sz="half" idx="10"/>
          </p:nvPr>
        </p:nvSpPr>
        <p:spPr/>
        <p:txBody>
          <a:bodyPr/>
          <a:lstStyle/>
          <a:p>
            <a:fld id="{73E98761-AA6E-49E2-86FB-0F62D7EC4590}" type="datetime1">
              <a:rPr lang="en-IN" smtClean="0"/>
              <a:t>21-08-2023</a:t>
            </a:fld>
            <a:endParaRPr lang="en-IN"/>
          </a:p>
        </p:txBody>
      </p:sp>
      <p:sp>
        <p:nvSpPr>
          <p:cNvPr id="9" name="Footer Placeholder 8"/>
          <p:cNvSpPr>
            <a:spLocks noGrp="1"/>
          </p:cNvSpPr>
          <p:nvPr>
            <p:ph type="ftr" sz="quarter" idx="11"/>
          </p:nvPr>
        </p:nvSpPr>
        <p:spPr/>
        <p:txBody>
          <a:bodyPr/>
          <a:lstStyle/>
          <a:p>
            <a:r>
              <a:rPr lang="en-IN" smtClean="0"/>
              <a:t>Prof. Shweta Dhawan Chachra</a:t>
            </a:r>
            <a:endParaRPr lang="en-IN"/>
          </a:p>
        </p:txBody>
      </p:sp>
      <p:sp>
        <p:nvSpPr>
          <p:cNvPr id="10" name="Slide Number Placeholder 9"/>
          <p:cNvSpPr>
            <a:spLocks noGrp="1"/>
          </p:cNvSpPr>
          <p:nvPr>
            <p:ph type="sldNum" sz="quarter" idx="12"/>
          </p:nvPr>
        </p:nvSpPr>
        <p:spPr/>
        <p:txBody>
          <a:bodyPr/>
          <a:lstStyle/>
          <a:p>
            <a:fld id="{91FA414A-FC3B-4762-BF9B-190CEE0147BD}" type="slidenum">
              <a:rPr lang="en-IN" smtClean="0"/>
              <a:t>55</a:t>
            </a:fld>
            <a:endParaRPr lang="en-IN"/>
          </a:p>
        </p:txBody>
      </p:sp>
    </p:spTree>
    <p:extLst>
      <p:ext uri="{BB962C8B-B14F-4D97-AF65-F5344CB8AC3E}">
        <p14:creationId xmlns:p14="http://schemas.microsoft.com/office/powerpoint/2010/main" val="320265288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4733365" y="2708476"/>
            <a:ext cx="3367027" cy="1702160"/>
          </a:xfrm>
        </p:spPr>
        <p:txBody>
          <a:bodyPr>
            <a:normAutofit/>
          </a:bodyPr>
          <a:lstStyle/>
          <a:p>
            <a:r>
              <a:rPr lang="en-IN" sz="3200" b="1" dirty="0" smtClean="0"/>
              <a:t>Singly Linked List</a:t>
            </a:r>
            <a:endParaRPr lang="en-IN" sz="3200" b="1" dirty="0"/>
          </a:p>
        </p:txBody>
      </p:sp>
      <p:sp>
        <p:nvSpPr>
          <p:cNvPr id="8" name="Subtitle 7"/>
          <p:cNvSpPr>
            <a:spLocks noGrp="1"/>
          </p:cNvSpPr>
          <p:nvPr>
            <p:ph type="subTitle" idx="1"/>
          </p:nvPr>
        </p:nvSpPr>
        <p:spPr/>
        <p:txBody>
          <a:bodyPr/>
          <a:lstStyle/>
          <a:p>
            <a:endParaRPr lang="en-IN"/>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56</a:t>
            </a:fld>
            <a:endParaRPr lang="en-IN"/>
          </a:p>
        </p:txBody>
      </p:sp>
    </p:spTree>
    <p:extLst>
      <p:ext uri="{BB962C8B-B14F-4D97-AF65-F5344CB8AC3E}">
        <p14:creationId xmlns:p14="http://schemas.microsoft.com/office/powerpoint/2010/main" val="65586198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Creation of a new node</a:t>
            </a:r>
            <a:endParaRPr lang="en-IN" dirty="0"/>
          </a:p>
        </p:txBody>
      </p:sp>
      <p:sp>
        <p:nvSpPr>
          <p:cNvPr id="4" name="Date Placeholder 3"/>
          <p:cNvSpPr>
            <a:spLocks noGrp="1"/>
          </p:cNvSpPr>
          <p:nvPr>
            <p:ph type="dt" sz="half" idx="10"/>
          </p:nvPr>
        </p:nvSpPr>
        <p:spPr/>
        <p:txBody>
          <a:bodyPr/>
          <a:lstStyle/>
          <a:p>
            <a:fld id="{6FDA3727-6AE0-48AA-AEEE-3A4BA6A3DC8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57</a:t>
            </a:fld>
            <a:endParaRPr lang="en-IN"/>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71600" y="1124744"/>
            <a:ext cx="5472608" cy="1844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3140968"/>
            <a:ext cx="6192688" cy="144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6127" y="4949079"/>
            <a:ext cx="3672408" cy="4132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595104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Creation of a new node</a:t>
            </a:r>
            <a:endParaRPr lang="en-IN" dirty="0"/>
          </a:p>
        </p:txBody>
      </p:sp>
      <p:sp>
        <p:nvSpPr>
          <p:cNvPr id="3" name="Content Placeholder 2"/>
          <p:cNvSpPr>
            <a:spLocks noGrp="1"/>
          </p:cNvSpPr>
          <p:nvPr>
            <p:ph idx="1"/>
          </p:nvPr>
        </p:nvSpPr>
        <p:spPr>
          <a:xfrm>
            <a:off x="755576" y="1315540"/>
            <a:ext cx="7560840" cy="4705748"/>
          </a:xfrm>
        </p:spPr>
        <p:txBody>
          <a:bodyPr>
            <a:normAutofit/>
          </a:bodyPr>
          <a:lstStyle/>
          <a:p>
            <a:pPr marL="68580" indent="0">
              <a:buNone/>
            </a:pPr>
            <a:r>
              <a:rPr lang="en-US" sz="2000" dirty="0" smtClean="0"/>
              <a:t>New node=temp</a:t>
            </a:r>
          </a:p>
          <a:p>
            <a:pPr marL="68580" indent="0">
              <a:buNone/>
            </a:pPr>
            <a:endParaRPr lang="en-US" sz="2000" dirty="0" smtClean="0"/>
          </a:p>
          <a:p>
            <a:pPr marL="68580" indent="0">
              <a:buNone/>
            </a:pPr>
            <a:r>
              <a:rPr lang="en-US" sz="2000" dirty="0" smtClean="0"/>
              <a:t>	</a:t>
            </a:r>
            <a:r>
              <a:rPr lang="en-US" sz="2000" b="1" dirty="0" err="1" smtClean="0"/>
              <a:t>struct</a:t>
            </a:r>
            <a:r>
              <a:rPr lang="en-US" sz="2000" b="1" dirty="0" smtClean="0"/>
              <a:t> </a:t>
            </a:r>
            <a:r>
              <a:rPr lang="en-US" sz="2000" b="1" dirty="0"/>
              <a:t>node </a:t>
            </a:r>
            <a:r>
              <a:rPr lang="en-US" sz="2000" b="1" dirty="0" smtClean="0"/>
              <a:t>*</a:t>
            </a:r>
            <a:r>
              <a:rPr lang="en-US" sz="2000" b="1" dirty="0" err="1" smtClean="0"/>
              <a:t>tmp</a:t>
            </a:r>
            <a:r>
              <a:rPr lang="en-US" sz="2000" b="1" dirty="0"/>
              <a:t>;</a:t>
            </a:r>
            <a:endParaRPr lang="en-IN" sz="2000" b="1" dirty="0"/>
          </a:p>
          <a:p>
            <a:pPr marL="68580" indent="0">
              <a:buNone/>
            </a:pPr>
            <a:r>
              <a:rPr lang="en-US" sz="2000" b="1" dirty="0"/>
              <a:t>	</a:t>
            </a:r>
            <a:r>
              <a:rPr lang="en-US" sz="2000" b="1" dirty="0" err="1"/>
              <a:t>tmp</a:t>
            </a:r>
            <a:r>
              <a:rPr lang="en-US" sz="2000" b="1" dirty="0"/>
              <a:t>= </a:t>
            </a:r>
            <a:r>
              <a:rPr lang="en-US" sz="2000" b="1" dirty="0" smtClean="0"/>
              <a:t>(</a:t>
            </a:r>
            <a:r>
              <a:rPr lang="en-US" sz="2000" b="1" dirty="0" err="1" smtClean="0"/>
              <a:t>struct</a:t>
            </a:r>
            <a:r>
              <a:rPr lang="en-US" sz="2000" b="1" dirty="0" smtClean="0"/>
              <a:t> node *) </a:t>
            </a:r>
            <a:r>
              <a:rPr lang="en-US" sz="2000" b="1" dirty="0" err="1" smtClean="0"/>
              <a:t>malloc</a:t>
            </a:r>
            <a:r>
              <a:rPr lang="en-US" sz="2000" b="1" dirty="0" smtClean="0"/>
              <a:t>(</a:t>
            </a:r>
            <a:r>
              <a:rPr lang="en-US" sz="2000" b="1" dirty="0" err="1" smtClean="0"/>
              <a:t>sizeof</a:t>
            </a:r>
            <a:r>
              <a:rPr lang="en-US" sz="2000" b="1" dirty="0" smtClean="0"/>
              <a:t>(</a:t>
            </a:r>
            <a:r>
              <a:rPr lang="en-US" sz="2000" b="1" dirty="0" err="1" smtClean="0"/>
              <a:t>struct</a:t>
            </a:r>
            <a:r>
              <a:rPr lang="en-US" sz="2000" b="1" dirty="0" smtClean="0"/>
              <a:t> </a:t>
            </a:r>
            <a:r>
              <a:rPr lang="en-US" sz="2000" b="1" dirty="0"/>
              <a:t>node));</a:t>
            </a:r>
            <a:endParaRPr lang="en-IN" sz="2000" b="1" dirty="0"/>
          </a:p>
          <a:p>
            <a:pPr marL="68580" indent="0">
              <a:buNone/>
            </a:pPr>
            <a:r>
              <a:rPr lang="en-US" sz="2000" b="1" dirty="0"/>
              <a:t>	</a:t>
            </a:r>
            <a:r>
              <a:rPr lang="en-US" sz="2000" b="1" dirty="0" err="1"/>
              <a:t>tmp</a:t>
            </a:r>
            <a:r>
              <a:rPr lang="en-US" sz="2000" b="1" dirty="0"/>
              <a:t>-&gt;info=data;</a:t>
            </a:r>
            <a:endParaRPr lang="en-IN" sz="2000" b="1" dirty="0"/>
          </a:p>
          <a:p>
            <a:pPr marL="68580" indent="0">
              <a:buNone/>
            </a:pPr>
            <a:r>
              <a:rPr lang="en-US" sz="2000" b="1" dirty="0"/>
              <a:t>	</a:t>
            </a:r>
            <a:r>
              <a:rPr lang="en-US" sz="2000" b="1" dirty="0" err="1"/>
              <a:t>tmp</a:t>
            </a:r>
            <a:r>
              <a:rPr lang="en-US" sz="2000" b="1" dirty="0"/>
              <a:t>-&gt;link=NULL;</a:t>
            </a:r>
            <a:endParaRPr lang="en-IN" sz="2000" b="1" dirty="0"/>
          </a:p>
          <a:p>
            <a:pPr marL="68580" indent="0">
              <a:buNone/>
            </a:pPr>
            <a:r>
              <a:rPr lang="en-US" sz="2000" b="1" dirty="0"/>
              <a:t> </a:t>
            </a:r>
            <a:endParaRPr lang="en-IN" sz="2000" b="1" dirty="0"/>
          </a:p>
        </p:txBody>
      </p:sp>
      <p:sp>
        <p:nvSpPr>
          <p:cNvPr id="4" name="Date Placeholder 3"/>
          <p:cNvSpPr>
            <a:spLocks noGrp="1"/>
          </p:cNvSpPr>
          <p:nvPr>
            <p:ph type="dt" sz="half" idx="10"/>
          </p:nvPr>
        </p:nvSpPr>
        <p:spPr/>
        <p:txBody>
          <a:bodyPr/>
          <a:lstStyle/>
          <a:p>
            <a:fld id="{6FDA3727-6AE0-48AA-AEEE-3A4BA6A3DC8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58</a:t>
            </a:fld>
            <a:endParaRPr lang="en-IN"/>
          </a:p>
        </p:txBody>
      </p:sp>
    </p:spTree>
    <p:extLst>
      <p:ext uri="{BB962C8B-B14F-4D97-AF65-F5344CB8AC3E}">
        <p14:creationId xmlns:p14="http://schemas.microsoft.com/office/powerpoint/2010/main" val="64030175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Creating a Linked List</a:t>
            </a:r>
            <a:endParaRPr lang="en-IN" dirty="0"/>
          </a:p>
        </p:txBody>
      </p:sp>
      <p:sp>
        <p:nvSpPr>
          <p:cNvPr id="3" name="Content Placeholder 2"/>
          <p:cNvSpPr>
            <a:spLocks noGrp="1"/>
          </p:cNvSpPr>
          <p:nvPr>
            <p:ph idx="1"/>
          </p:nvPr>
        </p:nvSpPr>
        <p:spPr>
          <a:xfrm>
            <a:off x="755576" y="1315540"/>
            <a:ext cx="6777317" cy="4705748"/>
          </a:xfrm>
        </p:spPr>
        <p:txBody>
          <a:bodyPr>
            <a:normAutofit fontScale="70000" lnSpcReduction="20000"/>
          </a:bodyPr>
          <a:lstStyle/>
          <a:p>
            <a:pPr marL="68580" indent="0">
              <a:buNone/>
            </a:pPr>
            <a:r>
              <a:rPr lang="en-US" sz="2000" dirty="0" err="1"/>
              <a:t>create_list</a:t>
            </a:r>
            <a:r>
              <a:rPr lang="en-US" sz="2000" dirty="0"/>
              <a:t>(</a:t>
            </a:r>
            <a:r>
              <a:rPr lang="en-US" sz="2000" dirty="0" err="1"/>
              <a:t>int</a:t>
            </a:r>
            <a:r>
              <a:rPr lang="en-US" sz="2000" dirty="0"/>
              <a:t> data)</a:t>
            </a:r>
            <a:endParaRPr lang="en-IN" sz="2000" dirty="0"/>
          </a:p>
          <a:p>
            <a:pPr marL="68580" indent="0">
              <a:buNone/>
            </a:pPr>
            <a:r>
              <a:rPr lang="en-US" sz="2000" dirty="0"/>
              <a:t>{</a:t>
            </a:r>
            <a:endParaRPr lang="en-IN" sz="2000" dirty="0"/>
          </a:p>
          <a:p>
            <a:pPr marL="68580" indent="0">
              <a:buNone/>
            </a:pPr>
            <a:r>
              <a:rPr lang="en-US" sz="2000" dirty="0"/>
              <a:t>	</a:t>
            </a:r>
            <a:r>
              <a:rPr lang="en-US" sz="2000" dirty="0" err="1"/>
              <a:t>struct</a:t>
            </a:r>
            <a:r>
              <a:rPr lang="en-US" sz="2000" dirty="0"/>
              <a:t> node *q,*</a:t>
            </a:r>
            <a:r>
              <a:rPr lang="en-US" sz="2000" dirty="0" err="1"/>
              <a:t>tmp</a:t>
            </a:r>
            <a:r>
              <a:rPr lang="en-US" sz="2000" dirty="0"/>
              <a:t>;</a:t>
            </a:r>
            <a:endParaRPr lang="en-IN" sz="2000" dirty="0"/>
          </a:p>
          <a:p>
            <a:pPr marL="68580" indent="0">
              <a:buNone/>
            </a:pPr>
            <a:r>
              <a:rPr lang="en-US" sz="2000" dirty="0"/>
              <a:t>	</a:t>
            </a:r>
            <a:r>
              <a:rPr lang="en-US" sz="2000" dirty="0" err="1"/>
              <a:t>tmp</a:t>
            </a:r>
            <a:r>
              <a:rPr lang="en-US" sz="2000" dirty="0"/>
              <a:t>= </a:t>
            </a:r>
            <a:r>
              <a:rPr lang="en-US" sz="2000" dirty="0" smtClean="0"/>
              <a:t>(</a:t>
            </a:r>
            <a:r>
              <a:rPr lang="en-US" sz="2000" dirty="0" err="1" smtClean="0"/>
              <a:t>struct</a:t>
            </a:r>
            <a:r>
              <a:rPr lang="en-US" sz="2000" dirty="0" smtClean="0"/>
              <a:t> node *) </a:t>
            </a:r>
            <a:r>
              <a:rPr lang="en-US" sz="2000" dirty="0" err="1" smtClean="0"/>
              <a:t>malloc</a:t>
            </a:r>
            <a:r>
              <a:rPr lang="en-US" sz="2000" dirty="0" smtClean="0"/>
              <a:t>(</a:t>
            </a:r>
            <a:r>
              <a:rPr lang="en-US" sz="2000" dirty="0" err="1" smtClean="0"/>
              <a:t>sizeof</a:t>
            </a:r>
            <a:r>
              <a:rPr lang="en-US" sz="2000" dirty="0" smtClean="0"/>
              <a:t>(</a:t>
            </a:r>
            <a:r>
              <a:rPr lang="en-US" sz="2000" dirty="0" err="1" smtClean="0"/>
              <a:t>struct</a:t>
            </a:r>
            <a:r>
              <a:rPr lang="en-US" sz="2000" dirty="0" smtClean="0"/>
              <a:t> </a:t>
            </a:r>
            <a:r>
              <a:rPr lang="en-US" sz="2000" dirty="0"/>
              <a:t>node));</a:t>
            </a:r>
            <a:endParaRPr lang="en-IN" sz="2000" dirty="0"/>
          </a:p>
          <a:p>
            <a:pPr marL="68580" indent="0">
              <a:buNone/>
            </a:pPr>
            <a:r>
              <a:rPr lang="en-US" sz="2000" dirty="0"/>
              <a:t>	</a:t>
            </a:r>
            <a:r>
              <a:rPr lang="en-US" sz="2000" dirty="0" err="1"/>
              <a:t>tmp</a:t>
            </a:r>
            <a:r>
              <a:rPr lang="en-US" sz="2000" dirty="0"/>
              <a:t>-&gt;info=data;</a:t>
            </a:r>
            <a:endParaRPr lang="en-IN" sz="2000" dirty="0"/>
          </a:p>
          <a:p>
            <a:pPr marL="68580" indent="0">
              <a:buNone/>
            </a:pPr>
            <a:r>
              <a:rPr lang="en-US" sz="2000" dirty="0"/>
              <a:t>	</a:t>
            </a:r>
            <a:r>
              <a:rPr lang="en-US" sz="2000" dirty="0" err="1"/>
              <a:t>tmp</a:t>
            </a:r>
            <a:r>
              <a:rPr lang="en-US" sz="2000" dirty="0"/>
              <a:t>-&gt;link=NULL;</a:t>
            </a:r>
            <a:endParaRPr lang="en-IN" sz="2000" dirty="0"/>
          </a:p>
          <a:p>
            <a:pPr marL="68580" indent="0">
              <a:buNone/>
            </a:pPr>
            <a:r>
              <a:rPr lang="en-US" sz="2000" dirty="0"/>
              <a:t> </a:t>
            </a:r>
            <a:endParaRPr lang="en-IN" sz="2000" dirty="0"/>
          </a:p>
          <a:p>
            <a:pPr marL="68580" indent="0">
              <a:buNone/>
            </a:pPr>
            <a:r>
              <a:rPr lang="en-US" sz="2000" dirty="0"/>
              <a:t>	if(start==NULL) /*If list is empty */</a:t>
            </a:r>
            <a:endParaRPr lang="en-IN" sz="2000" dirty="0"/>
          </a:p>
          <a:p>
            <a:pPr marL="68580" indent="0">
              <a:buNone/>
            </a:pPr>
            <a:r>
              <a:rPr lang="en-US" sz="2000" dirty="0"/>
              <a:t>	</a:t>
            </a:r>
            <a:r>
              <a:rPr lang="en-US" sz="2000" dirty="0" smtClean="0"/>
              <a:t>{</a:t>
            </a:r>
            <a:r>
              <a:rPr lang="en-US" sz="2000" dirty="0"/>
              <a:t>	</a:t>
            </a:r>
            <a:endParaRPr lang="en-US" sz="2000" dirty="0" smtClean="0"/>
          </a:p>
          <a:p>
            <a:pPr marL="68580" indent="0">
              <a:buNone/>
            </a:pPr>
            <a:r>
              <a:rPr lang="en-US" sz="2000" dirty="0"/>
              <a:t>	</a:t>
            </a:r>
            <a:r>
              <a:rPr lang="en-US" sz="2000" dirty="0" smtClean="0"/>
              <a:t>	start=</a:t>
            </a:r>
            <a:r>
              <a:rPr lang="en-US" sz="2000" dirty="0" err="1" smtClean="0"/>
              <a:t>tmp</a:t>
            </a:r>
            <a:r>
              <a:rPr lang="en-US" sz="2000" dirty="0" smtClean="0"/>
              <a:t>;</a:t>
            </a:r>
          </a:p>
          <a:p>
            <a:pPr marL="68580" indent="0">
              <a:buNone/>
            </a:pPr>
            <a:r>
              <a:rPr lang="en-US" sz="2000" dirty="0"/>
              <a:t>	</a:t>
            </a:r>
            <a:r>
              <a:rPr lang="en-US" sz="2000" dirty="0" smtClean="0"/>
              <a:t>}</a:t>
            </a:r>
            <a:endParaRPr lang="en-IN" sz="2000" dirty="0"/>
          </a:p>
          <a:p>
            <a:pPr marL="68580" indent="0">
              <a:buNone/>
            </a:pPr>
            <a:r>
              <a:rPr lang="en-US" sz="2000" dirty="0"/>
              <a:t>	else</a:t>
            </a:r>
            <a:endParaRPr lang="en-IN" sz="2000" dirty="0"/>
          </a:p>
          <a:p>
            <a:pPr marL="68580" indent="0">
              <a:buNone/>
            </a:pPr>
            <a:r>
              <a:rPr lang="en-US" sz="2000" dirty="0"/>
              <a:t>	{       /*Element inserted at the end */</a:t>
            </a:r>
            <a:endParaRPr lang="en-IN" sz="2000" dirty="0"/>
          </a:p>
          <a:p>
            <a:pPr marL="68580" indent="0">
              <a:buNone/>
            </a:pPr>
            <a:r>
              <a:rPr lang="en-US" sz="2000" dirty="0"/>
              <a:t>		q=start;</a:t>
            </a:r>
            <a:endParaRPr lang="en-IN" sz="2000" dirty="0"/>
          </a:p>
          <a:p>
            <a:pPr marL="68580" indent="0">
              <a:buNone/>
            </a:pPr>
            <a:r>
              <a:rPr lang="en-US" sz="2000" dirty="0"/>
              <a:t>		while(q-&gt;link!=NULL)</a:t>
            </a:r>
            <a:endParaRPr lang="en-IN" sz="2000" dirty="0"/>
          </a:p>
          <a:p>
            <a:pPr marL="68580" indent="0">
              <a:buNone/>
            </a:pPr>
            <a:r>
              <a:rPr lang="en-US" sz="2000" dirty="0"/>
              <a:t>			</a:t>
            </a:r>
            <a:r>
              <a:rPr lang="en-US" sz="2000" dirty="0" smtClean="0"/>
              <a:t>{</a:t>
            </a:r>
          </a:p>
          <a:p>
            <a:pPr marL="68580" indent="0">
              <a:buNone/>
            </a:pPr>
            <a:r>
              <a:rPr lang="en-US" sz="2000" dirty="0"/>
              <a:t>	</a:t>
            </a:r>
            <a:r>
              <a:rPr lang="en-US" sz="2000" dirty="0" smtClean="0"/>
              <a:t>		q=q-</a:t>
            </a:r>
            <a:r>
              <a:rPr lang="en-US" sz="2000" dirty="0"/>
              <a:t>&gt;link</a:t>
            </a:r>
            <a:r>
              <a:rPr lang="en-US" sz="2000" dirty="0" smtClean="0"/>
              <a:t>;</a:t>
            </a:r>
          </a:p>
          <a:p>
            <a:pPr marL="68580" indent="0">
              <a:buNone/>
            </a:pPr>
            <a:r>
              <a:rPr lang="en-US" sz="2000" dirty="0"/>
              <a:t>	</a:t>
            </a:r>
            <a:r>
              <a:rPr lang="en-US" sz="2000" dirty="0" smtClean="0"/>
              <a:t>		}</a:t>
            </a:r>
            <a:endParaRPr lang="en-IN" sz="2000" dirty="0"/>
          </a:p>
          <a:p>
            <a:pPr marL="68580" indent="0">
              <a:buNone/>
            </a:pPr>
            <a:r>
              <a:rPr lang="en-US" sz="2000" dirty="0"/>
              <a:t>		q-&gt;link=</a:t>
            </a:r>
            <a:r>
              <a:rPr lang="en-US" sz="2000" dirty="0" err="1"/>
              <a:t>tmp</a:t>
            </a:r>
            <a:r>
              <a:rPr lang="en-US" sz="2000" dirty="0"/>
              <a:t>;</a:t>
            </a:r>
            <a:endParaRPr lang="en-IN" sz="2000" dirty="0"/>
          </a:p>
          <a:p>
            <a:pPr marL="68580" indent="0">
              <a:buNone/>
            </a:pPr>
            <a:r>
              <a:rPr lang="en-US" sz="2000" dirty="0"/>
              <a:t>	}</a:t>
            </a:r>
            <a:endParaRPr lang="en-IN" sz="2000" dirty="0"/>
          </a:p>
          <a:p>
            <a:pPr marL="68580" indent="0">
              <a:buNone/>
            </a:pPr>
            <a:r>
              <a:rPr lang="en-US" sz="2000" dirty="0"/>
              <a:t>}/*End of </a:t>
            </a:r>
            <a:r>
              <a:rPr lang="en-US" sz="2000" dirty="0" err="1"/>
              <a:t>create_list</a:t>
            </a:r>
            <a:r>
              <a:rPr lang="en-US" sz="2000" dirty="0"/>
              <a:t>()*/</a:t>
            </a:r>
            <a:endParaRPr lang="en-IN" sz="2000" dirty="0"/>
          </a:p>
        </p:txBody>
      </p:sp>
      <p:sp>
        <p:nvSpPr>
          <p:cNvPr id="4" name="Date Placeholder 3"/>
          <p:cNvSpPr>
            <a:spLocks noGrp="1"/>
          </p:cNvSpPr>
          <p:nvPr>
            <p:ph type="dt" sz="half" idx="10"/>
          </p:nvPr>
        </p:nvSpPr>
        <p:spPr/>
        <p:txBody>
          <a:bodyPr/>
          <a:lstStyle/>
          <a:p>
            <a:fld id="{6FDA3727-6AE0-48AA-AEEE-3A4BA6A3DC8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59</a:t>
            </a:fld>
            <a:endParaRPr lang="en-IN"/>
          </a:p>
        </p:txBody>
      </p:sp>
    </p:spTree>
    <p:extLst>
      <p:ext uri="{BB962C8B-B14F-4D97-AF65-F5344CB8AC3E}">
        <p14:creationId xmlns:p14="http://schemas.microsoft.com/office/powerpoint/2010/main" val="270027770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620688"/>
            <a:ext cx="7024744" cy="385112"/>
          </a:xfrm>
        </p:spPr>
        <p:txBody>
          <a:bodyPr>
            <a:noAutofit/>
          </a:bodyPr>
          <a:lstStyle/>
          <a:p>
            <a:r>
              <a:rPr lang="en-IN" sz="2000" dirty="0" smtClean="0"/>
              <a:t>Explanation-</a:t>
            </a:r>
            <a:endParaRPr lang="en-IN" sz="2000" dirty="0"/>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60</a:t>
            </a:fld>
            <a:endParaRPr lang="en-IN"/>
          </a:p>
        </p:txBody>
      </p:sp>
      <p:sp>
        <p:nvSpPr>
          <p:cNvPr id="7" name="Content Placeholder 6"/>
          <p:cNvSpPr>
            <a:spLocks noGrp="1"/>
          </p:cNvSpPr>
          <p:nvPr>
            <p:ph idx="1"/>
          </p:nvPr>
        </p:nvSpPr>
        <p:spPr>
          <a:xfrm>
            <a:off x="1115616" y="1268760"/>
            <a:ext cx="6768752" cy="4635877"/>
          </a:xfrm>
        </p:spPr>
        <p:txBody>
          <a:bodyPr>
            <a:normAutofit/>
          </a:bodyPr>
          <a:lstStyle/>
          <a:p>
            <a:pPr marL="68580" indent="0">
              <a:buNone/>
            </a:pPr>
            <a:r>
              <a:rPr lang="en-US" sz="2000" b="1" dirty="0"/>
              <a:t>if(start==NULL) /*If list is empty */</a:t>
            </a:r>
            <a:endParaRPr lang="en-IN" sz="2000" b="1" dirty="0"/>
          </a:p>
          <a:p>
            <a:pPr marL="68580" indent="0">
              <a:buNone/>
            </a:pPr>
            <a:r>
              <a:rPr lang="en-US" sz="2000" b="1" dirty="0"/>
              <a:t>	{	</a:t>
            </a:r>
          </a:p>
          <a:p>
            <a:pPr marL="68580" indent="0">
              <a:buNone/>
            </a:pPr>
            <a:r>
              <a:rPr lang="en-US" sz="2000" b="1" dirty="0"/>
              <a:t>	start=tmp;</a:t>
            </a:r>
          </a:p>
          <a:p>
            <a:pPr marL="68580" indent="0">
              <a:buNone/>
            </a:pPr>
            <a:r>
              <a:rPr lang="en-US" sz="2000" b="1" dirty="0"/>
              <a:t>	}</a:t>
            </a:r>
            <a:endParaRPr lang="en-IN" sz="2000" b="1" dirty="0"/>
          </a:p>
        </p:txBody>
      </p:sp>
    </p:spTree>
    <p:extLst>
      <p:ext uri="{BB962C8B-B14F-4D97-AF65-F5344CB8AC3E}">
        <p14:creationId xmlns:p14="http://schemas.microsoft.com/office/powerpoint/2010/main" val="61910543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620688"/>
            <a:ext cx="7024744" cy="385112"/>
          </a:xfrm>
        </p:spPr>
        <p:txBody>
          <a:bodyPr>
            <a:noAutofit/>
          </a:bodyPr>
          <a:lstStyle/>
          <a:p>
            <a:r>
              <a:rPr lang="en-IN" sz="2000" dirty="0" smtClean="0"/>
              <a:t>Explanation-</a:t>
            </a:r>
            <a:endParaRPr lang="en-IN" sz="2000" dirty="0"/>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61</a:t>
            </a:fld>
            <a:endParaRPr lang="en-IN"/>
          </a:p>
        </p:txBody>
      </p:sp>
      <p:sp>
        <p:nvSpPr>
          <p:cNvPr id="7" name="Content Placeholder 6"/>
          <p:cNvSpPr>
            <a:spLocks noGrp="1"/>
          </p:cNvSpPr>
          <p:nvPr>
            <p:ph idx="1"/>
          </p:nvPr>
        </p:nvSpPr>
        <p:spPr>
          <a:xfrm>
            <a:off x="1115616" y="1268760"/>
            <a:ext cx="6768752" cy="4635877"/>
          </a:xfrm>
        </p:spPr>
        <p:txBody>
          <a:bodyPr>
            <a:normAutofit/>
          </a:bodyPr>
          <a:lstStyle/>
          <a:p>
            <a:pPr marL="68580" indent="0">
              <a:buNone/>
            </a:pPr>
            <a:r>
              <a:rPr lang="en-IN" sz="2000" b="1" dirty="0"/>
              <a:t>else</a:t>
            </a:r>
          </a:p>
          <a:p>
            <a:pPr marL="68580" indent="0">
              <a:buNone/>
            </a:pPr>
            <a:r>
              <a:rPr lang="en-IN" sz="2000" b="1" dirty="0"/>
              <a:t>	{       /*Element inserted at the end */</a:t>
            </a:r>
          </a:p>
          <a:p>
            <a:pPr marL="68580" indent="0">
              <a:buNone/>
            </a:pPr>
            <a:r>
              <a:rPr lang="en-IN" sz="2000" b="1" dirty="0"/>
              <a:t>	</a:t>
            </a:r>
            <a:r>
              <a:rPr lang="en-IN" sz="2000" b="1" dirty="0" smtClean="0"/>
              <a:t>q=start</a:t>
            </a:r>
            <a:r>
              <a:rPr lang="en-IN" sz="2000" b="1" dirty="0"/>
              <a:t>;</a:t>
            </a:r>
          </a:p>
          <a:p>
            <a:pPr marL="68580" indent="0">
              <a:buNone/>
            </a:pPr>
            <a:r>
              <a:rPr lang="en-IN" sz="2000" b="1" dirty="0"/>
              <a:t>	while(q-&gt;link!=NULL)</a:t>
            </a:r>
          </a:p>
          <a:p>
            <a:pPr marL="68580" indent="0">
              <a:buNone/>
            </a:pPr>
            <a:r>
              <a:rPr lang="en-IN" sz="2000" b="1" dirty="0"/>
              <a:t>		</a:t>
            </a:r>
            <a:r>
              <a:rPr lang="en-IN" sz="2000" b="1" dirty="0" smtClean="0"/>
              <a:t>{</a:t>
            </a:r>
          </a:p>
          <a:p>
            <a:pPr marL="68580" indent="0">
              <a:buNone/>
            </a:pPr>
            <a:r>
              <a:rPr lang="en-IN" sz="2000" b="1" dirty="0"/>
              <a:t>	</a:t>
            </a:r>
            <a:r>
              <a:rPr lang="en-IN" sz="2000" b="1" dirty="0" smtClean="0"/>
              <a:t>	q=q-</a:t>
            </a:r>
            <a:r>
              <a:rPr lang="en-IN" sz="2000" b="1" dirty="0"/>
              <a:t>&gt;link</a:t>
            </a:r>
            <a:r>
              <a:rPr lang="en-IN" sz="2000" b="1" dirty="0" smtClean="0"/>
              <a:t>;</a:t>
            </a:r>
          </a:p>
          <a:p>
            <a:pPr marL="68580" indent="0">
              <a:buNone/>
            </a:pPr>
            <a:r>
              <a:rPr lang="en-IN" sz="2000" b="1" dirty="0"/>
              <a:t>	</a:t>
            </a:r>
            <a:r>
              <a:rPr lang="en-IN" sz="2000" b="1" dirty="0" smtClean="0"/>
              <a:t>	}</a:t>
            </a:r>
            <a:endParaRPr lang="en-IN" sz="2000" b="1" dirty="0"/>
          </a:p>
          <a:p>
            <a:pPr marL="68580" indent="0">
              <a:buNone/>
            </a:pPr>
            <a:r>
              <a:rPr lang="en-IN" sz="2000" b="1" dirty="0"/>
              <a:t>	</a:t>
            </a:r>
            <a:r>
              <a:rPr lang="en-IN" sz="2000" b="1" dirty="0" smtClean="0"/>
              <a:t>q-</a:t>
            </a:r>
            <a:r>
              <a:rPr lang="en-IN" sz="2000" b="1" dirty="0"/>
              <a:t>&gt;link=tmp;</a:t>
            </a:r>
          </a:p>
          <a:p>
            <a:pPr marL="68580" indent="0">
              <a:buNone/>
            </a:pPr>
            <a:r>
              <a:rPr lang="en-IN" sz="2000" b="1" dirty="0"/>
              <a:t>	}</a:t>
            </a:r>
          </a:p>
        </p:txBody>
      </p:sp>
    </p:spTree>
    <p:extLst>
      <p:ext uri="{BB962C8B-B14F-4D97-AF65-F5344CB8AC3E}">
        <p14:creationId xmlns:p14="http://schemas.microsoft.com/office/powerpoint/2010/main" val="58931982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Traversing a Linked List</a:t>
            </a:r>
            <a:endParaRPr lang="en-IN" dirty="0"/>
          </a:p>
        </p:txBody>
      </p:sp>
      <p:sp>
        <p:nvSpPr>
          <p:cNvPr id="3" name="Content Placeholder 2"/>
          <p:cNvSpPr>
            <a:spLocks noGrp="1"/>
          </p:cNvSpPr>
          <p:nvPr>
            <p:ph idx="1"/>
          </p:nvPr>
        </p:nvSpPr>
        <p:spPr>
          <a:xfrm>
            <a:off x="611560" y="1124744"/>
            <a:ext cx="7992888" cy="4705748"/>
          </a:xfrm>
        </p:spPr>
        <p:txBody>
          <a:bodyPr>
            <a:noAutofit/>
          </a:bodyPr>
          <a:lstStyle/>
          <a:p>
            <a:r>
              <a:rPr lang="en-IN" sz="2000" dirty="0" smtClean="0"/>
              <a:t>Visit the node and print the data value</a:t>
            </a:r>
            <a:endParaRPr lang="en-IN" sz="2000" b="1" dirty="0" smtClean="0"/>
          </a:p>
          <a:p>
            <a:pPr lvl="1"/>
            <a:endParaRPr lang="en-US" sz="2000" dirty="0" smtClean="0"/>
          </a:p>
        </p:txBody>
      </p:sp>
      <p:sp>
        <p:nvSpPr>
          <p:cNvPr id="4" name="Date Placeholder 3"/>
          <p:cNvSpPr>
            <a:spLocks noGrp="1"/>
          </p:cNvSpPr>
          <p:nvPr>
            <p:ph type="dt" sz="half" idx="10"/>
          </p:nvPr>
        </p:nvSpPr>
        <p:spPr/>
        <p:txBody>
          <a:bodyPr/>
          <a:lstStyle/>
          <a:p>
            <a:fld id="{7063C39A-776C-4B2D-964B-8AEDF193F313}"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62</a:t>
            </a:fld>
            <a:endParaRPr lang="en-IN"/>
          </a:p>
        </p:txBody>
      </p:sp>
    </p:spTree>
    <p:extLst>
      <p:ext uri="{BB962C8B-B14F-4D97-AF65-F5344CB8AC3E}">
        <p14:creationId xmlns:p14="http://schemas.microsoft.com/office/powerpoint/2010/main" val="427495918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Traversing a Linked List</a:t>
            </a:r>
            <a:endParaRPr lang="en-IN" dirty="0"/>
          </a:p>
        </p:txBody>
      </p:sp>
      <p:sp>
        <p:nvSpPr>
          <p:cNvPr id="3" name="Content Placeholder 2"/>
          <p:cNvSpPr>
            <a:spLocks noGrp="1"/>
          </p:cNvSpPr>
          <p:nvPr>
            <p:ph idx="1"/>
          </p:nvPr>
        </p:nvSpPr>
        <p:spPr>
          <a:xfrm>
            <a:off x="611560" y="1124744"/>
            <a:ext cx="7992888" cy="4705748"/>
          </a:xfrm>
        </p:spPr>
        <p:txBody>
          <a:bodyPr>
            <a:noAutofit/>
          </a:bodyPr>
          <a:lstStyle/>
          <a:p>
            <a:r>
              <a:rPr lang="en-US" sz="2000" dirty="0" smtClean="0"/>
              <a:t>Assign the Value of start to another pointer say q</a:t>
            </a:r>
          </a:p>
          <a:p>
            <a:pPr marL="1892808" lvl="8" indent="0">
              <a:buNone/>
            </a:pPr>
            <a:r>
              <a:rPr lang="en-US" sz="2000" b="1" dirty="0" err="1" smtClean="0"/>
              <a:t>struct</a:t>
            </a:r>
            <a:r>
              <a:rPr lang="en-US" sz="2000" b="1" dirty="0" smtClean="0"/>
              <a:t> node *q=start;</a:t>
            </a:r>
            <a:endParaRPr lang="en-IN" sz="2000" b="1" dirty="0" smtClean="0"/>
          </a:p>
          <a:p>
            <a:r>
              <a:rPr lang="en-US" sz="2000" dirty="0" smtClean="0"/>
              <a:t>Now q also points to the first element of linked list.</a:t>
            </a:r>
          </a:p>
          <a:p>
            <a:endParaRPr lang="en-US" sz="2000" dirty="0" smtClean="0"/>
          </a:p>
          <a:p>
            <a:r>
              <a:rPr lang="en-US" sz="2000" dirty="0" smtClean="0"/>
              <a:t>For processing the next element, we assign the address of the next element to the pointer q as-</a:t>
            </a:r>
          </a:p>
          <a:p>
            <a:pPr marL="365760" lvl="1" indent="0">
              <a:buNone/>
            </a:pPr>
            <a:r>
              <a:rPr lang="en-US" sz="2000" dirty="0" smtClean="0"/>
              <a:t>		</a:t>
            </a:r>
            <a:r>
              <a:rPr lang="en-US" sz="2000" b="1" dirty="0" smtClean="0"/>
              <a:t>q=q-&gt;link;</a:t>
            </a:r>
          </a:p>
          <a:p>
            <a:r>
              <a:rPr lang="en-US" sz="2000" dirty="0" smtClean="0"/>
              <a:t>Traverse each element of the Linked list through this assignment until pointer q  has NULL address, which is link part of last element.</a:t>
            </a:r>
          </a:p>
          <a:p>
            <a:pPr marL="1645920" lvl="7" indent="0">
              <a:buNone/>
            </a:pPr>
            <a:r>
              <a:rPr lang="en-US" sz="2000" b="1" dirty="0" smtClean="0"/>
              <a:t>while(q</a:t>
            </a:r>
            <a:r>
              <a:rPr lang="en-US" sz="2000" b="1" dirty="0"/>
              <a:t>!=NULL)</a:t>
            </a:r>
            <a:endParaRPr lang="en-IN" sz="2000" b="1" dirty="0"/>
          </a:p>
          <a:p>
            <a:pPr marL="1645920" lvl="7" indent="0">
              <a:buNone/>
            </a:pPr>
            <a:r>
              <a:rPr lang="en-US" sz="2000" b="1" dirty="0"/>
              <a:t>	{</a:t>
            </a:r>
            <a:endParaRPr lang="en-IN" sz="2000" b="1" dirty="0"/>
          </a:p>
          <a:p>
            <a:pPr marL="1645920" lvl="7" indent="0">
              <a:buNone/>
            </a:pPr>
            <a:r>
              <a:rPr lang="en-US" sz="2000" b="1" dirty="0"/>
              <a:t>		q=q-&gt;link;</a:t>
            </a:r>
            <a:endParaRPr lang="en-IN" sz="2000" b="1" dirty="0"/>
          </a:p>
          <a:p>
            <a:pPr marL="1645920" lvl="7" indent="0">
              <a:buNone/>
            </a:pPr>
            <a:r>
              <a:rPr lang="en-US" sz="2000" b="1" dirty="0" smtClean="0"/>
              <a:t>	}</a:t>
            </a:r>
            <a:endParaRPr lang="en-IN" sz="2000" b="1" dirty="0" smtClean="0"/>
          </a:p>
          <a:p>
            <a:pPr lvl="1"/>
            <a:endParaRPr lang="en-US" sz="2000" dirty="0" smtClean="0"/>
          </a:p>
        </p:txBody>
      </p:sp>
      <p:sp>
        <p:nvSpPr>
          <p:cNvPr id="4" name="Date Placeholder 3"/>
          <p:cNvSpPr>
            <a:spLocks noGrp="1"/>
          </p:cNvSpPr>
          <p:nvPr>
            <p:ph type="dt" sz="half" idx="10"/>
          </p:nvPr>
        </p:nvSpPr>
        <p:spPr/>
        <p:txBody>
          <a:bodyPr/>
          <a:lstStyle/>
          <a:p>
            <a:fld id="{7063C39A-776C-4B2D-964B-8AEDF193F313}"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63</a:t>
            </a:fld>
            <a:endParaRPr lang="en-IN"/>
          </a:p>
        </p:txBody>
      </p:sp>
    </p:spTree>
    <p:extLst>
      <p:ext uri="{BB962C8B-B14F-4D97-AF65-F5344CB8AC3E}">
        <p14:creationId xmlns:p14="http://schemas.microsoft.com/office/powerpoint/2010/main" val="80880527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24744"/>
            <a:ext cx="7992888" cy="4705748"/>
          </a:xfrm>
        </p:spPr>
        <p:txBody>
          <a:bodyPr>
            <a:noAutofit/>
          </a:bodyPr>
          <a:lstStyle/>
          <a:p>
            <a:pPr marL="1444752" lvl="6" indent="0">
              <a:buNone/>
            </a:pPr>
            <a:r>
              <a:rPr lang="en-US" sz="2000" b="1" dirty="0" smtClean="0"/>
              <a:t>while(q!=</a:t>
            </a:r>
            <a:r>
              <a:rPr lang="en-US" sz="2000" b="1" dirty="0"/>
              <a:t>NULL)</a:t>
            </a:r>
            <a:endParaRPr lang="en-IN" sz="2000" b="1" dirty="0"/>
          </a:p>
          <a:p>
            <a:pPr marL="1444752" lvl="6" indent="0">
              <a:buNone/>
            </a:pPr>
            <a:r>
              <a:rPr lang="en-US" sz="2000" b="1" dirty="0"/>
              <a:t>	{</a:t>
            </a:r>
            <a:endParaRPr lang="en-IN" sz="2000" b="1" dirty="0"/>
          </a:p>
          <a:p>
            <a:pPr marL="1444752" lvl="6" indent="0">
              <a:buNone/>
            </a:pPr>
            <a:r>
              <a:rPr lang="en-US" sz="2000" b="1" dirty="0"/>
              <a:t>		q=q-&gt;link;</a:t>
            </a:r>
            <a:endParaRPr lang="en-IN" sz="2000" b="1" dirty="0"/>
          </a:p>
          <a:p>
            <a:pPr marL="1444752" lvl="6" indent="0">
              <a:buNone/>
            </a:pPr>
            <a:r>
              <a:rPr lang="en-US" sz="2000" b="1" dirty="0" smtClean="0"/>
              <a:t>	}</a:t>
            </a:r>
            <a:endParaRPr lang="en-IN" sz="2000" b="1" dirty="0" smtClean="0"/>
          </a:p>
          <a:p>
            <a:endParaRPr lang="en-US" dirty="0" smtClean="0"/>
          </a:p>
        </p:txBody>
      </p:sp>
      <p:sp>
        <p:nvSpPr>
          <p:cNvPr id="4" name="Date Placeholder 3"/>
          <p:cNvSpPr>
            <a:spLocks noGrp="1"/>
          </p:cNvSpPr>
          <p:nvPr>
            <p:ph type="dt" sz="half" idx="10"/>
          </p:nvPr>
        </p:nvSpPr>
        <p:spPr/>
        <p:txBody>
          <a:bodyPr/>
          <a:lstStyle/>
          <a:p>
            <a:fld id="{7063C39A-776C-4B2D-964B-8AEDF193F313}"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64</a:t>
            </a:fld>
            <a:endParaRPr lang="en-IN"/>
          </a:p>
        </p:txBody>
      </p:sp>
      <p:sp>
        <p:nvSpPr>
          <p:cNvPr id="7" name="Title 1"/>
          <p:cNvSpPr txBox="1">
            <a:spLocks/>
          </p:cNvSpPr>
          <p:nvPr/>
        </p:nvSpPr>
        <p:spPr>
          <a:xfrm>
            <a:off x="539552" y="620688"/>
            <a:ext cx="7024744" cy="385112"/>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smtClean="0"/>
              <a:t>Explanation-</a:t>
            </a:r>
            <a:endParaRPr lang="en-IN" sz="2000" dirty="0"/>
          </a:p>
        </p:txBody>
      </p:sp>
    </p:spTree>
    <p:extLst>
      <p:ext uri="{BB962C8B-B14F-4D97-AF65-F5344CB8AC3E}">
        <p14:creationId xmlns:p14="http://schemas.microsoft.com/office/powerpoint/2010/main" val="360350263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385112"/>
          </a:xfrm>
        </p:spPr>
        <p:txBody>
          <a:bodyPr>
            <a:noAutofit/>
          </a:bodyPr>
          <a:lstStyle/>
          <a:p>
            <a:r>
              <a:rPr lang="en-IN" sz="2000" dirty="0" smtClean="0"/>
              <a:t>Explanation-</a:t>
            </a:r>
            <a:endParaRPr lang="en-IN" sz="2000" dirty="0"/>
          </a:p>
        </p:txBody>
      </p:sp>
      <p:sp>
        <p:nvSpPr>
          <p:cNvPr id="3" name="Content Placeholder 2"/>
          <p:cNvSpPr>
            <a:spLocks noGrp="1"/>
          </p:cNvSpPr>
          <p:nvPr>
            <p:ph idx="1"/>
          </p:nvPr>
        </p:nvSpPr>
        <p:spPr>
          <a:xfrm>
            <a:off x="1043492" y="1628800"/>
            <a:ext cx="6777317" cy="4203829"/>
          </a:xfrm>
        </p:spPr>
        <p:txBody>
          <a:bodyPr/>
          <a:lstStyle/>
          <a:p>
            <a:endParaRPr lang="en-IN" dirty="0"/>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65</a:t>
            </a:fld>
            <a:endParaRPr lang="en-IN"/>
          </a:p>
        </p:txBody>
      </p:sp>
      <mc:AlternateContent xmlns:mc="http://schemas.openxmlformats.org/markup-compatibility/2006" xmlns:p14="http://schemas.microsoft.com/office/powerpoint/2010/main">
        <mc:Choice Requires="p14">
          <p:contentPart p14:bwMode="auto" r:id="rId2">
            <p14:nvContentPartPr>
              <p14:cNvPr id="7" name="Ink 6"/>
              <p14:cNvContentPartPr/>
              <p14:nvPr/>
            </p14:nvContentPartPr>
            <p14:xfrm>
              <a:off x="501840" y="231480"/>
              <a:ext cx="8150040" cy="6238080"/>
            </p14:xfrm>
          </p:contentPart>
        </mc:Choice>
        <mc:Fallback xmlns="">
          <p:pic>
            <p:nvPicPr>
              <p:cNvPr id="7" name="Ink 6"/>
              <p:cNvPicPr/>
              <p:nvPr/>
            </p:nvPicPr>
            <p:blipFill>
              <a:blip r:embed="rId3"/>
              <a:stretch>
                <a:fillRect/>
              </a:stretch>
            </p:blipFill>
            <p:spPr>
              <a:xfrm>
                <a:off x="493200" y="222480"/>
                <a:ext cx="8165520" cy="6256800"/>
              </a:xfrm>
              <a:prstGeom prst="rect">
                <a:avLst/>
              </a:prstGeom>
            </p:spPr>
          </p:pic>
        </mc:Fallback>
      </mc:AlternateContent>
    </p:spTree>
    <p:extLst>
      <p:ext uri="{BB962C8B-B14F-4D97-AF65-F5344CB8AC3E}">
        <p14:creationId xmlns:p14="http://schemas.microsoft.com/office/powerpoint/2010/main" val="24064398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955656"/>
            <a:ext cx="7024744" cy="457120"/>
          </a:xfrm>
        </p:spPr>
        <p:txBody>
          <a:bodyPr>
            <a:noAutofit/>
          </a:bodyPr>
          <a:lstStyle/>
          <a:p>
            <a:r>
              <a:rPr lang="en-IN" sz="2400" b="1" dirty="0" smtClean="0"/>
              <a:t>Algorithm for Traversing a Linked List</a:t>
            </a:r>
            <a:endParaRPr lang="en-IN" sz="2400" b="1" dirty="0"/>
          </a:p>
        </p:txBody>
      </p:sp>
      <p:sp>
        <p:nvSpPr>
          <p:cNvPr id="3" name="Content Placeholder 2"/>
          <p:cNvSpPr>
            <a:spLocks noGrp="1"/>
          </p:cNvSpPr>
          <p:nvPr>
            <p:ph idx="1"/>
          </p:nvPr>
        </p:nvSpPr>
        <p:spPr>
          <a:xfrm>
            <a:off x="611560" y="1484784"/>
            <a:ext cx="7992888" cy="4345708"/>
          </a:xfrm>
        </p:spPr>
        <p:txBody>
          <a:bodyPr>
            <a:noAutofit/>
          </a:bodyPr>
          <a:lstStyle/>
          <a:p>
            <a:pPr marL="68580" indent="0">
              <a:buNone/>
            </a:pPr>
            <a:r>
              <a:rPr lang="en-IN" sz="2000" b="1" dirty="0" smtClean="0"/>
              <a:t>Step 1:[INITIALIZE] SET PTR=START</a:t>
            </a:r>
          </a:p>
          <a:p>
            <a:pPr marL="68580" indent="0">
              <a:buNone/>
            </a:pPr>
            <a:r>
              <a:rPr lang="en-IN" sz="2000" b="1" dirty="0"/>
              <a:t>Step </a:t>
            </a:r>
            <a:r>
              <a:rPr lang="en-IN" sz="2000" b="1" dirty="0" smtClean="0"/>
              <a:t>2: Repeat Steps 3 and 4 while PTR!=NULL</a:t>
            </a:r>
            <a:br>
              <a:rPr lang="en-IN" sz="2000" b="1" dirty="0" smtClean="0"/>
            </a:br>
            <a:r>
              <a:rPr lang="en-IN" sz="2000" b="1" dirty="0"/>
              <a:t>Step 3</a:t>
            </a:r>
            <a:r>
              <a:rPr lang="en-IN" sz="2000" b="1" dirty="0" smtClean="0"/>
              <a:t>:		Print PTR-&gt;INFO</a:t>
            </a:r>
          </a:p>
          <a:p>
            <a:pPr marL="68580" indent="0">
              <a:buNone/>
            </a:pPr>
            <a:r>
              <a:rPr lang="en-IN" sz="2000" b="1" dirty="0" smtClean="0"/>
              <a:t>Step 4:		Set PTR=PTR-&gt;LINK</a:t>
            </a:r>
          </a:p>
          <a:p>
            <a:pPr marL="68580" indent="0">
              <a:buNone/>
            </a:pPr>
            <a:r>
              <a:rPr lang="en-IN" sz="2000" b="1" dirty="0" smtClean="0"/>
              <a:t>[End of Loop]</a:t>
            </a:r>
            <a:br>
              <a:rPr lang="en-IN" sz="2000" b="1" dirty="0" smtClean="0"/>
            </a:br>
            <a:r>
              <a:rPr lang="en-IN" sz="2000" b="1" dirty="0" smtClean="0"/>
              <a:t>Step 5 :EXIT</a:t>
            </a:r>
          </a:p>
        </p:txBody>
      </p:sp>
      <p:sp>
        <p:nvSpPr>
          <p:cNvPr id="4" name="Date Placeholder 3"/>
          <p:cNvSpPr>
            <a:spLocks noGrp="1"/>
          </p:cNvSpPr>
          <p:nvPr>
            <p:ph type="dt" sz="half" idx="10"/>
          </p:nvPr>
        </p:nvSpPr>
        <p:spPr/>
        <p:txBody>
          <a:bodyPr/>
          <a:lstStyle/>
          <a:p>
            <a:fld id="{7063C39A-776C-4B2D-964B-8AEDF193F313}"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66</a:t>
            </a:fld>
            <a:endParaRPr lang="en-IN"/>
          </a:p>
        </p:txBody>
      </p:sp>
    </p:spTree>
    <p:extLst>
      <p:ext uri="{BB962C8B-B14F-4D97-AF65-F5344CB8AC3E}">
        <p14:creationId xmlns:p14="http://schemas.microsoft.com/office/powerpoint/2010/main" val="52354145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052736"/>
            <a:ext cx="7024744" cy="457120"/>
          </a:xfrm>
        </p:spPr>
        <p:txBody>
          <a:bodyPr>
            <a:noAutofit/>
          </a:bodyPr>
          <a:lstStyle/>
          <a:p>
            <a:r>
              <a:rPr lang="en-IN" sz="2400" b="1" dirty="0" smtClean="0"/>
              <a:t>Write the Algorithm for Counting the number of elements in a Linked List</a:t>
            </a:r>
            <a:endParaRPr lang="en-IN" sz="2400" b="1" dirty="0"/>
          </a:p>
        </p:txBody>
      </p:sp>
      <p:sp>
        <p:nvSpPr>
          <p:cNvPr id="3" name="Content Placeholder 2"/>
          <p:cNvSpPr>
            <a:spLocks noGrp="1"/>
          </p:cNvSpPr>
          <p:nvPr>
            <p:ph idx="1"/>
          </p:nvPr>
        </p:nvSpPr>
        <p:spPr>
          <a:xfrm>
            <a:off x="611560" y="1916832"/>
            <a:ext cx="7992888" cy="3913660"/>
          </a:xfrm>
        </p:spPr>
        <p:txBody>
          <a:bodyPr>
            <a:noAutofit/>
          </a:bodyPr>
          <a:lstStyle/>
          <a:p>
            <a:pPr marL="68580" indent="0">
              <a:buNone/>
            </a:pPr>
            <a:endParaRPr lang="en-IN" sz="2000" b="1" dirty="0" smtClean="0"/>
          </a:p>
        </p:txBody>
      </p:sp>
      <p:sp>
        <p:nvSpPr>
          <p:cNvPr id="4" name="Date Placeholder 3"/>
          <p:cNvSpPr>
            <a:spLocks noGrp="1"/>
          </p:cNvSpPr>
          <p:nvPr>
            <p:ph type="dt" sz="half" idx="10"/>
          </p:nvPr>
        </p:nvSpPr>
        <p:spPr/>
        <p:txBody>
          <a:bodyPr/>
          <a:lstStyle/>
          <a:p>
            <a:fld id="{7063C39A-776C-4B2D-964B-8AEDF193F313}"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67</a:t>
            </a:fld>
            <a:endParaRPr lang="en-IN"/>
          </a:p>
        </p:txBody>
      </p:sp>
    </p:spTree>
    <p:extLst>
      <p:ext uri="{BB962C8B-B14F-4D97-AF65-F5344CB8AC3E}">
        <p14:creationId xmlns:p14="http://schemas.microsoft.com/office/powerpoint/2010/main" val="345436121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052736"/>
            <a:ext cx="7024744" cy="457120"/>
          </a:xfrm>
        </p:spPr>
        <p:txBody>
          <a:bodyPr>
            <a:noAutofit/>
          </a:bodyPr>
          <a:lstStyle/>
          <a:p>
            <a:r>
              <a:rPr lang="en-IN" sz="2400" b="1" dirty="0" smtClean="0"/>
              <a:t>Algorithm for Counting the number of elements in a Linked List</a:t>
            </a:r>
            <a:endParaRPr lang="en-IN" sz="2400" b="1" dirty="0"/>
          </a:p>
        </p:txBody>
      </p:sp>
      <p:sp>
        <p:nvSpPr>
          <p:cNvPr id="3" name="Content Placeholder 2"/>
          <p:cNvSpPr>
            <a:spLocks noGrp="1"/>
          </p:cNvSpPr>
          <p:nvPr>
            <p:ph idx="1"/>
          </p:nvPr>
        </p:nvSpPr>
        <p:spPr>
          <a:xfrm>
            <a:off x="611560" y="1916832"/>
            <a:ext cx="7992888" cy="3913660"/>
          </a:xfrm>
        </p:spPr>
        <p:txBody>
          <a:bodyPr>
            <a:noAutofit/>
          </a:bodyPr>
          <a:lstStyle/>
          <a:p>
            <a:pPr marL="68580" indent="0">
              <a:buNone/>
            </a:pPr>
            <a:r>
              <a:rPr lang="en-IN" sz="2000" b="1" dirty="0"/>
              <a:t>Step 1:[INITIALIZE] SET </a:t>
            </a:r>
            <a:r>
              <a:rPr lang="en-IN" sz="2000" b="1" dirty="0" smtClean="0"/>
              <a:t>COUNT=0</a:t>
            </a:r>
            <a:endParaRPr lang="en-IN" sz="2000" b="1" dirty="0"/>
          </a:p>
          <a:p>
            <a:pPr marL="68580" indent="0">
              <a:buNone/>
            </a:pPr>
            <a:r>
              <a:rPr lang="en-IN" sz="2000" b="1" dirty="0" smtClean="0"/>
              <a:t>Step 2:[INITIALIZE] SET PTR=START</a:t>
            </a:r>
          </a:p>
          <a:p>
            <a:pPr marL="68580" indent="0">
              <a:buNone/>
            </a:pPr>
            <a:r>
              <a:rPr lang="en-IN" sz="2000" b="1" dirty="0"/>
              <a:t>Step 3</a:t>
            </a:r>
            <a:r>
              <a:rPr lang="en-IN" sz="2000" b="1" dirty="0" smtClean="0"/>
              <a:t>: Repeat Steps 4 and 5 while PTR!=NULL</a:t>
            </a:r>
            <a:br>
              <a:rPr lang="en-IN" sz="2000" b="1" dirty="0" smtClean="0"/>
            </a:br>
            <a:r>
              <a:rPr lang="en-IN" sz="2000" b="1" dirty="0"/>
              <a:t>Step </a:t>
            </a:r>
            <a:r>
              <a:rPr lang="en-IN" sz="2000" b="1" dirty="0" smtClean="0"/>
              <a:t>4:		Set COUNT=COUNT +1</a:t>
            </a:r>
          </a:p>
          <a:p>
            <a:pPr marL="68580" indent="0">
              <a:buNone/>
            </a:pPr>
            <a:r>
              <a:rPr lang="en-IN" sz="2000" b="1" dirty="0" smtClean="0"/>
              <a:t>Step 5:		Set PTR=PTR-&gt;LINK</a:t>
            </a:r>
          </a:p>
          <a:p>
            <a:pPr marL="68580" indent="0">
              <a:buNone/>
            </a:pPr>
            <a:r>
              <a:rPr lang="en-IN" sz="2000" b="1" dirty="0" smtClean="0"/>
              <a:t>[End of Loop]</a:t>
            </a:r>
            <a:br>
              <a:rPr lang="en-IN" sz="2000" b="1" dirty="0" smtClean="0"/>
            </a:br>
            <a:r>
              <a:rPr lang="en-IN" sz="2000" b="1" dirty="0" smtClean="0"/>
              <a:t>Step 6:Print COUNT</a:t>
            </a:r>
          </a:p>
          <a:p>
            <a:pPr marL="68580" indent="0">
              <a:buNone/>
            </a:pPr>
            <a:r>
              <a:rPr lang="en-IN" sz="2000" b="1" dirty="0"/>
              <a:t>Step </a:t>
            </a:r>
            <a:r>
              <a:rPr lang="en-IN" sz="2000" b="1" dirty="0" smtClean="0"/>
              <a:t>7:EXIT</a:t>
            </a:r>
            <a:endParaRPr lang="en-IN" sz="2000" b="1" dirty="0"/>
          </a:p>
          <a:p>
            <a:pPr marL="68580" indent="0">
              <a:buNone/>
            </a:pPr>
            <a:endParaRPr lang="en-IN" sz="2000" b="1" dirty="0" smtClean="0"/>
          </a:p>
        </p:txBody>
      </p:sp>
      <p:sp>
        <p:nvSpPr>
          <p:cNvPr id="4" name="Date Placeholder 3"/>
          <p:cNvSpPr>
            <a:spLocks noGrp="1"/>
          </p:cNvSpPr>
          <p:nvPr>
            <p:ph type="dt" sz="half" idx="10"/>
          </p:nvPr>
        </p:nvSpPr>
        <p:spPr/>
        <p:txBody>
          <a:bodyPr/>
          <a:lstStyle/>
          <a:p>
            <a:fld id="{7063C39A-776C-4B2D-964B-8AEDF193F313}"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68</a:t>
            </a:fld>
            <a:endParaRPr lang="en-IN"/>
          </a:p>
        </p:txBody>
      </p:sp>
    </p:spTree>
    <p:extLst>
      <p:ext uri="{BB962C8B-B14F-4D97-AF65-F5344CB8AC3E}">
        <p14:creationId xmlns:p14="http://schemas.microsoft.com/office/powerpoint/2010/main" val="385032079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Searching a Linked List</a:t>
            </a:r>
            <a:endParaRPr lang="en-IN" dirty="0"/>
          </a:p>
        </p:txBody>
      </p:sp>
      <p:sp>
        <p:nvSpPr>
          <p:cNvPr id="3" name="Content Placeholder 2"/>
          <p:cNvSpPr>
            <a:spLocks noGrp="1"/>
          </p:cNvSpPr>
          <p:nvPr>
            <p:ph idx="1"/>
          </p:nvPr>
        </p:nvSpPr>
        <p:spPr>
          <a:xfrm>
            <a:off x="755576" y="1315540"/>
            <a:ext cx="6777317" cy="4705748"/>
          </a:xfrm>
        </p:spPr>
        <p:txBody>
          <a:bodyPr>
            <a:normAutofit/>
          </a:bodyPr>
          <a:lstStyle/>
          <a:p>
            <a:r>
              <a:rPr lang="en-US" sz="2000" dirty="0" smtClean="0"/>
              <a:t>First traverse the linked list </a:t>
            </a:r>
          </a:p>
          <a:p>
            <a:r>
              <a:rPr lang="en-US" sz="2000" dirty="0" smtClean="0"/>
              <a:t>While traversing compare the info part of each element with the given element</a:t>
            </a:r>
            <a:endParaRPr lang="en-US" sz="2000" dirty="0"/>
          </a:p>
        </p:txBody>
      </p:sp>
      <p:sp>
        <p:nvSpPr>
          <p:cNvPr id="4" name="Date Placeholder 3"/>
          <p:cNvSpPr>
            <a:spLocks noGrp="1"/>
          </p:cNvSpPr>
          <p:nvPr>
            <p:ph type="dt" sz="half" idx="10"/>
          </p:nvPr>
        </p:nvSpPr>
        <p:spPr/>
        <p:txBody>
          <a:bodyPr/>
          <a:lstStyle/>
          <a:p>
            <a:fld id="{66C36A60-5BB3-46C8-8227-E00C1F576B99}"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69</a:t>
            </a:fld>
            <a:endParaRPr lang="en-IN"/>
          </a:p>
        </p:txBody>
      </p:sp>
    </p:spTree>
    <p:extLst>
      <p:ext uri="{BB962C8B-B14F-4D97-AF65-F5344CB8AC3E}">
        <p14:creationId xmlns:p14="http://schemas.microsoft.com/office/powerpoint/2010/main" val="58520241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Searching a Linked List</a:t>
            </a:r>
            <a:endParaRPr lang="en-IN" dirty="0"/>
          </a:p>
        </p:txBody>
      </p:sp>
      <p:sp>
        <p:nvSpPr>
          <p:cNvPr id="3" name="Content Placeholder 2"/>
          <p:cNvSpPr>
            <a:spLocks noGrp="1"/>
          </p:cNvSpPr>
          <p:nvPr>
            <p:ph idx="1"/>
          </p:nvPr>
        </p:nvSpPr>
        <p:spPr>
          <a:xfrm>
            <a:off x="539552" y="1315540"/>
            <a:ext cx="8424936" cy="4705748"/>
          </a:xfrm>
        </p:spPr>
        <p:txBody>
          <a:bodyPr>
            <a:normAutofit fontScale="85000" lnSpcReduction="20000"/>
          </a:bodyPr>
          <a:lstStyle/>
          <a:p>
            <a:pPr marL="68580" indent="0">
              <a:buNone/>
            </a:pPr>
            <a:r>
              <a:rPr lang="en-US" sz="2000" b="1" dirty="0"/>
              <a:t>search(</a:t>
            </a:r>
            <a:r>
              <a:rPr lang="en-US" sz="2000" b="1" dirty="0" err="1"/>
              <a:t>int</a:t>
            </a:r>
            <a:r>
              <a:rPr lang="en-US" sz="2000" b="1" dirty="0"/>
              <a:t> data)</a:t>
            </a:r>
          </a:p>
          <a:p>
            <a:pPr marL="68580" indent="0">
              <a:buNone/>
            </a:pPr>
            <a:r>
              <a:rPr lang="en-US" sz="2000" b="1" dirty="0"/>
              <a:t>{</a:t>
            </a:r>
          </a:p>
          <a:p>
            <a:pPr marL="68580" indent="0">
              <a:buNone/>
            </a:pPr>
            <a:r>
              <a:rPr lang="en-US" sz="2000" b="1" dirty="0"/>
              <a:t>	</a:t>
            </a:r>
            <a:r>
              <a:rPr lang="en-US" sz="2000" b="1" dirty="0" err="1"/>
              <a:t>struct</a:t>
            </a:r>
            <a:r>
              <a:rPr lang="en-US" sz="2000" b="1" dirty="0"/>
              <a:t> node *</a:t>
            </a:r>
            <a:r>
              <a:rPr lang="en-US" sz="2000" b="1" dirty="0" err="1"/>
              <a:t>ptr</a:t>
            </a:r>
            <a:r>
              <a:rPr lang="en-US" sz="2000" b="1" dirty="0"/>
              <a:t> = start;</a:t>
            </a:r>
          </a:p>
          <a:p>
            <a:pPr marL="68580" indent="0">
              <a:buNone/>
            </a:pPr>
            <a:r>
              <a:rPr lang="en-US" sz="2000" b="1" dirty="0"/>
              <a:t>	</a:t>
            </a:r>
            <a:r>
              <a:rPr lang="en-US" sz="2000" b="1" dirty="0" err="1"/>
              <a:t>int</a:t>
            </a:r>
            <a:r>
              <a:rPr lang="en-US" sz="2000" b="1" dirty="0"/>
              <a:t> </a:t>
            </a:r>
            <a:r>
              <a:rPr lang="en-US" sz="2000" b="1" dirty="0" err="1"/>
              <a:t>pos</a:t>
            </a:r>
            <a:r>
              <a:rPr lang="en-US" sz="2000" b="1" dirty="0"/>
              <a:t> = 1;</a:t>
            </a:r>
          </a:p>
          <a:p>
            <a:pPr marL="68580" indent="0">
              <a:buNone/>
            </a:pPr>
            <a:r>
              <a:rPr lang="en-US" sz="2000" b="1" dirty="0"/>
              <a:t>	while(</a:t>
            </a:r>
            <a:r>
              <a:rPr lang="en-US" sz="2000" b="1" dirty="0" err="1"/>
              <a:t>ptr</a:t>
            </a:r>
            <a:r>
              <a:rPr lang="en-US" sz="2000" b="1" dirty="0"/>
              <a:t>!=NULL)</a:t>
            </a:r>
          </a:p>
          <a:p>
            <a:pPr marL="68580" indent="0">
              <a:buNone/>
            </a:pPr>
            <a:r>
              <a:rPr lang="en-US" sz="2000" b="1" dirty="0"/>
              <a:t>	{</a:t>
            </a:r>
          </a:p>
          <a:p>
            <a:pPr marL="68580" indent="0">
              <a:buNone/>
            </a:pPr>
            <a:r>
              <a:rPr lang="en-US" sz="2000" b="1" dirty="0"/>
              <a:t>		if(</a:t>
            </a:r>
            <a:r>
              <a:rPr lang="en-US" sz="2000" b="1" dirty="0" err="1"/>
              <a:t>ptr</a:t>
            </a:r>
            <a:r>
              <a:rPr lang="en-US" sz="2000" b="1" dirty="0"/>
              <a:t>-&gt;info==data)</a:t>
            </a:r>
          </a:p>
          <a:p>
            <a:pPr marL="68580" indent="0">
              <a:buNone/>
            </a:pPr>
            <a:r>
              <a:rPr lang="en-US" sz="2000" b="1" dirty="0"/>
              <a:t>		{</a:t>
            </a:r>
          </a:p>
          <a:p>
            <a:pPr marL="68580" indent="0">
              <a:buNone/>
            </a:pPr>
            <a:r>
              <a:rPr lang="en-US" sz="2000" b="1" dirty="0"/>
              <a:t>			</a:t>
            </a:r>
            <a:r>
              <a:rPr lang="en-US" sz="2000" b="1" dirty="0" err="1"/>
              <a:t>printf</a:t>
            </a:r>
            <a:r>
              <a:rPr lang="en-US" sz="2000" b="1" dirty="0"/>
              <a:t>("Item %d found at </a:t>
            </a:r>
            <a:r>
              <a:rPr lang="en-US" sz="2000" b="1" dirty="0" smtClean="0"/>
              <a:t>position %d\n</a:t>
            </a:r>
            <a:r>
              <a:rPr lang="en-US" sz="2000" b="1" dirty="0"/>
              <a:t>",</a:t>
            </a:r>
            <a:r>
              <a:rPr lang="en-US" sz="2000" b="1" dirty="0" err="1"/>
              <a:t>data,pos</a:t>
            </a:r>
            <a:r>
              <a:rPr lang="en-US" sz="2000" b="1" dirty="0"/>
              <a:t>);</a:t>
            </a:r>
          </a:p>
          <a:p>
            <a:pPr marL="68580" indent="0">
              <a:buNone/>
            </a:pPr>
            <a:r>
              <a:rPr lang="en-US" sz="2000" b="1" dirty="0"/>
              <a:t>			return;</a:t>
            </a:r>
          </a:p>
          <a:p>
            <a:pPr marL="68580" indent="0">
              <a:buNone/>
            </a:pPr>
            <a:r>
              <a:rPr lang="en-US" sz="2000" b="1" dirty="0"/>
              <a:t>		}</a:t>
            </a:r>
          </a:p>
          <a:p>
            <a:pPr marL="68580" indent="0">
              <a:buNone/>
            </a:pPr>
            <a:r>
              <a:rPr lang="en-US" sz="2000" b="1" dirty="0"/>
              <a:t>		</a:t>
            </a:r>
            <a:r>
              <a:rPr lang="en-US" sz="2000" b="1" dirty="0" err="1"/>
              <a:t>ptr</a:t>
            </a:r>
            <a:r>
              <a:rPr lang="en-US" sz="2000" b="1" dirty="0"/>
              <a:t> = </a:t>
            </a:r>
            <a:r>
              <a:rPr lang="en-US" sz="2000" b="1" dirty="0" err="1"/>
              <a:t>ptr</a:t>
            </a:r>
            <a:r>
              <a:rPr lang="en-US" sz="2000" b="1" dirty="0"/>
              <a:t>-&gt;link;</a:t>
            </a:r>
          </a:p>
          <a:p>
            <a:pPr marL="68580" indent="0">
              <a:buNone/>
            </a:pPr>
            <a:r>
              <a:rPr lang="en-US" sz="2000" b="1" dirty="0"/>
              <a:t>		</a:t>
            </a:r>
            <a:r>
              <a:rPr lang="en-US" sz="2000" b="1" dirty="0" err="1"/>
              <a:t>pos</a:t>
            </a:r>
            <a:r>
              <a:rPr lang="en-US" sz="2000" b="1" dirty="0"/>
              <a:t>++;</a:t>
            </a:r>
          </a:p>
          <a:p>
            <a:pPr marL="68580" indent="0">
              <a:buNone/>
            </a:pPr>
            <a:r>
              <a:rPr lang="en-US" sz="2000" b="1" dirty="0"/>
              <a:t>	}</a:t>
            </a:r>
          </a:p>
          <a:p>
            <a:pPr marL="68580" indent="0">
              <a:buNone/>
            </a:pPr>
            <a:r>
              <a:rPr lang="en-US" sz="2000" b="1" dirty="0"/>
              <a:t>	if(</a:t>
            </a:r>
            <a:r>
              <a:rPr lang="en-US" sz="2000" b="1" dirty="0" err="1"/>
              <a:t>ptr</a:t>
            </a:r>
            <a:r>
              <a:rPr lang="en-US" sz="2000" b="1" dirty="0"/>
              <a:t> == NULL)</a:t>
            </a:r>
          </a:p>
          <a:p>
            <a:pPr marL="68580" indent="0">
              <a:buNone/>
            </a:pPr>
            <a:r>
              <a:rPr lang="en-US" sz="2000" b="1" dirty="0"/>
              <a:t>		</a:t>
            </a:r>
            <a:r>
              <a:rPr lang="en-US" sz="2000" b="1" dirty="0" err="1"/>
              <a:t>printf</a:t>
            </a:r>
            <a:r>
              <a:rPr lang="en-US" sz="2000" b="1" dirty="0"/>
              <a:t>("Item %d not found in list\</a:t>
            </a:r>
            <a:r>
              <a:rPr lang="en-US" sz="2000" b="1" dirty="0" err="1"/>
              <a:t>n",data</a:t>
            </a:r>
            <a:r>
              <a:rPr lang="en-US" sz="2000" b="1" dirty="0"/>
              <a:t>);</a:t>
            </a:r>
          </a:p>
          <a:p>
            <a:pPr marL="68580" indent="0">
              <a:buNone/>
            </a:pPr>
            <a:r>
              <a:rPr lang="en-US" sz="2000" b="1" dirty="0"/>
              <a:t>}/*End of search()*/</a:t>
            </a:r>
          </a:p>
          <a:p>
            <a:pPr marL="68580" indent="0">
              <a:buNone/>
            </a:pPr>
            <a:endParaRPr lang="en-US" sz="2000" b="1" dirty="0"/>
          </a:p>
        </p:txBody>
      </p:sp>
      <p:sp>
        <p:nvSpPr>
          <p:cNvPr id="4" name="Date Placeholder 3"/>
          <p:cNvSpPr>
            <a:spLocks noGrp="1"/>
          </p:cNvSpPr>
          <p:nvPr>
            <p:ph type="dt" sz="half" idx="10"/>
          </p:nvPr>
        </p:nvSpPr>
        <p:spPr/>
        <p:txBody>
          <a:bodyPr/>
          <a:lstStyle/>
          <a:p>
            <a:fld id="{06E00E5F-0D26-46D9-969F-6D0437E93A7F}"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70</a:t>
            </a:fld>
            <a:endParaRPr lang="en-IN"/>
          </a:p>
        </p:txBody>
      </p:sp>
    </p:spTree>
    <p:extLst>
      <p:ext uri="{BB962C8B-B14F-4D97-AF65-F5344CB8AC3E}">
        <p14:creationId xmlns:p14="http://schemas.microsoft.com/office/powerpoint/2010/main" val="288459947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692696"/>
            <a:ext cx="7024744" cy="457120"/>
          </a:xfrm>
        </p:spPr>
        <p:txBody>
          <a:bodyPr>
            <a:noAutofit/>
          </a:bodyPr>
          <a:lstStyle/>
          <a:p>
            <a:r>
              <a:rPr lang="en-IN" sz="2400" b="1" dirty="0" smtClean="0"/>
              <a:t>Algorithm for Searching a Linked List</a:t>
            </a:r>
            <a:endParaRPr lang="en-IN" sz="2400" b="1" dirty="0"/>
          </a:p>
        </p:txBody>
      </p:sp>
      <p:sp>
        <p:nvSpPr>
          <p:cNvPr id="3" name="Content Placeholder 2"/>
          <p:cNvSpPr>
            <a:spLocks noGrp="1"/>
          </p:cNvSpPr>
          <p:nvPr>
            <p:ph idx="1"/>
          </p:nvPr>
        </p:nvSpPr>
        <p:spPr>
          <a:xfrm>
            <a:off x="611560" y="1268760"/>
            <a:ext cx="7992888" cy="3913660"/>
          </a:xfrm>
        </p:spPr>
        <p:txBody>
          <a:bodyPr>
            <a:noAutofit/>
          </a:bodyPr>
          <a:lstStyle/>
          <a:p>
            <a:pPr marL="68580" indent="0">
              <a:buNone/>
            </a:pPr>
            <a:r>
              <a:rPr lang="en-IN" sz="2000" b="1" dirty="0"/>
              <a:t>Step 1:[INITIALIZE] SET </a:t>
            </a:r>
            <a:r>
              <a:rPr lang="en-IN" sz="2000" b="1" dirty="0" smtClean="0"/>
              <a:t>POSITION=1</a:t>
            </a:r>
            <a:endParaRPr lang="en-IN" sz="2000" b="1" dirty="0"/>
          </a:p>
          <a:p>
            <a:pPr marL="68580" indent="0">
              <a:buNone/>
            </a:pPr>
            <a:r>
              <a:rPr lang="en-IN" sz="2000" b="1" dirty="0" smtClean="0"/>
              <a:t>Step 2:[INITIALIZE] SET PTR=START</a:t>
            </a:r>
          </a:p>
          <a:p>
            <a:pPr marL="68580" indent="0">
              <a:buNone/>
            </a:pPr>
            <a:r>
              <a:rPr lang="en-IN" sz="2000" b="1" dirty="0"/>
              <a:t>Step 3</a:t>
            </a:r>
            <a:r>
              <a:rPr lang="en-IN" sz="2000" b="1" dirty="0" smtClean="0"/>
              <a:t>: </a:t>
            </a:r>
            <a:r>
              <a:rPr lang="en-IN" sz="2000" b="1" smtClean="0"/>
              <a:t>Repeat Step </a:t>
            </a:r>
            <a:r>
              <a:rPr lang="en-IN" sz="2000" b="1" dirty="0"/>
              <a:t>4</a:t>
            </a:r>
            <a:r>
              <a:rPr lang="en-IN" sz="2000" b="1" dirty="0" smtClean="0"/>
              <a:t> while PTR!=NULL</a:t>
            </a:r>
            <a:br>
              <a:rPr lang="en-IN" sz="2000" b="1" dirty="0" smtClean="0"/>
            </a:br>
            <a:r>
              <a:rPr lang="en-IN" sz="2000" b="1" dirty="0" smtClean="0"/>
              <a:t>Step 4:		If DATA=PTR-&gt;INFO</a:t>
            </a:r>
          </a:p>
          <a:p>
            <a:pPr marL="68580" indent="0">
              <a:buNone/>
            </a:pPr>
            <a:r>
              <a:rPr lang="en-IN" sz="2000" b="1" dirty="0"/>
              <a:t>	</a:t>
            </a:r>
            <a:r>
              <a:rPr lang="en-IN" sz="2000" b="1" dirty="0" smtClean="0"/>
              <a:t>		Print POSITION</a:t>
            </a:r>
          </a:p>
          <a:p>
            <a:pPr marL="68580" indent="0">
              <a:buNone/>
            </a:pPr>
            <a:r>
              <a:rPr lang="en-IN" sz="2000" b="1" dirty="0" smtClean="0"/>
              <a:t>			Exit</a:t>
            </a:r>
          </a:p>
          <a:p>
            <a:pPr marL="68580" indent="0">
              <a:buNone/>
            </a:pPr>
            <a:r>
              <a:rPr lang="en-IN" sz="2000" b="1" dirty="0" smtClean="0"/>
              <a:t>		[</a:t>
            </a:r>
            <a:r>
              <a:rPr lang="en-IN" sz="2000" b="1" dirty="0"/>
              <a:t>End of </a:t>
            </a:r>
            <a:r>
              <a:rPr lang="en-IN" sz="2000" b="1" dirty="0" smtClean="0"/>
              <a:t>If]</a:t>
            </a:r>
          </a:p>
          <a:p>
            <a:pPr marL="68580" indent="0">
              <a:buNone/>
            </a:pPr>
            <a:r>
              <a:rPr lang="en-IN" sz="2000" b="1" dirty="0"/>
              <a:t>	</a:t>
            </a:r>
            <a:r>
              <a:rPr lang="en-IN" sz="2000" b="1" dirty="0" smtClean="0"/>
              <a:t>	Set PTR=PTR-&gt;LINK</a:t>
            </a:r>
          </a:p>
          <a:p>
            <a:pPr marL="68580" indent="0">
              <a:buNone/>
            </a:pPr>
            <a:r>
              <a:rPr lang="en-IN" sz="2000" b="1" dirty="0"/>
              <a:t>	</a:t>
            </a:r>
            <a:r>
              <a:rPr lang="en-IN" sz="2000" b="1" dirty="0" smtClean="0"/>
              <a:t>	Set </a:t>
            </a:r>
            <a:r>
              <a:rPr lang="en-IN" sz="2000" b="1" dirty="0"/>
              <a:t>POSITION=POSITION +1</a:t>
            </a:r>
          </a:p>
          <a:p>
            <a:pPr marL="68580" indent="0">
              <a:buNone/>
            </a:pPr>
            <a:r>
              <a:rPr lang="en-IN" sz="2000" b="1" dirty="0" smtClean="0"/>
              <a:t>	[</a:t>
            </a:r>
            <a:r>
              <a:rPr lang="en-IN" sz="2000" b="1" dirty="0"/>
              <a:t>End of Loop]</a:t>
            </a:r>
            <a:br>
              <a:rPr lang="en-IN" sz="2000" b="1" dirty="0"/>
            </a:br>
            <a:r>
              <a:rPr lang="en-IN" sz="2000" b="1" dirty="0" smtClean="0"/>
              <a:t>Step 5:If PTR=NULL</a:t>
            </a:r>
          </a:p>
          <a:p>
            <a:pPr marL="68580" indent="0">
              <a:buNone/>
            </a:pPr>
            <a:r>
              <a:rPr lang="en-IN" sz="2000" b="1" dirty="0"/>
              <a:t>	</a:t>
            </a:r>
            <a:r>
              <a:rPr lang="en-IN" sz="2000" b="1" dirty="0" smtClean="0"/>
              <a:t>	Print Search Unsuccessful</a:t>
            </a:r>
          </a:p>
          <a:p>
            <a:pPr marL="68580" indent="0">
              <a:buNone/>
            </a:pPr>
            <a:r>
              <a:rPr lang="en-IN" sz="2000" b="1" dirty="0"/>
              <a:t>	</a:t>
            </a:r>
            <a:r>
              <a:rPr lang="en-IN" sz="2000" b="1" dirty="0" smtClean="0"/>
              <a:t>[End of If]</a:t>
            </a:r>
          </a:p>
          <a:p>
            <a:pPr marL="68580" indent="0">
              <a:buNone/>
            </a:pPr>
            <a:r>
              <a:rPr lang="en-IN" sz="2000" b="1" dirty="0" smtClean="0"/>
              <a:t>Step 6: Exit</a:t>
            </a:r>
          </a:p>
        </p:txBody>
      </p:sp>
      <p:sp>
        <p:nvSpPr>
          <p:cNvPr id="4" name="Date Placeholder 3"/>
          <p:cNvSpPr>
            <a:spLocks noGrp="1"/>
          </p:cNvSpPr>
          <p:nvPr>
            <p:ph type="dt" sz="half" idx="10"/>
          </p:nvPr>
        </p:nvSpPr>
        <p:spPr/>
        <p:txBody>
          <a:bodyPr/>
          <a:lstStyle/>
          <a:p>
            <a:fld id="{7063C39A-776C-4B2D-964B-8AEDF193F313}"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71</a:t>
            </a:fld>
            <a:endParaRPr lang="en-IN"/>
          </a:p>
        </p:txBody>
      </p:sp>
    </p:spTree>
    <p:extLst>
      <p:ext uri="{BB962C8B-B14F-4D97-AF65-F5344CB8AC3E}">
        <p14:creationId xmlns:p14="http://schemas.microsoft.com/office/powerpoint/2010/main" val="415017831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Insertion into a Linked List</a:t>
            </a:r>
            <a:endParaRPr lang="en-IN" dirty="0"/>
          </a:p>
        </p:txBody>
      </p:sp>
      <p:sp>
        <p:nvSpPr>
          <p:cNvPr id="3" name="Content Placeholder 2"/>
          <p:cNvSpPr>
            <a:spLocks noGrp="1"/>
          </p:cNvSpPr>
          <p:nvPr>
            <p:ph idx="1"/>
          </p:nvPr>
        </p:nvSpPr>
        <p:spPr>
          <a:xfrm>
            <a:off x="755576" y="1315540"/>
            <a:ext cx="6777317" cy="4705748"/>
          </a:xfrm>
        </p:spPr>
        <p:txBody>
          <a:bodyPr>
            <a:normAutofit/>
          </a:bodyPr>
          <a:lstStyle/>
          <a:p>
            <a:r>
              <a:rPr lang="en-US" sz="2000" dirty="0" smtClean="0"/>
              <a:t>Insertion is possible in two ways:</a:t>
            </a:r>
          </a:p>
          <a:p>
            <a:pPr lvl="1"/>
            <a:r>
              <a:rPr lang="en-US" sz="1800" dirty="0" smtClean="0"/>
              <a:t>Insertion at Beginning</a:t>
            </a:r>
          </a:p>
          <a:p>
            <a:pPr lvl="1"/>
            <a:r>
              <a:rPr lang="en-US" sz="1800" dirty="0" smtClean="0"/>
              <a:t>Insertion in Between</a:t>
            </a:r>
            <a:endParaRPr lang="en-US" sz="1800" dirty="0"/>
          </a:p>
        </p:txBody>
      </p:sp>
      <p:sp>
        <p:nvSpPr>
          <p:cNvPr id="4" name="Date Placeholder 3"/>
          <p:cNvSpPr>
            <a:spLocks noGrp="1"/>
          </p:cNvSpPr>
          <p:nvPr>
            <p:ph type="dt" sz="half" idx="10"/>
          </p:nvPr>
        </p:nvSpPr>
        <p:spPr/>
        <p:txBody>
          <a:bodyPr/>
          <a:lstStyle/>
          <a:p>
            <a:fld id="{41D7FDDC-5AE0-4621-A364-0FB9E61439D2}"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72</a:t>
            </a:fld>
            <a:endParaRPr lang="en-IN"/>
          </a:p>
        </p:txBody>
      </p:sp>
    </p:spTree>
    <p:extLst>
      <p:ext uri="{BB962C8B-B14F-4D97-AF65-F5344CB8AC3E}">
        <p14:creationId xmlns:p14="http://schemas.microsoft.com/office/powerpoint/2010/main" val="45471816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dirty="0" smtClean="0"/>
              <a:t>Case 1- Insertion </a:t>
            </a:r>
            <a:r>
              <a:rPr lang="en-US" b="1" dirty="0"/>
              <a:t>at Beginning</a:t>
            </a:r>
            <a:endParaRPr lang="en-IN" b="1" dirty="0"/>
          </a:p>
        </p:txBody>
      </p:sp>
      <p:sp>
        <p:nvSpPr>
          <p:cNvPr id="3" name="Content Placeholder 2"/>
          <p:cNvSpPr>
            <a:spLocks noGrp="1"/>
          </p:cNvSpPr>
          <p:nvPr>
            <p:ph idx="1"/>
          </p:nvPr>
        </p:nvSpPr>
        <p:spPr>
          <a:xfrm>
            <a:off x="611560" y="1315540"/>
            <a:ext cx="7920880" cy="4705748"/>
          </a:xfrm>
        </p:spPr>
        <p:txBody>
          <a:bodyPr>
            <a:normAutofit/>
          </a:bodyPr>
          <a:lstStyle/>
          <a:p>
            <a:pPr marL="68580" indent="0">
              <a:buNone/>
            </a:pPr>
            <a:endParaRPr lang="en-US" sz="1800" b="1" dirty="0" smtClean="0"/>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139" y="1988840"/>
            <a:ext cx="7249269" cy="3384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ate Placeholder 3"/>
          <p:cNvSpPr>
            <a:spLocks noGrp="1"/>
          </p:cNvSpPr>
          <p:nvPr>
            <p:ph type="dt" sz="half" idx="10"/>
          </p:nvPr>
        </p:nvSpPr>
        <p:spPr/>
        <p:txBody>
          <a:bodyPr/>
          <a:lstStyle/>
          <a:p>
            <a:fld id="{EC909D81-289B-4684-961F-9E38DB8523D2}"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73</a:t>
            </a:fld>
            <a:endParaRPr lang="en-IN"/>
          </a:p>
        </p:txBody>
      </p:sp>
    </p:spTree>
    <p:extLst>
      <p:ext uri="{BB962C8B-B14F-4D97-AF65-F5344CB8AC3E}">
        <p14:creationId xmlns:p14="http://schemas.microsoft.com/office/powerpoint/2010/main" val="71566969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dirty="0" smtClean="0"/>
              <a:t>Case 1- Insertion </a:t>
            </a:r>
            <a:r>
              <a:rPr lang="en-US" b="1" dirty="0"/>
              <a:t>at Beginning</a:t>
            </a:r>
            <a:endParaRPr lang="en-IN" b="1" dirty="0"/>
          </a:p>
        </p:txBody>
      </p:sp>
      <p:sp>
        <p:nvSpPr>
          <p:cNvPr id="3" name="Content Placeholder 2"/>
          <p:cNvSpPr>
            <a:spLocks noGrp="1"/>
          </p:cNvSpPr>
          <p:nvPr>
            <p:ph idx="1"/>
          </p:nvPr>
        </p:nvSpPr>
        <p:spPr>
          <a:xfrm>
            <a:off x="611560" y="1315540"/>
            <a:ext cx="7920880" cy="4705748"/>
          </a:xfrm>
        </p:spPr>
        <p:txBody>
          <a:bodyPr>
            <a:normAutofit/>
          </a:bodyPr>
          <a:lstStyle/>
          <a:p>
            <a:pPr marL="68580" indent="0">
              <a:buNone/>
            </a:pPr>
            <a:endParaRPr lang="en-US" sz="1800" b="1" dirty="0" smtClean="0"/>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302320"/>
            <a:ext cx="7249269"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ate Placeholder 3"/>
          <p:cNvSpPr>
            <a:spLocks noGrp="1"/>
          </p:cNvSpPr>
          <p:nvPr>
            <p:ph type="dt" sz="half" idx="10"/>
          </p:nvPr>
        </p:nvSpPr>
        <p:spPr/>
        <p:txBody>
          <a:bodyPr/>
          <a:lstStyle/>
          <a:p>
            <a:fld id="{EC909D81-289B-4684-961F-9E38DB8523D2}"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74</a:t>
            </a:fld>
            <a:endParaRPr lang="en-IN"/>
          </a:p>
        </p:txBody>
      </p:sp>
      <p:sp>
        <p:nvSpPr>
          <p:cNvPr id="8" name="Rectangle 7"/>
          <p:cNvSpPr/>
          <p:nvPr/>
        </p:nvSpPr>
        <p:spPr>
          <a:xfrm>
            <a:off x="397069" y="3573016"/>
            <a:ext cx="8493031" cy="1815882"/>
          </a:xfrm>
          <a:prstGeom prst="rect">
            <a:avLst/>
          </a:prstGeom>
          <a:noFill/>
          <a:effectLst/>
        </p:spPr>
        <p:txBody>
          <a:bodyPr wrap="none" lIns="91440" tIns="45720" rIns="91440" bIns="45720">
            <a:spAutoFit/>
          </a:bodyPr>
          <a:lstStyle/>
          <a:p>
            <a:pPr algn="ctr"/>
            <a:r>
              <a:rPr lang="en-US" sz="2800" b="1" cap="all" spc="0"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create the new node,</a:t>
            </a:r>
          </a:p>
          <a:p>
            <a:pPr algn="ctr"/>
            <a:r>
              <a:rPr lang="en-US" sz="2800" b="1" cap="all" spc="0"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connect </a:t>
            </a:r>
            <a:r>
              <a:rPr lang="en-US" sz="2800" b="1" cap="all" dirty="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New Node to the OLD First NODE </a:t>
            </a:r>
            <a:endParaRPr lang="en-US" sz="2800" b="1" cap="all"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endParaRPr>
          </a:p>
          <a:p>
            <a:pPr algn="ctr"/>
            <a:r>
              <a:rPr lang="en-US" sz="2800" b="1" cap="all" spc="0"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Connect the Start Pointer to the new node,</a:t>
            </a:r>
          </a:p>
          <a:p>
            <a:pPr algn="ctr"/>
            <a:r>
              <a:rPr lang="en-US" sz="2800" b="1" cap="all" spc="0"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a:t>
            </a:r>
            <a:endParaRPr lang="en-US" sz="2800" b="1" cap="all" spc="0" dirty="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15566244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Autofit/>
          </a:bodyPr>
          <a:lstStyle/>
          <a:p>
            <a:r>
              <a:rPr lang="en-IN" sz="2800" b="1" dirty="0" smtClean="0"/>
              <a:t>Case 1- Insertion </a:t>
            </a:r>
            <a:r>
              <a:rPr lang="en-US" sz="2800" b="1" dirty="0"/>
              <a:t>at Beginning</a:t>
            </a:r>
            <a:endParaRPr lang="en-IN" sz="2800" b="1" dirty="0"/>
          </a:p>
        </p:txBody>
      </p:sp>
      <p:pic>
        <p:nvPicPr>
          <p:cNvPr id="12290" name="Picture 2" descr="https://codeoptimus.files.wordpress.com/2013/01/313.gif"/>
          <p:cNvPicPr>
            <a:picLocks noChangeAspect="1" noChangeArrowheads="1"/>
          </p:cNvPicPr>
          <p:nvPr/>
        </p:nvPicPr>
        <p:blipFill rotWithShape="1">
          <a:blip r:embed="rId3">
            <a:extLst>
              <a:ext uri="{28A0092B-C50C-407E-A947-70E740481C1C}">
                <a14:useLocalDpi xmlns:a14="http://schemas.microsoft.com/office/drawing/2010/main" val="0"/>
              </a:ext>
            </a:extLst>
          </a:blip>
          <a:srcRect b="29306"/>
          <a:stretch/>
        </p:blipFill>
        <p:spPr bwMode="auto">
          <a:xfrm>
            <a:off x="683568" y="908720"/>
            <a:ext cx="5976664" cy="1942415"/>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9C113E68-6E17-4332-BF05-E7E6F38AFF6E}"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75</a:t>
            </a:fld>
            <a:endParaRPr lang="en-IN"/>
          </a:p>
        </p:txBody>
      </p:sp>
      <p:sp>
        <p:nvSpPr>
          <p:cNvPr id="8" name="Content Placeholder 7"/>
          <p:cNvSpPr>
            <a:spLocks noGrp="1"/>
          </p:cNvSpPr>
          <p:nvPr>
            <p:ph idx="1"/>
          </p:nvPr>
        </p:nvSpPr>
        <p:spPr>
          <a:xfrm>
            <a:off x="899592" y="2851135"/>
            <a:ext cx="6777317" cy="1107485"/>
          </a:xfrm>
        </p:spPr>
        <p:txBody>
          <a:bodyPr/>
          <a:lstStyle/>
          <a:p>
            <a:pPr marL="68580" indent="0">
              <a:buNone/>
            </a:pPr>
            <a:r>
              <a:rPr lang="en-IN" b="1" dirty="0" smtClean="0"/>
              <a:t>Order?</a:t>
            </a:r>
            <a:endParaRPr lang="en-IN" b="1" dirty="0"/>
          </a:p>
        </p:txBody>
      </p:sp>
    </p:spTree>
    <p:extLst>
      <p:ext uri="{BB962C8B-B14F-4D97-AF65-F5344CB8AC3E}">
        <p14:creationId xmlns:p14="http://schemas.microsoft.com/office/powerpoint/2010/main" val="201298095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Autofit/>
          </a:bodyPr>
          <a:lstStyle/>
          <a:p>
            <a:r>
              <a:rPr lang="en-IN" sz="2800" b="1" dirty="0" smtClean="0"/>
              <a:t>Case 1- Insertion </a:t>
            </a:r>
            <a:r>
              <a:rPr lang="en-US" sz="2800" b="1" dirty="0"/>
              <a:t>at Beginning</a:t>
            </a:r>
            <a:endParaRPr lang="en-IN" sz="2800" b="1" dirty="0"/>
          </a:p>
        </p:txBody>
      </p:sp>
      <p:pic>
        <p:nvPicPr>
          <p:cNvPr id="12290" name="Picture 2" descr="https://codeoptimus.files.wordpress.com/2013/01/313.gif"/>
          <p:cNvPicPr>
            <a:picLocks noChangeAspect="1" noChangeArrowheads="1"/>
          </p:cNvPicPr>
          <p:nvPr/>
        </p:nvPicPr>
        <p:blipFill rotWithShape="1">
          <a:blip r:embed="rId3">
            <a:extLst>
              <a:ext uri="{28A0092B-C50C-407E-A947-70E740481C1C}">
                <a14:useLocalDpi xmlns:a14="http://schemas.microsoft.com/office/drawing/2010/main" val="0"/>
              </a:ext>
            </a:extLst>
          </a:blip>
          <a:srcRect b="29306"/>
          <a:stretch/>
        </p:blipFill>
        <p:spPr bwMode="auto">
          <a:xfrm>
            <a:off x="683568" y="908720"/>
            <a:ext cx="5976664" cy="1942415"/>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9C113E68-6E17-4332-BF05-E7E6F38AFF6E}"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76</a:t>
            </a:fld>
            <a:endParaRPr lang="en-IN"/>
          </a:p>
        </p:txBody>
      </p:sp>
      <p:sp>
        <p:nvSpPr>
          <p:cNvPr id="8" name="Content Placeholder 7"/>
          <p:cNvSpPr>
            <a:spLocks noGrp="1"/>
          </p:cNvSpPr>
          <p:nvPr>
            <p:ph idx="1"/>
          </p:nvPr>
        </p:nvSpPr>
        <p:spPr>
          <a:xfrm>
            <a:off x="899592" y="2851135"/>
            <a:ext cx="6777317" cy="1107485"/>
          </a:xfrm>
        </p:spPr>
        <p:txBody>
          <a:bodyPr/>
          <a:lstStyle/>
          <a:p>
            <a:pPr marL="68580" indent="0">
              <a:buNone/>
            </a:pPr>
            <a:r>
              <a:rPr lang="en-IN" b="1" dirty="0" smtClean="0"/>
              <a:t>Order?</a:t>
            </a:r>
            <a:endParaRPr lang="en-IN" b="1" dirty="0"/>
          </a:p>
        </p:txBody>
      </p:sp>
      <p:sp>
        <p:nvSpPr>
          <p:cNvPr id="9" name="Content Placeholder 7"/>
          <p:cNvSpPr txBox="1">
            <a:spLocks/>
          </p:cNvSpPr>
          <p:nvPr/>
        </p:nvSpPr>
        <p:spPr>
          <a:xfrm>
            <a:off x="2555776" y="1772816"/>
            <a:ext cx="432048" cy="497473"/>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buFont typeface="Wingdings 2" pitchFamily="18" charset="2"/>
              <a:buNone/>
            </a:pPr>
            <a:r>
              <a:rPr lang="en-IN" b="1" dirty="0" smtClean="0">
                <a:solidFill>
                  <a:schemeClr val="accent6"/>
                </a:solidFill>
              </a:rPr>
              <a:t>1</a:t>
            </a:r>
            <a:endParaRPr lang="en-IN" b="1" dirty="0">
              <a:solidFill>
                <a:schemeClr val="accent6"/>
              </a:solidFill>
            </a:endParaRPr>
          </a:p>
        </p:txBody>
      </p:sp>
      <p:sp>
        <p:nvSpPr>
          <p:cNvPr id="11" name="Content Placeholder 7"/>
          <p:cNvSpPr txBox="1">
            <a:spLocks/>
          </p:cNvSpPr>
          <p:nvPr/>
        </p:nvSpPr>
        <p:spPr>
          <a:xfrm>
            <a:off x="539552" y="1772816"/>
            <a:ext cx="432048" cy="497473"/>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buFont typeface="Wingdings 2" pitchFamily="18" charset="2"/>
              <a:buNone/>
            </a:pPr>
            <a:r>
              <a:rPr lang="en-US" b="1" dirty="0" smtClean="0">
                <a:solidFill>
                  <a:schemeClr val="accent6"/>
                </a:solidFill>
              </a:rPr>
              <a:t>2</a:t>
            </a:r>
            <a:endParaRPr lang="en-IN" b="1" dirty="0">
              <a:solidFill>
                <a:schemeClr val="accent6"/>
              </a:solidFill>
            </a:endParaRPr>
          </a:p>
        </p:txBody>
      </p:sp>
    </p:spTree>
    <p:extLst>
      <p:ext uri="{BB962C8B-B14F-4D97-AF65-F5344CB8AC3E}">
        <p14:creationId xmlns:p14="http://schemas.microsoft.com/office/powerpoint/2010/main" val="117932270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dirty="0" smtClean="0"/>
              <a:t>Case 1- Insertion </a:t>
            </a:r>
            <a:r>
              <a:rPr lang="en-US" b="1" dirty="0"/>
              <a:t>at Beginning</a:t>
            </a:r>
            <a:endParaRPr lang="en-IN" b="1" dirty="0"/>
          </a:p>
        </p:txBody>
      </p:sp>
      <p:sp>
        <p:nvSpPr>
          <p:cNvPr id="3" name="Content Placeholder 2"/>
          <p:cNvSpPr>
            <a:spLocks noGrp="1"/>
          </p:cNvSpPr>
          <p:nvPr>
            <p:ph idx="1"/>
          </p:nvPr>
        </p:nvSpPr>
        <p:spPr>
          <a:xfrm>
            <a:off x="611560" y="1315540"/>
            <a:ext cx="7920880" cy="4705748"/>
          </a:xfrm>
        </p:spPr>
        <p:txBody>
          <a:bodyPr>
            <a:normAutofit/>
          </a:bodyPr>
          <a:lstStyle/>
          <a:p>
            <a:r>
              <a:rPr lang="en-US" sz="2000" dirty="0" smtClean="0"/>
              <a:t>Lets say </a:t>
            </a:r>
            <a:r>
              <a:rPr lang="en-US" sz="2000" dirty="0" err="1" smtClean="0"/>
              <a:t>tmp</a:t>
            </a:r>
            <a:r>
              <a:rPr lang="en-US" sz="2000" dirty="0" smtClean="0"/>
              <a:t> is the pointer which points to the node that has to be inserted</a:t>
            </a:r>
          </a:p>
          <a:p>
            <a:r>
              <a:rPr lang="en-US" sz="2000" dirty="0" smtClean="0"/>
              <a:t>Assign data to the new node</a:t>
            </a:r>
          </a:p>
          <a:p>
            <a:pPr marL="68580" indent="0">
              <a:buNone/>
            </a:pPr>
            <a:r>
              <a:rPr lang="en-US" sz="2000" dirty="0"/>
              <a:t>	</a:t>
            </a:r>
            <a:r>
              <a:rPr lang="en-US" sz="2000" dirty="0" smtClean="0"/>
              <a:t>	</a:t>
            </a:r>
            <a:r>
              <a:rPr lang="en-US" sz="1800" dirty="0"/>
              <a:t> </a:t>
            </a:r>
            <a:r>
              <a:rPr lang="en-US" sz="1800" b="1" dirty="0" err="1"/>
              <a:t>tmp</a:t>
            </a:r>
            <a:r>
              <a:rPr lang="en-US" sz="1800" b="1" dirty="0"/>
              <a:t>-&gt;info=data;</a:t>
            </a:r>
            <a:endParaRPr lang="en-IN" sz="1800" b="1" dirty="0"/>
          </a:p>
          <a:p>
            <a:r>
              <a:rPr lang="en-US" sz="1800" dirty="0" smtClean="0"/>
              <a:t>Start points to the first element of linked list </a:t>
            </a:r>
          </a:p>
          <a:p>
            <a:r>
              <a:rPr lang="en-US" sz="1800" dirty="0" smtClean="0"/>
              <a:t>Assign the value of start to the link part of the inserted node as</a:t>
            </a:r>
            <a:endParaRPr lang="en-US" sz="1600" dirty="0" smtClean="0"/>
          </a:p>
          <a:p>
            <a:pPr marL="68580" indent="0">
              <a:buNone/>
            </a:pPr>
            <a:r>
              <a:rPr lang="en-US" sz="1800" dirty="0" smtClean="0"/>
              <a:t>		</a:t>
            </a:r>
            <a:r>
              <a:rPr lang="en-US" sz="1800" b="1" dirty="0" err="1" smtClean="0"/>
              <a:t>tmp</a:t>
            </a:r>
            <a:r>
              <a:rPr lang="en-US" sz="1800" b="1" dirty="0" smtClean="0"/>
              <a:t>-</a:t>
            </a:r>
            <a:r>
              <a:rPr lang="en-US" sz="1800" b="1" dirty="0"/>
              <a:t>&gt;link=start</a:t>
            </a:r>
            <a:r>
              <a:rPr lang="en-US" sz="1800" b="1" dirty="0" smtClean="0"/>
              <a:t>;</a:t>
            </a:r>
          </a:p>
          <a:p>
            <a:r>
              <a:rPr lang="en-US" sz="1800" dirty="0" smtClean="0"/>
              <a:t>Now inserted node points beginning of the linked list.</a:t>
            </a:r>
          </a:p>
          <a:p>
            <a:r>
              <a:rPr lang="en-US" sz="1800" dirty="0" smtClean="0"/>
              <a:t>To make  the newly inserted node the first node of the linked list:</a:t>
            </a:r>
          </a:p>
          <a:p>
            <a:pPr marL="68580" indent="0">
              <a:buNone/>
            </a:pPr>
            <a:r>
              <a:rPr lang="en-US" sz="1800" b="1" dirty="0"/>
              <a:t>	</a:t>
            </a:r>
            <a:r>
              <a:rPr lang="en-US" sz="1800" b="1" dirty="0" smtClean="0"/>
              <a:t>	start=temp</a:t>
            </a:r>
          </a:p>
        </p:txBody>
      </p:sp>
      <p:pic>
        <p:nvPicPr>
          <p:cNvPr id="12290" name="Picture 2" descr="https://codeoptimus.files.wordpress.com/2013/01/313.gif"/>
          <p:cNvPicPr>
            <a:picLocks noChangeAspect="1" noChangeArrowheads="1"/>
          </p:cNvPicPr>
          <p:nvPr/>
        </p:nvPicPr>
        <p:blipFill rotWithShape="1">
          <a:blip r:embed="rId3">
            <a:extLst>
              <a:ext uri="{28A0092B-C50C-407E-A947-70E740481C1C}">
                <a14:useLocalDpi xmlns:a14="http://schemas.microsoft.com/office/drawing/2010/main" val="0"/>
              </a:ext>
            </a:extLst>
          </a:blip>
          <a:srcRect b="29306"/>
          <a:stretch/>
        </p:blipFill>
        <p:spPr bwMode="auto">
          <a:xfrm>
            <a:off x="1115616" y="5182197"/>
            <a:ext cx="5760639" cy="983107"/>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9C113E68-6E17-4332-BF05-E7E6F38AFF6E}"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77</a:t>
            </a:fld>
            <a:endParaRPr lang="en-IN"/>
          </a:p>
        </p:txBody>
      </p:sp>
    </p:spTree>
    <p:extLst>
      <p:ext uri="{BB962C8B-B14F-4D97-AF65-F5344CB8AC3E}">
        <p14:creationId xmlns:p14="http://schemas.microsoft.com/office/powerpoint/2010/main" val="269571448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955656"/>
            <a:ext cx="7704856" cy="457120"/>
          </a:xfrm>
        </p:spPr>
        <p:txBody>
          <a:bodyPr>
            <a:noAutofit/>
          </a:bodyPr>
          <a:lstStyle/>
          <a:p>
            <a:r>
              <a:rPr lang="en-IN" sz="2400" b="1" dirty="0" smtClean="0"/>
              <a:t>Algorithm for </a:t>
            </a:r>
            <a:r>
              <a:rPr lang="en-IN" sz="2400" b="1" dirty="0"/>
              <a:t>Insertion </a:t>
            </a:r>
            <a:r>
              <a:rPr lang="en-US" sz="2400" b="1" dirty="0"/>
              <a:t>at </a:t>
            </a:r>
            <a:r>
              <a:rPr lang="en-US" sz="2400" b="1" dirty="0" smtClean="0"/>
              <a:t>Beginning in</a:t>
            </a:r>
            <a:r>
              <a:rPr lang="en-IN" sz="2400" b="1" dirty="0" smtClean="0"/>
              <a:t> a Linked List</a:t>
            </a:r>
            <a:endParaRPr lang="en-IN" sz="2400" b="1" dirty="0"/>
          </a:p>
        </p:txBody>
      </p:sp>
      <p:sp>
        <p:nvSpPr>
          <p:cNvPr id="3" name="Content Placeholder 2"/>
          <p:cNvSpPr>
            <a:spLocks noGrp="1"/>
          </p:cNvSpPr>
          <p:nvPr>
            <p:ph idx="1"/>
          </p:nvPr>
        </p:nvSpPr>
        <p:spPr>
          <a:xfrm>
            <a:off x="1043608" y="1556792"/>
            <a:ext cx="6984776" cy="4345708"/>
          </a:xfrm>
        </p:spPr>
        <p:txBody>
          <a:bodyPr>
            <a:noAutofit/>
          </a:bodyPr>
          <a:lstStyle/>
          <a:p>
            <a:r>
              <a:rPr lang="en-IN" sz="2000" b="1" dirty="0" smtClean="0"/>
              <a:t>First check whether Memory is available  for the new node.</a:t>
            </a:r>
          </a:p>
          <a:p>
            <a:r>
              <a:rPr lang="en-IN" sz="2000" b="1" dirty="0" smtClean="0"/>
              <a:t>If the memory has exhausted then an Overflow message is printed</a:t>
            </a:r>
            <a:endParaRPr lang="en-IN" sz="2000" b="1" dirty="0"/>
          </a:p>
          <a:p>
            <a:r>
              <a:rPr lang="en-IN" sz="2000" b="1" dirty="0" smtClean="0"/>
              <a:t>Else We allocate memory for the new node</a:t>
            </a:r>
            <a:endParaRPr lang="en-IN" sz="2000" b="1" dirty="0"/>
          </a:p>
        </p:txBody>
      </p:sp>
      <p:sp>
        <p:nvSpPr>
          <p:cNvPr id="4" name="Date Placeholder 3"/>
          <p:cNvSpPr>
            <a:spLocks noGrp="1"/>
          </p:cNvSpPr>
          <p:nvPr>
            <p:ph type="dt" sz="half" idx="10"/>
          </p:nvPr>
        </p:nvSpPr>
        <p:spPr/>
        <p:txBody>
          <a:bodyPr/>
          <a:lstStyle/>
          <a:p>
            <a:fld id="{7063C39A-776C-4B2D-964B-8AEDF193F313}"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78</a:t>
            </a:fld>
            <a:endParaRPr lang="en-IN"/>
          </a:p>
        </p:txBody>
      </p:sp>
    </p:spTree>
    <p:extLst>
      <p:ext uri="{BB962C8B-B14F-4D97-AF65-F5344CB8AC3E}">
        <p14:creationId xmlns:p14="http://schemas.microsoft.com/office/powerpoint/2010/main" val="310822196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955656"/>
            <a:ext cx="7704856" cy="457120"/>
          </a:xfrm>
        </p:spPr>
        <p:txBody>
          <a:bodyPr>
            <a:noAutofit/>
          </a:bodyPr>
          <a:lstStyle/>
          <a:p>
            <a:r>
              <a:rPr lang="en-IN" sz="2400" b="1" dirty="0" smtClean="0"/>
              <a:t>Algorithm for </a:t>
            </a:r>
            <a:r>
              <a:rPr lang="en-IN" sz="2400" b="1" dirty="0"/>
              <a:t>Insertion </a:t>
            </a:r>
            <a:r>
              <a:rPr lang="en-US" sz="2400" b="1" dirty="0"/>
              <a:t>at </a:t>
            </a:r>
            <a:r>
              <a:rPr lang="en-US" sz="2400" b="1" dirty="0" smtClean="0"/>
              <a:t>Beginning in</a:t>
            </a:r>
            <a:r>
              <a:rPr lang="en-IN" sz="2400" b="1" dirty="0" smtClean="0"/>
              <a:t> a Linked List</a:t>
            </a:r>
            <a:endParaRPr lang="en-IN" sz="2400" b="1" dirty="0"/>
          </a:p>
        </p:txBody>
      </p:sp>
      <p:sp>
        <p:nvSpPr>
          <p:cNvPr id="3" name="Content Placeholder 2"/>
          <p:cNvSpPr>
            <a:spLocks noGrp="1"/>
          </p:cNvSpPr>
          <p:nvPr>
            <p:ph idx="1"/>
          </p:nvPr>
        </p:nvSpPr>
        <p:spPr>
          <a:xfrm>
            <a:off x="611560" y="1484784"/>
            <a:ext cx="7992888" cy="4345708"/>
          </a:xfrm>
        </p:spPr>
        <p:txBody>
          <a:bodyPr>
            <a:noAutofit/>
          </a:bodyPr>
          <a:lstStyle/>
          <a:p>
            <a:pPr marL="68580" indent="0">
              <a:buNone/>
            </a:pPr>
            <a:r>
              <a:rPr lang="en-IN" sz="2000" b="1" dirty="0" smtClean="0"/>
              <a:t>Step 1:If AVAIL=NULL Then</a:t>
            </a:r>
          </a:p>
          <a:p>
            <a:pPr marL="68580" indent="0">
              <a:buNone/>
            </a:pPr>
            <a:r>
              <a:rPr lang="en-IN" sz="2000" b="1" dirty="0"/>
              <a:t>	</a:t>
            </a:r>
            <a:r>
              <a:rPr lang="en-IN" sz="2000" b="1" dirty="0" smtClean="0"/>
              <a:t>WRITE OVERFLOW</a:t>
            </a:r>
          </a:p>
          <a:p>
            <a:pPr marL="68580" indent="0">
              <a:buNone/>
            </a:pPr>
            <a:r>
              <a:rPr lang="en-IN" sz="2000" b="1" dirty="0" smtClean="0"/>
              <a:t>	Go to Step 7</a:t>
            </a:r>
          </a:p>
          <a:p>
            <a:pPr marL="68580" indent="0">
              <a:buNone/>
            </a:pPr>
            <a:r>
              <a:rPr lang="en-IN" sz="2000" b="1" dirty="0"/>
              <a:t>	</a:t>
            </a:r>
            <a:r>
              <a:rPr lang="en-IN" sz="2000" b="1" dirty="0" smtClean="0"/>
              <a:t>[End of If] </a:t>
            </a:r>
          </a:p>
          <a:p>
            <a:pPr marL="68580" indent="0">
              <a:buNone/>
            </a:pPr>
            <a:r>
              <a:rPr lang="en-IN" sz="2000" b="1" dirty="0" smtClean="0"/>
              <a:t>Step 2: </a:t>
            </a:r>
            <a:r>
              <a:rPr lang="en-IN" sz="2000" b="1" dirty="0"/>
              <a:t>Set </a:t>
            </a:r>
            <a:r>
              <a:rPr lang="en-IN" sz="2000" b="1" dirty="0" smtClean="0"/>
              <a:t>TEMP=AVAIL</a:t>
            </a:r>
          </a:p>
          <a:p>
            <a:pPr marL="68580" indent="0">
              <a:buNone/>
            </a:pPr>
            <a:r>
              <a:rPr lang="en-IN" sz="2000" b="1" dirty="0" smtClean="0"/>
              <a:t>Step </a:t>
            </a:r>
            <a:r>
              <a:rPr lang="en-IN" sz="2000" b="1" dirty="0"/>
              <a:t>3</a:t>
            </a:r>
            <a:r>
              <a:rPr lang="en-IN" sz="2000" b="1" dirty="0" smtClean="0"/>
              <a:t>:	 Set AVAIL=AVAIL-&gt;LINK</a:t>
            </a:r>
            <a:br>
              <a:rPr lang="en-IN" sz="2000" b="1" dirty="0" smtClean="0"/>
            </a:br>
            <a:r>
              <a:rPr lang="en-IN" sz="2000" b="1" dirty="0" smtClean="0"/>
              <a:t>Step 4:	 Set TEMP-&gt;INFO=DATA</a:t>
            </a:r>
          </a:p>
          <a:p>
            <a:pPr marL="68580" indent="0">
              <a:buNone/>
            </a:pPr>
            <a:r>
              <a:rPr lang="en-IN" sz="2000" b="1" dirty="0" smtClean="0"/>
              <a:t>Step 5: Set TEMP-&gt;LINK=START</a:t>
            </a:r>
          </a:p>
          <a:p>
            <a:pPr marL="68580" indent="0">
              <a:buNone/>
            </a:pPr>
            <a:r>
              <a:rPr lang="en-IN" sz="2000" b="1" dirty="0" smtClean="0"/>
              <a:t>Step 6 : Set START=TEMP</a:t>
            </a:r>
          </a:p>
          <a:p>
            <a:pPr marL="68580" indent="0">
              <a:buNone/>
            </a:pPr>
            <a:r>
              <a:rPr lang="en-IN" sz="2000" b="1" dirty="0"/>
              <a:t>Step </a:t>
            </a:r>
            <a:r>
              <a:rPr lang="en-IN" sz="2000" b="1" dirty="0" smtClean="0"/>
              <a:t>7 </a:t>
            </a:r>
            <a:r>
              <a:rPr lang="en-IN" sz="2000" b="1" dirty="0"/>
              <a:t>:EXIT</a:t>
            </a:r>
          </a:p>
          <a:p>
            <a:pPr marL="68580" indent="0">
              <a:buNone/>
            </a:pPr>
            <a:endParaRPr lang="en-IN" sz="2000" b="1" dirty="0" smtClean="0"/>
          </a:p>
        </p:txBody>
      </p:sp>
      <p:sp>
        <p:nvSpPr>
          <p:cNvPr id="4" name="Date Placeholder 3"/>
          <p:cNvSpPr>
            <a:spLocks noGrp="1"/>
          </p:cNvSpPr>
          <p:nvPr>
            <p:ph type="dt" sz="half" idx="10"/>
          </p:nvPr>
        </p:nvSpPr>
        <p:spPr/>
        <p:txBody>
          <a:bodyPr/>
          <a:lstStyle/>
          <a:p>
            <a:fld id="{7063C39A-776C-4B2D-964B-8AEDF193F313}"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79</a:t>
            </a:fld>
            <a:endParaRPr lang="en-IN"/>
          </a:p>
        </p:txBody>
      </p:sp>
    </p:spTree>
    <p:extLst>
      <p:ext uri="{BB962C8B-B14F-4D97-AF65-F5344CB8AC3E}">
        <p14:creationId xmlns:p14="http://schemas.microsoft.com/office/powerpoint/2010/main" val="174746710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667624"/>
            <a:ext cx="7024744" cy="457120"/>
          </a:xfrm>
        </p:spPr>
        <p:txBody>
          <a:bodyPr>
            <a:normAutofit fontScale="90000"/>
          </a:bodyPr>
          <a:lstStyle/>
          <a:p>
            <a:r>
              <a:rPr lang="en-IN" b="1" dirty="0"/>
              <a:t>Case 2- Insertion in </a:t>
            </a:r>
            <a:r>
              <a:rPr lang="en-IN" b="1" dirty="0" smtClean="0"/>
              <a:t>Between</a:t>
            </a:r>
            <a:endParaRPr lang="en-IN" b="1" dirty="0"/>
          </a:p>
        </p:txBody>
      </p:sp>
      <p:pic>
        <p:nvPicPr>
          <p:cNvPr id="7" name="Picture 2" descr="https://cdn.slidesharecdn.com/ss_thumbnails/insertioninsinglylinkedlist-170509164604-thumbnail-4.jpg?cb=1494348551"/>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7711" t="48010" r="16899" b="13773"/>
          <a:stretch/>
        </p:blipFill>
        <p:spPr bwMode="auto">
          <a:xfrm>
            <a:off x="1331640" y="1556792"/>
            <a:ext cx="6840760" cy="3888432"/>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p:cNvSpPr>
            <a:spLocks noGrp="1"/>
          </p:cNvSpPr>
          <p:nvPr>
            <p:ph type="dt" sz="half" idx="10"/>
          </p:nvPr>
        </p:nvSpPr>
        <p:spPr/>
        <p:txBody>
          <a:bodyPr/>
          <a:lstStyle/>
          <a:p>
            <a:fld id="{58BC7D2D-7D55-4187-8AB3-2700F2CD8747}" type="datetime1">
              <a:rPr lang="en-IN" smtClean="0"/>
              <a:t>21-08-2023</a:t>
            </a:fld>
            <a:endParaRPr lang="en-IN"/>
          </a:p>
        </p:txBody>
      </p:sp>
      <p:sp>
        <p:nvSpPr>
          <p:cNvPr id="4" name="Footer Placeholder 3"/>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80</a:t>
            </a:fld>
            <a:endParaRPr lang="en-IN"/>
          </a:p>
        </p:txBody>
      </p:sp>
      <p:sp>
        <p:nvSpPr>
          <p:cNvPr id="11" name="Content Placeholder 7"/>
          <p:cNvSpPr txBox="1">
            <a:spLocks/>
          </p:cNvSpPr>
          <p:nvPr/>
        </p:nvSpPr>
        <p:spPr>
          <a:xfrm>
            <a:off x="899592" y="4841795"/>
            <a:ext cx="6777317" cy="1107485"/>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buFont typeface="Wingdings 2" pitchFamily="18" charset="2"/>
              <a:buNone/>
            </a:pPr>
            <a:r>
              <a:rPr lang="en-IN" b="1" smtClean="0"/>
              <a:t>Order?</a:t>
            </a:r>
            <a:endParaRPr lang="en-IN" b="1" dirty="0"/>
          </a:p>
        </p:txBody>
      </p:sp>
    </p:spTree>
    <p:extLst>
      <p:ext uri="{BB962C8B-B14F-4D97-AF65-F5344CB8AC3E}">
        <p14:creationId xmlns:p14="http://schemas.microsoft.com/office/powerpoint/2010/main" val="229862473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667624"/>
            <a:ext cx="7024744" cy="457120"/>
          </a:xfrm>
        </p:spPr>
        <p:txBody>
          <a:bodyPr>
            <a:normAutofit fontScale="90000"/>
          </a:bodyPr>
          <a:lstStyle/>
          <a:p>
            <a:r>
              <a:rPr lang="en-IN" b="1" dirty="0"/>
              <a:t>Case 2- Insertion in </a:t>
            </a:r>
            <a:r>
              <a:rPr lang="en-IN" b="1" dirty="0" smtClean="0"/>
              <a:t>Between</a:t>
            </a:r>
            <a:endParaRPr lang="en-IN" b="1" dirty="0"/>
          </a:p>
        </p:txBody>
      </p:sp>
      <p:pic>
        <p:nvPicPr>
          <p:cNvPr id="7" name="Picture 2" descr="https://cdn.slidesharecdn.com/ss_thumbnails/insertioninsinglylinkedlist-170509164604-thumbnail-4.jpg?cb=1494348551"/>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7711" t="48010" r="16899" b="13773"/>
          <a:stretch/>
        </p:blipFill>
        <p:spPr bwMode="auto">
          <a:xfrm>
            <a:off x="1331640" y="1556792"/>
            <a:ext cx="6840760" cy="3888432"/>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p:cNvSpPr>
            <a:spLocks noGrp="1"/>
          </p:cNvSpPr>
          <p:nvPr>
            <p:ph type="dt" sz="half" idx="10"/>
          </p:nvPr>
        </p:nvSpPr>
        <p:spPr/>
        <p:txBody>
          <a:bodyPr/>
          <a:lstStyle/>
          <a:p>
            <a:fld id="{58BC7D2D-7D55-4187-8AB3-2700F2CD8747}" type="datetime1">
              <a:rPr lang="en-IN" smtClean="0"/>
              <a:t>21-08-2023</a:t>
            </a:fld>
            <a:endParaRPr lang="en-IN"/>
          </a:p>
        </p:txBody>
      </p:sp>
      <p:sp>
        <p:nvSpPr>
          <p:cNvPr id="4" name="Footer Placeholder 3"/>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81</a:t>
            </a:fld>
            <a:endParaRPr lang="en-IN"/>
          </a:p>
        </p:txBody>
      </p:sp>
      <p:sp>
        <p:nvSpPr>
          <p:cNvPr id="11" name="Content Placeholder 7"/>
          <p:cNvSpPr txBox="1">
            <a:spLocks/>
          </p:cNvSpPr>
          <p:nvPr/>
        </p:nvSpPr>
        <p:spPr>
          <a:xfrm>
            <a:off x="899592" y="4841795"/>
            <a:ext cx="6777317" cy="1107485"/>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buFont typeface="Wingdings 2" pitchFamily="18" charset="2"/>
              <a:buNone/>
            </a:pPr>
            <a:r>
              <a:rPr lang="en-IN" b="1" smtClean="0"/>
              <a:t>Order?</a:t>
            </a:r>
            <a:endParaRPr lang="en-IN" b="1" dirty="0"/>
          </a:p>
        </p:txBody>
      </p:sp>
      <p:sp>
        <p:nvSpPr>
          <p:cNvPr id="12" name="Content Placeholder 7"/>
          <p:cNvSpPr txBox="1">
            <a:spLocks/>
          </p:cNvSpPr>
          <p:nvPr/>
        </p:nvSpPr>
        <p:spPr>
          <a:xfrm>
            <a:off x="5508104" y="3763476"/>
            <a:ext cx="432048" cy="497473"/>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buFont typeface="Wingdings 2" pitchFamily="18" charset="2"/>
              <a:buNone/>
            </a:pPr>
            <a:r>
              <a:rPr lang="en-IN" b="1" dirty="0" smtClean="0">
                <a:solidFill>
                  <a:schemeClr val="accent6"/>
                </a:solidFill>
              </a:rPr>
              <a:t>1</a:t>
            </a:r>
            <a:endParaRPr lang="en-IN" b="1" dirty="0">
              <a:solidFill>
                <a:schemeClr val="accent6"/>
              </a:solidFill>
            </a:endParaRPr>
          </a:p>
        </p:txBody>
      </p:sp>
      <p:sp>
        <p:nvSpPr>
          <p:cNvPr id="13" name="Content Placeholder 7"/>
          <p:cNvSpPr txBox="1">
            <a:spLocks/>
          </p:cNvSpPr>
          <p:nvPr/>
        </p:nvSpPr>
        <p:spPr>
          <a:xfrm>
            <a:off x="3491880" y="3763476"/>
            <a:ext cx="432048" cy="497473"/>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buFont typeface="Wingdings 2" pitchFamily="18" charset="2"/>
              <a:buNone/>
            </a:pPr>
            <a:r>
              <a:rPr lang="en-US" b="1" dirty="0" smtClean="0">
                <a:solidFill>
                  <a:schemeClr val="accent6"/>
                </a:solidFill>
              </a:rPr>
              <a:t>2</a:t>
            </a:r>
            <a:endParaRPr lang="en-IN" b="1" dirty="0">
              <a:solidFill>
                <a:schemeClr val="accent6"/>
              </a:solidFill>
            </a:endParaRPr>
          </a:p>
        </p:txBody>
      </p:sp>
    </p:spTree>
    <p:extLst>
      <p:ext uri="{BB962C8B-B14F-4D97-AF65-F5344CB8AC3E}">
        <p14:creationId xmlns:p14="http://schemas.microsoft.com/office/powerpoint/2010/main" val="236100816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667624"/>
            <a:ext cx="7024744" cy="457120"/>
          </a:xfrm>
        </p:spPr>
        <p:txBody>
          <a:bodyPr>
            <a:normAutofit fontScale="90000"/>
          </a:bodyPr>
          <a:lstStyle/>
          <a:p>
            <a:r>
              <a:rPr lang="en-IN" b="1" dirty="0"/>
              <a:t>Case 2- Insertion in </a:t>
            </a:r>
            <a:r>
              <a:rPr lang="en-IN" b="1" dirty="0" smtClean="0"/>
              <a:t>Between</a:t>
            </a:r>
            <a:endParaRPr lang="en-IN" b="1" dirty="0"/>
          </a:p>
        </p:txBody>
      </p:sp>
      <p:pic>
        <p:nvPicPr>
          <p:cNvPr id="7" name="Picture 2" descr="https://cdn.slidesharecdn.com/ss_thumbnails/insertioninsinglylinkedlist-170509164604-thumbnail-4.jpg?cb=1494348551"/>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7711" t="48010" r="16899" b="13773"/>
          <a:stretch/>
        </p:blipFill>
        <p:spPr bwMode="auto">
          <a:xfrm>
            <a:off x="1331640" y="1628800"/>
            <a:ext cx="6840760" cy="144016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p:cNvSpPr>
            <a:spLocks noGrp="1"/>
          </p:cNvSpPr>
          <p:nvPr>
            <p:ph type="dt" sz="half" idx="10"/>
          </p:nvPr>
        </p:nvSpPr>
        <p:spPr/>
        <p:txBody>
          <a:bodyPr/>
          <a:lstStyle/>
          <a:p>
            <a:fld id="{58BC7D2D-7D55-4187-8AB3-2700F2CD8747}" type="datetime1">
              <a:rPr lang="en-IN" smtClean="0"/>
              <a:t>21-08-2023</a:t>
            </a:fld>
            <a:endParaRPr lang="en-IN"/>
          </a:p>
        </p:txBody>
      </p:sp>
      <p:sp>
        <p:nvSpPr>
          <p:cNvPr id="4" name="Footer Placeholder 3"/>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82</a:t>
            </a:fld>
            <a:endParaRPr lang="en-IN"/>
          </a:p>
        </p:txBody>
      </p:sp>
      <p:sp>
        <p:nvSpPr>
          <p:cNvPr id="8" name="Rectangle 7"/>
          <p:cNvSpPr/>
          <p:nvPr/>
        </p:nvSpPr>
        <p:spPr>
          <a:xfrm>
            <a:off x="296102" y="3861048"/>
            <a:ext cx="8220520" cy="1815882"/>
          </a:xfrm>
          <a:prstGeom prst="rect">
            <a:avLst/>
          </a:prstGeom>
          <a:noFill/>
          <a:effectLst/>
        </p:spPr>
        <p:txBody>
          <a:bodyPr wrap="none" lIns="91440" tIns="45720" rIns="91440" bIns="45720">
            <a:spAutoFit/>
          </a:bodyPr>
          <a:lstStyle/>
          <a:p>
            <a:pPr algn="ctr"/>
            <a:r>
              <a:rPr lang="en-US" sz="2800" b="1" cap="all" spc="0"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create the New node ,</a:t>
            </a:r>
          </a:p>
          <a:p>
            <a:pPr algn="ctr"/>
            <a:r>
              <a:rPr lang="en-US" sz="2800" b="1" cap="all" spc="0"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connect the</a:t>
            </a:r>
            <a:r>
              <a:rPr lang="en-US" sz="2800" b="1" cap="all"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 </a:t>
            </a:r>
            <a:r>
              <a:rPr lang="en-US" sz="2800" b="1" cap="all" dirty="0" err="1">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nEW</a:t>
            </a:r>
            <a:r>
              <a:rPr lang="en-US" sz="2800" b="1" cap="all" dirty="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 node to the next node </a:t>
            </a:r>
            <a:endParaRPr lang="en-US" sz="2800" b="1" cap="all"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endParaRPr>
          </a:p>
          <a:p>
            <a:pPr algn="ctr"/>
            <a:r>
              <a:rPr lang="en-US" sz="2800" b="1" cap="all" dirty="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connect the </a:t>
            </a:r>
            <a:r>
              <a:rPr lang="en-US" sz="2800" b="1" cap="all" spc="0"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previous to the new node,</a:t>
            </a:r>
          </a:p>
          <a:p>
            <a:pPr algn="ctr"/>
            <a:r>
              <a:rPr lang="en-US" sz="2800" b="1" cap="all" spc="0"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a:t>
            </a:r>
            <a:endParaRPr lang="en-US" sz="2800" b="1" cap="all" spc="0" dirty="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32775633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dirty="0"/>
              <a:t>Case 2- Insertion in </a:t>
            </a:r>
            <a:r>
              <a:rPr lang="en-IN" b="1" dirty="0" smtClean="0"/>
              <a:t>Between</a:t>
            </a:r>
            <a:endParaRPr lang="en-IN" b="1" dirty="0"/>
          </a:p>
        </p:txBody>
      </p:sp>
      <p:sp>
        <p:nvSpPr>
          <p:cNvPr id="3" name="Content Placeholder 2"/>
          <p:cNvSpPr>
            <a:spLocks noGrp="1"/>
          </p:cNvSpPr>
          <p:nvPr>
            <p:ph idx="1"/>
          </p:nvPr>
        </p:nvSpPr>
        <p:spPr>
          <a:xfrm>
            <a:off x="611560" y="1315540"/>
            <a:ext cx="7920880" cy="4705748"/>
          </a:xfrm>
        </p:spPr>
        <p:txBody>
          <a:bodyPr>
            <a:normAutofit/>
          </a:bodyPr>
          <a:lstStyle/>
          <a:p>
            <a:r>
              <a:rPr lang="en-US" sz="2000" dirty="0" smtClean="0"/>
              <a:t>First we traverse the linked list for obtaining the node after which we want to insert the element</a:t>
            </a:r>
          </a:p>
          <a:p>
            <a:pPr marL="365760" lvl="1" indent="0">
              <a:buNone/>
            </a:pPr>
            <a:r>
              <a:rPr lang="en-IN" sz="1600" b="1" dirty="0"/>
              <a:t>q=start</a:t>
            </a:r>
            <a:r>
              <a:rPr lang="en-IN" sz="1600" b="1" dirty="0" smtClean="0"/>
              <a:t>;</a:t>
            </a:r>
          </a:p>
          <a:p>
            <a:pPr marL="365760" lvl="1" indent="0">
              <a:buNone/>
            </a:pPr>
            <a:r>
              <a:rPr lang="en-IN" sz="1600" b="1" dirty="0" smtClean="0"/>
              <a:t>for(</a:t>
            </a:r>
            <a:r>
              <a:rPr lang="en-IN" sz="1600" b="1" dirty="0" err="1" smtClean="0"/>
              <a:t>i</a:t>
            </a:r>
            <a:r>
              <a:rPr lang="en-IN" sz="1600" b="1" dirty="0" smtClean="0"/>
              <a:t>=0;i&lt;pos-1;i</a:t>
            </a:r>
            <a:r>
              <a:rPr lang="en-IN" sz="1600" b="1" dirty="0"/>
              <a:t>++)</a:t>
            </a:r>
          </a:p>
          <a:p>
            <a:pPr marL="365760" lvl="1" indent="0">
              <a:buNone/>
            </a:pPr>
            <a:r>
              <a:rPr lang="en-IN" sz="1600" b="1" dirty="0"/>
              <a:t>	{</a:t>
            </a:r>
          </a:p>
          <a:p>
            <a:pPr marL="365760" lvl="1" indent="0">
              <a:buNone/>
            </a:pPr>
            <a:r>
              <a:rPr lang="en-IN" sz="1600" b="1" dirty="0"/>
              <a:t>		q=q-&gt;link;</a:t>
            </a:r>
          </a:p>
          <a:p>
            <a:pPr marL="365760" lvl="1" indent="0">
              <a:buNone/>
            </a:pPr>
            <a:r>
              <a:rPr lang="en-IN" sz="1600" b="1" dirty="0"/>
              <a:t>		if(q==NULL)</a:t>
            </a:r>
          </a:p>
          <a:p>
            <a:pPr marL="365760" lvl="1" indent="0">
              <a:buNone/>
            </a:pPr>
            <a:r>
              <a:rPr lang="en-IN" sz="1600" b="1" dirty="0"/>
              <a:t>		{</a:t>
            </a:r>
          </a:p>
          <a:p>
            <a:pPr marL="365760" lvl="1" indent="0">
              <a:buNone/>
            </a:pPr>
            <a:r>
              <a:rPr lang="en-IN" sz="1600" b="1" dirty="0"/>
              <a:t>			</a:t>
            </a:r>
            <a:r>
              <a:rPr lang="en-IN" sz="1600" b="1" dirty="0" err="1"/>
              <a:t>printf</a:t>
            </a:r>
            <a:r>
              <a:rPr lang="en-IN" sz="1600" b="1" dirty="0"/>
              <a:t>("There are less than %d elements",</a:t>
            </a:r>
            <a:r>
              <a:rPr lang="en-IN" sz="1600" b="1" dirty="0" err="1"/>
              <a:t>pos</a:t>
            </a:r>
            <a:r>
              <a:rPr lang="en-IN" sz="1600" b="1" dirty="0"/>
              <a:t>);</a:t>
            </a:r>
          </a:p>
          <a:p>
            <a:pPr marL="365760" lvl="1" indent="0">
              <a:buNone/>
            </a:pPr>
            <a:r>
              <a:rPr lang="en-IN" sz="1600" b="1" dirty="0"/>
              <a:t>			return;</a:t>
            </a:r>
          </a:p>
          <a:p>
            <a:pPr marL="365760" lvl="1" indent="0">
              <a:buNone/>
            </a:pPr>
            <a:r>
              <a:rPr lang="en-IN" sz="1600" b="1" dirty="0"/>
              <a:t>		}</a:t>
            </a:r>
          </a:p>
          <a:p>
            <a:pPr marL="365760" lvl="1" indent="0">
              <a:buNone/>
            </a:pPr>
            <a:r>
              <a:rPr lang="en-IN" sz="1600" b="1" dirty="0"/>
              <a:t>	}/*End of for*/</a:t>
            </a:r>
          </a:p>
          <a:p>
            <a:endParaRPr lang="en-IN" sz="1600" b="1" dirty="0"/>
          </a:p>
        </p:txBody>
      </p:sp>
      <p:pic>
        <p:nvPicPr>
          <p:cNvPr id="18436" name="Picture 4" descr="https://1.bp.blogspot.com/-Axv_5p_Ldi4/XAaqQRHX6II/AAAAAAAAFZM/tEiHtiPPMkEzQqx_UViOIREC-aINXhrtgCLcBGAs/s400/New%2BDoc%2B2018-12-04%2B10.16.54_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960" y="4178778"/>
            <a:ext cx="4176464" cy="2232248"/>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A32341A2-1CAB-47D5-A0EE-7F1D2AA8E169}"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83</a:t>
            </a:fld>
            <a:endParaRPr lang="en-IN"/>
          </a:p>
        </p:txBody>
      </p:sp>
    </p:spTree>
    <p:extLst>
      <p:ext uri="{BB962C8B-B14F-4D97-AF65-F5344CB8AC3E}">
        <p14:creationId xmlns:p14="http://schemas.microsoft.com/office/powerpoint/2010/main" val="89145783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7024744" cy="385112"/>
          </a:xfrm>
        </p:spPr>
        <p:txBody>
          <a:bodyPr>
            <a:noAutofit/>
          </a:bodyPr>
          <a:lstStyle/>
          <a:p>
            <a:r>
              <a:rPr lang="en-IN" sz="2000" b="1" dirty="0" smtClean="0"/>
              <a:t>Explanation-</a:t>
            </a:r>
            <a:endParaRPr lang="en-IN" sz="2000" b="1" dirty="0"/>
          </a:p>
        </p:txBody>
      </p:sp>
      <p:sp>
        <p:nvSpPr>
          <p:cNvPr id="3" name="Content Placeholder 2"/>
          <p:cNvSpPr>
            <a:spLocks noGrp="1"/>
          </p:cNvSpPr>
          <p:nvPr>
            <p:ph idx="1"/>
          </p:nvPr>
        </p:nvSpPr>
        <p:spPr>
          <a:xfrm>
            <a:off x="539552" y="737339"/>
            <a:ext cx="7344816" cy="3195717"/>
          </a:xfrm>
        </p:spPr>
        <p:style>
          <a:lnRef idx="2">
            <a:schemeClr val="dk1"/>
          </a:lnRef>
          <a:fillRef idx="1">
            <a:schemeClr val="lt1"/>
          </a:fillRef>
          <a:effectRef idx="0">
            <a:schemeClr val="dk1"/>
          </a:effectRef>
          <a:fontRef idx="minor">
            <a:schemeClr val="dk1"/>
          </a:fontRef>
        </p:style>
        <p:txBody>
          <a:bodyPr>
            <a:normAutofit/>
          </a:bodyPr>
          <a:lstStyle/>
          <a:p>
            <a:pPr marL="365760" lvl="1" indent="0">
              <a:buNone/>
            </a:pPr>
            <a:r>
              <a:rPr lang="en-IN" sz="1600" b="1" dirty="0"/>
              <a:t>q=start;</a:t>
            </a:r>
          </a:p>
          <a:p>
            <a:pPr marL="365760" lvl="1" indent="0">
              <a:buNone/>
            </a:pPr>
            <a:r>
              <a:rPr lang="en-IN" sz="1600" b="1" dirty="0"/>
              <a:t>for(</a:t>
            </a:r>
            <a:r>
              <a:rPr lang="en-IN" sz="1600" b="1" dirty="0" err="1"/>
              <a:t>i</a:t>
            </a:r>
            <a:r>
              <a:rPr lang="en-IN" sz="1600" b="1" dirty="0"/>
              <a:t>=0;i&lt;pos-1;i++)</a:t>
            </a:r>
          </a:p>
          <a:p>
            <a:pPr marL="365760" lvl="1" indent="0">
              <a:buNone/>
            </a:pPr>
            <a:r>
              <a:rPr lang="en-IN" sz="1600" b="1" dirty="0"/>
              <a:t>	{</a:t>
            </a:r>
          </a:p>
          <a:p>
            <a:pPr marL="365760" lvl="1" indent="0">
              <a:buNone/>
            </a:pPr>
            <a:r>
              <a:rPr lang="en-IN" sz="1600" b="1" dirty="0"/>
              <a:t>		q=q-&gt;link;</a:t>
            </a:r>
          </a:p>
          <a:p>
            <a:pPr marL="365760" lvl="1" indent="0">
              <a:buNone/>
            </a:pPr>
            <a:r>
              <a:rPr lang="en-IN" sz="1600" b="1" dirty="0"/>
              <a:t>		if(q==NULL)</a:t>
            </a:r>
          </a:p>
          <a:p>
            <a:pPr marL="365760" lvl="1" indent="0">
              <a:buNone/>
            </a:pPr>
            <a:r>
              <a:rPr lang="en-IN" sz="1600" b="1" dirty="0"/>
              <a:t>		{</a:t>
            </a:r>
          </a:p>
          <a:p>
            <a:pPr marL="365760" lvl="1" indent="0">
              <a:buNone/>
            </a:pPr>
            <a:r>
              <a:rPr lang="en-IN" sz="1600" b="1" dirty="0"/>
              <a:t>			</a:t>
            </a:r>
            <a:r>
              <a:rPr lang="en-IN" sz="1600" b="1" dirty="0" err="1"/>
              <a:t>printf</a:t>
            </a:r>
            <a:r>
              <a:rPr lang="en-IN" sz="1600" b="1" dirty="0"/>
              <a:t>("There are less than %d </a:t>
            </a:r>
            <a:r>
              <a:rPr lang="en-IN" sz="1600" b="1" dirty="0" smtClean="0"/>
              <a:t>elements</a:t>
            </a:r>
            <a:r>
              <a:rPr lang="en-IN" sz="1600" b="1" dirty="0"/>
              <a:t>",</a:t>
            </a:r>
            <a:r>
              <a:rPr lang="en-IN" sz="1600" b="1" dirty="0" err="1"/>
              <a:t>pos</a:t>
            </a:r>
            <a:r>
              <a:rPr lang="en-IN" sz="1600" b="1" dirty="0"/>
              <a:t>);</a:t>
            </a:r>
          </a:p>
          <a:p>
            <a:pPr marL="365760" lvl="1" indent="0">
              <a:buNone/>
            </a:pPr>
            <a:r>
              <a:rPr lang="en-IN" sz="1600" b="1" dirty="0"/>
              <a:t>			return;</a:t>
            </a:r>
          </a:p>
          <a:p>
            <a:pPr marL="365760" lvl="1" indent="0">
              <a:buNone/>
            </a:pPr>
            <a:r>
              <a:rPr lang="en-IN" sz="1600" b="1" dirty="0"/>
              <a:t>		}</a:t>
            </a:r>
          </a:p>
          <a:p>
            <a:pPr marL="365760" lvl="1" indent="0">
              <a:buNone/>
            </a:pPr>
            <a:r>
              <a:rPr lang="en-IN" sz="1600" b="1" dirty="0"/>
              <a:t>	}/*End of for</a:t>
            </a:r>
            <a:r>
              <a:rPr lang="en-IN" sz="1600" b="1" dirty="0" smtClean="0"/>
              <a:t>*/</a:t>
            </a:r>
            <a:endParaRPr lang="en-IN" sz="3200" dirty="0"/>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84</a:t>
            </a:fld>
            <a:endParaRPr lang="en-IN"/>
          </a:p>
        </p:txBody>
      </p:sp>
      <mc:AlternateContent xmlns:mc="http://schemas.openxmlformats.org/markup-compatibility/2006" xmlns:p14="http://schemas.microsoft.com/office/powerpoint/2010/main">
        <mc:Choice Requires="p14">
          <p:contentPart p14:bwMode="auto" r:id="rId2">
            <p14:nvContentPartPr>
              <p14:cNvPr id="7" name="Ink 6"/>
              <p14:cNvContentPartPr/>
              <p14:nvPr/>
            </p14:nvContentPartPr>
            <p14:xfrm>
              <a:off x="1461600" y="4318920"/>
              <a:ext cx="640800" cy="329760"/>
            </p14:xfrm>
          </p:contentPart>
        </mc:Choice>
        <mc:Fallback xmlns="">
          <p:pic>
            <p:nvPicPr>
              <p:cNvPr id="7" name="Ink 6"/>
              <p:cNvPicPr/>
              <p:nvPr/>
            </p:nvPicPr>
            <p:blipFill>
              <a:blip r:embed="rId3"/>
              <a:stretch>
                <a:fillRect/>
              </a:stretch>
            </p:blipFill>
            <p:spPr>
              <a:xfrm>
                <a:off x="1457640" y="4311360"/>
                <a:ext cx="650520" cy="344520"/>
              </a:xfrm>
              <a:prstGeom prst="rect">
                <a:avLst/>
              </a:prstGeom>
            </p:spPr>
          </p:pic>
        </mc:Fallback>
      </mc:AlternateContent>
    </p:spTree>
    <p:extLst>
      <p:ext uri="{BB962C8B-B14F-4D97-AF65-F5344CB8AC3E}">
        <p14:creationId xmlns:p14="http://schemas.microsoft.com/office/powerpoint/2010/main" val="340144546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385112"/>
          </a:xfrm>
        </p:spPr>
        <p:txBody>
          <a:bodyPr>
            <a:noAutofit/>
          </a:bodyPr>
          <a:lstStyle/>
          <a:p>
            <a:r>
              <a:rPr lang="en-IN" sz="2000" dirty="0" smtClean="0"/>
              <a:t>Explanation-</a:t>
            </a:r>
            <a:endParaRPr lang="en-IN" sz="2000" dirty="0"/>
          </a:p>
        </p:txBody>
      </p:sp>
      <p:sp>
        <p:nvSpPr>
          <p:cNvPr id="3" name="Content Placeholder 2"/>
          <p:cNvSpPr>
            <a:spLocks noGrp="1"/>
          </p:cNvSpPr>
          <p:nvPr>
            <p:ph idx="1"/>
          </p:nvPr>
        </p:nvSpPr>
        <p:spPr>
          <a:xfrm>
            <a:off x="1043492" y="1628800"/>
            <a:ext cx="6777317" cy="4203829"/>
          </a:xfrm>
        </p:spPr>
        <p:txBody>
          <a:bodyPr/>
          <a:lstStyle/>
          <a:p>
            <a:endParaRPr lang="en-IN" dirty="0"/>
          </a:p>
        </p:txBody>
      </p:sp>
      <p:sp>
        <p:nvSpPr>
          <p:cNvPr id="4" name="Date Placeholder 3"/>
          <p:cNvSpPr>
            <a:spLocks noGrp="1"/>
          </p:cNvSpPr>
          <p:nvPr>
            <p:ph type="dt" sz="half" idx="10"/>
          </p:nvPr>
        </p:nvSpPr>
        <p:spPr/>
        <p:txBody>
          <a:bodyPr/>
          <a:lstStyle/>
          <a:p>
            <a:fld id="{EB710D74-2398-47D4-A516-B8748A1822BD}"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85</a:t>
            </a:fld>
            <a:endParaRPr lang="en-IN"/>
          </a:p>
        </p:txBody>
      </p:sp>
      <mc:AlternateContent xmlns:mc="http://schemas.openxmlformats.org/markup-compatibility/2006" xmlns:p14="http://schemas.microsoft.com/office/powerpoint/2010/main">
        <mc:Choice Requires="p14">
          <p:contentPart p14:bwMode="auto" r:id="rId2">
            <p14:nvContentPartPr>
              <p14:cNvPr id="7" name="Ink 6"/>
              <p14:cNvContentPartPr/>
              <p14:nvPr/>
            </p14:nvContentPartPr>
            <p14:xfrm>
              <a:off x="298440" y="425520"/>
              <a:ext cx="8804520" cy="6101280"/>
            </p14:xfrm>
          </p:contentPart>
        </mc:Choice>
        <mc:Fallback xmlns="">
          <p:pic>
            <p:nvPicPr>
              <p:cNvPr id="7" name="Ink 6"/>
              <p:cNvPicPr/>
              <p:nvPr/>
            </p:nvPicPr>
            <p:blipFill>
              <a:blip r:embed="rId3"/>
              <a:stretch>
                <a:fillRect/>
              </a:stretch>
            </p:blipFill>
            <p:spPr>
              <a:xfrm>
                <a:off x="295560" y="419760"/>
                <a:ext cx="8811000" cy="6114960"/>
              </a:xfrm>
              <a:prstGeom prst="rect">
                <a:avLst/>
              </a:prstGeom>
            </p:spPr>
          </p:pic>
        </mc:Fallback>
      </mc:AlternateContent>
    </p:spTree>
    <p:extLst>
      <p:ext uri="{BB962C8B-B14F-4D97-AF65-F5344CB8AC3E}">
        <p14:creationId xmlns:p14="http://schemas.microsoft.com/office/powerpoint/2010/main" val="48351741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dirty="0"/>
              <a:t>Case 2- Insertion in </a:t>
            </a:r>
            <a:r>
              <a:rPr lang="en-IN" b="1" dirty="0" smtClean="0"/>
              <a:t>Between</a:t>
            </a:r>
            <a:endParaRPr lang="en-IN" b="1" dirty="0"/>
          </a:p>
        </p:txBody>
      </p:sp>
      <p:sp>
        <p:nvSpPr>
          <p:cNvPr id="3" name="Content Placeholder 2"/>
          <p:cNvSpPr>
            <a:spLocks noGrp="1"/>
          </p:cNvSpPr>
          <p:nvPr>
            <p:ph idx="1"/>
          </p:nvPr>
        </p:nvSpPr>
        <p:spPr>
          <a:xfrm>
            <a:off x="611560" y="1315540"/>
            <a:ext cx="7920880" cy="4705748"/>
          </a:xfrm>
        </p:spPr>
        <p:txBody>
          <a:bodyPr>
            <a:normAutofit/>
          </a:bodyPr>
          <a:lstStyle/>
          <a:p>
            <a:r>
              <a:rPr lang="en-US" sz="2000" dirty="0" smtClean="0"/>
              <a:t>Then we add the new node by adjusting address fields</a:t>
            </a:r>
          </a:p>
          <a:p>
            <a:pPr marL="1243584" lvl="5" indent="0">
              <a:buNone/>
            </a:pPr>
            <a:r>
              <a:rPr lang="en-US" sz="2000" b="1" dirty="0" err="1" smtClean="0"/>
              <a:t>tmp</a:t>
            </a:r>
            <a:r>
              <a:rPr lang="en-US" sz="2000" b="1" dirty="0" smtClean="0"/>
              <a:t>-</a:t>
            </a:r>
            <a:r>
              <a:rPr lang="en-US" sz="2000" b="1" dirty="0"/>
              <a:t>&gt;info=data</a:t>
            </a:r>
            <a:r>
              <a:rPr lang="en-US" sz="2000" b="1" dirty="0" smtClean="0"/>
              <a:t>;</a:t>
            </a:r>
          </a:p>
          <a:p>
            <a:pPr marL="1243584" lvl="5" indent="0">
              <a:buNone/>
            </a:pPr>
            <a:r>
              <a:rPr lang="en-US" sz="2000" b="1" dirty="0" err="1"/>
              <a:t>tmp</a:t>
            </a:r>
            <a:r>
              <a:rPr lang="en-US" sz="2000" b="1" dirty="0"/>
              <a:t>-&gt;link=q-&gt;link;</a:t>
            </a:r>
            <a:endParaRPr lang="en-IN" sz="2000" b="1" dirty="0"/>
          </a:p>
          <a:p>
            <a:pPr marL="1243584" lvl="5" indent="0">
              <a:buNone/>
            </a:pPr>
            <a:r>
              <a:rPr lang="en-US" sz="2000" b="1" dirty="0"/>
              <a:t>q-&gt;link=</a:t>
            </a:r>
            <a:r>
              <a:rPr lang="en-US" sz="2000" b="1" dirty="0" err="1"/>
              <a:t>tmp</a:t>
            </a:r>
            <a:r>
              <a:rPr lang="en-US" sz="2000" b="1" dirty="0"/>
              <a:t>;</a:t>
            </a:r>
            <a:endParaRPr lang="en-IN" sz="2000" b="1" dirty="0"/>
          </a:p>
          <a:p>
            <a:endParaRPr lang="en-IN" sz="1600" b="1" dirty="0"/>
          </a:p>
        </p:txBody>
      </p:sp>
      <p:pic>
        <p:nvPicPr>
          <p:cNvPr id="18436" name="Picture 4" descr="https://1.bp.blogspot.com/-Axv_5p_Ldi4/XAaqQRHX6II/AAAAAAAAFZM/tEiHtiPPMkEzQqx_UViOIREC-aINXhrtgCLcBGAs/s400/New%2BDoc%2B2018-12-04%2B10.16.54_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140968"/>
            <a:ext cx="6984776" cy="2773263"/>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6B7C101F-4683-45CB-9A69-303CA418395E}"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86</a:t>
            </a:fld>
            <a:endParaRPr lang="en-IN"/>
          </a:p>
        </p:txBody>
      </p:sp>
    </p:spTree>
    <p:extLst>
      <p:ext uri="{BB962C8B-B14F-4D97-AF65-F5344CB8AC3E}">
        <p14:creationId xmlns:p14="http://schemas.microsoft.com/office/powerpoint/2010/main" val="201366850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2040" y="91560"/>
            <a:ext cx="3384376" cy="457120"/>
          </a:xfrm>
        </p:spPr>
        <p:txBody>
          <a:bodyPr>
            <a:noAutofit/>
          </a:bodyPr>
          <a:lstStyle/>
          <a:p>
            <a:r>
              <a:rPr lang="en-IN" sz="1800" b="1" dirty="0" smtClean="0"/>
              <a:t>Algorithm for </a:t>
            </a:r>
            <a:r>
              <a:rPr lang="en-IN" sz="1800" b="1" dirty="0"/>
              <a:t>Insertion </a:t>
            </a:r>
            <a:r>
              <a:rPr lang="en-IN" sz="1800" b="1" dirty="0" smtClean="0"/>
              <a:t>in Between</a:t>
            </a:r>
            <a:endParaRPr lang="en-IN" sz="1800" b="1" dirty="0"/>
          </a:p>
        </p:txBody>
      </p:sp>
      <p:sp>
        <p:nvSpPr>
          <p:cNvPr id="3" name="Content Placeholder 2"/>
          <p:cNvSpPr>
            <a:spLocks noGrp="1"/>
          </p:cNvSpPr>
          <p:nvPr>
            <p:ph idx="1"/>
          </p:nvPr>
        </p:nvSpPr>
        <p:spPr>
          <a:xfrm>
            <a:off x="467544" y="332656"/>
            <a:ext cx="7992888" cy="4345708"/>
          </a:xfrm>
        </p:spPr>
        <p:txBody>
          <a:bodyPr>
            <a:noAutofit/>
          </a:bodyPr>
          <a:lstStyle/>
          <a:p>
            <a:pPr marL="68580" indent="0">
              <a:buNone/>
            </a:pPr>
            <a:r>
              <a:rPr lang="en-IN" sz="1600" b="1" dirty="0" smtClean="0"/>
              <a:t>Step 1:If AVAIL=NULL Then</a:t>
            </a:r>
          </a:p>
          <a:p>
            <a:pPr marL="68580" indent="0">
              <a:buNone/>
            </a:pPr>
            <a:r>
              <a:rPr lang="en-IN" sz="1600" b="1" dirty="0"/>
              <a:t>	</a:t>
            </a:r>
            <a:r>
              <a:rPr lang="en-IN" sz="1600" b="1" dirty="0" smtClean="0"/>
              <a:t>WRITE OVERFLOW</a:t>
            </a:r>
          </a:p>
          <a:p>
            <a:pPr marL="68580" indent="0">
              <a:buNone/>
            </a:pPr>
            <a:r>
              <a:rPr lang="en-IN" sz="1600" b="1" dirty="0" smtClean="0"/>
              <a:t>	Go to Step 13</a:t>
            </a:r>
          </a:p>
          <a:p>
            <a:pPr marL="68580" indent="0">
              <a:buNone/>
            </a:pPr>
            <a:r>
              <a:rPr lang="en-IN" sz="1600" b="1" dirty="0"/>
              <a:t> </a:t>
            </a:r>
            <a:r>
              <a:rPr lang="en-IN" sz="1600" b="1" dirty="0" smtClean="0"/>
              <a:t>          [End of If] </a:t>
            </a:r>
          </a:p>
          <a:p>
            <a:pPr marL="68580" indent="0">
              <a:buNone/>
            </a:pPr>
            <a:r>
              <a:rPr lang="en-IN" sz="1600" b="1" dirty="0" smtClean="0"/>
              <a:t>Step 2: </a:t>
            </a:r>
            <a:r>
              <a:rPr lang="en-IN" sz="1600" b="1" dirty="0"/>
              <a:t>Set </a:t>
            </a:r>
            <a:r>
              <a:rPr lang="en-IN" sz="1600" b="1" dirty="0" smtClean="0"/>
              <a:t>TEMP=AVAIL</a:t>
            </a:r>
          </a:p>
          <a:p>
            <a:pPr marL="68580" indent="0">
              <a:buNone/>
            </a:pPr>
            <a:r>
              <a:rPr lang="en-IN" sz="1600" b="1" dirty="0" smtClean="0"/>
              <a:t>Step </a:t>
            </a:r>
            <a:r>
              <a:rPr lang="en-IN" sz="1600" b="1" dirty="0"/>
              <a:t>3</a:t>
            </a:r>
            <a:r>
              <a:rPr lang="en-IN" sz="1600" b="1" dirty="0" smtClean="0"/>
              <a:t>: Set AVAIL=AVAIL-&gt;LINK</a:t>
            </a:r>
            <a:br>
              <a:rPr lang="en-IN" sz="1600" b="1" dirty="0" smtClean="0"/>
            </a:br>
            <a:r>
              <a:rPr lang="en-IN" sz="1600" b="1" dirty="0" smtClean="0"/>
              <a:t>Step 4: Set TEMP-&gt;INFO=DATA</a:t>
            </a:r>
          </a:p>
          <a:p>
            <a:pPr marL="68580" indent="0">
              <a:buNone/>
            </a:pPr>
            <a:r>
              <a:rPr lang="en-IN" sz="1600" b="1" dirty="0" smtClean="0"/>
              <a:t>Step 5: Set TEMP-&gt;LINK=NULL</a:t>
            </a:r>
          </a:p>
          <a:p>
            <a:pPr marL="68580" indent="0">
              <a:buNone/>
            </a:pPr>
            <a:r>
              <a:rPr lang="en-IN" sz="1600" b="1" dirty="0" smtClean="0"/>
              <a:t>Step 6 : Read POSITION from User</a:t>
            </a:r>
          </a:p>
          <a:p>
            <a:pPr marL="68580" indent="0">
              <a:buNone/>
            </a:pPr>
            <a:r>
              <a:rPr lang="en-IN" sz="1600" b="1" dirty="0"/>
              <a:t>Step </a:t>
            </a:r>
            <a:r>
              <a:rPr lang="en-IN" sz="1600" b="1" dirty="0" smtClean="0"/>
              <a:t>7 </a:t>
            </a:r>
            <a:r>
              <a:rPr lang="en-IN" sz="1600" b="1" dirty="0"/>
              <a:t>: Set </a:t>
            </a:r>
            <a:r>
              <a:rPr lang="en-IN" sz="1600" b="1" dirty="0" smtClean="0"/>
              <a:t>Q=START</a:t>
            </a:r>
          </a:p>
          <a:p>
            <a:pPr marL="68580" indent="0">
              <a:buNone/>
            </a:pPr>
            <a:r>
              <a:rPr lang="en-IN" sz="1600" b="1" dirty="0"/>
              <a:t>Step </a:t>
            </a:r>
            <a:r>
              <a:rPr lang="en-IN" sz="1600" b="1" dirty="0" smtClean="0"/>
              <a:t>8 </a:t>
            </a:r>
            <a:r>
              <a:rPr lang="en-IN" sz="1600" b="1" dirty="0"/>
              <a:t>: Set </a:t>
            </a:r>
            <a:r>
              <a:rPr lang="en-IN" sz="1600" b="1" dirty="0" smtClean="0"/>
              <a:t>I=0</a:t>
            </a:r>
            <a:endParaRPr lang="en-IN" sz="1600" b="1" dirty="0"/>
          </a:p>
          <a:p>
            <a:pPr marL="68580" indent="0">
              <a:buNone/>
            </a:pPr>
            <a:r>
              <a:rPr lang="en-IN" sz="1600" b="1" dirty="0" smtClean="0"/>
              <a:t>Step 9 </a:t>
            </a:r>
            <a:r>
              <a:rPr lang="en-IN" sz="1600" b="1" dirty="0"/>
              <a:t>: </a:t>
            </a:r>
            <a:r>
              <a:rPr lang="en-IN" sz="1600" b="1" dirty="0" smtClean="0"/>
              <a:t>Repeat step 10 till I&lt;POS-1</a:t>
            </a:r>
          </a:p>
          <a:p>
            <a:pPr marL="68580" indent="0">
              <a:buNone/>
            </a:pPr>
            <a:r>
              <a:rPr lang="en-IN" sz="1600" b="1" dirty="0" smtClean="0"/>
              <a:t>Step 10: 		Set Q=Q-&gt;LINK</a:t>
            </a:r>
          </a:p>
          <a:p>
            <a:pPr marL="68580" indent="0">
              <a:buNone/>
            </a:pPr>
            <a:r>
              <a:rPr lang="en-IN" sz="1600" b="1" dirty="0"/>
              <a:t>	</a:t>
            </a:r>
            <a:r>
              <a:rPr lang="en-IN" sz="1600" b="1" dirty="0" smtClean="0"/>
              <a:t>	If Q=NULL</a:t>
            </a:r>
            <a:br>
              <a:rPr lang="en-IN" sz="1600" b="1" dirty="0" smtClean="0"/>
            </a:br>
            <a:r>
              <a:rPr lang="en-IN" sz="1600" b="1" dirty="0" smtClean="0"/>
              <a:t>			Print Less Number of Elements</a:t>
            </a:r>
          </a:p>
          <a:p>
            <a:pPr marL="68580" indent="0">
              <a:buNone/>
            </a:pPr>
            <a:r>
              <a:rPr lang="en-IN" sz="1600" b="1" dirty="0"/>
              <a:t>	</a:t>
            </a:r>
            <a:r>
              <a:rPr lang="en-IN" sz="1600" b="1" dirty="0" smtClean="0"/>
              <a:t>		Exit</a:t>
            </a:r>
          </a:p>
          <a:p>
            <a:pPr marL="68580" indent="0">
              <a:buNone/>
            </a:pPr>
            <a:r>
              <a:rPr lang="en-IN" sz="1600" b="1" dirty="0"/>
              <a:t>	</a:t>
            </a:r>
            <a:r>
              <a:rPr lang="en-IN" sz="1600" b="1" dirty="0" smtClean="0"/>
              <a:t>	[ End of If ]</a:t>
            </a:r>
          </a:p>
          <a:p>
            <a:pPr marL="68580" indent="0">
              <a:buNone/>
            </a:pPr>
            <a:r>
              <a:rPr lang="en-IN" sz="1600" b="1" dirty="0"/>
              <a:t>	</a:t>
            </a:r>
            <a:r>
              <a:rPr lang="en-IN" sz="1600" b="1" dirty="0" smtClean="0"/>
              <a:t>	SET I=I+1</a:t>
            </a:r>
          </a:p>
          <a:p>
            <a:pPr marL="68580" indent="0">
              <a:buNone/>
            </a:pPr>
            <a:r>
              <a:rPr lang="en-IN" sz="1600" b="1" dirty="0"/>
              <a:t>	</a:t>
            </a:r>
            <a:r>
              <a:rPr lang="en-IN" sz="1600" b="1" dirty="0" smtClean="0"/>
              <a:t>[End of Loop]</a:t>
            </a:r>
          </a:p>
          <a:p>
            <a:pPr marL="68580" indent="0">
              <a:buNone/>
            </a:pPr>
            <a:r>
              <a:rPr lang="en-IN" sz="1600" b="1" dirty="0"/>
              <a:t>Step 11:Set </a:t>
            </a:r>
            <a:r>
              <a:rPr lang="en-IN" sz="1600" b="1" dirty="0" smtClean="0"/>
              <a:t>TEMP-&gt;LINK=</a:t>
            </a:r>
            <a:r>
              <a:rPr lang="en-IN" sz="1600" b="1" dirty="0"/>
              <a:t>Q-&gt;</a:t>
            </a:r>
            <a:r>
              <a:rPr lang="en-IN" sz="1600" b="1" dirty="0" smtClean="0"/>
              <a:t>LINK </a:t>
            </a:r>
            <a:endParaRPr lang="en-IN" sz="1600" b="1" dirty="0"/>
          </a:p>
          <a:p>
            <a:pPr marL="68580" indent="0">
              <a:buNone/>
            </a:pPr>
            <a:r>
              <a:rPr lang="en-IN" sz="1600" b="1" dirty="0" smtClean="0"/>
              <a:t>Step 12:Set Q-&gt;LINK=TEMP </a:t>
            </a:r>
          </a:p>
          <a:p>
            <a:pPr marL="68580" indent="0">
              <a:buNone/>
            </a:pPr>
            <a:r>
              <a:rPr lang="en-IN" sz="1600" b="1" dirty="0" smtClean="0"/>
              <a:t>Step 13:Exit</a:t>
            </a:r>
            <a:endParaRPr lang="en-IN" sz="1600" b="1" dirty="0"/>
          </a:p>
          <a:p>
            <a:pPr marL="68580" indent="0">
              <a:buNone/>
            </a:pPr>
            <a:endParaRPr lang="en-IN" sz="2000" b="1" dirty="0" smtClean="0"/>
          </a:p>
          <a:p>
            <a:pPr marL="68580" indent="0">
              <a:buNone/>
            </a:pPr>
            <a:endParaRPr lang="en-IN" sz="2000" b="1" dirty="0" smtClean="0"/>
          </a:p>
          <a:p>
            <a:pPr marL="68580" indent="0">
              <a:buNone/>
            </a:pPr>
            <a:endParaRPr lang="en-IN" sz="2000" b="1" dirty="0"/>
          </a:p>
          <a:p>
            <a:pPr marL="68580" indent="0">
              <a:buNone/>
            </a:pPr>
            <a:endParaRPr lang="en-IN" sz="2000" b="1" dirty="0" smtClean="0"/>
          </a:p>
          <a:p>
            <a:pPr marL="68580" indent="0">
              <a:buNone/>
            </a:pPr>
            <a:endParaRPr lang="en-IN" sz="2000" b="1" dirty="0" smtClean="0"/>
          </a:p>
          <a:p>
            <a:pPr marL="68580" indent="0">
              <a:buNone/>
            </a:pPr>
            <a:r>
              <a:rPr lang="en-IN" sz="2000" b="1" dirty="0"/>
              <a:t>Step </a:t>
            </a:r>
            <a:r>
              <a:rPr lang="en-IN" sz="2000" b="1" dirty="0" smtClean="0"/>
              <a:t>7 </a:t>
            </a:r>
            <a:r>
              <a:rPr lang="en-IN" sz="2000" b="1" dirty="0"/>
              <a:t>:EXIT</a:t>
            </a:r>
          </a:p>
          <a:p>
            <a:pPr marL="68580" indent="0">
              <a:buNone/>
            </a:pPr>
            <a:endParaRPr lang="en-IN" sz="2000" b="1" dirty="0" smtClean="0"/>
          </a:p>
        </p:txBody>
      </p:sp>
      <p:sp>
        <p:nvSpPr>
          <p:cNvPr id="4" name="Date Placeholder 3"/>
          <p:cNvSpPr>
            <a:spLocks noGrp="1"/>
          </p:cNvSpPr>
          <p:nvPr>
            <p:ph type="dt" sz="half" idx="10"/>
          </p:nvPr>
        </p:nvSpPr>
        <p:spPr/>
        <p:txBody>
          <a:bodyPr/>
          <a:lstStyle/>
          <a:p>
            <a:fld id="{7063C39A-776C-4B2D-964B-8AEDF193F313}" type="datetime1">
              <a:rPr lang="en-IN" smtClean="0"/>
              <a:t>21-08-2023</a:t>
            </a:fld>
            <a:endParaRPr lang="en-IN"/>
          </a:p>
        </p:txBody>
      </p:sp>
      <p:sp>
        <p:nvSpPr>
          <p:cNvPr id="5" name="Footer Placeholder 4"/>
          <p:cNvSpPr>
            <a:spLocks noGrp="1"/>
          </p:cNvSpPr>
          <p:nvPr>
            <p:ph type="ftr" sz="quarter" idx="11"/>
          </p:nvPr>
        </p:nvSpPr>
        <p:spPr>
          <a:xfrm>
            <a:off x="4788024" y="6567654"/>
            <a:ext cx="3502152" cy="276983"/>
          </a:xfrm>
        </p:spPr>
        <p:style>
          <a:lnRef idx="3">
            <a:schemeClr val="lt1"/>
          </a:lnRef>
          <a:fillRef idx="1">
            <a:schemeClr val="dk1"/>
          </a:fillRef>
          <a:effectRef idx="1">
            <a:schemeClr val="dk1"/>
          </a:effectRef>
          <a:fontRef idx="minor">
            <a:schemeClr val="lt1"/>
          </a:fontRef>
        </p:style>
        <p:txBody>
          <a:bodyPr/>
          <a:lstStyle/>
          <a:p>
            <a:r>
              <a:rPr lang="en-IN" dirty="0" err="1" smtClean="0"/>
              <a:t>Prof.</a:t>
            </a:r>
            <a:r>
              <a:rPr lang="en-IN" dirty="0" smtClean="0"/>
              <a:t> Shweta Dhawan Chachra</a:t>
            </a:r>
            <a:endParaRPr lang="en-IN" dirty="0"/>
          </a:p>
        </p:txBody>
      </p:sp>
      <p:sp>
        <p:nvSpPr>
          <p:cNvPr id="6" name="Slide Number Placeholder 5"/>
          <p:cNvSpPr>
            <a:spLocks noGrp="1"/>
          </p:cNvSpPr>
          <p:nvPr>
            <p:ph type="sldNum" sz="quarter" idx="12"/>
          </p:nvPr>
        </p:nvSpPr>
        <p:spPr/>
        <p:txBody>
          <a:bodyPr/>
          <a:lstStyle/>
          <a:p>
            <a:fld id="{91FA414A-FC3B-4762-BF9B-190CEE0147BD}" type="slidenum">
              <a:rPr lang="en-IN" smtClean="0"/>
              <a:t>87</a:t>
            </a:fld>
            <a:endParaRPr lang="en-IN"/>
          </a:p>
        </p:txBody>
      </p:sp>
      <p:sp>
        <p:nvSpPr>
          <p:cNvPr id="7" name="Content Placeholder 2"/>
          <p:cNvSpPr txBox="1">
            <a:spLocks/>
          </p:cNvSpPr>
          <p:nvPr/>
        </p:nvSpPr>
        <p:spPr>
          <a:xfrm>
            <a:off x="5724128" y="829727"/>
            <a:ext cx="2952328" cy="3247345"/>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365760" lvl="1" indent="0">
              <a:buFont typeface="Wingdings 2" pitchFamily="18" charset="2"/>
              <a:buNone/>
            </a:pPr>
            <a:r>
              <a:rPr lang="en-IN" sz="1400" b="1" dirty="0" smtClean="0"/>
              <a:t>q=start;</a:t>
            </a:r>
          </a:p>
          <a:p>
            <a:pPr marL="365760" lvl="1" indent="0">
              <a:buFont typeface="Wingdings 2" pitchFamily="18" charset="2"/>
              <a:buNone/>
            </a:pPr>
            <a:r>
              <a:rPr lang="en-IN" sz="1400" b="1" dirty="0" smtClean="0"/>
              <a:t>for(</a:t>
            </a:r>
            <a:r>
              <a:rPr lang="en-IN" sz="1400" b="1" dirty="0" err="1" smtClean="0"/>
              <a:t>i</a:t>
            </a:r>
            <a:r>
              <a:rPr lang="en-IN" sz="1400" b="1" dirty="0" smtClean="0"/>
              <a:t>=0;i&lt;pos-1;i++)</a:t>
            </a:r>
          </a:p>
          <a:p>
            <a:pPr marL="365760" lvl="1" indent="0">
              <a:buFont typeface="Wingdings 2" pitchFamily="18" charset="2"/>
              <a:buNone/>
            </a:pPr>
            <a:r>
              <a:rPr lang="en-IN" sz="1400" b="1" dirty="0" smtClean="0"/>
              <a:t>	{</a:t>
            </a:r>
          </a:p>
          <a:p>
            <a:pPr marL="365760" lvl="1" indent="0">
              <a:buFont typeface="Wingdings 2" pitchFamily="18" charset="2"/>
              <a:buNone/>
            </a:pPr>
            <a:r>
              <a:rPr lang="en-IN" sz="1400" b="1" dirty="0" smtClean="0"/>
              <a:t>		q=q-&gt;link;</a:t>
            </a:r>
          </a:p>
          <a:p>
            <a:pPr marL="365760" lvl="1" indent="0">
              <a:buFont typeface="Wingdings 2" pitchFamily="18" charset="2"/>
              <a:buNone/>
            </a:pPr>
            <a:r>
              <a:rPr lang="en-IN" sz="1400" b="1" dirty="0" smtClean="0"/>
              <a:t>		if(q==NULL)</a:t>
            </a:r>
          </a:p>
          <a:p>
            <a:pPr marL="365760" lvl="1" indent="0">
              <a:buFont typeface="Wingdings 2" pitchFamily="18" charset="2"/>
              <a:buNone/>
            </a:pPr>
            <a:r>
              <a:rPr lang="en-IN" sz="1400" b="1" dirty="0" smtClean="0"/>
              <a:t>		{</a:t>
            </a:r>
          </a:p>
          <a:p>
            <a:pPr marL="365760" lvl="1" indent="0">
              <a:buFont typeface="Wingdings 2" pitchFamily="18" charset="2"/>
              <a:buNone/>
            </a:pPr>
            <a:r>
              <a:rPr lang="en-IN" sz="1400" b="1" dirty="0" smtClean="0"/>
              <a:t>			</a:t>
            </a:r>
            <a:r>
              <a:rPr lang="en-IN" sz="1400" b="1" dirty="0" err="1" smtClean="0"/>
              <a:t>printf</a:t>
            </a:r>
            <a:r>
              <a:rPr lang="en-IN" sz="1400" b="1" dirty="0" smtClean="0"/>
              <a:t>("There are less than %d elements",</a:t>
            </a:r>
            <a:r>
              <a:rPr lang="en-IN" sz="1400" b="1" dirty="0" err="1" smtClean="0"/>
              <a:t>pos</a:t>
            </a:r>
            <a:r>
              <a:rPr lang="en-IN" sz="1400" b="1" dirty="0" smtClean="0"/>
              <a:t>);</a:t>
            </a:r>
          </a:p>
          <a:p>
            <a:pPr marL="365760" lvl="1" indent="0">
              <a:buFont typeface="Wingdings 2" pitchFamily="18" charset="2"/>
              <a:buNone/>
            </a:pPr>
            <a:r>
              <a:rPr lang="en-IN" sz="1400" b="1" dirty="0" smtClean="0"/>
              <a:t>			return;</a:t>
            </a:r>
          </a:p>
          <a:p>
            <a:pPr marL="365760" lvl="1" indent="0">
              <a:buFont typeface="Wingdings 2" pitchFamily="18" charset="2"/>
              <a:buNone/>
            </a:pPr>
            <a:r>
              <a:rPr lang="en-IN" sz="1400" b="1" dirty="0" smtClean="0"/>
              <a:t>		}</a:t>
            </a:r>
          </a:p>
          <a:p>
            <a:pPr marL="365760" lvl="1" indent="0">
              <a:buFont typeface="Wingdings 2" pitchFamily="18" charset="2"/>
              <a:buNone/>
            </a:pPr>
            <a:r>
              <a:rPr lang="en-IN" sz="1400" b="1" dirty="0" smtClean="0"/>
              <a:t>	}/*End of for*/</a:t>
            </a:r>
          </a:p>
          <a:p>
            <a:endParaRPr lang="en-IN" dirty="0"/>
          </a:p>
        </p:txBody>
      </p:sp>
      <p:pic>
        <p:nvPicPr>
          <p:cNvPr id="9" name="Picture 4" descr="https://1.bp.blogspot.com/-Axv_5p_Ldi4/XAaqQRHX6II/AAAAAAAAFZM/tEiHtiPPMkEzQqx_UViOIREC-aINXhrtgCLcBGAs/s400/New%2BDoc%2B2018-12-04%2B10.16.54_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0624" y="4797152"/>
            <a:ext cx="3312552" cy="1770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156490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dirty="0"/>
              <a:t>Case </a:t>
            </a:r>
            <a:r>
              <a:rPr lang="en-IN" b="1" dirty="0" smtClean="0"/>
              <a:t>3- </a:t>
            </a:r>
            <a:r>
              <a:rPr lang="en-IN" b="1" dirty="0"/>
              <a:t>Insertion </a:t>
            </a:r>
            <a:r>
              <a:rPr lang="en-IN" b="1" dirty="0" smtClean="0"/>
              <a:t>at the end</a:t>
            </a:r>
            <a:endParaRPr lang="en-IN" b="1" dirty="0"/>
          </a:p>
        </p:txBody>
      </p:sp>
      <p:sp>
        <p:nvSpPr>
          <p:cNvPr id="3" name="Content Placeholder 2"/>
          <p:cNvSpPr>
            <a:spLocks noGrp="1"/>
          </p:cNvSpPr>
          <p:nvPr>
            <p:ph idx="1"/>
          </p:nvPr>
        </p:nvSpPr>
        <p:spPr>
          <a:xfrm>
            <a:off x="611560" y="1315540"/>
            <a:ext cx="7920880" cy="4705748"/>
          </a:xfrm>
        </p:spPr>
        <p:txBody>
          <a:bodyPr>
            <a:normAutofit/>
          </a:bodyPr>
          <a:lstStyle/>
          <a:p>
            <a:r>
              <a:rPr lang="en-IN" sz="2000" b="1" dirty="0" smtClean="0"/>
              <a:t>Without Using Position ?</a:t>
            </a:r>
          </a:p>
          <a:p>
            <a:r>
              <a:rPr lang="en-IN" sz="2000" b="1" dirty="0" smtClean="0"/>
              <a:t>At the end?</a:t>
            </a:r>
            <a:endParaRPr lang="en-IN" sz="1600" b="1" dirty="0"/>
          </a:p>
          <a:p>
            <a:endParaRPr lang="en-IN" sz="1600" b="1" dirty="0"/>
          </a:p>
        </p:txBody>
      </p:sp>
      <p:sp>
        <p:nvSpPr>
          <p:cNvPr id="4" name="Date Placeholder 3"/>
          <p:cNvSpPr>
            <a:spLocks noGrp="1"/>
          </p:cNvSpPr>
          <p:nvPr>
            <p:ph type="dt" sz="half" idx="10"/>
          </p:nvPr>
        </p:nvSpPr>
        <p:spPr/>
        <p:txBody>
          <a:bodyPr/>
          <a:lstStyle/>
          <a:p>
            <a:fld id="{A32341A2-1CAB-47D5-A0EE-7F1D2AA8E169}"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88</a:t>
            </a:fld>
            <a:endParaRPr lang="en-IN"/>
          </a:p>
        </p:txBody>
      </p:sp>
    </p:spTree>
    <p:extLst>
      <p:ext uri="{BB962C8B-B14F-4D97-AF65-F5344CB8AC3E}">
        <p14:creationId xmlns:p14="http://schemas.microsoft.com/office/powerpoint/2010/main" val="284781700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dirty="0"/>
              <a:t>Case </a:t>
            </a:r>
            <a:r>
              <a:rPr lang="en-IN" b="1" dirty="0" smtClean="0"/>
              <a:t>3- </a:t>
            </a:r>
            <a:r>
              <a:rPr lang="en-IN" b="1" dirty="0"/>
              <a:t>Insertion </a:t>
            </a:r>
            <a:r>
              <a:rPr lang="en-IN" b="1" dirty="0" smtClean="0"/>
              <a:t>at the end</a:t>
            </a:r>
            <a:endParaRPr lang="en-IN" b="1" dirty="0"/>
          </a:p>
        </p:txBody>
      </p:sp>
      <p:sp>
        <p:nvSpPr>
          <p:cNvPr id="3" name="Content Placeholder 2"/>
          <p:cNvSpPr>
            <a:spLocks noGrp="1"/>
          </p:cNvSpPr>
          <p:nvPr>
            <p:ph idx="1"/>
          </p:nvPr>
        </p:nvSpPr>
        <p:spPr>
          <a:xfrm>
            <a:off x="611560" y="1315540"/>
            <a:ext cx="7920880" cy="4705748"/>
          </a:xfrm>
        </p:spPr>
        <p:txBody>
          <a:bodyPr>
            <a:normAutofit/>
          </a:bodyPr>
          <a:lstStyle/>
          <a:p>
            <a:r>
              <a:rPr lang="en-US" sz="2000" dirty="0" smtClean="0"/>
              <a:t>Then we add the new node by adjusting address fields</a:t>
            </a:r>
          </a:p>
          <a:p>
            <a:pPr marL="1243584" lvl="5" indent="0">
              <a:buNone/>
            </a:pPr>
            <a:r>
              <a:rPr lang="en-US" sz="2000" b="1" dirty="0" err="1" smtClean="0"/>
              <a:t>tmp</a:t>
            </a:r>
            <a:r>
              <a:rPr lang="en-US" sz="2000" b="1" dirty="0" smtClean="0"/>
              <a:t>-</a:t>
            </a:r>
            <a:r>
              <a:rPr lang="en-US" sz="2000" b="1" dirty="0"/>
              <a:t>&gt;info=data</a:t>
            </a:r>
            <a:r>
              <a:rPr lang="en-US" sz="2000" b="1" dirty="0" smtClean="0"/>
              <a:t>;</a:t>
            </a:r>
          </a:p>
          <a:p>
            <a:pPr marL="1243584" lvl="5" indent="0">
              <a:buNone/>
            </a:pPr>
            <a:r>
              <a:rPr lang="en-US" sz="2000" b="1" dirty="0" err="1"/>
              <a:t>tmp</a:t>
            </a:r>
            <a:r>
              <a:rPr lang="en-US" sz="2000" b="1" dirty="0"/>
              <a:t>-&gt;</a:t>
            </a:r>
            <a:r>
              <a:rPr lang="en-US" sz="2000" b="1" dirty="0" smtClean="0"/>
              <a:t>link=NULL;</a:t>
            </a:r>
            <a:endParaRPr lang="en-IN" sz="2000" b="1" dirty="0"/>
          </a:p>
          <a:p>
            <a:pPr marL="1243584" lvl="5" indent="0">
              <a:buNone/>
            </a:pPr>
            <a:r>
              <a:rPr lang="en-US" sz="2000" b="1" dirty="0"/>
              <a:t>q-&gt;link=</a:t>
            </a:r>
            <a:r>
              <a:rPr lang="en-US" sz="2000" b="1" dirty="0" err="1"/>
              <a:t>tmp</a:t>
            </a:r>
            <a:r>
              <a:rPr lang="en-US" sz="2000" b="1" dirty="0"/>
              <a:t>;</a:t>
            </a:r>
            <a:endParaRPr lang="en-IN" sz="2000" b="1" dirty="0"/>
          </a:p>
          <a:p>
            <a:endParaRPr lang="en-IN" sz="1600" b="1" dirty="0"/>
          </a:p>
        </p:txBody>
      </p:sp>
      <p:sp>
        <p:nvSpPr>
          <p:cNvPr id="4" name="Date Placeholder 3"/>
          <p:cNvSpPr>
            <a:spLocks noGrp="1"/>
          </p:cNvSpPr>
          <p:nvPr>
            <p:ph type="dt" sz="half" idx="10"/>
          </p:nvPr>
        </p:nvSpPr>
        <p:spPr/>
        <p:txBody>
          <a:bodyPr/>
          <a:lstStyle/>
          <a:p>
            <a:fld id="{6B7C101F-4683-45CB-9A69-303CA418395E}"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89</a:t>
            </a:fld>
            <a:endParaRPr lang="en-IN"/>
          </a:p>
        </p:txBody>
      </p:sp>
    </p:spTree>
    <p:extLst>
      <p:ext uri="{BB962C8B-B14F-4D97-AF65-F5344CB8AC3E}">
        <p14:creationId xmlns:p14="http://schemas.microsoft.com/office/powerpoint/2010/main" val="203948386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955656"/>
            <a:ext cx="7704856" cy="457120"/>
          </a:xfrm>
        </p:spPr>
        <p:txBody>
          <a:bodyPr>
            <a:noAutofit/>
          </a:bodyPr>
          <a:lstStyle/>
          <a:p>
            <a:r>
              <a:rPr lang="en-IN" sz="2400" b="1" dirty="0" smtClean="0"/>
              <a:t>Algorithm for </a:t>
            </a:r>
            <a:r>
              <a:rPr lang="en-IN" sz="2400" b="1" dirty="0"/>
              <a:t>Insertion </a:t>
            </a:r>
            <a:r>
              <a:rPr lang="en-US" sz="2400" b="1" dirty="0"/>
              <a:t>at </a:t>
            </a:r>
            <a:r>
              <a:rPr lang="en-US" sz="2400" b="1" dirty="0" smtClean="0"/>
              <a:t>the end of</a:t>
            </a:r>
            <a:r>
              <a:rPr lang="en-IN" sz="2400" b="1" dirty="0" smtClean="0"/>
              <a:t> a Linked List</a:t>
            </a:r>
            <a:endParaRPr lang="en-IN" sz="2400" b="1" dirty="0"/>
          </a:p>
        </p:txBody>
      </p:sp>
      <p:sp>
        <p:nvSpPr>
          <p:cNvPr id="3" name="Content Placeholder 2"/>
          <p:cNvSpPr>
            <a:spLocks noGrp="1"/>
          </p:cNvSpPr>
          <p:nvPr>
            <p:ph idx="1"/>
          </p:nvPr>
        </p:nvSpPr>
        <p:spPr>
          <a:xfrm>
            <a:off x="611560" y="1484784"/>
            <a:ext cx="7992888" cy="4345708"/>
          </a:xfrm>
        </p:spPr>
        <p:txBody>
          <a:bodyPr>
            <a:noAutofit/>
          </a:bodyPr>
          <a:lstStyle/>
          <a:p>
            <a:pPr marL="68580" indent="0">
              <a:buNone/>
            </a:pPr>
            <a:r>
              <a:rPr lang="en-IN" sz="2000" b="1" dirty="0" smtClean="0"/>
              <a:t>Step 1: If AVAIL=NULL Then</a:t>
            </a:r>
          </a:p>
          <a:p>
            <a:pPr marL="68580" indent="0">
              <a:buNone/>
            </a:pPr>
            <a:r>
              <a:rPr lang="en-IN" sz="2000" b="1" dirty="0"/>
              <a:t>	</a:t>
            </a:r>
            <a:r>
              <a:rPr lang="en-IN" sz="2000" b="1" dirty="0" smtClean="0"/>
              <a:t>WRITE OVERFLOW</a:t>
            </a:r>
          </a:p>
          <a:p>
            <a:pPr marL="68580" indent="0">
              <a:buNone/>
            </a:pPr>
            <a:r>
              <a:rPr lang="en-IN" sz="2000" b="1" dirty="0" smtClean="0"/>
              <a:t>	Go to Step 10</a:t>
            </a:r>
          </a:p>
          <a:p>
            <a:pPr marL="68580" indent="0">
              <a:buNone/>
            </a:pPr>
            <a:r>
              <a:rPr lang="en-IN" sz="2000" b="1" dirty="0"/>
              <a:t>	</a:t>
            </a:r>
            <a:r>
              <a:rPr lang="en-IN" sz="2000" b="1" dirty="0" smtClean="0"/>
              <a:t>[End of If] </a:t>
            </a:r>
          </a:p>
          <a:p>
            <a:pPr marL="68580" indent="0">
              <a:buNone/>
            </a:pPr>
            <a:r>
              <a:rPr lang="en-IN" sz="2000" b="1" dirty="0" smtClean="0"/>
              <a:t>Step 2: </a:t>
            </a:r>
            <a:r>
              <a:rPr lang="en-IN" sz="2000" b="1" dirty="0"/>
              <a:t>Set </a:t>
            </a:r>
            <a:r>
              <a:rPr lang="en-IN" sz="2000" b="1" dirty="0" smtClean="0"/>
              <a:t>TEMP=AVAIL</a:t>
            </a:r>
          </a:p>
          <a:p>
            <a:pPr marL="68580" indent="0">
              <a:buNone/>
            </a:pPr>
            <a:r>
              <a:rPr lang="en-IN" sz="2000" b="1" dirty="0" smtClean="0"/>
              <a:t>Step </a:t>
            </a:r>
            <a:r>
              <a:rPr lang="en-IN" sz="2000" b="1" dirty="0"/>
              <a:t>3</a:t>
            </a:r>
            <a:r>
              <a:rPr lang="en-IN" sz="2000" b="1" dirty="0" smtClean="0"/>
              <a:t>:	 Set AVAIL=AVAIL-&gt;LINK</a:t>
            </a:r>
            <a:br>
              <a:rPr lang="en-IN" sz="2000" b="1" dirty="0" smtClean="0"/>
            </a:br>
            <a:r>
              <a:rPr lang="en-IN" sz="2000" b="1" dirty="0" smtClean="0"/>
              <a:t>Step 4:	 Set TEMP-&gt;INFO=DATA</a:t>
            </a:r>
          </a:p>
          <a:p>
            <a:pPr marL="68580" indent="0">
              <a:buNone/>
            </a:pPr>
            <a:r>
              <a:rPr lang="en-IN" sz="2000" b="1" dirty="0" smtClean="0"/>
              <a:t>Step 5: Set TEMP-&gt;LINK=NULL</a:t>
            </a:r>
          </a:p>
          <a:p>
            <a:pPr marL="68580" indent="0">
              <a:buNone/>
            </a:pPr>
            <a:r>
              <a:rPr lang="en-IN" sz="2000" b="1" dirty="0" smtClean="0"/>
              <a:t>Step 6 : Set Q=START</a:t>
            </a:r>
          </a:p>
          <a:p>
            <a:pPr marL="68580" indent="0">
              <a:buNone/>
            </a:pPr>
            <a:r>
              <a:rPr lang="en-IN" sz="2000" b="1" dirty="0"/>
              <a:t>Step </a:t>
            </a:r>
            <a:r>
              <a:rPr lang="en-IN" sz="2000" b="1" dirty="0" smtClean="0"/>
              <a:t>7 </a:t>
            </a:r>
            <a:r>
              <a:rPr lang="en-IN" sz="2000" b="1" dirty="0"/>
              <a:t>: </a:t>
            </a:r>
            <a:r>
              <a:rPr lang="en-IN" sz="2000" b="1" dirty="0" smtClean="0"/>
              <a:t>Repeat step 8 while </a:t>
            </a:r>
            <a:r>
              <a:rPr lang="en-IN" sz="2000" b="1" dirty="0"/>
              <a:t>Q</a:t>
            </a:r>
            <a:r>
              <a:rPr lang="en-IN" sz="2000" b="1" dirty="0" smtClean="0"/>
              <a:t>-&gt;LINK!=NULL</a:t>
            </a:r>
          </a:p>
          <a:p>
            <a:pPr marL="68580" indent="0">
              <a:buNone/>
            </a:pPr>
            <a:r>
              <a:rPr lang="en-IN" sz="2000" b="1" dirty="0" smtClean="0"/>
              <a:t>Step 8: 	SET Q=Q-&gt;LINK</a:t>
            </a:r>
          </a:p>
          <a:p>
            <a:pPr marL="68580" indent="0">
              <a:buNone/>
            </a:pPr>
            <a:r>
              <a:rPr lang="en-IN" sz="2000" b="1" dirty="0"/>
              <a:t>	</a:t>
            </a:r>
            <a:r>
              <a:rPr lang="en-IN" sz="2000" b="1" dirty="0" smtClean="0"/>
              <a:t>[End of Loop]</a:t>
            </a:r>
          </a:p>
          <a:p>
            <a:pPr marL="68580" indent="0">
              <a:buNone/>
            </a:pPr>
            <a:r>
              <a:rPr lang="en-IN" sz="2000" b="1" dirty="0"/>
              <a:t>Step </a:t>
            </a:r>
            <a:r>
              <a:rPr lang="en-IN" sz="2000" b="1" dirty="0" smtClean="0"/>
              <a:t>9 </a:t>
            </a:r>
            <a:r>
              <a:rPr lang="en-IN" sz="2000" b="1" dirty="0"/>
              <a:t>: </a:t>
            </a:r>
            <a:r>
              <a:rPr lang="en-IN" sz="2000" b="1" dirty="0" smtClean="0"/>
              <a:t>SET Q-&gt;LINK=TEMP</a:t>
            </a:r>
          </a:p>
          <a:p>
            <a:pPr marL="68580" indent="0">
              <a:buNone/>
            </a:pPr>
            <a:r>
              <a:rPr lang="en-IN" sz="2000" b="1" dirty="0"/>
              <a:t>Step </a:t>
            </a:r>
            <a:r>
              <a:rPr lang="en-IN" sz="2000" b="1" dirty="0" smtClean="0"/>
              <a:t>10 : EXIT</a:t>
            </a:r>
            <a:endParaRPr lang="en-IN" sz="2000" b="1" dirty="0"/>
          </a:p>
          <a:p>
            <a:pPr marL="68580" indent="0">
              <a:buNone/>
            </a:pPr>
            <a:endParaRPr lang="en-IN" sz="2000" b="1" dirty="0" smtClean="0"/>
          </a:p>
        </p:txBody>
      </p:sp>
      <p:sp>
        <p:nvSpPr>
          <p:cNvPr id="4" name="Date Placeholder 3"/>
          <p:cNvSpPr>
            <a:spLocks noGrp="1"/>
          </p:cNvSpPr>
          <p:nvPr>
            <p:ph type="dt" sz="half" idx="10"/>
          </p:nvPr>
        </p:nvSpPr>
        <p:spPr/>
        <p:txBody>
          <a:bodyPr/>
          <a:lstStyle/>
          <a:p>
            <a:fld id="{7063C39A-776C-4B2D-964B-8AEDF193F313}"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90</a:t>
            </a:fld>
            <a:endParaRPr lang="en-IN"/>
          </a:p>
        </p:txBody>
      </p:sp>
    </p:spTree>
    <p:extLst>
      <p:ext uri="{BB962C8B-B14F-4D97-AF65-F5344CB8AC3E}">
        <p14:creationId xmlns:p14="http://schemas.microsoft.com/office/powerpoint/2010/main" val="104063863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i="1" dirty="0"/>
              <a:t>Deletion from a Linked List</a:t>
            </a:r>
            <a:endParaRPr lang="en-IN" dirty="0"/>
          </a:p>
        </p:txBody>
      </p:sp>
      <p:sp>
        <p:nvSpPr>
          <p:cNvPr id="3" name="Content Placeholder 2"/>
          <p:cNvSpPr>
            <a:spLocks noGrp="1"/>
          </p:cNvSpPr>
          <p:nvPr>
            <p:ph idx="1"/>
          </p:nvPr>
        </p:nvSpPr>
        <p:spPr>
          <a:xfrm>
            <a:off x="611560" y="1315540"/>
            <a:ext cx="7920880" cy="4705748"/>
          </a:xfrm>
        </p:spPr>
        <p:txBody>
          <a:bodyPr>
            <a:normAutofit/>
          </a:bodyPr>
          <a:lstStyle/>
          <a:p>
            <a:r>
              <a:rPr lang="en-IN" sz="2000" dirty="0" smtClean="0"/>
              <a:t>For </a:t>
            </a:r>
            <a:r>
              <a:rPr lang="en-IN" sz="2000" dirty="0"/>
              <a:t>deleting the node from a linked list, first we traverse the linked list and compare with each element. </a:t>
            </a:r>
            <a:endParaRPr lang="en-IN" sz="2000" dirty="0" smtClean="0"/>
          </a:p>
          <a:p>
            <a:endParaRPr lang="en-IN" sz="2000" dirty="0"/>
          </a:p>
          <a:p>
            <a:r>
              <a:rPr lang="en-IN" sz="2000" dirty="0" smtClean="0"/>
              <a:t>After </a:t>
            </a:r>
            <a:r>
              <a:rPr lang="en-IN" sz="2000" dirty="0"/>
              <a:t>finding the element there may be two cases for deletion-</a:t>
            </a:r>
          </a:p>
          <a:p>
            <a:pPr lvl="1"/>
            <a:r>
              <a:rPr lang="en-IN" sz="1800" b="1" dirty="0" smtClean="0"/>
              <a:t>Deletion </a:t>
            </a:r>
            <a:r>
              <a:rPr lang="en-IN" sz="1800" b="1" dirty="0"/>
              <a:t>in beginning</a:t>
            </a:r>
          </a:p>
          <a:p>
            <a:pPr lvl="1"/>
            <a:r>
              <a:rPr lang="en-IN" sz="1800" b="1" dirty="0"/>
              <a:t>Deletion in between</a:t>
            </a:r>
          </a:p>
        </p:txBody>
      </p:sp>
      <p:sp>
        <p:nvSpPr>
          <p:cNvPr id="4" name="Date Placeholder 3"/>
          <p:cNvSpPr>
            <a:spLocks noGrp="1"/>
          </p:cNvSpPr>
          <p:nvPr>
            <p:ph type="dt" sz="half" idx="10"/>
          </p:nvPr>
        </p:nvSpPr>
        <p:spPr/>
        <p:txBody>
          <a:bodyPr/>
          <a:lstStyle/>
          <a:p>
            <a:fld id="{A217883C-080B-4B37-A744-C54CBFE0E335}"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91</a:t>
            </a:fld>
            <a:endParaRPr lang="en-IN"/>
          </a:p>
        </p:txBody>
      </p:sp>
    </p:spTree>
    <p:extLst>
      <p:ext uri="{BB962C8B-B14F-4D97-AF65-F5344CB8AC3E}">
        <p14:creationId xmlns:p14="http://schemas.microsoft.com/office/powerpoint/2010/main" val="383483622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i="1" dirty="0"/>
              <a:t>Deletion in beginning</a:t>
            </a:r>
          </a:p>
        </p:txBody>
      </p:sp>
      <p:sp>
        <p:nvSpPr>
          <p:cNvPr id="3" name="Content Placeholder 2"/>
          <p:cNvSpPr>
            <a:spLocks noGrp="1"/>
          </p:cNvSpPr>
          <p:nvPr>
            <p:ph idx="1"/>
          </p:nvPr>
        </p:nvSpPr>
        <p:spPr>
          <a:xfrm>
            <a:off x="683568" y="951139"/>
            <a:ext cx="7920880" cy="4705748"/>
          </a:xfrm>
        </p:spPr>
        <p:txBody>
          <a:bodyPr>
            <a:normAutofit/>
          </a:bodyPr>
          <a:lstStyle/>
          <a:p>
            <a:endParaRPr lang="en-IN" sz="1800" b="1" dirty="0"/>
          </a:p>
        </p:txBody>
      </p:sp>
      <p:pic>
        <p:nvPicPr>
          <p:cNvPr id="19460" name="Picture 4" descr="https://static.javatpoint.com/ds/images/deletion-in-singly-linked-list-at-beginning.png"/>
          <p:cNvPicPr>
            <a:picLocks noChangeAspect="1" noChangeArrowheads="1"/>
          </p:cNvPicPr>
          <p:nvPr/>
        </p:nvPicPr>
        <p:blipFill rotWithShape="1">
          <a:blip r:embed="rId3">
            <a:extLst>
              <a:ext uri="{28A0092B-C50C-407E-A947-70E740481C1C}">
                <a14:useLocalDpi xmlns:a14="http://schemas.microsoft.com/office/drawing/2010/main" val="0"/>
              </a:ext>
            </a:extLst>
          </a:blip>
          <a:srcRect b="50000"/>
          <a:stretch/>
        </p:blipFill>
        <p:spPr bwMode="auto">
          <a:xfrm>
            <a:off x="1259632" y="1412776"/>
            <a:ext cx="6753225" cy="3600399"/>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250BB968-D3BD-4357-83BD-41A12DFEBA97}"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92</a:t>
            </a:fld>
            <a:endParaRPr lang="en-IN"/>
          </a:p>
        </p:txBody>
      </p:sp>
    </p:spTree>
    <p:extLst>
      <p:ext uri="{BB962C8B-B14F-4D97-AF65-F5344CB8AC3E}">
        <p14:creationId xmlns:p14="http://schemas.microsoft.com/office/powerpoint/2010/main" val="368431760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i="1" dirty="0"/>
              <a:t>Deletion in beginning</a:t>
            </a:r>
          </a:p>
        </p:txBody>
      </p:sp>
      <p:pic>
        <p:nvPicPr>
          <p:cNvPr id="19460" name="Picture 4" descr="https://static.javatpoint.com/ds/images/deletion-in-singly-linked-list-at-beginning.png"/>
          <p:cNvPicPr>
            <a:picLocks noChangeAspect="1" noChangeArrowheads="1"/>
          </p:cNvPicPr>
          <p:nvPr/>
        </p:nvPicPr>
        <p:blipFill rotWithShape="1">
          <a:blip r:embed="rId3">
            <a:extLst>
              <a:ext uri="{28A0092B-C50C-407E-A947-70E740481C1C}">
                <a14:useLocalDpi xmlns:a14="http://schemas.microsoft.com/office/drawing/2010/main" val="0"/>
              </a:ext>
            </a:extLst>
          </a:blip>
          <a:srcRect b="50000"/>
          <a:stretch/>
        </p:blipFill>
        <p:spPr bwMode="auto">
          <a:xfrm>
            <a:off x="1259632" y="1412777"/>
            <a:ext cx="6753225" cy="1008111"/>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250BB968-D3BD-4357-83BD-41A12DFEBA97}"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93</a:t>
            </a:fld>
            <a:endParaRPr lang="en-IN"/>
          </a:p>
        </p:txBody>
      </p:sp>
      <p:sp>
        <p:nvSpPr>
          <p:cNvPr id="8" name="Rectangle 7"/>
          <p:cNvSpPr/>
          <p:nvPr/>
        </p:nvSpPr>
        <p:spPr>
          <a:xfrm>
            <a:off x="997393" y="3246536"/>
            <a:ext cx="7292381" cy="1384995"/>
          </a:xfrm>
          <a:prstGeom prst="rect">
            <a:avLst/>
          </a:prstGeom>
          <a:noFill/>
          <a:effectLst/>
        </p:spPr>
        <p:txBody>
          <a:bodyPr wrap="none" lIns="91440" tIns="45720" rIns="91440" bIns="45720">
            <a:spAutoFit/>
          </a:bodyPr>
          <a:lstStyle/>
          <a:p>
            <a:pPr algn="ctr"/>
            <a:r>
              <a:rPr lang="en-US" sz="2800" b="1" cap="all" spc="0"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connect </a:t>
            </a:r>
          </a:p>
          <a:p>
            <a:pPr algn="ctr"/>
            <a:r>
              <a:rPr lang="en-US" sz="2800" b="1" cap="all" spc="0"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Start Pointer to the second node……</a:t>
            </a:r>
          </a:p>
          <a:p>
            <a:pPr algn="ctr"/>
            <a:r>
              <a:rPr lang="en-US" sz="2800" b="1" cap="all" dirty="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Delete the First </a:t>
            </a:r>
            <a:r>
              <a:rPr lang="en-US" sz="2800" b="1" cap="all"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node</a:t>
            </a:r>
            <a:endParaRPr lang="en-US" sz="2800" b="1" cap="all" spc="0" dirty="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76140050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i="1" dirty="0"/>
              <a:t>Deletion in beginning</a:t>
            </a:r>
          </a:p>
        </p:txBody>
      </p:sp>
      <p:sp>
        <p:nvSpPr>
          <p:cNvPr id="3" name="Content Placeholder 2"/>
          <p:cNvSpPr>
            <a:spLocks noGrp="1"/>
          </p:cNvSpPr>
          <p:nvPr>
            <p:ph idx="1"/>
          </p:nvPr>
        </p:nvSpPr>
        <p:spPr>
          <a:xfrm>
            <a:off x="683568" y="951139"/>
            <a:ext cx="7920880" cy="4705748"/>
          </a:xfrm>
        </p:spPr>
        <p:txBody>
          <a:bodyPr>
            <a:normAutofit/>
          </a:bodyPr>
          <a:lstStyle/>
          <a:p>
            <a:r>
              <a:rPr lang="en-IN" sz="1800" dirty="0" smtClean="0"/>
              <a:t>Start points to the first element of linked list. </a:t>
            </a:r>
          </a:p>
          <a:p>
            <a:r>
              <a:rPr lang="en-IN" sz="1800" dirty="0" smtClean="0"/>
              <a:t>If element to be deleted is the first element of linked list then we assign the value of start to </a:t>
            </a:r>
            <a:r>
              <a:rPr lang="en-IN" sz="1800" dirty="0" err="1" smtClean="0"/>
              <a:t>tmp</a:t>
            </a:r>
            <a:r>
              <a:rPr lang="en-IN" sz="1800" dirty="0" smtClean="0"/>
              <a:t> as-</a:t>
            </a:r>
          </a:p>
          <a:p>
            <a:pPr marL="68580" indent="0">
              <a:buNone/>
            </a:pPr>
            <a:r>
              <a:rPr lang="en-IN" sz="1800" b="1" i="1" dirty="0" smtClean="0"/>
              <a:t>                                </a:t>
            </a:r>
            <a:r>
              <a:rPr lang="en-IN" sz="1800" b="1" i="1" dirty="0" err="1" smtClean="0"/>
              <a:t>tmp</a:t>
            </a:r>
            <a:r>
              <a:rPr lang="en-IN" sz="1800" b="1" i="1" dirty="0" smtClean="0"/>
              <a:t> </a:t>
            </a:r>
            <a:r>
              <a:rPr lang="en-IN" sz="1800" b="1" i="1" dirty="0"/>
              <a:t>= start;</a:t>
            </a:r>
          </a:p>
          <a:p>
            <a:r>
              <a:rPr lang="en-IN" sz="1800" dirty="0" smtClean="0"/>
              <a:t>So </a:t>
            </a:r>
            <a:r>
              <a:rPr lang="en-IN" sz="1800" dirty="0" err="1" smtClean="0"/>
              <a:t>tmp</a:t>
            </a:r>
            <a:r>
              <a:rPr lang="en-IN" sz="1800" dirty="0" smtClean="0"/>
              <a:t> </a:t>
            </a:r>
            <a:r>
              <a:rPr lang="en-IN" sz="1800" dirty="0"/>
              <a:t>points to the first node which has to be deleted.</a:t>
            </a:r>
          </a:p>
          <a:p>
            <a:r>
              <a:rPr lang="en-IN" sz="1800" dirty="0" smtClean="0"/>
              <a:t>Now assign </a:t>
            </a:r>
            <a:r>
              <a:rPr lang="en-IN" sz="1800" dirty="0"/>
              <a:t>the link part of the deleted node to start as-</a:t>
            </a:r>
          </a:p>
          <a:p>
            <a:pPr marL="68580" indent="0">
              <a:buNone/>
            </a:pPr>
            <a:r>
              <a:rPr lang="en-IN" sz="1800" dirty="0" smtClean="0"/>
              <a:t>                               </a:t>
            </a:r>
            <a:r>
              <a:rPr lang="en-IN" sz="1800" b="1" dirty="0" smtClean="0"/>
              <a:t>start=start-</a:t>
            </a:r>
            <a:r>
              <a:rPr lang="en-IN" sz="1800" b="1" dirty="0"/>
              <a:t>&gt;link;</a:t>
            </a:r>
          </a:p>
          <a:p>
            <a:r>
              <a:rPr lang="en-IN" sz="1800" b="1" u="sng" dirty="0" smtClean="0"/>
              <a:t>Since </a:t>
            </a:r>
            <a:r>
              <a:rPr lang="en-IN" sz="1800" b="1" u="sng" dirty="0"/>
              <a:t>start points to the first element of linked list, so start-&gt;link will point to the second element of linked list. </a:t>
            </a:r>
            <a:endParaRPr lang="en-IN" sz="1800" b="1" u="sng" dirty="0" smtClean="0"/>
          </a:p>
          <a:p>
            <a:r>
              <a:rPr lang="en-IN" sz="1800" dirty="0" smtClean="0"/>
              <a:t>Now </a:t>
            </a:r>
            <a:r>
              <a:rPr lang="en-IN" sz="1800" dirty="0"/>
              <a:t>we should free the element to be deleted which is pointed by </a:t>
            </a:r>
            <a:r>
              <a:rPr lang="en-IN" sz="1800" dirty="0" err="1"/>
              <a:t>tmp</a:t>
            </a:r>
            <a:r>
              <a:rPr lang="en-IN" sz="1800" dirty="0" smtClean="0"/>
              <a:t>.</a:t>
            </a:r>
            <a:r>
              <a:rPr lang="en-IN" sz="1800" b="1" dirty="0" smtClean="0"/>
              <a:t>                free</a:t>
            </a:r>
            <a:r>
              <a:rPr lang="en-IN" sz="1800" b="1" dirty="0"/>
              <a:t>( </a:t>
            </a:r>
            <a:r>
              <a:rPr lang="en-IN" sz="1800" b="1" dirty="0" err="1"/>
              <a:t>tmp</a:t>
            </a:r>
            <a:r>
              <a:rPr lang="en-IN" sz="1800" b="1" dirty="0"/>
              <a:t> );</a:t>
            </a: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4581128"/>
            <a:ext cx="7344816" cy="1872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ate Placeholder 3"/>
          <p:cNvSpPr>
            <a:spLocks noGrp="1"/>
          </p:cNvSpPr>
          <p:nvPr>
            <p:ph type="dt" sz="half" idx="10"/>
          </p:nvPr>
        </p:nvSpPr>
        <p:spPr/>
        <p:txBody>
          <a:bodyPr/>
          <a:lstStyle/>
          <a:p>
            <a:fld id="{2EBA7989-C70F-4EBF-BE38-ECA1E68866C2}"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94</a:t>
            </a:fld>
            <a:endParaRPr lang="en-IN"/>
          </a:p>
        </p:txBody>
      </p:sp>
    </p:spTree>
    <p:extLst>
      <p:ext uri="{BB962C8B-B14F-4D97-AF65-F5344CB8AC3E}">
        <p14:creationId xmlns:p14="http://schemas.microsoft.com/office/powerpoint/2010/main" val="284159063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052736"/>
            <a:ext cx="8352928" cy="457120"/>
          </a:xfrm>
        </p:spPr>
        <p:txBody>
          <a:bodyPr>
            <a:noAutofit/>
          </a:bodyPr>
          <a:lstStyle/>
          <a:p>
            <a:r>
              <a:rPr lang="en-IN" sz="2400" b="1" dirty="0" smtClean="0"/>
              <a:t>Algorithm for Deletion in the beginning of the Linked List</a:t>
            </a:r>
            <a:endParaRPr lang="en-IN" sz="2400" b="1" dirty="0"/>
          </a:p>
        </p:txBody>
      </p:sp>
      <p:sp>
        <p:nvSpPr>
          <p:cNvPr id="3" name="Content Placeholder 2"/>
          <p:cNvSpPr>
            <a:spLocks noGrp="1"/>
          </p:cNvSpPr>
          <p:nvPr>
            <p:ph idx="1"/>
          </p:nvPr>
        </p:nvSpPr>
        <p:spPr>
          <a:xfrm>
            <a:off x="611560" y="1916832"/>
            <a:ext cx="7992888" cy="3913660"/>
          </a:xfrm>
        </p:spPr>
        <p:txBody>
          <a:bodyPr>
            <a:noAutofit/>
          </a:bodyPr>
          <a:lstStyle/>
          <a:p>
            <a:pPr marL="68580" indent="0">
              <a:buNone/>
            </a:pPr>
            <a:r>
              <a:rPr lang="en-IN" sz="2000" b="1" dirty="0"/>
              <a:t>Step </a:t>
            </a:r>
            <a:r>
              <a:rPr lang="en-IN" sz="2000" b="1" dirty="0" smtClean="0"/>
              <a:t>1:If START=NULL</a:t>
            </a:r>
          </a:p>
          <a:p>
            <a:pPr marL="68580" indent="0">
              <a:buNone/>
            </a:pPr>
            <a:r>
              <a:rPr lang="en-IN" sz="2000" b="1" dirty="0" smtClean="0"/>
              <a:t>Step 2:		Write UNDERFLOW</a:t>
            </a:r>
          </a:p>
          <a:p>
            <a:pPr marL="68580" indent="0">
              <a:buNone/>
            </a:pPr>
            <a:r>
              <a:rPr lang="en-IN" sz="2000" b="1" dirty="0"/>
              <a:t>Step 3</a:t>
            </a:r>
            <a:r>
              <a:rPr lang="en-IN" sz="2000" b="1" dirty="0" smtClean="0"/>
              <a:t>: 	Go to Step 7</a:t>
            </a:r>
          </a:p>
          <a:p>
            <a:pPr marL="68580" indent="0">
              <a:buNone/>
            </a:pPr>
            <a:r>
              <a:rPr lang="en-IN" sz="2000" b="1" dirty="0" smtClean="0"/>
              <a:t>	[</a:t>
            </a:r>
            <a:r>
              <a:rPr lang="en-IN" sz="2000" b="1" dirty="0"/>
              <a:t>End of </a:t>
            </a:r>
            <a:r>
              <a:rPr lang="en-IN" sz="2000" b="1" dirty="0" smtClean="0"/>
              <a:t>If]</a:t>
            </a:r>
            <a:endParaRPr lang="en-IN" sz="2000" b="1" dirty="0"/>
          </a:p>
          <a:p>
            <a:pPr marL="68580" indent="0">
              <a:buNone/>
            </a:pPr>
            <a:r>
              <a:rPr lang="en-IN" sz="2000" b="1" dirty="0" smtClean="0"/>
              <a:t>Step 4:	Set TEMP=START</a:t>
            </a:r>
          </a:p>
          <a:p>
            <a:pPr marL="68580" indent="0">
              <a:buNone/>
            </a:pPr>
            <a:r>
              <a:rPr lang="en-IN" sz="2000" b="1" dirty="0" smtClean="0"/>
              <a:t>Step 5:	Set START=START-&gt;LINK</a:t>
            </a:r>
          </a:p>
          <a:p>
            <a:pPr marL="68580" indent="0">
              <a:buNone/>
            </a:pPr>
            <a:r>
              <a:rPr lang="en-IN" sz="2000" b="1" dirty="0" smtClean="0"/>
              <a:t>Step 6:FREE TEMP</a:t>
            </a:r>
          </a:p>
          <a:p>
            <a:pPr marL="68580" indent="0">
              <a:buNone/>
            </a:pPr>
            <a:r>
              <a:rPr lang="en-IN" sz="2000" b="1" dirty="0"/>
              <a:t>Step </a:t>
            </a:r>
            <a:r>
              <a:rPr lang="en-IN" sz="2000" b="1" dirty="0" smtClean="0"/>
              <a:t>7:EXIT</a:t>
            </a:r>
            <a:endParaRPr lang="en-IN" sz="2000" b="1" dirty="0"/>
          </a:p>
          <a:p>
            <a:pPr marL="68580" indent="0">
              <a:buNone/>
            </a:pPr>
            <a:endParaRPr lang="en-IN" sz="2000" b="1" dirty="0" smtClean="0"/>
          </a:p>
        </p:txBody>
      </p:sp>
      <p:sp>
        <p:nvSpPr>
          <p:cNvPr id="4" name="Date Placeholder 3"/>
          <p:cNvSpPr>
            <a:spLocks noGrp="1"/>
          </p:cNvSpPr>
          <p:nvPr>
            <p:ph type="dt" sz="half" idx="10"/>
          </p:nvPr>
        </p:nvSpPr>
        <p:spPr/>
        <p:txBody>
          <a:bodyPr/>
          <a:lstStyle/>
          <a:p>
            <a:fld id="{7063C39A-776C-4B2D-964B-8AEDF193F313}"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95</a:t>
            </a:fld>
            <a:endParaRPr lang="en-IN"/>
          </a:p>
        </p:txBody>
      </p:sp>
    </p:spTree>
    <p:extLst>
      <p:ext uri="{BB962C8B-B14F-4D97-AF65-F5344CB8AC3E}">
        <p14:creationId xmlns:p14="http://schemas.microsoft.com/office/powerpoint/2010/main" val="161912623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i="1" dirty="0"/>
              <a:t>Deletion in between</a:t>
            </a:r>
          </a:p>
        </p:txBody>
      </p:sp>
      <p:pic>
        <p:nvPicPr>
          <p:cNvPr id="25602" name="Picture 2"/>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b="45974"/>
          <a:stretch/>
        </p:blipFill>
        <p:spPr bwMode="auto">
          <a:xfrm>
            <a:off x="1267619" y="1598612"/>
            <a:ext cx="6753225" cy="31985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60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4941168"/>
            <a:ext cx="4438650"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674BB147-6FC8-4DAD-8B97-2F5656B56850}" type="datetime1">
              <a:rPr lang="en-IN" smtClean="0"/>
              <a:t>21-08-2023</a:t>
            </a:fld>
            <a:endParaRPr lang="en-IN"/>
          </a:p>
        </p:txBody>
      </p:sp>
      <p:sp>
        <p:nvSpPr>
          <p:cNvPr id="4" name="Footer Placeholder 3"/>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96</a:t>
            </a:fld>
            <a:endParaRPr lang="en-IN"/>
          </a:p>
        </p:txBody>
      </p:sp>
    </p:spTree>
    <p:extLst>
      <p:ext uri="{BB962C8B-B14F-4D97-AF65-F5344CB8AC3E}">
        <p14:creationId xmlns:p14="http://schemas.microsoft.com/office/powerpoint/2010/main" val="478417972"/>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i="1" dirty="0"/>
              <a:t>Deletion in between</a:t>
            </a:r>
          </a:p>
        </p:txBody>
      </p:sp>
      <p:pic>
        <p:nvPicPr>
          <p:cNvPr id="25602" name="Picture 2"/>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b="45974"/>
          <a:stretch/>
        </p:blipFill>
        <p:spPr bwMode="auto">
          <a:xfrm>
            <a:off x="1331641" y="1124744"/>
            <a:ext cx="6552728" cy="936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674BB147-6FC8-4DAD-8B97-2F5656B56850}" type="datetime1">
              <a:rPr lang="en-IN" smtClean="0"/>
              <a:t>21-08-2023</a:t>
            </a:fld>
            <a:endParaRPr lang="en-IN"/>
          </a:p>
        </p:txBody>
      </p:sp>
      <p:sp>
        <p:nvSpPr>
          <p:cNvPr id="4" name="Footer Placeholder 3"/>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97</a:t>
            </a:fld>
            <a:endParaRPr lang="en-IN"/>
          </a:p>
        </p:txBody>
      </p:sp>
      <p:sp>
        <p:nvSpPr>
          <p:cNvPr id="6" name="Rectangle 5"/>
          <p:cNvSpPr/>
          <p:nvPr/>
        </p:nvSpPr>
        <p:spPr>
          <a:xfrm>
            <a:off x="972568" y="2996952"/>
            <a:ext cx="6867585" cy="1384995"/>
          </a:xfrm>
          <a:prstGeom prst="rect">
            <a:avLst/>
          </a:prstGeom>
          <a:noFill/>
          <a:effectLst/>
        </p:spPr>
        <p:txBody>
          <a:bodyPr wrap="none" lIns="91440" tIns="45720" rIns="91440" bIns="45720">
            <a:spAutoFit/>
          </a:bodyPr>
          <a:lstStyle/>
          <a:p>
            <a:pPr algn="ctr"/>
            <a:r>
              <a:rPr lang="en-US" sz="2800" b="1" cap="all" spc="0"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1)connect </a:t>
            </a:r>
          </a:p>
          <a:p>
            <a:pPr algn="ctr"/>
            <a:r>
              <a:rPr lang="en-US" sz="2800" b="1" cap="all" spc="0"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the previous and the next node……</a:t>
            </a:r>
          </a:p>
          <a:p>
            <a:pPr algn="ctr"/>
            <a:r>
              <a:rPr lang="en-US" sz="2800" b="1" cap="all"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2)Delete </a:t>
            </a:r>
            <a:r>
              <a:rPr lang="en-US" sz="2800" b="1" cap="all" dirty="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the </a:t>
            </a:r>
            <a:r>
              <a:rPr lang="en-US" sz="2800" b="1" cap="all" dirty="0" smtClean="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rPr>
              <a:t>node</a:t>
            </a:r>
            <a:endParaRPr lang="en-US" sz="2800" b="1" cap="all" spc="0" dirty="0">
              <a:ln w="9000" cmpd="sng">
                <a:solidFill>
                  <a:schemeClr val="accent4">
                    <a:shade val="50000"/>
                    <a:satMod val="120000"/>
                  </a:schemeClr>
                </a:solidFill>
                <a:prstDash val="solid"/>
              </a:ln>
              <a:solidFill>
                <a:schemeClr val="accent1"/>
              </a:soli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38336381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i="1" dirty="0"/>
              <a:t>Deletion in between</a:t>
            </a:r>
          </a:p>
        </p:txBody>
      </p:sp>
      <p:sp>
        <p:nvSpPr>
          <p:cNvPr id="3" name="Content Placeholder 2"/>
          <p:cNvSpPr>
            <a:spLocks noGrp="1"/>
          </p:cNvSpPr>
          <p:nvPr>
            <p:ph idx="1"/>
          </p:nvPr>
        </p:nvSpPr>
        <p:spPr>
          <a:xfrm>
            <a:off x="683568" y="951139"/>
            <a:ext cx="7920880" cy="4705748"/>
          </a:xfrm>
        </p:spPr>
        <p:txBody>
          <a:bodyPr>
            <a:normAutofit/>
          </a:bodyPr>
          <a:lstStyle/>
          <a:p>
            <a:endParaRPr lang="en-IN" sz="2000" b="1" dirty="0"/>
          </a:p>
        </p:txBody>
      </p:sp>
      <p:pic>
        <p:nvPicPr>
          <p:cNvPr id="20482" name="Picture 2" descr="https://1.bp.blogspot.com/-scUCKMUqVgU/XAau85KvM6I/AAAAAAAAFZs/6lH2odet02ETOGj374eUmS1T5SQNFuBzQCLcBGAs/s400/New%2BDoc%2B2018-12-04%2B10.16.54_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980728"/>
            <a:ext cx="7200800" cy="2448272"/>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B234947D-727A-4D2C-9777-CE5570304055}"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98</a:t>
            </a:fld>
            <a:endParaRPr lang="en-IN"/>
          </a:p>
        </p:txBody>
      </p:sp>
    </p:spTree>
    <p:extLst>
      <p:ext uri="{BB962C8B-B14F-4D97-AF65-F5344CB8AC3E}">
        <p14:creationId xmlns:p14="http://schemas.microsoft.com/office/powerpoint/2010/main" val="249982723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i="1" dirty="0"/>
              <a:t>Deletion in between</a:t>
            </a:r>
          </a:p>
        </p:txBody>
      </p:sp>
      <p:sp>
        <p:nvSpPr>
          <p:cNvPr id="3" name="Content Placeholder 2"/>
          <p:cNvSpPr>
            <a:spLocks noGrp="1"/>
          </p:cNvSpPr>
          <p:nvPr>
            <p:ph idx="1"/>
          </p:nvPr>
        </p:nvSpPr>
        <p:spPr>
          <a:xfrm>
            <a:off x="683568" y="951139"/>
            <a:ext cx="7920880" cy="4705748"/>
          </a:xfrm>
        </p:spPr>
        <p:txBody>
          <a:bodyPr>
            <a:normAutofit/>
          </a:bodyPr>
          <a:lstStyle/>
          <a:p>
            <a:r>
              <a:rPr lang="en-IN" sz="1800" dirty="0" smtClean="0"/>
              <a:t>If </a:t>
            </a:r>
            <a:r>
              <a:rPr lang="en-IN" sz="1800" dirty="0"/>
              <a:t>the element is other than the first element of linked list then </a:t>
            </a:r>
            <a:endParaRPr lang="en-IN" sz="1800" dirty="0" smtClean="0"/>
          </a:p>
          <a:p>
            <a:pPr lvl="1"/>
            <a:r>
              <a:rPr lang="en-IN" sz="1800" b="1" u="sng" dirty="0" smtClean="0"/>
              <a:t>we </a:t>
            </a:r>
            <a:r>
              <a:rPr lang="en-IN" sz="1800" b="1" u="sng" dirty="0"/>
              <a:t>give the link part of </a:t>
            </a:r>
            <a:r>
              <a:rPr lang="en-IN" sz="1800" b="1" u="sng" dirty="0" smtClean="0"/>
              <a:t>the node to be deleted </a:t>
            </a:r>
            <a:r>
              <a:rPr lang="en-IN" sz="1800" b="1" u="sng" dirty="0"/>
              <a:t>to the link part of the previous node. </a:t>
            </a:r>
            <a:endParaRPr lang="en-IN" sz="1800" b="1" u="sng" dirty="0" smtClean="0"/>
          </a:p>
          <a:p>
            <a:pPr lvl="1"/>
            <a:r>
              <a:rPr lang="en-IN" sz="1800" dirty="0" smtClean="0"/>
              <a:t>This </a:t>
            </a:r>
            <a:r>
              <a:rPr lang="en-IN" sz="1800" dirty="0"/>
              <a:t>can be as-</a:t>
            </a:r>
          </a:p>
          <a:p>
            <a:pPr marL="1847088" lvl="8" indent="0">
              <a:buNone/>
            </a:pPr>
            <a:r>
              <a:rPr lang="en-IN" sz="2000" b="1" dirty="0" err="1"/>
              <a:t>tmp</a:t>
            </a:r>
            <a:r>
              <a:rPr lang="en-IN" sz="2000" b="1" dirty="0"/>
              <a:t> =q-&gt;link;</a:t>
            </a:r>
          </a:p>
          <a:p>
            <a:pPr marL="1847088" lvl="8" indent="0">
              <a:buNone/>
            </a:pPr>
            <a:r>
              <a:rPr lang="en-IN" sz="2000" b="1" dirty="0">
                <a:solidFill>
                  <a:srgbClr val="FF0000"/>
                </a:solidFill>
              </a:rPr>
              <a:t>q-&gt;link = </a:t>
            </a:r>
            <a:r>
              <a:rPr lang="en-IN" sz="2000" b="1" dirty="0" err="1">
                <a:solidFill>
                  <a:srgbClr val="FF0000"/>
                </a:solidFill>
              </a:rPr>
              <a:t>tmp</a:t>
            </a:r>
            <a:r>
              <a:rPr lang="en-IN" sz="2000" b="1" dirty="0">
                <a:solidFill>
                  <a:srgbClr val="FF0000"/>
                </a:solidFill>
              </a:rPr>
              <a:t>-&gt;link;</a:t>
            </a:r>
          </a:p>
          <a:p>
            <a:pPr marL="1847088" lvl="8" indent="0">
              <a:buNone/>
            </a:pPr>
            <a:r>
              <a:rPr lang="en-IN" sz="2000" b="1" dirty="0"/>
              <a:t>free(</a:t>
            </a:r>
            <a:r>
              <a:rPr lang="en-IN" sz="2000" b="1" dirty="0" err="1"/>
              <a:t>tmp</a:t>
            </a:r>
            <a:r>
              <a:rPr lang="en-IN" sz="2000" b="1" dirty="0"/>
              <a:t>);</a:t>
            </a:r>
          </a:p>
        </p:txBody>
      </p:sp>
      <p:pic>
        <p:nvPicPr>
          <p:cNvPr id="20482" name="Picture 2" descr="https://1.bp.blogspot.com/-scUCKMUqVgU/XAau85KvM6I/AAAAAAAAFZs/6lH2odet02ETOGj374eUmS1T5SQNFuBzQCLcBGAs/s400/New%2BDoc%2B2018-12-04%2B10.16.54_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3501008"/>
            <a:ext cx="7200800" cy="2448272"/>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B234947D-727A-4D2C-9777-CE5570304055}"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99</a:t>
            </a:fld>
            <a:endParaRPr lang="en-IN"/>
          </a:p>
        </p:txBody>
      </p:sp>
    </p:spTree>
    <p:extLst>
      <p:ext uri="{BB962C8B-B14F-4D97-AF65-F5344CB8AC3E}">
        <p14:creationId xmlns:p14="http://schemas.microsoft.com/office/powerpoint/2010/main" val="1475392051"/>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b="1" i="1" dirty="0"/>
              <a:t>Deletion </a:t>
            </a:r>
            <a:r>
              <a:rPr lang="en-IN" b="1" i="1" dirty="0" smtClean="0"/>
              <a:t>at the end</a:t>
            </a:r>
            <a:endParaRPr lang="en-IN" b="1" i="1" dirty="0"/>
          </a:p>
        </p:txBody>
      </p:sp>
      <p:sp>
        <p:nvSpPr>
          <p:cNvPr id="3" name="Content Placeholder 2"/>
          <p:cNvSpPr>
            <a:spLocks noGrp="1"/>
          </p:cNvSpPr>
          <p:nvPr>
            <p:ph idx="1"/>
          </p:nvPr>
        </p:nvSpPr>
        <p:spPr>
          <a:xfrm>
            <a:off x="683568" y="951139"/>
            <a:ext cx="7920880" cy="4705748"/>
          </a:xfrm>
        </p:spPr>
        <p:txBody>
          <a:bodyPr>
            <a:normAutofit/>
          </a:bodyPr>
          <a:lstStyle/>
          <a:p>
            <a:r>
              <a:rPr lang="en-IN" sz="1800" dirty="0"/>
              <a:t> If node to be deleted is last node of linked list then statement 2 will be as-</a:t>
            </a:r>
          </a:p>
          <a:p>
            <a:pPr marL="1847088" lvl="8" indent="0">
              <a:buNone/>
            </a:pPr>
            <a:r>
              <a:rPr lang="en-IN" sz="2000" b="1" dirty="0" err="1" smtClean="0"/>
              <a:t>tmp</a:t>
            </a:r>
            <a:r>
              <a:rPr lang="en-IN" sz="2000" b="1" dirty="0" smtClean="0"/>
              <a:t> </a:t>
            </a:r>
            <a:r>
              <a:rPr lang="en-IN" sz="2000" b="1" dirty="0"/>
              <a:t>=q-&gt;link;</a:t>
            </a:r>
          </a:p>
          <a:p>
            <a:pPr marL="1847088" lvl="8" indent="0">
              <a:buNone/>
            </a:pPr>
            <a:r>
              <a:rPr lang="en-IN" sz="2000" b="1" dirty="0">
                <a:solidFill>
                  <a:srgbClr val="FF0000"/>
                </a:solidFill>
              </a:rPr>
              <a:t>q-&gt;link = </a:t>
            </a:r>
            <a:r>
              <a:rPr lang="en-IN" sz="2000" b="1" dirty="0" smtClean="0">
                <a:solidFill>
                  <a:srgbClr val="FF0000"/>
                </a:solidFill>
              </a:rPr>
              <a:t>NULL;</a:t>
            </a:r>
            <a:endParaRPr lang="en-IN" sz="2000" b="1" dirty="0">
              <a:solidFill>
                <a:srgbClr val="FF0000"/>
              </a:solidFill>
            </a:endParaRPr>
          </a:p>
          <a:p>
            <a:pPr marL="1847088" lvl="8" indent="0">
              <a:buNone/>
            </a:pPr>
            <a:r>
              <a:rPr lang="en-IN" sz="2000" b="1" dirty="0"/>
              <a:t>free(</a:t>
            </a:r>
            <a:r>
              <a:rPr lang="en-IN" sz="2000" b="1" dirty="0" err="1"/>
              <a:t>tmp</a:t>
            </a:r>
            <a:r>
              <a:rPr lang="en-IN" sz="2000" b="1" dirty="0" smtClean="0"/>
              <a:t>);</a:t>
            </a:r>
            <a:endParaRPr lang="en-IN" sz="2000" b="1" dirty="0"/>
          </a:p>
        </p:txBody>
      </p:sp>
      <p:sp>
        <p:nvSpPr>
          <p:cNvPr id="4" name="Date Placeholder 3"/>
          <p:cNvSpPr>
            <a:spLocks noGrp="1"/>
          </p:cNvSpPr>
          <p:nvPr>
            <p:ph type="dt" sz="half" idx="10"/>
          </p:nvPr>
        </p:nvSpPr>
        <p:spPr/>
        <p:txBody>
          <a:bodyPr/>
          <a:lstStyle/>
          <a:p>
            <a:fld id="{49F332D2-52F5-4892-9213-66595EFF8893}" type="datetime1">
              <a:rPr lang="en-IN" smtClean="0"/>
              <a:t>21-08-2023</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100</a:t>
            </a:fld>
            <a:endParaRPr lang="en-IN"/>
          </a:p>
        </p:txBody>
      </p:sp>
    </p:spTree>
    <p:extLst>
      <p:ext uri="{BB962C8B-B14F-4D97-AF65-F5344CB8AC3E}">
        <p14:creationId xmlns:p14="http://schemas.microsoft.com/office/powerpoint/2010/main" val="170678147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11796</TotalTime>
  <Words>3113</Words>
  <Application>Microsoft Office PowerPoint</Application>
  <PresentationFormat>On-screen Show (4:3)</PresentationFormat>
  <Paragraphs>964</Paragraphs>
  <Slides>100</Slides>
  <Notes>41</Notes>
  <HiddenSlides>0</HiddenSlides>
  <MMClips>0</MMClips>
  <ScaleCrop>false</ScaleCrop>
  <HeadingPairs>
    <vt:vector size="4" baseType="variant">
      <vt:variant>
        <vt:lpstr>Theme</vt:lpstr>
      </vt:variant>
      <vt:variant>
        <vt:i4>1</vt:i4>
      </vt:variant>
      <vt:variant>
        <vt:lpstr>Slide Titles</vt:lpstr>
      </vt:variant>
      <vt:variant>
        <vt:i4>100</vt:i4>
      </vt:variant>
    </vt:vector>
  </HeadingPairs>
  <TitlesOfParts>
    <vt:vector size="101" baseType="lpstr">
      <vt:lpstr>Austin</vt:lpstr>
      <vt:lpstr>Module 2.0</vt:lpstr>
      <vt:lpstr>Memory Allocation &amp; Deallocation for Linked List</vt:lpstr>
      <vt:lpstr>Memory Allocation</vt:lpstr>
      <vt:lpstr>Compile Time or Static Allocation</vt:lpstr>
      <vt:lpstr>Compile Time or Static Allocation-Disadvantages</vt:lpstr>
      <vt:lpstr>Compile Time or Static Allocation</vt:lpstr>
      <vt:lpstr>Compile Time or Static Allocation</vt:lpstr>
      <vt:lpstr>Runtime or Dynamic Allocation</vt:lpstr>
      <vt:lpstr>Runtime or Dynamic Allocation</vt:lpstr>
      <vt:lpstr>Runtime or Dynamic Allocation</vt:lpstr>
      <vt:lpstr>The malloc() fn</vt:lpstr>
      <vt:lpstr>The malloc() fn</vt:lpstr>
      <vt:lpstr>The malloc() fn</vt:lpstr>
      <vt:lpstr>The mallloc() fn</vt:lpstr>
      <vt:lpstr>The mallloc() fn</vt:lpstr>
      <vt:lpstr>The mallloc() fn</vt:lpstr>
      <vt:lpstr>The mallloc() fn</vt:lpstr>
      <vt:lpstr>The mallloc() fn</vt:lpstr>
      <vt:lpstr>The mallloc() fn- Usage in Linked List</vt:lpstr>
      <vt:lpstr>The callloc() fn</vt:lpstr>
      <vt:lpstr>The callloc() fn</vt:lpstr>
      <vt:lpstr>Malloc() vs callloc() fn</vt:lpstr>
      <vt:lpstr>Malloc() vs callloc() fn</vt:lpstr>
      <vt:lpstr>The free() fn</vt:lpstr>
      <vt:lpstr>PowerPoint Presentation</vt:lpstr>
      <vt:lpstr>PowerPoint Presentation</vt:lpstr>
      <vt:lpstr>PowerPoint Presentation</vt:lpstr>
      <vt:lpstr>What happens when you don’t free memory after using malloc()</vt:lpstr>
      <vt:lpstr>What happens when you don’t free memory after using malloc()</vt:lpstr>
      <vt:lpstr>Memory Leak ?</vt:lpstr>
      <vt:lpstr>The realloc() fn</vt:lpstr>
      <vt:lpstr>The realloc() fn</vt:lpstr>
      <vt:lpstr>Eg of mallloc() fn</vt:lpstr>
      <vt:lpstr>Eg of mallloc() fn</vt:lpstr>
      <vt:lpstr>Pointers and arrays</vt:lpstr>
      <vt:lpstr>Which part of the memory is allocated when static memory allocation is used, for int,char,float,arrays,struct,unions…..?  Which part of the memory is allocated when malloc and calloc are called for any variable?</vt:lpstr>
      <vt:lpstr>Stack and Heap </vt:lpstr>
      <vt:lpstr>Linked List</vt:lpstr>
      <vt:lpstr>Linked Lists</vt:lpstr>
      <vt:lpstr>Linked Lists</vt:lpstr>
      <vt:lpstr>Linked Lists</vt:lpstr>
      <vt:lpstr>Comparison between Array and Linked List</vt:lpstr>
      <vt:lpstr>Advantages of Linked List</vt:lpstr>
      <vt:lpstr>Disadvantages of Linked List</vt:lpstr>
      <vt:lpstr>Advantages of Arrays</vt:lpstr>
      <vt:lpstr>Arrays suffer from some severe limitations</vt:lpstr>
      <vt:lpstr>Types of Linked List</vt:lpstr>
      <vt:lpstr>Singly Linked List</vt:lpstr>
      <vt:lpstr>Singly Linked List</vt:lpstr>
      <vt:lpstr>Doubly Linked List</vt:lpstr>
      <vt:lpstr>Circular Linked List</vt:lpstr>
      <vt:lpstr>Linked List Operations</vt:lpstr>
      <vt:lpstr>PowerPoint Presentation</vt:lpstr>
      <vt:lpstr>Linked Lists</vt:lpstr>
      <vt:lpstr>Linked Lists</vt:lpstr>
      <vt:lpstr>Singly Linked List</vt:lpstr>
      <vt:lpstr>Creation of a new node</vt:lpstr>
      <vt:lpstr>Creation of a new node</vt:lpstr>
      <vt:lpstr>Creating a Linked List</vt:lpstr>
      <vt:lpstr>Explanation-</vt:lpstr>
      <vt:lpstr>Explanation-</vt:lpstr>
      <vt:lpstr>Traversing a Linked List</vt:lpstr>
      <vt:lpstr>Traversing a Linked List</vt:lpstr>
      <vt:lpstr>PowerPoint Presentation</vt:lpstr>
      <vt:lpstr>Explanation-</vt:lpstr>
      <vt:lpstr>Algorithm for Traversing a Linked List</vt:lpstr>
      <vt:lpstr>Write the Algorithm for Counting the number of elements in a Linked List</vt:lpstr>
      <vt:lpstr>Algorithm for Counting the number of elements in a Linked List</vt:lpstr>
      <vt:lpstr>Searching a Linked List</vt:lpstr>
      <vt:lpstr>Searching a Linked List</vt:lpstr>
      <vt:lpstr>Algorithm for Searching a Linked List</vt:lpstr>
      <vt:lpstr>Insertion into a Linked List</vt:lpstr>
      <vt:lpstr>Case 1- Insertion at Beginning</vt:lpstr>
      <vt:lpstr>Case 1- Insertion at Beginning</vt:lpstr>
      <vt:lpstr>Case 1- Insertion at Beginning</vt:lpstr>
      <vt:lpstr>Case 1- Insertion at Beginning</vt:lpstr>
      <vt:lpstr>Case 1- Insertion at Beginning</vt:lpstr>
      <vt:lpstr>Algorithm for Insertion at Beginning in a Linked List</vt:lpstr>
      <vt:lpstr>Algorithm for Insertion at Beginning in a Linked List</vt:lpstr>
      <vt:lpstr>Case 2- Insertion in Between</vt:lpstr>
      <vt:lpstr>Case 2- Insertion in Between</vt:lpstr>
      <vt:lpstr>Case 2- Insertion in Between</vt:lpstr>
      <vt:lpstr>Case 2- Insertion in Between</vt:lpstr>
      <vt:lpstr>Explanation-</vt:lpstr>
      <vt:lpstr>Explanation-</vt:lpstr>
      <vt:lpstr>Case 2- Insertion in Between</vt:lpstr>
      <vt:lpstr>Algorithm for Insertion in Between</vt:lpstr>
      <vt:lpstr>Case 3- Insertion at the end</vt:lpstr>
      <vt:lpstr>Case 3- Insertion at the end</vt:lpstr>
      <vt:lpstr>Algorithm for Insertion at the end of a Linked List</vt:lpstr>
      <vt:lpstr>Deletion from a Linked List</vt:lpstr>
      <vt:lpstr>Deletion in beginning</vt:lpstr>
      <vt:lpstr>Deletion in beginning</vt:lpstr>
      <vt:lpstr>Deletion in beginning</vt:lpstr>
      <vt:lpstr>Algorithm for Deletion in the beginning of the Linked List</vt:lpstr>
      <vt:lpstr>Deletion in between</vt:lpstr>
      <vt:lpstr>Deletion in between</vt:lpstr>
      <vt:lpstr>Deletion in between</vt:lpstr>
      <vt:lpstr>Deletion in between</vt:lpstr>
      <vt:lpstr>Deletion at the 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424</cp:revision>
  <dcterms:created xsi:type="dcterms:W3CDTF">2020-07-14T06:20:56Z</dcterms:created>
  <dcterms:modified xsi:type="dcterms:W3CDTF">2023-08-21T10:45:31Z</dcterms:modified>
</cp:coreProperties>
</file>