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1" r:id="rId3"/>
    <p:sldId id="303" r:id="rId4"/>
    <p:sldId id="305" r:id="rId5"/>
    <p:sldId id="314" r:id="rId6"/>
    <p:sldId id="315" r:id="rId7"/>
    <p:sldId id="313" r:id="rId8"/>
    <p:sldId id="302" r:id="rId9"/>
    <p:sldId id="304" r:id="rId10"/>
    <p:sldId id="310" r:id="rId11"/>
    <p:sldId id="309" r:id="rId12"/>
    <p:sldId id="311" r:id="rId13"/>
    <p:sldId id="312" r:id="rId14"/>
    <p:sldId id="308" r:id="rId15"/>
    <p:sldId id="307" r:id="rId16"/>
    <p:sldId id="30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2" autoAdjust="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85ACA5-C322-4A50-81AB-C4BC26EA351D}" type="datetimeFigureOut">
              <a:rPr lang="en-IN" smtClean="0"/>
              <a:t>02-08-2023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D7850-3785-4D2A-A019-82DC5BB6D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59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59F77-8847-4996-A347-35EBE462F2B7}" type="datetimeFigureOut">
              <a:rPr lang="en-IN" smtClean="0"/>
              <a:t>02-08-2023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9FB3A-885C-4EF9-96F6-41CEE3C8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3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F7A9C182-7B58-4051-AE9D-824B10FFF91F}" type="datetime1">
              <a:rPr lang="en-IN" smtClean="0"/>
              <a:t>02-08-2023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0D74-2398-47D4-A516-B8748A1822BD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94570-32C7-47F6-908E-9AFD280F9134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7BF8-6CF2-4EBF-9529-F58487188B9E}" type="datetime1">
              <a:rPr lang="en-IN" smtClean="0"/>
              <a:t>02-08-2023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3C252-B4C6-4B80-A7C6-A0F8A5E8CFBF}" type="datetime1">
              <a:rPr lang="en-IN" smtClean="0"/>
              <a:t>02-08-2023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D5840-6C4A-4771-B9C7-618D2B46E620}" type="datetime1">
              <a:rPr lang="en-IN" smtClean="0"/>
              <a:t>02-08-2023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2BD2C-5DB2-494E-981C-B10BE5E40CC5}" type="datetime1">
              <a:rPr lang="en-IN" smtClean="0"/>
              <a:t>02-08-2023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ECAB-E5C7-4C90-B613-0DC21AE0D3CA}" type="datetime1">
              <a:rPr lang="en-IN" smtClean="0"/>
              <a:t>02-08-2023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59D3E-3D4B-4645-ADC8-6ED9AA8E9426}" type="datetime1">
              <a:rPr lang="en-IN" smtClean="0"/>
              <a:t>02-08-2023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93BA-3A86-4626-89C6-5B0C96168254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66D4-7012-43DD-A833-A21A99D153CF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C0D2DF4-0F15-450E-9906-A0BD0FF9B9B5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Module 2.0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Linear Data Structure: Linked List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80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Memory Allocation &amp; Deallocation for Linked List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90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Memory Allocation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smtClean="0"/>
              <a:t>There are two types of Memory Allocation</a:t>
            </a:r>
          </a:p>
          <a:p>
            <a:pPr marL="68580" indent="0">
              <a:buNone/>
            </a:pPr>
            <a:endParaRPr lang="en-IN" sz="2000" dirty="0" smtClean="0"/>
          </a:p>
          <a:p>
            <a:r>
              <a:rPr lang="en-IN" sz="2000" b="1" dirty="0" smtClean="0"/>
              <a:t>Compile Time or Static Allocation</a:t>
            </a:r>
          </a:p>
          <a:p>
            <a:r>
              <a:rPr lang="en-IN" sz="2000" b="1" dirty="0" smtClean="0"/>
              <a:t>Runtime or Dynamic Allocation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BE4C-2455-4E2A-8913-D293A53E74B7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17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/>
              <a:t>Compile Time or Static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r>
              <a:rPr lang="en-IN" sz="2000" dirty="0" smtClean="0"/>
              <a:t>Memory allocated to the program element </a:t>
            </a:r>
          </a:p>
          <a:p>
            <a:pPr lvl="1"/>
            <a:r>
              <a:rPr lang="en-IN" sz="1800" b="1" dirty="0" smtClean="0"/>
              <a:t>at the start of the program.</a:t>
            </a:r>
          </a:p>
          <a:p>
            <a:r>
              <a:rPr lang="en-IN" sz="2000" dirty="0" smtClean="0"/>
              <a:t>Memory allocated </a:t>
            </a:r>
          </a:p>
          <a:p>
            <a:pPr lvl="1"/>
            <a:r>
              <a:rPr lang="en-IN" sz="1800" b="1" dirty="0" smtClean="0"/>
              <a:t>is fixed and determined by the compiler at compile time.</a:t>
            </a:r>
          </a:p>
          <a:p>
            <a:endParaRPr lang="en-IN" sz="2000" b="1" dirty="0" smtClean="0"/>
          </a:p>
          <a:p>
            <a:r>
              <a:rPr lang="en-IN" sz="2000" b="1" dirty="0" err="1" smtClean="0"/>
              <a:t>Eg</a:t>
            </a:r>
            <a:r>
              <a:rPr lang="en-IN" sz="2000" b="1" dirty="0" smtClean="0"/>
              <a:t>- float a[5] , </a:t>
            </a:r>
          </a:p>
          <a:p>
            <a:pPr marL="68580" indent="0">
              <a:buNone/>
            </a:pPr>
            <a:r>
              <a:rPr lang="en-IN" sz="2000" dirty="0" smtClean="0"/>
              <a:t>allocation of 20 bytes to the array, i.e. 5*4</a:t>
            </a:r>
            <a:r>
              <a:rPr lang="en-IN" sz="2000" dirty="0"/>
              <a:t> </a:t>
            </a:r>
            <a:r>
              <a:rPr lang="en-IN" sz="2000" dirty="0" smtClean="0"/>
              <a:t>bytes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BA5B-385B-4403-81D3-910AA8FEA0CD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5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/>
              <a:t>Compile Time or Static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Autofit/>
          </a:bodyPr>
          <a:lstStyle/>
          <a:p>
            <a:r>
              <a:rPr lang="en-IN" sz="1800" b="1" dirty="0" smtClean="0"/>
              <a:t>Inefficient Use of Memory-</a:t>
            </a:r>
          </a:p>
          <a:p>
            <a:pPr lvl="1"/>
            <a:r>
              <a:rPr lang="en-IN" sz="1800" b="1" dirty="0" smtClean="0"/>
              <a:t>Can cause under utilization of memory in case of over allocation</a:t>
            </a:r>
          </a:p>
          <a:p>
            <a:pPr lvl="2"/>
            <a:r>
              <a:rPr lang="en-IN" sz="1800" dirty="0" smtClean="0"/>
              <a:t>That is if you store less number of elements than the number for elements which which you have declared memory.</a:t>
            </a:r>
          </a:p>
          <a:p>
            <a:pPr lvl="2"/>
            <a:r>
              <a:rPr lang="en-IN" sz="1800" dirty="0" smtClean="0"/>
              <a:t>Rest of the memory is wasted, as it is not available to other applications.</a:t>
            </a:r>
          </a:p>
          <a:p>
            <a:pPr lvl="1"/>
            <a:r>
              <a:rPr lang="en-IN" sz="1800" b="1" dirty="0" smtClean="0"/>
              <a:t>Can cause Overflow in case of under allocation	</a:t>
            </a:r>
          </a:p>
          <a:p>
            <a:pPr lvl="2"/>
            <a:r>
              <a:rPr lang="en-IN" sz="1800" dirty="0" smtClean="0"/>
              <a:t>For float a[5];</a:t>
            </a:r>
          </a:p>
          <a:p>
            <a:pPr lvl="2"/>
            <a:r>
              <a:rPr lang="en-IN" sz="1800" dirty="0" smtClean="0"/>
              <a:t>No bound checking in C for array boundaries, if you are entering more than fives values, </a:t>
            </a:r>
          </a:p>
          <a:p>
            <a:pPr lvl="2"/>
            <a:r>
              <a:rPr lang="en-IN" sz="1800" dirty="0" smtClean="0"/>
              <a:t>It will  not give error but when these extra element will be accessed, the values will not be available.</a:t>
            </a:r>
          </a:p>
          <a:p>
            <a:endParaRPr lang="en-IN" sz="18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805E-AFF0-4154-8886-6A34F22C60B2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87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/>
              <a:t>Compile Time or Static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pPr marL="68580" indent="0">
              <a:buNone/>
            </a:pPr>
            <a:endParaRPr lang="en-IN" sz="1800" b="1" dirty="0" smtClean="0"/>
          </a:p>
          <a:p>
            <a:r>
              <a:rPr lang="en-IN" sz="1800" b="1" dirty="0" smtClean="0"/>
              <a:t>No reusability of allocated memory </a:t>
            </a:r>
          </a:p>
          <a:p>
            <a:endParaRPr lang="en-IN" sz="1800" b="1" dirty="0" smtClean="0"/>
          </a:p>
          <a:p>
            <a:r>
              <a:rPr lang="en-IN" sz="1800" b="1" dirty="0" smtClean="0"/>
              <a:t>Difficult to guess the exact size of the data at the time of writing the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A2F3F-A17A-4B12-94A9-BDC03F155297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18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/>
              <a:t>Runtime or Dynamic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All Linked Data Structures are preferably implemented through dynamic memory allocation.</a:t>
            </a:r>
          </a:p>
          <a:p>
            <a:endParaRPr lang="en-IN" sz="2000" dirty="0" smtClean="0"/>
          </a:p>
          <a:p>
            <a:r>
              <a:rPr lang="en-IN" sz="2000" dirty="0" smtClean="0"/>
              <a:t>Dynamic data structures provide flexibility in </a:t>
            </a:r>
            <a:r>
              <a:rPr lang="en-IN" sz="2000" b="1" dirty="0" smtClean="0"/>
              <a:t>adding, deleting or rearranging data objects at run time.</a:t>
            </a:r>
          </a:p>
          <a:p>
            <a:endParaRPr lang="en-IN" sz="2000" dirty="0" smtClean="0"/>
          </a:p>
          <a:p>
            <a:r>
              <a:rPr lang="en-IN" sz="2000" dirty="0" smtClean="0"/>
              <a:t>Managed in C through a set of library functions:</a:t>
            </a:r>
          </a:p>
          <a:p>
            <a:pPr lvl="1"/>
            <a:r>
              <a:rPr lang="en-IN" sz="1800" dirty="0" err="1"/>
              <a:t>m</a:t>
            </a:r>
            <a:r>
              <a:rPr lang="en-IN" sz="1800" dirty="0" err="1" smtClean="0"/>
              <a:t>alloc</a:t>
            </a:r>
            <a:r>
              <a:rPr lang="en-IN" sz="1800" dirty="0" smtClean="0"/>
              <a:t>()</a:t>
            </a:r>
          </a:p>
          <a:p>
            <a:pPr lvl="1"/>
            <a:r>
              <a:rPr lang="en-IN" sz="1800" dirty="0" err="1" smtClean="0"/>
              <a:t>Calloc</a:t>
            </a:r>
            <a:r>
              <a:rPr lang="en-IN" sz="1800" dirty="0" smtClean="0"/>
              <a:t>()</a:t>
            </a:r>
          </a:p>
          <a:p>
            <a:pPr lvl="1"/>
            <a:r>
              <a:rPr lang="en-IN" sz="1800" dirty="0" smtClean="0"/>
              <a:t>free()</a:t>
            </a:r>
          </a:p>
          <a:p>
            <a:pPr lvl="1"/>
            <a:r>
              <a:rPr lang="en-IN" sz="1800" dirty="0" err="1" smtClean="0"/>
              <a:t>Realloc</a:t>
            </a:r>
            <a:r>
              <a:rPr lang="en-IN" sz="1800" dirty="0" smtClean="0"/>
              <a:t>()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6BCB-A070-4601-B273-E939969686C2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9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/>
              <a:t>Runtime or Dynamic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 lnSpcReduction="10000"/>
          </a:bodyPr>
          <a:lstStyle/>
          <a:p>
            <a:r>
              <a:rPr lang="en-IN" sz="2000" dirty="0" smtClean="0"/>
              <a:t>Memory space required by Variables is </a:t>
            </a:r>
            <a:r>
              <a:rPr lang="en-IN" sz="2000" b="1" dirty="0" smtClean="0"/>
              <a:t>calculated and allocated during execution</a:t>
            </a:r>
          </a:p>
          <a:p>
            <a:endParaRPr lang="en-IN" sz="2000" dirty="0" smtClean="0"/>
          </a:p>
          <a:p>
            <a:r>
              <a:rPr lang="en-IN" sz="2000" dirty="0" smtClean="0"/>
              <a:t>Get Required chunk of memory at Run time or As the need arises</a:t>
            </a:r>
          </a:p>
          <a:p>
            <a:endParaRPr lang="en-IN" sz="2000" dirty="0" smtClean="0"/>
          </a:p>
          <a:p>
            <a:r>
              <a:rPr lang="en-IN" sz="2000" dirty="0" smtClean="0"/>
              <a:t>Best Suited –</a:t>
            </a:r>
          </a:p>
          <a:p>
            <a:pPr lvl="1"/>
            <a:r>
              <a:rPr lang="en-IN" sz="1800" b="1" dirty="0" smtClean="0"/>
              <a:t>When we do not know the memory requirement in advance</a:t>
            </a:r>
            <a:r>
              <a:rPr lang="en-IN" sz="1800" dirty="0" smtClean="0"/>
              <a:t>, which is the case in most of the real life problems.</a:t>
            </a:r>
          </a:p>
          <a:p>
            <a:endParaRPr lang="en-IN" sz="2000" dirty="0" smtClean="0"/>
          </a:p>
          <a:p>
            <a:r>
              <a:rPr lang="en-IN" sz="2000" b="1" dirty="0" smtClean="0"/>
              <a:t>Efficient use of Memory</a:t>
            </a:r>
          </a:p>
          <a:p>
            <a:pPr lvl="1"/>
            <a:r>
              <a:rPr lang="en-IN" sz="1800" dirty="0" smtClean="0"/>
              <a:t>Additional Space can be allocated at run time.</a:t>
            </a:r>
          </a:p>
          <a:p>
            <a:pPr lvl="1"/>
            <a:r>
              <a:rPr lang="en-IN" sz="1800" dirty="0" smtClean="0"/>
              <a:t>Unwanted Space can be released at run time.</a:t>
            </a:r>
          </a:p>
          <a:p>
            <a:r>
              <a:rPr lang="en-IN" sz="2000" b="1" dirty="0"/>
              <a:t>Reusability of Memory space</a:t>
            </a:r>
          </a:p>
          <a:p>
            <a:pPr lvl="1"/>
            <a:endParaRPr lang="en-IN" sz="1800" dirty="0" smtClean="0"/>
          </a:p>
          <a:p>
            <a:endParaRPr lang="en-IN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80AED-D6DB-4D03-B292-0D45B1572C61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118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</a:t>
            </a:r>
            <a:r>
              <a:rPr lang="en-IN" sz="3200" b="1" dirty="0" err="1" smtClean="0"/>
              <a:t>mallloc</a:t>
            </a:r>
            <a:r>
              <a:rPr lang="en-IN" sz="3200" b="1" dirty="0" smtClean="0"/>
              <a:t>() </a:t>
            </a:r>
            <a:r>
              <a:rPr lang="en-IN" sz="3200" b="1" dirty="0" err="1" smtClean="0"/>
              <a:t>fn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endParaRPr lang="en-IN" sz="2000" b="1" dirty="0" smtClean="0"/>
          </a:p>
          <a:p>
            <a:r>
              <a:rPr lang="en-IN" sz="2000" b="1" dirty="0" smtClean="0"/>
              <a:t>Allocates a block of memory in bytes</a:t>
            </a:r>
          </a:p>
          <a:p>
            <a:r>
              <a:rPr lang="en-IN" sz="2000" dirty="0" smtClean="0"/>
              <a:t>The user should </a:t>
            </a:r>
            <a:r>
              <a:rPr lang="en-IN" sz="2000" b="1" dirty="0" smtClean="0"/>
              <a:t>explicitly give the block size </a:t>
            </a:r>
            <a:r>
              <a:rPr lang="en-IN" sz="2000" dirty="0" smtClean="0"/>
              <a:t>needed.</a:t>
            </a:r>
          </a:p>
          <a:p>
            <a:r>
              <a:rPr lang="en-IN" sz="2000" b="1" dirty="0" smtClean="0"/>
              <a:t>Request to the RAM of the system to allocate memory</a:t>
            </a:r>
            <a:r>
              <a:rPr lang="en-IN" sz="2000" dirty="0" smtClean="0"/>
              <a:t>,</a:t>
            </a:r>
          </a:p>
          <a:p>
            <a:pPr lvl="1"/>
            <a:r>
              <a:rPr lang="en-IN" sz="1600" dirty="0" smtClean="0"/>
              <a:t>If request is granted returns a pointer to the first block of the memory</a:t>
            </a:r>
          </a:p>
          <a:p>
            <a:pPr lvl="1"/>
            <a:r>
              <a:rPr lang="en-IN" sz="1600" dirty="0" smtClean="0"/>
              <a:t>If it fails, it returns NULL</a:t>
            </a:r>
          </a:p>
          <a:p>
            <a:r>
              <a:rPr lang="en-IN" sz="1800" b="1" dirty="0" smtClean="0"/>
              <a:t>The type of pointer is Void, i.e. we can assign it any type of pointer.</a:t>
            </a:r>
          </a:p>
          <a:p>
            <a:r>
              <a:rPr lang="en-IN" sz="1800" dirty="0" smtClean="0"/>
              <a:t>Available in header file </a:t>
            </a:r>
            <a:r>
              <a:rPr lang="en-IN" sz="1800" dirty="0" err="1" smtClean="0"/>
              <a:t>alloc.h</a:t>
            </a:r>
            <a:r>
              <a:rPr lang="en-IN" sz="1800" dirty="0" smtClean="0"/>
              <a:t> or </a:t>
            </a:r>
            <a:r>
              <a:rPr lang="en-IN" sz="1800" dirty="0" err="1" smtClean="0"/>
              <a:t>stdlib.h</a:t>
            </a:r>
            <a:endParaRPr lang="en-IN" sz="1800" dirty="0" smtClean="0"/>
          </a:p>
          <a:p>
            <a:endParaRPr lang="en-IN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C704-4D77-4A77-AC61-525E9F64EAAF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76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</a:t>
            </a:r>
            <a:r>
              <a:rPr lang="en-IN" sz="3200" b="1" dirty="0" err="1" smtClean="0"/>
              <a:t>mallloc</a:t>
            </a:r>
            <a:r>
              <a:rPr lang="en-IN" sz="3200" b="1" dirty="0" smtClean="0"/>
              <a:t>() </a:t>
            </a:r>
            <a:r>
              <a:rPr lang="en-IN" sz="3200" b="1" dirty="0" err="1" smtClean="0"/>
              <a:t>fn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endParaRPr lang="en-IN" sz="2000" b="1" dirty="0" smtClean="0"/>
          </a:p>
          <a:p>
            <a:r>
              <a:rPr lang="en-IN" sz="2000" b="1" dirty="0" smtClean="0"/>
              <a:t>Syntax-</a:t>
            </a:r>
          </a:p>
          <a:p>
            <a:pPr marL="68580" indent="0">
              <a:buNone/>
            </a:pPr>
            <a:r>
              <a:rPr lang="en-IN" sz="2000" b="1" dirty="0" smtClean="0"/>
              <a:t> 		</a:t>
            </a:r>
            <a:r>
              <a:rPr lang="en-IN" sz="2000" b="1" dirty="0" err="1" smtClean="0"/>
              <a:t>ptr_var</a:t>
            </a:r>
            <a:r>
              <a:rPr lang="en-IN" sz="2000" b="1" dirty="0" smtClean="0"/>
              <a:t>=(</a:t>
            </a:r>
            <a:r>
              <a:rPr lang="en-IN" sz="2000" b="1" dirty="0" err="1" smtClean="0"/>
              <a:t>type_cast</a:t>
            </a:r>
            <a:r>
              <a:rPr lang="en-IN" sz="2000" b="1" dirty="0" smtClean="0"/>
              <a:t>*)</a:t>
            </a:r>
            <a:r>
              <a:rPr lang="en-IN" sz="2000" b="1" dirty="0" err="1" smtClean="0"/>
              <a:t>malloc</a:t>
            </a:r>
            <a:r>
              <a:rPr lang="en-IN" sz="2000" b="1" dirty="0" smtClean="0"/>
              <a:t>(size)</a:t>
            </a:r>
          </a:p>
          <a:p>
            <a:pPr marL="68580" indent="0">
              <a:buNone/>
            </a:pPr>
            <a:endParaRPr lang="en-IN" sz="2000" b="1" dirty="0" smtClean="0"/>
          </a:p>
          <a:p>
            <a:r>
              <a:rPr lang="en-IN" sz="1800" dirty="0" err="1"/>
              <a:t>p</a:t>
            </a:r>
            <a:r>
              <a:rPr lang="en-IN" sz="1800" dirty="0" err="1" smtClean="0"/>
              <a:t>tr_var</a:t>
            </a:r>
            <a:r>
              <a:rPr lang="en-IN" sz="1800" dirty="0" smtClean="0"/>
              <a:t> = name of pointer that holds the starting address of allocated memory block</a:t>
            </a:r>
          </a:p>
          <a:p>
            <a:r>
              <a:rPr lang="en-IN" sz="1800" dirty="0" err="1" smtClean="0"/>
              <a:t>type_cast</a:t>
            </a:r>
            <a:r>
              <a:rPr lang="en-IN" sz="1800" dirty="0" smtClean="0"/>
              <a:t>* = is the data type into which the returned pointer is to be converted</a:t>
            </a:r>
          </a:p>
          <a:p>
            <a:r>
              <a:rPr lang="en-IN" sz="1800" dirty="0" smtClean="0"/>
              <a:t>Size = size of allocated memory block in bytes</a:t>
            </a:r>
          </a:p>
          <a:p>
            <a:endParaRPr lang="en-IN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39817-5B01-474C-9724-38C5A47A4747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884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</a:t>
            </a:r>
            <a:r>
              <a:rPr lang="en-IN" sz="3200" b="1" dirty="0" err="1" smtClean="0"/>
              <a:t>mallloc</a:t>
            </a:r>
            <a:r>
              <a:rPr lang="en-IN" sz="3200" b="1" dirty="0" smtClean="0"/>
              <a:t>() </a:t>
            </a:r>
            <a:r>
              <a:rPr lang="en-IN" sz="3200" b="1" dirty="0" err="1" smtClean="0"/>
              <a:t>fn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endParaRPr lang="en-IN" sz="2000" b="1" dirty="0" smtClean="0"/>
          </a:p>
          <a:p>
            <a:pPr marL="68580" indent="0">
              <a:buNone/>
            </a:pPr>
            <a:r>
              <a:rPr lang="en-IN" sz="2000" b="1" dirty="0" err="1" smtClean="0"/>
              <a:t>Eg</a:t>
            </a:r>
            <a:r>
              <a:rPr lang="en-IN" sz="2000" b="1" dirty="0" smtClean="0"/>
              <a:t>-</a:t>
            </a:r>
          </a:p>
          <a:p>
            <a:pPr marL="68580" indent="0">
              <a:buNone/>
            </a:pPr>
            <a:r>
              <a:rPr lang="en-IN" sz="2000" b="1" dirty="0" smtClean="0"/>
              <a:t>		</a:t>
            </a:r>
            <a:r>
              <a:rPr lang="en-IN" sz="2000" b="1" dirty="0" err="1" smtClean="0"/>
              <a:t>int</a:t>
            </a:r>
            <a:r>
              <a:rPr lang="en-IN" sz="2000" b="1" dirty="0" smtClean="0"/>
              <a:t> *</a:t>
            </a:r>
            <a:r>
              <a:rPr lang="en-IN" sz="2000" b="1" dirty="0" err="1" smtClean="0"/>
              <a:t>ptr</a:t>
            </a:r>
            <a:r>
              <a:rPr lang="en-IN" sz="2000" b="1" dirty="0" smtClean="0"/>
              <a:t>;</a:t>
            </a:r>
          </a:p>
          <a:p>
            <a:pPr marL="68580" indent="0">
              <a:buNone/>
            </a:pPr>
            <a:r>
              <a:rPr lang="en-IN" sz="2000" b="1" dirty="0" smtClean="0"/>
              <a:t>		</a:t>
            </a:r>
            <a:r>
              <a:rPr lang="en-IN" sz="2000" b="1" dirty="0" err="1" smtClean="0"/>
              <a:t>ptr</a:t>
            </a:r>
            <a:r>
              <a:rPr lang="en-IN" sz="2000" b="1" dirty="0" smtClean="0"/>
              <a:t>=(</a:t>
            </a:r>
            <a:r>
              <a:rPr lang="en-IN" sz="2000" b="1" dirty="0" err="1" smtClean="0"/>
              <a:t>int</a:t>
            </a:r>
            <a:r>
              <a:rPr lang="en-IN" sz="2000" b="1" dirty="0" smtClean="0"/>
              <a:t> *)</a:t>
            </a:r>
            <a:r>
              <a:rPr lang="en-IN" sz="2000" b="1" dirty="0" err="1" smtClean="0"/>
              <a:t>malloc</a:t>
            </a:r>
            <a:r>
              <a:rPr lang="en-IN" sz="2000" b="1" dirty="0" smtClean="0"/>
              <a:t>(10*</a:t>
            </a:r>
            <a:r>
              <a:rPr lang="en-IN" sz="2000" b="1" dirty="0" err="1" smtClean="0"/>
              <a:t>sizeof</a:t>
            </a:r>
            <a:r>
              <a:rPr lang="en-IN" sz="2000" b="1" dirty="0" smtClean="0"/>
              <a:t>(</a:t>
            </a:r>
            <a:r>
              <a:rPr lang="en-IN" sz="2000" b="1" dirty="0" err="1" smtClean="0"/>
              <a:t>int</a:t>
            </a:r>
            <a:r>
              <a:rPr lang="en-IN" sz="2000" b="1" dirty="0" smtClean="0"/>
              <a:t>));</a:t>
            </a:r>
          </a:p>
          <a:p>
            <a:r>
              <a:rPr lang="en-IN" sz="1800" dirty="0" smtClean="0"/>
              <a:t>Size of </a:t>
            </a:r>
            <a:r>
              <a:rPr lang="en-IN" sz="1800" dirty="0" err="1" smtClean="0"/>
              <a:t>int</a:t>
            </a:r>
            <a:r>
              <a:rPr lang="en-IN" sz="1800" dirty="0" smtClean="0"/>
              <a:t>=2bytes </a:t>
            </a:r>
          </a:p>
          <a:p>
            <a:r>
              <a:rPr lang="en-IN" sz="1800" dirty="0" smtClean="0"/>
              <a:t>So 20 bytes are allocated, </a:t>
            </a:r>
          </a:p>
          <a:p>
            <a:r>
              <a:rPr lang="en-IN" sz="1800" dirty="0" smtClean="0"/>
              <a:t>Void pointer is casted into </a:t>
            </a:r>
            <a:r>
              <a:rPr lang="en-IN" sz="1800" dirty="0" err="1" smtClean="0"/>
              <a:t>int</a:t>
            </a:r>
            <a:r>
              <a:rPr lang="en-IN" sz="1800" dirty="0" smtClean="0"/>
              <a:t> and assigned to </a:t>
            </a:r>
            <a:r>
              <a:rPr lang="en-IN" sz="1800" dirty="0" err="1" smtClean="0"/>
              <a:t>ptr</a:t>
            </a:r>
            <a:endParaRPr lang="en-IN" sz="1800" dirty="0" smtClean="0"/>
          </a:p>
          <a:p>
            <a:pPr marL="68580" indent="0">
              <a:buNone/>
            </a:pPr>
            <a:r>
              <a:rPr lang="en-IN" sz="1800" b="1" dirty="0" err="1"/>
              <a:t>Eg</a:t>
            </a:r>
            <a:r>
              <a:rPr lang="en-IN" sz="1800" b="1" dirty="0"/>
              <a:t>-</a:t>
            </a:r>
          </a:p>
          <a:p>
            <a:pPr marL="68580" indent="0">
              <a:buNone/>
            </a:pPr>
            <a:r>
              <a:rPr lang="en-IN" sz="1800" b="1" dirty="0"/>
              <a:t>		</a:t>
            </a:r>
            <a:r>
              <a:rPr lang="en-IN" sz="1800" b="1" dirty="0" smtClean="0"/>
              <a:t>char </a:t>
            </a:r>
            <a:r>
              <a:rPr lang="en-IN" sz="1800" b="1" dirty="0"/>
              <a:t>*</a:t>
            </a:r>
            <a:r>
              <a:rPr lang="en-IN" sz="1800" b="1" dirty="0" err="1"/>
              <a:t>ptr</a:t>
            </a:r>
            <a:r>
              <a:rPr lang="en-IN" sz="1800" b="1" dirty="0"/>
              <a:t>;</a:t>
            </a:r>
          </a:p>
          <a:p>
            <a:pPr marL="68580" indent="0">
              <a:buNone/>
            </a:pPr>
            <a:r>
              <a:rPr lang="en-IN" sz="1800" b="1" dirty="0"/>
              <a:t>		</a:t>
            </a:r>
            <a:r>
              <a:rPr lang="en-IN" sz="1800" b="1" dirty="0" err="1"/>
              <a:t>ptr</a:t>
            </a:r>
            <a:r>
              <a:rPr lang="en-IN" sz="1800" b="1" dirty="0" smtClean="0"/>
              <a:t>=(char </a:t>
            </a:r>
            <a:r>
              <a:rPr lang="en-IN" sz="1800" b="1" dirty="0"/>
              <a:t>*)</a:t>
            </a:r>
            <a:r>
              <a:rPr lang="en-IN" sz="1800" b="1" dirty="0" err="1" smtClean="0"/>
              <a:t>malloc</a:t>
            </a:r>
            <a:r>
              <a:rPr lang="en-IN" sz="1800" b="1" dirty="0" smtClean="0"/>
              <a:t>(10*</a:t>
            </a:r>
            <a:r>
              <a:rPr lang="en-IN" sz="1800" b="1" dirty="0" err="1" smtClean="0"/>
              <a:t>sizeof</a:t>
            </a:r>
            <a:r>
              <a:rPr lang="en-IN" sz="1800" b="1" dirty="0" smtClean="0"/>
              <a:t>(char));</a:t>
            </a:r>
            <a:endParaRPr lang="en-IN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BEA9-4C73-4BD4-AC74-BF8FAD5EB3C8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980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052736"/>
            <a:ext cx="7848872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</a:t>
            </a:r>
            <a:r>
              <a:rPr lang="en-IN" sz="3200" b="1" dirty="0" err="1" smtClean="0"/>
              <a:t>mallloc</a:t>
            </a:r>
            <a:r>
              <a:rPr lang="en-IN" sz="3200" b="1" dirty="0" smtClean="0"/>
              <a:t>() </a:t>
            </a:r>
            <a:r>
              <a:rPr lang="en-IN" sz="3200" b="1" dirty="0" err="1" smtClean="0"/>
              <a:t>fn</a:t>
            </a:r>
            <a:r>
              <a:rPr lang="en-IN" sz="3200" b="1" dirty="0" smtClean="0"/>
              <a:t>- Usage in Linked List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7416824" cy="4752528"/>
          </a:xfrm>
        </p:spPr>
        <p:txBody>
          <a:bodyPr>
            <a:normAutofit/>
          </a:bodyPr>
          <a:lstStyle/>
          <a:p>
            <a:endParaRPr lang="en-IN" sz="2000" b="1" dirty="0" smtClean="0"/>
          </a:p>
          <a:p>
            <a:pPr marL="68580" indent="0">
              <a:buNone/>
            </a:pPr>
            <a:r>
              <a:rPr lang="en-IN" sz="2000" b="1" dirty="0" err="1" smtClean="0"/>
              <a:t>Eg</a:t>
            </a:r>
            <a:r>
              <a:rPr lang="en-IN" sz="2000" b="1" dirty="0" smtClean="0"/>
              <a:t>-</a:t>
            </a:r>
          </a:p>
          <a:p>
            <a:pPr marL="68580" indent="0">
              <a:buNone/>
            </a:pPr>
            <a:r>
              <a:rPr lang="en-IN" sz="2000" b="1" dirty="0" err="1" smtClean="0"/>
              <a:t>struct</a:t>
            </a:r>
            <a:r>
              <a:rPr lang="en-IN" sz="2000" b="1" dirty="0" smtClean="0"/>
              <a:t> student;</a:t>
            </a:r>
          </a:p>
          <a:p>
            <a:pPr marL="68580" indent="0">
              <a:buNone/>
            </a:pPr>
            <a:r>
              <a:rPr lang="en-IN" sz="2000" b="1" dirty="0" smtClean="0"/>
              <a:t>{</a:t>
            </a:r>
          </a:p>
          <a:p>
            <a:pPr marL="68580" indent="0">
              <a:buNone/>
            </a:pPr>
            <a:r>
              <a:rPr lang="en-IN" sz="2000" b="1" dirty="0" smtClean="0"/>
              <a:t>	</a:t>
            </a:r>
            <a:r>
              <a:rPr lang="en-IN" sz="2000" b="1" dirty="0" err="1" smtClean="0"/>
              <a:t>int</a:t>
            </a:r>
            <a:r>
              <a:rPr lang="en-IN" sz="2000" b="1" dirty="0" smtClean="0"/>
              <a:t> </a:t>
            </a:r>
            <a:r>
              <a:rPr lang="en-IN" sz="2000" b="1" dirty="0" err="1" smtClean="0"/>
              <a:t>roll_no</a:t>
            </a:r>
            <a:r>
              <a:rPr lang="en-IN" sz="2000" b="1" dirty="0" smtClean="0"/>
              <a:t>;</a:t>
            </a:r>
          </a:p>
          <a:p>
            <a:pPr marL="68580" indent="0">
              <a:buNone/>
            </a:pPr>
            <a:r>
              <a:rPr lang="en-IN" sz="2000" b="1" dirty="0" smtClean="0"/>
              <a:t>	char name[30];</a:t>
            </a:r>
          </a:p>
          <a:p>
            <a:pPr marL="68580" indent="0">
              <a:buNone/>
            </a:pPr>
            <a:r>
              <a:rPr lang="en-IN" sz="2000" b="1" dirty="0" smtClean="0"/>
              <a:t>	float percentage;</a:t>
            </a:r>
          </a:p>
          <a:p>
            <a:pPr marL="68580" indent="0">
              <a:buNone/>
            </a:pPr>
            <a:r>
              <a:rPr lang="en-IN" sz="2000" b="1" dirty="0" smtClean="0"/>
              <a:t>};</a:t>
            </a:r>
          </a:p>
          <a:p>
            <a:pPr marL="68580" indent="0">
              <a:buNone/>
            </a:pPr>
            <a:r>
              <a:rPr lang="en-IN" sz="2000" b="1" dirty="0" err="1" smtClean="0"/>
              <a:t>struct</a:t>
            </a:r>
            <a:r>
              <a:rPr lang="en-IN" sz="2000" b="1" dirty="0" smtClean="0"/>
              <a:t> student *</a:t>
            </a:r>
            <a:r>
              <a:rPr lang="en-IN" sz="2000" b="1" dirty="0" err="1" smtClean="0"/>
              <a:t>st_ptr</a:t>
            </a:r>
            <a:r>
              <a:rPr lang="en-IN" sz="2000" b="1" dirty="0" smtClean="0"/>
              <a:t>;</a:t>
            </a:r>
          </a:p>
          <a:p>
            <a:pPr marL="68580" indent="0">
              <a:buNone/>
            </a:pPr>
            <a:r>
              <a:rPr lang="en-IN" sz="2000" b="1" dirty="0" err="1" smtClean="0"/>
              <a:t>st_ptr</a:t>
            </a:r>
            <a:r>
              <a:rPr lang="en-IN" sz="2000" b="1" dirty="0" smtClean="0"/>
              <a:t>=(</a:t>
            </a:r>
            <a:r>
              <a:rPr lang="en-IN" sz="2000" b="1" dirty="0" err="1" smtClean="0"/>
              <a:t>struct</a:t>
            </a:r>
            <a:r>
              <a:rPr lang="en-IN" sz="2000" b="1" dirty="0" smtClean="0"/>
              <a:t> student *)</a:t>
            </a:r>
            <a:r>
              <a:rPr lang="en-IN" sz="2000" b="1" dirty="0" err="1" smtClean="0"/>
              <a:t>malloc</a:t>
            </a:r>
            <a:r>
              <a:rPr lang="en-IN" sz="2000" b="1" dirty="0" smtClean="0"/>
              <a:t>(10*</a:t>
            </a:r>
            <a:r>
              <a:rPr lang="en-IN" sz="2000" b="1" dirty="0" err="1" smtClean="0"/>
              <a:t>sizeof</a:t>
            </a:r>
            <a:r>
              <a:rPr lang="en-IN" sz="2000" b="1" dirty="0" smtClean="0"/>
              <a:t>(</a:t>
            </a:r>
            <a:r>
              <a:rPr lang="en-IN" sz="2000" b="1" dirty="0" err="1" smtClean="0"/>
              <a:t>struct</a:t>
            </a:r>
            <a:r>
              <a:rPr lang="en-IN" sz="2000" b="1" dirty="0" smtClean="0"/>
              <a:t> student));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4811-994C-4149-9AB8-B34E1C718437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824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</a:t>
            </a:r>
            <a:r>
              <a:rPr lang="en-IN" sz="3200" b="1" dirty="0" err="1"/>
              <a:t>c</a:t>
            </a:r>
            <a:r>
              <a:rPr lang="en-IN" sz="3200" b="1" dirty="0" err="1" smtClean="0"/>
              <a:t>allloc</a:t>
            </a:r>
            <a:r>
              <a:rPr lang="en-IN" sz="3200" b="1" dirty="0" smtClean="0"/>
              <a:t>() </a:t>
            </a:r>
            <a:r>
              <a:rPr lang="en-IN" sz="3200" b="1" dirty="0" err="1" smtClean="0"/>
              <a:t>fn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r>
              <a:rPr lang="en-IN" sz="2000" dirty="0"/>
              <a:t>Similar to </a:t>
            </a:r>
            <a:r>
              <a:rPr lang="en-IN" sz="2000" dirty="0" err="1" smtClean="0"/>
              <a:t>malloc</a:t>
            </a:r>
            <a:endParaRPr lang="en-IN" sz="2000" dirty="0" smtClean="0"/>
          </a:p>
          <a:p>
            <a:pPr lvl="1"/>
            <a:r>
              <a:rPr lang="en-IN" sz="1800" dirty="0" smtClean="0"/>
              <a:t>It neds two arguments as against one argument in </a:t>
            </a:r>
            <a:r>
              <a:rPr lang="en-IN" sz="1800" dirty="0" err="1" smtClean="0"/>
              <a:t>malloc</a:t>
            </a:r>
            <a:r>
              <a:rPr lang="en-IN" sz="1800" dirty="0" smtClean="0"/>
              <a:t>() </a:t>
            </a:r>
            <a:r>
              <a:rPr lang="en-IN" sz="1800" dirty="0" err="1" smtClean="0"/>
              <a:t>fn</a:t>
            </a:r>
            <a:endParaRPr lang="en-IN" sz="1800" dirty="0" smtClean="0"/>
          </a:p>
          <a:p>
            <a:pPr marL="68580" indent="0">
              <a:buNone/>
            </a:pPr>
            <a:r>
              <a:rPr lang="en-IN" sz="2000" b="1" dirty="0" err="1" smtClean="0"/>
              <a:t>Eg</a:t>
            </a:r>
            <a:r>
              <a:rPr lang="en-IN" sz="2000" b="1" dirty="0" smtClean="0"/>
              <a:t>-</a:t>
            </a:r>
          </a:p>
          <a:p>
            <a:pPr marL="68580" indent="0">
              <a:buNone/>
            </a:pPr>
            <a:r>
              <a:rPr lang="en-IN" sz="2000" b="1" dirty="0" smtClean="0"/>
              <a:t>		</a:t>
            </a:r>
            <a:r>
              <a:rPr lang="en-IN" sz="2000" b="1" dirty="0" err="1" smtClean="0"/>
              <a:t>int</a:t>
            </a:r>
            <a:r>
              <a:rPr lang="en-IN" sz="2000" b="1" dirty="0" smtClean="0"/>
              <a:t> *</a:t>
            </a:r>
            <a:r>
              <a:rPr lang="en-IN" sz="2000" b="1" dirty="0" err="1" smtClean="0"/>
              <a:t>ptr</a:t>
            </a:r>
            <a:r>
              <a:rPr lang="en-IN" sz="2000" b="1" dirty="0" smtClean="0"/>
              <a:t>;</a:t>
            </a:r>
          </a:p>
          <a:p>
            <a:pPr marL="68580" indent="0">
              <a:buNone/>
            </a:pPr>
            <a:r>
              <a:rPr lang="en-IN" sz="2000" b="1" dirty="0" smtClean="0"/>
              <a:t>		</a:t>
            </a:r>
            <a:r>
              <a:rPr lang="en-IN" sz="2000" b="1" dirty="0" err="1" smtClean="0"/>
              <a:t>ptr</a:t>
            </a:r>
            <a:r>
              <a:rPr lang="en-IN" sz="2000" b="1" dirty="0" smtClean="0"/>
              <a:t>=(</a:t>
            </a:r>
            <a:r>
              <a:rPr lang="en-IN" sz="2000" b="1" dirty="0" err="1" smtClean="0"/>
              <a:t>int</a:t>
            </a:r>
            <a:r>
              <a:rPr lang="en-IN" sz="2000" b="1" dirty="0" smtClean="0"/>
              <a:t> *)</a:t>
            </a:r>
            <a:r>
              <a:rPr lang="en-IN" sz="2000" b="1" dirty="0" err="1" smtClean="0"/>
              <a:t>calloc</a:t>
            </a:r>
            <a:r>
              <a:rPr lang="en-IN" sz="2000" b="1" dirty="0" smtClean="0"/>
              <a:t>(10,2));</a:t>
            </a:r>
            <a:endParaRPr lang="en-IN" sz="2000" dirty="0" smtClean="0"/>
          </a:p>
          <a:p>
            <a:pPr marL="68580" indent="0">
              <a:buNone/>
            </a:pPr>
            <a:r>
              <a:rPr lang="en-IN" sz="2000" dirty="0" smtClean="0"/>
              <a:t>1</a:t>
            </a:r>
            <a:r>
              <a:rPr lang="en-IN" sz="2000" baseline="30000" dirty="0" smtClean="0"/>
              <a:t>st</a:t>
            </a:r>
            <a:r>
              <a:rPr lang="en-IN" sz="2000" dirty="0" smtClean="0"/>
              <a:t> argument=no of elements</a:t>
            </a:r>
          </a:p>
          <a:p>
            <a:pPr marL="68580" indent="0">
              <a:buNone/>
            </a:pPr>
            <a:r>
              <a:rPr lang="en-IN" sz="2000" dirty="0" smtClean="0"/>
              <a:t>2</a:t>
            </a:r>
            <a:r>
              <a:rPr lang="en-IN" sz="2000" baseline="30000" dirty="0" smtClean="0"/>
              <a:t>nd</a:t>
            </a:r>
            <a:r>
              <a:rPr lang="en-IN" sz="2000" dirty="0" smtClean="0"/>
              <a:t> argument=size of data type in bytes</a:t>
            </a:r>
          </a:p>
          <a:p>
            <a:pPr marL="68580" indent="0">
              <a:buNone/>
            </a:pPr>
            <a:endParaRPr lang="en-IN" sz="2000" dirty="0"/>
          </a:p>
          <a:p>
            <a:r>
              <a:rPr lang="en-IN" sz="2000" dirty="0" smtClean="0"/>
              <a:t>On initialization-</a:t>
            </a:r>
          </a:p>
          <a:p>
            <a:pPr lvl="1"/>
            <a:r>
              <a:rPr lang="en-IN" sz="1800" dirty="0" err="1" smtClean="0"/>
              <a:t>Malloc</a:t>
            </a:r>
            <a:r>
              <a:rPr lang="en-IN" sz="1800" dirty="0" smtClean="0"/>
              <a:t>() contains garbage value </a:t>
            </a:r>
          </a:p>
          <a:p>
            <a:pPr lvl="1"/>
            <a:r>
              <a:rPr lang="en-IN" sz="1800" dirty="0" err="1" smtClean="0"/>
              <a:t>Calloc</a:t>
            </a:r>
            <a:r>
              <a:rPr lang="en-IN" sz="1800" dirty="0" smtClean="0"/>
              <a:t>() contains all zeros</a:t>
            </a:r>
          </a:p>
          <a:p>
            <a:r>
              <a:rPr lang="en-IN" sz="2000" dirty="0"/>
              <a:t>Available in header file </a:t>
            </a:r>
            <a:r>
              <a:rPr lang="en-IN" sz="2000" dirty="0" err="1"/>
              <a:t>alloc.h</a:t>
            </a:r>
            <a:r>
              <a:rPr lang="en-IN" sz="2000" dirty="0"/>
              <a:t> or </a:t>
            </a:r>
            <a:r>
              <a:rPr lang="en-IN" sz="2000" dirty="0" err="1"/>
              <a:t>stdlib.h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16D6-A471-4A45-BDE4-B4D159290D38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89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free() </a:t>
            </a:r>
            <a:r>
              <a:rPr lang="en-IN" sz="3200" b="1" dirty="0" err="1" smtClean="0"/>
              <a:t>fn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r>
              <a:rPr lang="en-IN" sz="2000" dirty="0" smtClean="0"/>
              <a:t>Used to deallocate the previously allocated memory using </a:t>
            </a:r>
            <a:r>
              <a:rPr lang="en-IN" sz="2000" dirty="0" err="1" smtClean="0"/>
              <a:t>malloc</a:t>
            </a:r>
            <a:r>
              <a:rPr lang="en-IN" sz="2000" dirty="0" smtClean="0"/>
              <a:t> or </a:t>
            </a:r>
            <a:r>
              <a:rPr lang="en-IN" sz="2000" dirty="0" err="1" smtClean="0"/>
              <a:t>calloc</a:t>
            </a:r>
            <a:r>
              <a:rPr lang="en-IN" sz="2000" dirty="0" smtClean="0"/>
              <a:t>() </a:t>
            </a:r>
            <a:r>
              <a:rPr lang="en-IN" sz="2000" dirty="0" err="1" smtClean="0"/>
              <a:t>fn</a:t>
            </a:r>
            <a:endParaRPr lang="en-IN" sz="2000" dirty="0" smtClean="0"/>
          </a:p>
          <a:p>
            <a:endParaRPr lang="en-IN" sz="2000" b="1" dirty="0" smtClean="0"/>
          </a:p>
          <a:p>
            <a:r>
              <a:rPr lang="en-IN" sz="2000" b="1" dirty="0" smtClean="0"/>
              <a:t>Syntax-</a:t>
            </a:r>
          </a:p>
          <a:p>
            <a:pPr marL="68580" indent="0">
              <a:buNone/>
            </a:pPr>
            <a:r>
              <a:rPr lang="en-IN" sz="2000" b="1" dirty="0" smtClean="0"/>
              <a:t> 		free(</a:t>
            </a:r>
            <a:r>
              <a:rPr lang="en-IN" sz="2000" b="1" dirty="0" err="1" smtClean="0"/>
              <a:t>ptr_var</a:t>
            </a:r>
            <a:r>
              <a:rPr lang="en-IN" sz="2000" b="1" dirty="0" smtClean="0"/>
              <a:t>);</a:t>
            </a:r>
          </a:p>
          <a:p>
            <a:endParaRPr lang="en-IN" sz="1800" dirty="0" smtClean="0"/>
          </a:p>
          <a:p>
            <a:r>
              <a:rPr lang="en-IN" sz="1800" dirty="0" err="1" smtClean="0"/>
              <a:t>ptr_var</a:t>
            </a:r>
            <a:r>
              <a:rPr lang="en-IN" sz="1800" dirty="0" smtClean="0"/>
              <a:t> is the pointer in which the address of the allocated  memory block is assigned.</a:t>
            </a:r>
          </a:p>
          <a:p>
            <a:endParaRPr lang="en-IN" sz="1800" dirty="0" smtClean="0"/>
          </a:p>
          <a:p>
            <a:r>
              <a:rPr lang="en-IN" sz="1800" dirty="0" smtClean="0"/>
              <a:t>Returns the allocated memory to the system RAM..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ED48A-14B0-4AE2-9544-3E8ACAFA6052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81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</a:t>
            </a:r>
            <a:r>
              <a:rPr lang="en-IN" sz="3200" b="1" dirty="0" err="1" smtClean="0"/>
              <a:t>realloc</a:t>
            </a:r>
            <a:r>
              <a:rPr lang="en-IN" sz="3200" b="1" dirty="0" smtClean="0"/>
              <a:t>() </a:t>
            </a:r>
            <a:r>
              <a:rPr lang="en-IN" sz="3200" b="1" dirty="0" err="1" smtClean="0"/>
              <a:t>fn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r>
              <a:rPr lang="en-IN" sz="2000" dirty="0" smtClean="0"/>
              <a:t>To resize the size of memory block, which is already allocated using </a:t>
            </a:r>
            <a:r>
              <a:rPr lang="en-IN" sz="2000" dirty="0" err="1" smtClean="0"/>
              <a:t>malloc</a:t>
            </a:r>
            <a:r>
              <a:rPr lang="en-IN" sz="2000" dirty="0" smtClean="0"/>
              <a:t>.</a:t>
            </a:r>
          </a:p>
          <a:p>
            <a:endParaRPr lang="en-IN" sz="2000" dirty="0"/>
          </a:p>
          <a:p>
            <a:r>
              <a:rPr lang="en-IN" sz="2000" dirty="0" smtClean="0"/>
              <a:t>Used in two situations:</a:t>
            </a:r>
          </a:p>
          <a:p>
            <a:pPr lvl="1"/>
            <a:r>
              <a:rPr lang="en-IN" sz="1800" dirty="0" smtClean="0"/>
              <a:t>If the allocated memory is insufficient for current application</a:t>
            </a:r>
          </a:p>
          <a:p>
            <a:pPr lvl="1"/>
            <a:r>
              <a:rPr lang="en-IN" sz="1800" dirty="0" smtClean="0"/>
              <a:t>If the allocated memory is much more than what is required by the current application</a:t>
            </a:r>
          </a:p>
          <a:p>
            <a:endParaRPr lang="en-IN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EA1E4-D70E-43AF-A439-1512C31A5D87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929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024744" cy="529128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The </a:t>
            </a:r>
            <a:r>
              <a:rPr lang="en-IN" sz="3200" b="1" dirty="0" err="1" smtClean="0"/>
              <a:t>realloc</a:t>
            </a:r>
            <a:r>
              <a:rPr lang="en-IN" sz="3200" b="1" dirty="0" smtClean="0"/>
              <a:t>() </a:t>
            </a:r>
            <a:r>
              <a:rPr lang="en-IN" sz="3200" b="1" dirty="0" err="1" smtClean="0"/>
              <a:t>fn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340768"/>
            <a:ext cx="6777317" cy="4752528"/>
          </a:xfrm>
        </p:spPr>
        <p:txBody>
          <a:bodyPr>
            <a:normAutofit/>
          </a:bodyPr>
          <a:lstStyle/>
          <a:p>
            <a:r>
              <a:rPr lang="en-IN" sz="2000" dirty="0" smtClean="0"/>
              <a:t>Syntax-</a:t>
            </a:r>
          </a:p>
          <a:p>
            <a:pPr marL="68580" indent="0">
              <a:buNone/>
            </a:pPr>
            <a:r>
              <a:rPr lang="en-IN" sz="2000" dirty="0" smtClean="0"/>
              <a:t>            </a:t>
            </a:r>
            <a:r>
              <a:rPr lang="en-IN" sz="2000" b="1" dirty="0" err="1" smtClean="0"/>
              <a:t>ptr_var</a:t>
            </a:r>
            <a:r>
              <a:rPr lang="en-IN" sz="2000" b="1" dirty="0" smtClean="0"/>
              <a:t>=</a:t>
            </a:r>
            <a:r>
              <a:rPr lang="en-IN" sz="2000" b="1" dirty="0" err="1" smtClean="0"/>
              <a:t>realloc</a:t>
            </a:r>
            <a:r>
              <a:rPr lang="en-IN" sz="2000" b="1" dirty="0" smtClean="0"/>
              <a:t>(</a:t>
            </a:r>
            <a:r>
              <a:rPr lang="en-IN" sz="2000" b="1" dirty="0" err="1" smtClean="0"/>
              <a:t>ptr_var,new_size</a:t>
            </a:r>
            <a:r>
              <a:rPr lang="en-IN" sz="2000" b="1" dirty="0" smtClean="0"/>
              <a:t>);</a:t>
            </a:r>
          </a:p>
          <a:p>
            <a:endParaRPr lang="en-IN" sz="1800" dirty="0" smtClean="0"/>
          </a:p>
          <a:p>
            <a:r>
              <a:rPr lang="en-IN" sz="1800" dirty="0" err="1" smtClean="0"/>
              <a:t>ptr_var</a:t>
            </a:r>
            <a:r>
              <a:rPr lang="en-IN" sz="1800" dirty="0" smtClean="0"/>
              <a:t> is the pointer holding the starting address of already allocated memory block.</a:t>
            </a:r>
          </a:p>
          <a:p>
            <a:endParaRPr lang="en-IN" sz="1800" dirty="0"/>
          </a:p>
          <a:p>
            <a:r>
              <a:rPr lang="en-IN" sz="1800" dirty="0" smtClean="0"/>
              <a:t>Available inn header file&lt;</a:t>
            </a:r>
            <a:r>
              <a:rPr lang="en-IN" sz="1800" dirty="0" err="1" smtClean="0"/>
              <a:t>stdlib.h</a:t>
            </a:r>
            <a:r>
              <a:rPr lang="en-IN" sz="1800" dirty="0" smtClean="0"/>
              <a:t>&gt;</a:t>
            </a:r>
          </a:p>
          <a:p>
            <a:endParaRPr lang="en-IN" sz="1800" b="1" dirty="0"/>
          </a:p>
          <a:p>
            <a:r>
              <a:rPr lang="en-IN" sz="1800" b="1" dirty="0" smtClean="0"/>
              <a:t>Can resize memory allocated previously through </a:t>
            </a:r>
            <a:r>
              <a:rPr lang="en-IN" sz="1800" b="1" dirty="0" err="1" smtClean="0"/>
              <a:t>malloc</a:t>
            </a:r>
            <a:r>
              <a:rPr lang="en-IN" sz="1800" b="1" dirty="0" smtClean="0"/>
              <a:t> only.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7E53-7851-4A5A-8B01-BDA6C1670481}" type="datetime1">
              <a:rPr lang="en-IN" smtClean="0"/>
              <a:t>02-08-2023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53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6255</TotalTime>
  <Words>626</Words>
  <Application>Microsoft Office PowerPoint</Application>
  <PresentationFormat>On-screen Show (4:3)</PresentationFormat>
  <Paragraphs>170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Austin</vt:lpstr>
      <vt:lpstr>Module 2.0</vt:lpstr>
      <vt:lpstr>Memory Allocation &amp; Deallocation for Linked List</vt:lpstr>
      <vt:lpstr>Memory Allocation</vt:lpstr>
      <vt:lpstr>Compile Time or Static Allocation</vt:lpstr>
      <vt:lpstr>Compile Time or Static Allocation</vt:lpstr>
      <vt:lpstr>Compile Time or Static Allocation</vt:lpstr>
      <vt:lpstr>Runtime or Dynamic Allocation</vt:lpstr>
      <vt:lpstr>Runtime or Dynamic Allocation</vt:lpstr>
      <vt:lpstr>The mallloc() fn</vt:lpstr>
      <vt:lpstr>The mallloc() fn</vt:lpstr>
      <vt:lpstr>The mallloc() fn</vt:lpstr>
      <vt:lpstr>The mallloc() fn- Usage in Linked List</vt:lpstr>
      <vt:lpstr>The callloc() fn</vt:lpstr>
      <vt:lpstr>The free() fn</vt:lpstr>
      <vt:lpstr>The realloc() fn</vt:lpstr>
      <vt:lpstr>The realloc() fn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157</cp:revision>
  <dcterms:created xsi:type="dcterms:W3CDTF">2020-07-14T06:20:56Z</dcterms:created>
  <dcterms:modified xsi:type="dcterms:W3CDTF">2023-08-02T05:42:04Z</dcterms:modified>
</cp:coreProperties>
</file>