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9144000"/>
  <p:notesSz cx="9144000" cy="6858000"/>
  <p:embeddedFontLs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57" roundtripDataSignature="AMtx7mgeYsguvozoGSyjCRmCWGpj7He7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BBCEFE-FFB5-4C1A-B353-036E4102BE84}">
  <a:tblStyle styleId="{4ABBCEFE-FFB5-4C1A-B353-036E4102BE8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OpenSans-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OpenSans-italic.fntdata"/><Relationship Id="rId10" Type="http://schemas.openxmlformats.org/officeDocument/2006/relationships/slide" Target="slides/slide4.xml"/><Relationship Id="rId54" Type="http://schemas.openxmlformats.org/officeDocument/2006/relationships/font" Target="fonts/OpenSans-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49"/>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800">
                <a:solidFill>
                  <a:srgbClr val="FF00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49"/>
          <p:cNvSpPr txBox="1"/>
          <p:nvPr>
            <p:ph idx="1" type="body"/>
          </p:nvPr>
        </p:nvSpPr>
        <p:spPr>
          <a:xfrm>
            <a:off x="645159" y="1780361"/>
            <a:ext cx="7554595" cy="260032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75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4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9"/>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lvl1pPr indent="0" lvl="0" marL="38100" marR="0" algn="l">
              <a:lnSpc>
                <a:spcPct val="116111"/>
              </a:lnSpc>
              <a:spcBef>
                <a:spcPts val="0"/>
              </a:spcBef>
              <a:buNone/>
              <a:defRPr b="0" i="0" sz="1800">
                <a:solidFill>
                  <a:schemeClr val="dk1"/>
                </a:solidFill>
                <a:latin typeface="Arial"/>
                <a:ea typeface="Arial"/>
                <a:cs typeface="Arial"/>
                <a:sym typeface="Arial"/>
              </a:defRPr>
            </a:lvl1pPr>
            <a:lvl2pPr indent="0" lvl="1" marL="38100" marR="0" algn="l">
              <a:lnSpc>
                <a:spcPct val="116111"/>
              </a:lnSpc>
              <a:spcBef>
                <a:spcPts val="0"/>
              </a:spcBef>
              <a:buNone/>
              <a:defRPr b="0" i="0" sz="1800">
                <a:solidFill>
                  <a:schemeClr val="dk1"/>
                </a:solidFill>
                <a:latin typeface="Arial"/>
                <a:ea typeface="Arial"/>
                <a:cs typeface="Arial"/>
                <a:sym typeface="Arial"/>
              </a:defRPr>
            </a:lvl2pPr>
            <a:lvl3pPr indent="0" lvl="2" marL="38100" marR="0" algn="l">
              <a:lnSpc>
                <a:spcPct val="116111"/>
              </a:lnSpc>
              <a:spcBef>
                <a:spcPts val="0"/>
              </a:spcBef>
              <a:buNone/>
              <a:defRPr b="0" i="0" sz="1800">
                <a:solidFill>
                  <a:schemeClr val="dk1"/>
                </a:solidFill>
                <a:latin typeface="Arial"/>
                <a:ea typeface="Arial"/>
                <a:cs typeface="Arial"/>
                <a:sym typeface="Arial"/>
              </a:defRPr>
            </a:lvl3pPr>
            <a:lvl4pPr indent="0" lvl="3" marL="38100" marR="0" algn="l">
              <a:lnSpc>
                <a:spcPct val="116111"/>
              </a:lnSpc>
              <a:spcBef>
                <a:spcPts val="0"/>
              </a:spcBef>
              <a:buNone/>
              <a:defRPr b="0" i="0" sz="1800">
                <a:solidFill>
                  <a:schemeClr val="dk1"/>
                </a:solidFill>
                <a:latin typeface="Arial"/>
                <a:ea typeface="Arial"/>
                <a:cs typeface="Arial"/>
                <a:sym typeface="Arial"/>
              </a:defRPr>
            </a:lvl4pPr>
            <a:lvl5pPr indent="0" lvl="4" marL="38100" marR="0" algn="l">
              <a:lnSpc>
                <a:spcPct val="116111"/>
              </a:lnSpc>
              <a:spcBef>
                <a:spcPts val="0"/>
              </a:spcBef>
              <a:buNone/>
              <a:defRPr b="0" i="0" sz="1800">
                <a:solidFill>
                  <a:schemeClr val="dk1"/>
                </a:solidFill>
                <a:latin typeface="Arial"/>
                <a:ea typeface="Arial"/>
                <a:cs typeface="Arial"/>
                <a:sym typeface="Arial"/>
              </a:defRPr>
            </a:lvl5pPr>
            <a:lvl6pPr indent="0" lvl="5" marL="38100" marR="0" algn="l">
              <a:lnSpc>
                <a:spcPct val="116111"/>
              </a:lnSpc>
              <a:spcBef>
                <a:spcPts val="0"/>
              </a:spcBef>
              <a:buNone/>
              <a:defRPr b="0" i="0" sz="1800">
                <a:solidFill>
                  <a:schemeClr val="dk1"/>
                </a:solidFill>
                <a:latin typeface="Arial"/>
                <a:ea typeface="Arial"/>
                <a:cs typeface="Arial"/>
                <a:sym typeface="Arial"/>
              </a:defRPr>
            </a:lvl6pPr>
            <a:lvl7pPr indent="0" lvl="6" marL="38100" marR="0" algn="l">
              <a:lnSpc>
                <a:spcPct val="116111"/>
              </a:lnSpc>
              <a:spcBef>
                <a:spcPts val="0"/>
              </a:spcBef>
              <a:buNone/>
              <a:defRPr b="0" i="0" sz="1800">
                <a:solidFill>
                  <a:schemeClr val="dk1"/>
                </a:solidFill>
                <a:latin typeface="Arial"/>
                <a:ea typeface="Arial"/>
                <a:cs typeface="Arial"/>
                <a:sym typeface="Arial"/>
              </a:defRPr>
            </a:lvl7pPr>
            <a:lvl8pPr indent="0" lvl="7" marL="38100" marR="0" algn="l">
              <a:lnSpc>
                <a:spcPct val="116111"/>
              </a:lnSpc>
              <a:spcBef>
                <a:spcPts val="0"/>
              </a:spcBef>
              <a:buNone/>
              <a:defRPr b="0" i="0" sz="1800">
                <a:solidFill>
                  <a:schemeClr val="dk1"/>
                </a:solidFill>
                <a:latin typeface="Arial"/>
                <a:ea typeface="Arial"/>
                <a:cs typeface="Arial"/>
                <a:sym typeface="Arial"/>
              </a:defRPr>
            </a:lvl8pPr>
            <a:lvl9pPr indent="0" lvl="8" marL="38100" marR="0" algn="l">
              <a:lnSpc>
                <a:spcPct val="116111"/>
              </a:lnSpc>
              <a:spcBef>
                <a:spcPts val="0"/>
              </a:spcBef>
              <a:buNone/>
              <a:defRPr b="0" i="0" sz="18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4" name="Shape 24"/>
        <p:cNvGrpSpPr/>
        <p:nvPr/>
      </p:nvGrpSpPr>
      <p:grpSpPr>
        <a:xfrm>
          <a:off x="0" y="0"/>
          <a:ext cx="0" cy="0"/>
          <a:chOff x="0" y="0"/>
          <a:chExt cx="0" cy="0"/>
        </a:xfrm>
      </p:grpSpPr>
      <p:sp>
        <p:nvSpPr>
          <p:cNvPr id="25" name="Google Shape;25;p50"/>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800">
                <a:solidFill>
                  <a:srgbClr val="FF00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5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0"/>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lvl1pPr indent="0" lvl="0" marL="38100" marR="0" algn="l">
              <a:lnSpc>
                <a:spcPct val="116111"/>
              </a:lnSpc>
              <a:spcBef>
                <a:spcPts val="0"/>
              </a:spcBef>
              <a:buNone/>
              <a:defRPr b="0" i="0" sz="1800">
                <a:solidFill>
                  <a:schemeClr val="dk1"/>
                </a:solidFill>
                <a:latin typeface="Arial"/>
                <a:ea typeface="Arial"/>
                <a:cs typeface="Arial"/>
                <a:sym typeface="Arial"/>
              </a:defRPr>
            </a:lvl1pPr>
            <a:lvl2pPr indent="0" lvl="1" marL="38100" marR="0" algn="l">
              <a:lnSpc>
                <a:spcPct val="116111"/>
              </a:lnSpc>
              <a:spcBef>
                <a:spcPts val="0"/>
              </a:spcBef>
              <a:buNone/>
              <a:defRPr b="0" i="0" sz="1800">
                <a:solidFill>
                  <a:schemeClr val="dk1"/>
                </a:solidFill>
                <a:latin typeface="Arial"/>
                <a:ea typeface="Arial"/>
                <a:cs typeface="Arial"/>
                <a:sym typeface="Arial"/>
              </a:defRPr>
            </a:lvl2pPr>
            <a:lvl3pPr indent="0" lvl="2" marL="38100" marR="0" algn="l">
              <a:lnSpc>
                <a:spcPct val="116111"/>
              </a:lnSpc>
              <a:spcBef>
                <a:spcPts val="0"/>
              </a:spcBef>
              <a:buNone/>
              <a:defRPr b="0" i="0" sz="1800">
                <a:solidFill>
                  <a:schemeClr val="dk1"/>
                </a:solidFill>
                <a:latin typeface="Arial"/>
                <a:ea typeface="Arial"/>
                <a:cs typeface="Arial"/>
                <a:sym typeface="Arial"/>
              </a:defRPr>
            </a:lvl3pPr>
            <a:lvl4pPr indent="0" lvl="3" marL="38100" marR="0" algn="l">
              <a:lnSpc>
                <a:spcPct val="116111"/>
              </a:lnSpc>
              <a:spcBef>
                <a:spcPts val="0"/>
              </a:spcBef>
              <a:buNone/>
              <a:defRPr b="0" i="0" sz="1800">
                <a:solidFill>
                  <a:schemeClr val="dk1"/>
                </a:solidFill>
                <a:latin typeface="Arial"/>
                <a:ea typeface="Arial"/>
                <a:cs typeface="Arial"/>
                <a:sym typeface="Arial"/>
              </a:defRPr>
            </a:lvl4pPr>
            <a:lvl5pPr indent="0" lvl="4" marL="38100" marR="0" algn="l">
              <a:lnSpc>
                <a:spcPct val="116111"/>
              </a:lnSpc>
              <a:spcBef>
                <a:spcPts val="0"/>
              </a:spcBef>
              <a:buNone/>
              <a:defRPr b="0" i="0" sz="1800">
                <a:solidFill>
                  <a:schemeClr val="dk1"/>
                </a:solidFill>
                <a:latin typeface="Arial"/>
                <a:ea typeface="Arial"/>
                <a:cs typeface="Arial"/>
                <a:sym typeface="Arial"/>
              </a:defRPr>
            </a:lvl5pPr>
            <a:lvl6pPr indent="0" lvl="5" marL="38100" marR="0" algn="l">
              <a:lnSpc>
                <a:spcPct val="116111"/>
              </a:lnSpc>
              <a:spcBef>
                <a:spcPts val="0"/>
              </a:spcBef>
              <a:buNone/>
              <a:defRPr b="0" i="0" sz="1800">
                <a:solidFill>
                  <a:schemeClr val="dk1"/>
                </a:solidFill>
                <a:latin typeface="Arial"/>
                <a:ea typeface="Arial"/>
                <a:cs typeface="Arial"/>
                <a:sym typeface="Arial"/>
              </a:defRPr>
            </a:lvl6pPr>
            <a:lvl7pPr indent="0" lvl="6" marL="38100" marR="0" algn="l">
              <a:lnSpc>
                <a:spcPct val="116111"/>
              </a:lnSpc>
              <a:spcBef>
                <a:spcPts val="0"/>
              </a:spcBef>
              <a:buNone/>
              <a:defRPr b="0" i="0" sz="1800">
                <a:solidFill>
                  <a:schemeClr val="dk1"/>
                </a:solidFill>
                <a:latin typeface="Arial"/>
                <a:ea typeface="Arial"/>
                <a:cs typeface="Arial"/>
                <a:sym typeface="Arial"/>
              </a:defRPr>
            </a:lvl7pPr>
            <a:lvl8pPr indent="0" lvl="7" marL="38100" marR="0" algn="l">
              <a:lnSpc>
                <a:spcPct val="116111"/>
              </a:lnSpc>
              <a:spcBef>
                <a:spcPts val="0"/>
              </a:spcBef>
              <a:buNone/>
              <a:defRPr b="0" i="0" sz="1800">
                <a:solidFill>
                  <a:schemeClr val="dk1"/>
                </a:solidFill>
                <a:latin typeface="Arial"/>
                <a:ea typeface="Arial"/>
                <a:cs typeface="Arial"/>
                <a:sym typeface="Arial"/>
              </a:defRPr>
            </a:lvl8pPr>
            <a:lvl9pPr indent="0" lvl="8" marL="38100" marR="0" algn="l">
              <a:lnSpc>
                <a:spcPct val="116111"/>
              </a:lnSpc>
              <a:spcBef>
                <a:spcPts val="0"/>
              </a:spcBef>
              <a:buNone/>
              <a:defRPr b="0" i="0" sz="18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 name="Shape 29"/>
        <p:cNvGrpSpPr/>
        <p:nvPr/>
      </p:nvGrpSpPr>
      <p:grpSpPr>
        <a:xfrm>
          <a:off x="0" y="0"/>
          <a:ext cx="0" cy="0"/>
          <a:chOff x="0" y="0"/>
          <a:chExt cx="0" cy="0"/>
        </a:xfrm>
      </p:grpSpPr>
      <p:sp>
        <p:nvSpPr>
          <p:cNvPr id="30" name="Google Shape;30;p51"/>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1"/>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1"/>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lvl1pPr indent="0" lvl="0" marL="38100" marR="0" algn="l">
              <a:lnSpc>
                <a:spcPct val="116111"/>
              </a:lnSpc>
              <a:spcBef>
                <a:spcPts val="0"/>
              </a:spcBef>
              <a:buNone/>
              <a:defRPr b="0" i="0" sz="1800">
                <a:solidFill>
                  <a:schemeClr val="dk1"/>
                </a:solidFill>
                <a:latin typeface="Arial"/>
                <a:ea typeface="Arial"/>
                <a:cs typeface="Arial"/>
                <a:sym typeface="Arial"/>
              </a:defRPr>
            </a:lvl1pPr>
            <a:lvl2pPr indent="0" lvl="1" marL="38100" marR="0" algn="l">
              <a:lnSpc>
                <a:spcPct val="116111"/>
              </a:lnSpc>
              <a:spcBef>
                <a:spcPts val="0"/>
              </a:spcBef>
              <a:buNone/>
              <a:defRPr b="0" i="0" sz="1800">
                <a:solidFill>
                  <a:schemeClr val="dk1"/>
                </a:solidFill>
                <a:latin typeface="Arial"/>
                <a:ea typeface="Arial"/>
                <a:cs typeface="Arial"/>
                <a:sym typeface="Arial"/>
              </a:defRPr>
            </a:lvl2pPr>
            <a:lvl3pPr indent="0" lvl="2" marL="38100" marR="0" algn="l">
              <a:lnSpc>
                <a:spcPct val="116111"/>
              </a:lnSpc>
              <a:spcBef>
                <a:spcPts val="0"/>
              </a:spcBef>
              <a:buNone/>
              <a:defRPr b="0" i="0" sz="1800">
                <a:solidFill>
                  <a:schemeClr val="dk1"/>
                </a:solidFill>
                <a:latin typeface="Arial"/>
                <a:ea typeface="Arial"/>
                <a:cs typeface="Arial"/>
                <a:sym typeface="Arial"/>
              </a:defRPr>
            </a:lvl3pPr>
            <a:lvl4pPr indent="0" lvl="3" marL="38100" marR="0" algn="l">
              <a:lnSpc>
                <a:spcPct val="116111"/>
              </a:lnSpc>
              <a:spcBef>
                <a:spcPts val="0"/>
              </a:spcBef>
              <a:buNone/>
              <a:defRPr b="0" i="0" sz="1800">
                <a:solidFill>
                  <a:schemeClr val="dk1"/>
                </a:solidFill>
                <a:latin typeface="Arial"/>
                <a:ea typeface="Arial"/>
                <a:cs typeface="Arial"/>
                <a:sym typeface="Arial"/>
              </a:defRPr>
            </a:lvl4pPr>
            <a:lvl5pPr indent="0" lvl="4" marL="38100" marR="0" algn="l">
              <a:lnSpc>
                <a:spcPct val="116111"/>
              </a:lnSpc>
              <a:spcBef>
                <a:spcPts val="0"/>
              </a:spcBef>
              <a:buNone/>
              <a:defRPr b="0" i="0" sz="1800">
                <a:solidFill>
                  <a:schemeClr val="dk1"/>
                </a:solidFill>
                <a:latin typeface="Arial"/>
                <a:ea typeface="Arial"/>
                <a:cs typeface="Arial"/>
                <a:sym typeface="Arial"/>
              </a:defRPr>
            </a:lvl5pPr>
            <a:lvl6pPr indent="0" lvl="5" marL="38100" marR="0" algn="l">
              <a:lnSpc>
                <a:spcPct val="116111"/>
              </a:lnSpc>
              <a:spcBef>
                <a:spcPts val="0"/>
              </a:spcBef>
              <a:buNone/>
              <a:defRPr b="0" i="0" sz="1800">
                <a:solidFill>
                  <a:schemeClr val="dk1"/>
                </a:solidFill>
                <a:latin typeface="Arial"/>
                <a:ea typeface="Arial"/>
                <a:cs typeface="Arial"/>
                <a:sym typeface="Arial"/>
              </a:defRPr>
            </a:lvl6pPr>
            <a:lvl7pPr indent="0" lvl="6" marL="38100" marR="0" algn="l">
              <a:lnSpc>
                <a:spcPct val="116111"/>
              </a:lnSpc>
              <a:spcBef>
                <a:spcPts val="0"/>
              </a:spcBef>
              <a:buNone/>
              <a:defRPr b="0" i="0" sz="1800">
                <a:solidFill>
                  <a:schemeClr val="dk1"/>
                </a:solidFill>
                <a:latin typeface="Arial"/>
                <a:ea typeface="Arial"/>
                <a:cs typeface="Arial"/>
                <a:sym typeface="Arial"/>
              </a:defRPr>
            </a:lvl7pPr>
            <a:lvl8pPr indent="0" lvl="7" marL="38100" marR="0" algn="l">
              <a:lnSpc>
                <a:spcPct val="116111"/>
              </a:lnSpc>
              <a:spcBef>
                <a:spcPts val="0"/>
              </a:spcBef>
              <a:buNone/>
              <a:defRPr b="0" i="0" sz="1800">
                <a:solidFill>
                  <a:schemeClr val="dk1"/>
                </a:solidFill>
                <a:latin typeface="Arial"/>
                <a:ea typeface="Arial"/>
                <a:cs typeface="Arial"/>
                <a:sym typeface="Arial"/>
              </a:defRPr>
            </a:lvl8pPr>
            <a:lvl9pPr indent="0" lvl="8" marL="38100" marR="0" algn="l">
              <a:lnSpc>
                <a:spcPct val="116111"/>
              </a:lnSpc>
              <a:spcBef>
                <a:spcPts val="0"/>
              </a:spcBef>
              <a:buNone/>
              <a:defRPr b="0" i="0" sz="18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 name="Shape 35"/>
        <p:cNvGrpSpPr/>
        <p:nvPr/>
      </p:nvGrpSpPr>
      <p:grpSpPr>
        <a:xfrm>
          <a:off x="0" y="0"/>
          <a:ext cx="0" cy="0"/>
          <a:chOff x="0" y="0"/>
          <a:chExt cx="0" cy="0"/>
        </a:xfrm>
      </p:grpSpPr>
      <p:sp>
        <p:nvSpPr>
          <p:cNvPr id="36" name="Google Shape;36;p52"/>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800">
                <a:solidFill>
                  <a:srgbClr val="FF00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2"/>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52"/>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52"/>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2"/>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2"/>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lvl1pPr indent="0" lvl="0" marL="38100" marR="0" algn="l">
              <a:lnSpc>
                <a:spcPct val="116111"/>
              </a:lnSpc>
              <a:spcBef>
                <a:spcPts val="0"/>
              </a:spcBef>
              <a:buNone/>
              <a:defRPr b="0" i="0" sz="1800">
                <a:solidFill>
                  <a:schemeClr val="dk1"/>
                </a:solidFill>
                <a:latin typeface="Arial"/>
                <a:ea typeface="Arial"/>
                <a:cs typeface="Arial"/>
                <a:sym typeface="Arial"/>
              </a:defRPr>
            </a:lvl1pPr>
            <a:lvl2pPr indent="0" lvl="1" marL="38100" marR="0" algn="l">
              <a:lnSpc>
                <a:spcPct val="116111"/>
              </a:lnSpc>
              <a:spcBef>
                <a:spcPts val="0"/>
              </a:spcBef>
              <a:buNone/>
              <a:defRPr b="0" i="0" sz="1800">
                <a:solidFill>
                  <a:schemeClr val="dk1"/>
                </a:solidFill>
                <a:latin typeface="Arial"/>
                <a:ea typeface="Arial"/>
                <a:cs typeface="Arial"/>
                <a:sym typeface="Arial"/>
              </a:defRPr>
            </a:lvl2pPr>
            <a:lvl3pPr indent="0" lvl="2" marL="38100" marR="0" algn="l">
              <a:lnSpc>
                <a:spcPct val="116111"/>
              </a:lnSpc>
              <a:spcBef>
                <a:spcPts val="0"/>
              </a:spcBef>
              <a:buNone/>
              <a:defRPr b="0" i="0" sz="1800">
                <a:solidFill>
                  <a:schemeClr val="dk1"/>
                </a:solidFill>
                <a:latin typeface="Arial"/>
                <a:ea typeface="Arial"/>
                <a:cs typeface="Arial"/>
                <a:sym typeface="Arial"/>
              </a:defRPr>
            </a:lvl3pPr>
            <a:lvl4pPr indent="0" lvl="3" marL="38100" marR="0" algn="l">
              <a:lnSpc>
                <a:spcPct val="116111"/>
              </a:lnSpc>
              <a:spcBef>
                <a:spcPts val="0"/>
              </a:spcBef>
              <a:buNone/>
              <a:defRPr b="0" i="0" sz="1800">
                <a:solidFill>
                  <a:schemeClr val="dk1"/>
                </a:solidFill>
                <a:latin typeface="Arial"/>
                <a:ea typeface="Arial"/>
                <a:cs typeface="Arial"/>
                <a:sym typeface="Arial"/>
              </a:defRPr>
            </a:lvl4pPr>
            <a:lvl5pPr indent="0" lvl="4" marL="38100" marR="0" algn="l">
              <a:lnSpc>
                <a:spcPct val="116111"/>
              </a:lnSpc>
              <a:spcBef>
                <a:spcPts val="0"/>
              </a:spcBef>
              <a:buNone/>
              <a:defRPr b="0" i="0" sz="1800">
                <a:solidFill>
                  <a:schemeClr val="dk1"/>
                </a:solidFill>
                <a:latin typeface="Arial"/>
                <a:ea typeface="Arial"/>
                <a:cs typeface="Arial"/>
                <a:sym typeface="Arial"/>
              </a:defRPr>
            </a:lvl5pPr>
            <a:lvl6pPr indent="0" lvl="5" marL="38100" marR="0" algn="l">
              <a:lnSpc>
                <a:spcPct val="116111"/>
              </a:lnSpc>
              <a:spcBef>
                <a:spcPts val="0"/>
              </a:spcBef>
              <a:buNone/>
              <a:defRPr b="0" i="0" sz="1800">
                <a:solidFill>
                  <a:schemeClr val="dk1"/>
                </a:solidFill>
                <a:latin typeface="Arial"/>
                <a:ea typeface="Arial"/>
                <a:cs typeface="Arial"/>
                <a:sym typeface="Arial"/>
              </a:defRPr>
            </a:lvl6pPr>
            <a:lvl7pPr indent="0" lvl="6" marL="38100" marR="0" algn="l">
              <a:lnSpc>
                <a:spcPct val="116111"/>
              </a:lnSpc>
              <a:spcBef>
                <a:spcPts val="0"/>
              </a:spcBef>
              <a:buNone/>
              <a:defRPr b="0" i="0" sz="1800">
                <a:solidFill>
                  <a:schemeClr val="dk1"/>
                </a:solidFill>
                <a:latin typeface="Arial"/>
                <a:ea typeface="Arial"/>
                <a:cs typeface="Arial"/>
                <a:sym typeface="Arial"/>
              </a:defRPr>
            </a:lvl7pPr>
            <a:lvl8pPr indent="0" lvl="7" marL="38100" marR="0" algn="l">
              <a:lnSpc>
                <a:spcPct val="116111"/>
              </a:lnSpc>
              <a:spcBef>
                <a:spcPts val="0"/>
              </a:spcBef>
              <a:buNone/>
              <a:defRPr b="0" i="0" sz="1800">
                <a:solidFill>
                  <a:schemeClr val="dk1"/>
                </a:solidFill>
                <a:latin typeface="Arial"/>
                <a:ea typeface="Arial"/>
                <a:cs typeface="Arial"/>
                <a:sym typeface="Arial"/>
              </a:defRPr>
            </a:lvl8pPr>
            <a:lvl9pPr indent="0" lvl="8" marL="38100" marR="0" algn="l">
              <a:lnSpc>
                <a:spcPct val="116111"/>
              </a:lnSpc>
              <a:spcBef>
                <a:spcPts val="0"/>
              </a:spcBef>
              <a:buNone/>
              <a:defRPr b="0" i="0" sz="18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 name="Shape 42"/>
        <p:cNvGrpSpPr/>
        <p:nvPr/>
      </p:nvGrpSpPr>
      <p:grpSpPr>
        <a:xfrm>
          <a:off x="0" y="0"/>
          <a:ext cx="0" cy="0"/>
          <a:chOff x="0" y="0"/>
          <a:chExt cx="0" cy="0"/>
        </a:xfrm>
      </p:grpSpPr>
      <p:sp>
        <p:nvSpPr>
          <p:cNvPr id="43" name="Google Shape;43;p53"/>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3"/>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3"/>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lvl1pPr indent="0" lvl="0" marL="38100" marR="0" algn="l">
              <a:lnSpc>
                <a:spcPct val="116111"/>
              </a:lnSpc>
              <a:spcBef>
                <a:spcPts val="0"/>
              </a:spcBef>
              <a:buNone/>
              <a:defRPr b="0" i="0" sz="1800">
                <a:solidFill>
                  <a:schemeClr val="dk1"/>
                </a:solidFill>
                <a:latin typeface="Arial"/>
                <a:ea typeface="Arial"/>
                <a:cs typeface="Arial"/>
                <a:sym typeface="Arial"/>
              </a:defRPr>
            </a:lvl1pPr>
            <a:lvl2pPr indent="0" lvl="1" marL="38100" marR="0" algn="l">
              <a:lnSpc>
                <a:spcPct val="116111"/>
              </a:lnSpc>
              <a:spcBef>
                <a:spcPts val="0"/>
              </a:spcBef>
              <a:buNone/>
              <a:defRPr b="0" i="0" sz="1800">
                <a:solidFill>
                  <a:schemeClr val="dk1"/>
                </a:solidFill>
                <a:latin typeface="Arial"/>
                <a:ea typeface="Arial"/>
                <a:cs typeface="Arial"/>
                <a:sym typeface="Arial"/>
              </a:defRPr>
            </a:lvl2pPr>
            <a:lvl3pPr indent="0" lvl="2" marL="38100" marR="0" algn="l">
              <a:lnSpc>
                <a:spcPct val="116111"/>
              </a:lnSpc>
              <a:spcBef>
                <a:spcPts val="0"/>
              </a:spcBef>
              <a:buNone/>
              <a:defRPr b="0" i="0" sz="1800">
                <a:solidFill>
                  <a:schemeClr val="dk1"/>
                </a:solidFill>
                <a:latin typeface="Arial"/>
                <a:ea typeface="Arial"/>
                <a:cs typeface="Arial"/>
                <a:sym typeface="Arial"/>
              </a:defRPr>
            </a:lvl3pPr>
            <a:lvl4pPr indent="0" lvl="3" marL="38100" marR="0" algn="l">
              <a:lnSpc>
                <a:spcPct val="116111"/>
              </a:lnSpc>
              <a:spcBef>
                <a:spcPts val="0"/>
              </a:spcBef>
              <a:buNone/>
              <a:defRPr b="0" i="0" sz="1800">
                <a:solidFill>
                  <a:schemeClr val="dk1"/>
                </a:solidFill>
                <a:latin typeface="Arial"/>
                <a:ea typeface="Arial"/>
                <a:cs typeface="Arial"/>
                <a:sym typeface="Arial"/>
              </a:defRPr>
            </a:lvl4pPr>
            <a:lvl5pPr indent="0" lvl="4" marL="38100" marR="0" algn="l">
              <a:lnSpc>
                <a:spcPct val="116111"/>
              </a:lnSpc>
              <a:spcBef>
                <a:spcPts val="0"/>
              </a:spcBef>
              <a:buNone/>
              <a:defRPr b="0" i="0" sz="1800">
                <a:solidFill>
                  <a:schemeClr val="dk1"/>
                </a:solidFill>
                <a:latin typeface="Arial"/>
                <a:ea typeface="Arial"/>
                <a:cs typeface="Arial"/>
                <a:sym typeface="Arial"/>
              </a:defRPr>
            </a:lvl5pPr>
            <a:lvl6pPr indent="0" lvl="5" marL="38100" marR="0" algn="l">
              <a:lnSpc>
                <a:spcPct val="116111"/>
              </a:lnSpc>
              <a:spcBef>
                <a:spcPts val="0"/>
              </a:spcBef>
              <a:buNone/>
              <a:defRPr b="0" i="0" sz="1800">
                <a:solidFill>
                  <a:schemeClr val="dk1"/>
                </a:solidFill>
                <a:latin typeface="Arial"/>
                <a:ea typeface="Arial"/>
                <a:cs typeface="Arial"/>
                <a:sym typeface="Arial"/>
              </a:defRPr>
            </a:lvl6pPr>
            <a:lvl7pPr indent="0" lvl="6" marL="38100" marR="0" algn="l">
              <a:lnSpc>
                <a:spcPct val="116111"/>
              </a:lnSpc>
              <a:spcBef>
                <a:spcPts val="0"/>
              </a:spcBef>
              <a:buNone/>
              <a:defRPr b="0" i="0" sz="1800">
                <a:solidFill>
                  <a:schemeClr val="dk1"/>
                </a:solidFill>
                <a:latin typeface="Arial"/>
                <a:ea typeface="Arial"/>
                <a:cs typeface="Arial"/>
                <a:sym typeface="Arial"/>
              </a:defRPr>
            </a:lvl7pPr>
            <a:lvl8pPr indent="0" lvl="7" marL="38100" marR="0" algn="l">
              <a:lnSpc>
                <a:spcPct val="116111"/>
              </a:lnSpc>
              <a:spcBef>
                <a:spcPts val="0"/>
              </a:spcBef>
              <a:buNone/>
              <a:defRPr b="0" i="0" sz="1800">
                <a:solidFill>
                  <a:schemeClr val="dk1"/>
                </a:solidFill>
                <a:latin typeface="Arial"/>
                <a:ea typeface="Arial"/>
                <a:cs typeface="Arial"/>
                <a:sym typeface="Arial"/>
              </a:defRPr>
            </a:lvl8pPr>
            <a:lvl9pPr indent="0" lvl="8" marL="38100" marR="0" algn="l">
              <a:lnSpc>
                <a:spcPct val="116111"/>
              </a:lnSpc>
              <a:spcBef>
                <a:spcPts val="0"/>
              </a:spcBef>
              <a:buNone/>
              <a:defRPr b="0" i="0" sz="18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g"/><Relationship Id="rId11" Type="http://schemas.openxmlformats.org/officeDocument/2006/relationships/theme" Target="../theme/theme1.xml"/><Relationship Id="rId10" Type="http://schemas.openxmlformats.org/officeDocument/2006/relationships/slideLayout" Target="../slideLayouts/slideLayout5.xml"/><Relationship Id="rId9" Type="http://schemas.openxmlformats.org/officeDocument/2006/relationships/slideLayout" Target="../slideLayouts/slideLayout4.xml"/><Relationship Id="rId5" Type="http://schemas.openxmlformats.org/officeDocument/2006/relationships/image" Target="../media/image5.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8"/>
          <p:cNvSpPr/>
          <p:nvPr/>
        </p:nvSpPr>
        <p:spPr>
          <a:xfrm>
            <a:off x="174625" y="135001"/>
            <a:ext cx="8797925" cy="6556375"/>
          </a:xfrm>
          <a:custGeom>
            <a:rect b="b" l="l" r="r" t="t"/>
            <a:pathLst>
              <a:path extrusionOk="0" h="6556375" w="8797925">
                <a:moveTo>
                  <a:pt x="0" y="388874"/>
                </a:moveTo>
                <a:lnTo>
                  <a:pt x="14287" y="6262624"/>
                </a:lnTo>
              </a:path>
              <a:path extrusionOk="0" h="6556375" w="8797925">
                <a:moveTo>
                  <a:pt x="14287" y="6262624"/>
                </a:moveTo>
                <a:lnTo>
                  <a:pt x="58299" y="6275243"/>
                </a:lnTo>
                <a:lnTo>
                  <a:pt x="96693" y="6308512"/>
                </a:lnTo>
                <a:lnTo>
                  <a:pt x="123849" y="6355549"/>
                </a:lnTo>
                <a:lnTo>
                  <a:pt x="134150" y="6409474"/>
                </a:lnTo>
                <a:lnTo>
                  <a:pt x="144448" y="6463390"/>
                </a:lnTo>
                <a:lnTo>
                  <a:pt x="171600" y="6510424"/>
                </a:lnTo>
                <a:lnTo>
                  <a:pt x="209989" y="6543692"/>
                </a:lnTo>
                <a:lnTo>
                  <a:pt x="254000" y="6556311"/>
                </a:lnTo>
              </a:path>
              <a:path extrusionOk="0" h="6556375" w="8797925">
                <a:moveTo>
                  <a:pt x="8783701" y="0"/>
                </a:moveTo>
                <a:lnTo>
                  <a:pt x="8797925" y="6100699"/>
                </a:lnTo>
              </a:path>
              <a:path extrusionOk="0" h="6556375" w="8797925">
                <a:moveTo>
                  <a:pt x="254000" y="0"/>
                </a:moveTo>
                <a:lnTo>
                  <a:pt x="8791575" y="0"/>
                </a:lnTo>
              </a:path>
            </a:pathLst>
          </a:custGeom>
          <a:noFill/>
          <a:ln cap="flat" cmpd="sng" w="9525">
            <a:solidFill>
              <a:srgbClr val="EC7C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48"/>
          <p:cNvSpPr/>
          <p:nvPr/>
        </p:nvSpPr>
        <p:spPr>
          <a:xfrm>
            <a:off x="8705850" y="6235699"/>
            <a:ext cx="266700" cy="455930"/>
          </a:xfrm>
          <a:custGeom>
            <a:rect b="b" l="l" r="r" t="t"/>
            <a:pathLst>
              <a:path extrusionOk="0" h="455929" w="266700">
                <a:moveTo>
                  <a:pt x="266700" y="0"/>
                </a:moveTo>
                <a:lnTo>
                  <a:pt x="261452" y="56425"/>
                </a:lnTo>
                <a:lnTo>
                  <a:pt x="246944" y="109687"/>
                </a:lnTo>
                <a:lnTo>
                  <a:pt x="225028" y="156621"/>
                </a:lnTo>
                <a:lnTo>
                  <a:pt x="197555" y="194062"/>
                </a:lnTo>
                <a:lnTo>
                  <a:pt x="166378" y="218847"/>
                </a:lnTo>
                <a:lnTo>
                  <a:pt x="100321" y="236776"/>
                </a:lnTo>
                <a:lnTo>
                  <a:pt x="69144" y="261559"/>
                </a:lnTo>
                <a:lnTo>
                  <a:pt x="41671" y="298997"/>
                </a:lnTo>
                <a:lnTo>
                  <a:pt x="19755" y="345928"/>
                </a:lnTo>
                <a:lnTo>
                  <a:pt x="5247" y="399187"/>
                </a:lnTo>
                <a:lnTo>
                  <a:pt x="0" y="455612"/>
                </a:lnTo>
              </a:path>
            </a:pathLst>
          </a:custGeom>
          <a:noFill/>
          <a:ln cap="flat" cmpd="sng" w="9525">
            <a:solidFill>
              <a:srgbClr val="EC7C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48"/>
          <p:cNvSpPr/>
          <p:nvPr/>
        </p:nvSpPr>
        <p:spPr>
          <a:xfrm>
            <a:off x="0" y="135001"/>
            <a:ext cx="425450" cy="6722996"/>
          </a:xfrm>
          <a:prstGeom prst="rect">
            <a:avLst/>
          </a:pr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 name="Google Shape;9;p48"/>
          <p:cNvSpPr/>
          <p:nvPr/>
        </p:nvSpPr>
        <p:spPr>
          <a:xfrm>
            <a:off x="430212" y="135001"/>
            <a:ext cx="152400" cy="5305425"/>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 name="Google Shape;10;p48"/>
          <p:cNvSpPr/>
          <p:nvPr/>
        </p:nvSpPr>
        <p:spPr>
          <a:xfrm>
            <a:off x="8321675" y="6043612"/>
            <a:ext cx="650875" cy="6477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48"/>
          <p:cNvSpPr/>
          <p:nvPr/>
        </p:nvSpPr>
        <p:spPr>
          <a:xfrm>
            <a:off x="0" y="6215062"/>
            <a:ext cx="1992376" cy="64293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48"/>
          <p:cNvSpPr/>
          <p:nvPr/>
        </p:nvSpPr>
        <p:spPr>
          <a:xfrm>
            <a:off x="2040001" y="6337299"/>
            <a:ext cx="6281674" cy="52069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48"/>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800" u="none" cap="none" strike="noStrike">
                <a:solidFill>
                  <a:srgbClr val="FF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48"/>
          <p:cNvSpPr txBox="1"/>
          <p:nvPr>
            <p:ph idx="1" type="body"/>
          </p:nvPr>
        </p:nvSpPr>
        <p:spPr>
          <a:xfrm>
            <a:off x="645159" y="1780361"/>
            <a:ext cx="7554595" cy="260032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75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5" name="Google Shape;15;p4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4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48"/>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lvl1pPr indent="0" lvl="0" marL="38100" marR="0" rtl="0" algn="l">
              <a:lnSpc>
                <a:spcPct val="116111"/>
              </a:lnSpc>
              <a:spcBef>
                <a:spcPts val="0"/>
              </a:spcBef>
              <a:buNone/>
              <a:defRPr b="0" i="0" sz="1800" u="none">
                <a:solidFill>
                  <a:schemeClr val="dk1"/>
                </a:solidFill>
                <a:latin typeface="Arial"/>
                <a:ea typeface="Arial"/>
                <a:cs typeface="Arial"/>
                <a:sym typeface="Arial"/>
              </a:defRPr>
            </a:lvl1pPr>
            <a:lvl2pPr indent="0" lvl="1" marL="38100" marR="0" rtl="0" algn="l">
              <a:lnSpc>
                <a:spcPct val="116111"/>
              </a:lnSpc>
              <a:spcBef>
                <a:spcPts val="0"/>
              </a:spcBef>
              <a:buNone/>
              <a:defRPr b="0" i="0" sz="1800" u="none">
                <a:solidFill>
                  <a:schemeClr val="dk1"/>
                </a:solidFill>
                <a:latin typeface="Arial"/>
                <a:ea typeface="Arial"/>
                <a:cs typeface="Arial"/>
                <a:sym typeface="Arial"/>
              </a:defRPr>
            </a:lvl2pPr>
            <a:lvl3pPr indent="0" lvl="2" marL="38100" marR="0" rtl="0" algn="l">
              <a:lnSpc>
                <a:spcPct val="116111"/>
              </a:lnSpc>
              <a:spcBef>
                <a:spcPts val="0"/>
              </a:spcBef>
              <a:buNone/>
              <a:defRPr b="0" i="0" sz="1800" u="none">
                <a:solidFill>
                  <a:schemeClr val="dk1"/>
                </a:solidFill>
                <a:latin typeface="Arial"/>
                <a:ea typeface="Arial"/>
                <a:cs typeface="Arial"/>
                <a:sym typeface="Arial"/>
              </a:defRPr>
            </a:lvl3pPr>
            <a:lvl4pPr indent="0" lvl="3" marL="38100" marR="0" rtl="0" algn="l">
              <a:lnSpc>
                <a:spcPct val="116111"/>
              </a:lnSpc>
              <a:spcBef>
                <a:spcPts val="0"/>
              </a:spcBef>
              <a:buNone/>
              <a:defRPr b="0" i="0" sz="1800" u="none">
                <a:solidFill>
                  <a:schemeClr val="dk1"/>
                </a:solidFill>
                <a:latin typeface="Arial"/>
                <a:ea typeface="Arial"/>
                <a:cs typeface="Arial"/>
                <a:sym typeface="Arial"/>
              </a:defRPr>
            </a:lvl4pPr>
            <a:lvl5pPr indent="0" lvl="4" marL="38100" marR="0" rtl="0" algn="l">
              <a:lnSpc>
                <a:spcPct val="116111"/>
              </a:lnSpc>
              <a:spcBef>
                <a:spcPts val="0"/>
              </a:spcBef>
              <a:buNone/>
              <a:defRPr b="0" i="0" sz="1800" u="none">
                <a:solidFill>
                  <a:schemeClr val="dk1"/>
                </a:solidFill>
                <a:latin typeface="Arial"/>
                <a:ea typeface="Arial"/>
                <a:cs typeface="Arial"/>
                <a:sym typeface="Arial"/>
              </a:defRPr>
            </a:lvl5pPr>
            <a:lvl6pPr indent="0" lvl="5" marL="38100" marR="0" rtl="0" algn="l">
              <a:lnSpc>
                <a:spcPct val="116111"/>
              </a:lnSpc>
              <a:spcBef>
                <a:spcPts val="0"/>
              </a:spcBef>
              <a:buNone/>
              <a:defRPr b="0" i="0" sz="1800" u="none">
                <a:solidFill>
                  <a:schemeClr val="dk1"/>
                </a:solidFill>
                <a:latin typeface="Arial"/>
                <a:ea typeface="Arial"/>
                <a:cs typeface="Arial"/>
                <a:sym typeface="Arial"/>
              </a:defRPr>
            </a:lvl6pPr>
            <a:lvl7pPr indent="0" lvl="6" marL="38100" marR="0" rtl="0" algn="l">
              <a:lnSpc>
                <a:spcPct val="116111"/>
              </a:lnSpc>
              <a:spcBef>
                <a:spcPts val="0"/>
              </a:spcBef>
              <a:buNone/>
              <a:defRPr b="0" i="0" sz="1800" u="none">
                <a:solidFill>
                  <a:schemeClr val="dk1"/>
                </a:solidFill>
                <a:latin typeface="Arial"/>
                <a:ea typeface="Arial"/>
                <a:cs typeface="Arial"/>
                <a:sym typeface="Arial"/>
              </a:defRPr>
            </a:lvl7pPr>
            <a:lvl8pPr indent="0" lvl="7" marL="38100" marR="0" rtl="0" algn="l">
              <a:lnSpc>
                <a:spcPct val="116111"/>
              </a:lnSpc>
              <a:spcBef>
                <a:spcPts val="0"/>
              </a:spcBef>
              <a:buNone/>
              <a:defRPr b="0" i="0" sz="1800" u="none">
                <a:solidFill>
                  <a:schemeClr val="dk1"/>
                </a:solidFill>
                <a:latin typeface="Arial"/>
                <a:ea typeface="Arial"/>
                <a:cs typeface="Arial"/>
                <a:sym typeface="Arial"/>
              </a:defRPr>
            </a:lvl8pPr>
            <a:lvl9pPr indent="0" lvl="8" marL="38100" marR="0" rtl="0" algn="l">
              <a:lnSpc>
                <a:spcPct val="116111"/>
              </a:lnSpc>
              <a:spcBef>
                <a:spcPts val="0"/>
              </a:spcBef>
              <a:buNone/>
              <a:defRPr b="0" i="0" sz="1800" u="none">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geeksforgeeks.org/setbegin-setend-c-stl/" TargetMode="External"/><Relationship Id="rId4" Type="http://schemas.openxmlformats.org/officeDocument/2006/relationships/hyperlink" Target="https://www.geeksforgeeks.org/setbegin-setend-c-stl/" TargetMode="External"/><Relationship Id="rId5" Type="http://schemas.openxmlformats.org/officeDocument/2006/relationships/hyperlink" Target="https://www.geeksforgeeks.org/setbegin-setend-c-stl/" TargetMode="External"/><Relationship Id="rId6" Type="http://schemas.openxmlformats.org/officeDocument/2006/relationships/hyperlink" Target="https://www.geeksforgeeks.org/setsize-c-stl/" TargetMode="External"/><Relationship Id="rId7" Type="http://schemas.openxmlformats.org/officeDocument/2006/relationships/hyperlink" Target="https://www.geeksforgeeks.org/set-max_size-function-in-c-stl/" TargetMode="External"/><Relationship Id="rId8" Type="http://schemas.openxmlformats.org/officeDocument/2006/relationships/hyperlink" Target="https://www.geeksforgeeks.org/setempty-c-st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geeksforgeeks.org/setrbegin-and-setrend-in-c-stl/" TargetMode="External"/><Relationship Id="rId4" Type="http://schemas.openxmlformats.org/officeDocument/2006/relationships/hyperlink" Target="https://www.geeksforgeeks.org/setrbegin-and-setrend-in-c-stl/" TargetMode="External"/><Relationship Id="rId5" Type="http://schemas.openxmlformats.org/officeDocument/2006/relationships/hyperlink" Target="https://www.geeksforgeeks.org/set-crbegin-and-crend-function-in-c-stl/" TargetMode="External"/><Relationship Id="rId6" Type="http://schemas.openxmlformats.org/officeDocument/2006/relationships/hyperlink" Target="https://www.geeksforgeeks.org/set-crbegin-and-crend-function-in-c-st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geeksforgeeks.org/set-cbegin-and-cend-function-in-c-stl/" TargetMode="External"/><Relationship Id="rId4" Type="http://schemas.openxmlformats.org/officeDocument/2006/relationships/hyperlink" Target="https://www.geeksforgeeks.org/set-cbegin-and-cend-function-in-c-stl/" TargetMode="External"/><Relationship Id="rId5" Type="http://schemas.openxmlformats.org/officeDocument/2006/relationships/hyperlink" Target="https://www.geeksforgeeks.org/setsize-c-stl/" TargetMode="External"/><Relationship Id="rId6" Type="http://schemas.openxmlformats.org/officeDocument/2006/relationships/hyperlink" Target="https://www.geeksforgeeks.org/set-max_size-function-in-c-stl/" TargetMode="External"/><Relationship Id="rId7" Type="http://schemas.openxmlformats.org/officeDocument/2006/relationships/hyperlink" Target="https://www.geeksforgeeks.org/setempty-c-st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geeksforgeeks.org/set-insert-function-in-c-stl/" TargetMode="External"/><Relationship Id="rId4" Type="http://schemas.openxmlformats.org/officeDocument/2006/relationships/hyperlink" Target="https://www.geeksforgeeks.org/set-insert-function-in-c-stl/" TargetMode="External"/><Relationship Id="rId5" Type="http://schemas.openxmlformats.org/officeDocument/2006/relationships/hyperlink" Target="https://www.geeksforgeeks.org/seterase-c-stl/" TargetMode="External"/><Relationship Id="rId6" Type="http://schemas.openxmlformats.org/officeDocument/2006/relationships/hyperlink" Target="https://www.geeksforgeeks.org/seterase-c-stl/" TargetMode="External"/><Relationship Id="rId7" Type="http://schemas.openxmlformats.org/officeDocument/2006/relationships/hyperlink" Target="https://www.geeksforgeeks.org/setclear-c-st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geeksforgeeks.org/setkey_comp-in-c-stl/" TargetMode="External"/><Relationship Id="rId4" Type="http://schemas.openxmlformats.org/officeDocument/2006/relationships/hyperlink" Target="https://www.geeksforgeeks.org/set-value_comp-function-in-c-stl/" TargetMode="External"/><Relationship Id="rId5" Type="http://schemas.openxmlformats.org/officeDocument/2006/relationships/hyperlink" Target="https://www.geeksforgeeks.org/set-find-function-in-c-stl/" TargetMode="External"/><Relationship Id="rId6" Type="http://schemas.openxmlformats.org/officeDocument/2006/relationships/hyperlink" Target="https://www.geeksforgeeks.org/set-count-function-in-c-stl/" TargetMode="External"/><Relationship Id="rId7" Type="http://schemas.openxmlformats.org/officeDocument/2006/relationships/hyperlink" Target="https://www.geeksforgeeks.org/set-lower_bound-function-in-c-st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www.geeksforgeeks.org/set-upper_bound-function-in-c-stl/" TargetMode="External"/><Relationship Id="rId4" Type="http://schemas.openxmlformats.org/officeDocument/2006/relationships/hyperlink" Target="https://www.geeksforgeeks.org/set-equal_range-function-in-c-stl/" TargetMode="External"/><Relationship Id="rId5" Type="http://schemas.openxmlformats.org/officeDocument/2006/relationships/hyperlink" Target="https://www.geeksforgeeks.org/setemplace-c-st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geeksforgeeks.org/set-emplace_hint-function-in-c-stl/" TargetMode="External"/><Relationship Id="rId4" Type="http://schemas.openxmlformats.org/officeDocument/2006/relationships/hyperlink" Target="https://www.geeksforgeeks.org/setswap-c-stl/" TargetMode="External"/><Relationship Id="rId5" Type="http://schemas.openxmlformats.org/officeDocument/2006/relationships/hyperlink" Target="https://www.geeksforgeeks.org/set-operator-in-c-stl/" TargetMode="External"/><Relationship Id="rId6" Type="http://schemas.openxmlformats.org/officeDocument/2006/relationships/hyperlink" Target="https://www.geeksforgeeks.org/set-get_allocator-in-c-st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jp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jpg"/><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geeksforgeeks.org/mapbegin-end-c-stl/" TargetMode="External"/><Relationship Id="rId4" Type="http://schemas.openxmlformats.org/officeDocument/2006/relationships/hyperlink" Target="https://www.geeksforgeeks.org/mapbegin-end-c-stl/" TargetMode="External"/><Relationship Id="rId5" Type="http://schemas.openxmlformats.org/officeDocument/2006/relationships/hyperlink" Target="https://www.geeksforgeeks.org/mapsize-c-stl/" TargetMode="External"/><Relationship Id="rId6" Type="http://schemas.openxmlformats.org/officeDocument/2006/relationships/hyperlink" Target="https://www.geeksforgeeks.org/map-max_size-in-c-stl/" TargetMode="External"/><Relationship Id="rId7" Type="http://schemas.openxmlformats.org/officeDocument/2006/relationships/hyperlink" Target="https://www.geeksforgeeks.org/mapempty-c-st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geeksforgeeks.org/map-insert-in-c-stl/" TargetMode="External"/><Relationship Id="rId4" Type="http://schemas.openxmlformats.org/officeDocument/2006/relationships/hyperlink" Target="https://www.geeksforgeeks.org/map-erase-function-in-c-stl/" TargetMode="External"/><Relationship Id="rId5" Type="http://schemas.openxmlformats.org/officeDocument/2006/relationships/hyperlink" Target="https://www.geeksforgeeks.org/map-erase-function-in-c-stl/" TargetMode="External"/><Relationship Id="rId6" Type="http://schemas.openxmlformats.org/officeDocument/2006/relationships/hyperlink" Target="https://www.geeksforgeeks.org/mapclear-c-st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4.jpg"/><Relationship Id="rId4" Type="http://schemas.openxmlformats.org/officeDocument/2006/relationships/image" Target="../media/image2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
          <p:cNvSpPr txBox="1"/>
          <p:nvPr>
            <p:ph type="title"/>
          </p:nvPr>
        </p:nvSpPr>
        <p:spPr>
          <a:xfrm>
            <a:off x="984885" y="822007"/>
            <a:ext cx="7621905" cy="752129"/>
          </a:xfrm>
          <a:prstGeom prst="rect">
            <a:avLst/>
          </a:prstGeom>
          <a:noFill/>
          <a:ln>
            <a:noFill/>
          </a:ln>
        </p:spPr>
        <p:txBody>
          <a:bodyPr anchorCtr="0" anchor="t" bIns="0" lIns="0" spcFirstLastPara="1" rIns="0" wrap="square" tIns="13325">
            <a:spAutoFit/>
          </a:bodyPr>
          <a:lstStyle/>
          <a:p>
            <a:pPr indent="0" lvl="0" marL="0" rtl="0" algn="ctr">
              <a:lnSpc>
                <a:spcPct val="100000"/>
              </a:lnSpc>
              <a:spcBef>
                <a:spcPts val="0"/>
              </a:spcBef>
              <a:spcAft>
                <a:spcPts val="0"/>
              </a:spcAft>
              <a:buNone/>
            </a:pPr>
            <a:r>
              <a:rPr b="1" lang="en-US">
                <a:solidFill>
                  <a:srgbClr val="C00000"/>
                </a:solidFill>
                <a:latin typeface="Arial"/>
                <a:ea typeface="Arial"/>
                <a:cs typeface="Arial"/>
                <a:sym typeface="Arial"/>
              </a:rPr>
              <a:t>Sets, Maps and Dictionary</a:t>
            </a:r>
            <a:endParaRPr/>
          </a:p>
        </p:txBody>
      </p:sp>
      <p:sp>
        <p:nvSpPr>
          <p:cNvPr id="51" name="Google Shape;51;p1"/>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52" name="Google Shape;52;p1"/>
          <p:cNvSpPr txBox="1"/>
          <p:nvPr/>
        </p:nvSpPr>
        <p:spPr>
          <a:xfrm>
            <a:off x="1528699" y="2952749"/>
            <a:ext cx="6109335" cy="1555554"/>
          </a:xfrm>
          <a:prstGeom prst="rect">
            <a:avLst/>
          </a:prstGeom>
          <a:noFill/>
          <a:ln>
            <a:noFill/>
          </a:ln>
        </p:spPr>
        <p:txBody>
          <a:bodyPr anchorCtr="0" anchor="t" bIns="0" lIns="0" spcFirstLastPara="1" rIns="0" wrap="square" tIns="16500">
            <a:spAutoFit/>
          </a:bodyPr>
          <a:lstStyle/>
          <a:p>
            <a:pPr indent="0" lvl="0" marL="0" marR="0" rtl="0" algn="ctr">
              <a:lnSpc>
                <a:spcPct val="100000"/>
              </a:lnSpc>
              <a:spcBef>
                <a:spcPts val="0"/>
              </a:spcBef>
              <a:spcAft>
                <a:spcPts val="0"/>
              </a:spcAft>
              <a:buNone/>
            </a:pPr>
            <a:r>
              <a:t/>
            </a:r>
            <a:endParaRPr sz="2800">
              <a:solidFill>
                <a:srgbClr val="C00000"/>
              </a:solidFill>
              <a:latin typeface="Arial"/>
              <a:ea typeface="Arial"/>
              <a:cs typeface="Arial"/>
              <a:sym typeface="Arial"/>
            </a:endParaRPr>
          </a:p>
          <a:p>
            <a:pPr indent="0" lvl="0" marL="12700" marR="5080" rtl="0" algn="ctr">
              <a:lnSpc>
                <a:spcPct val="100400"/>
              </a:lnSpc>
              <a:spcBef>
                <a:spcPts val="25"/>
              </a:spcBef>
              <a:spcAft>
                <a:spcPts val="0"/>
              </a:spcAft>
              <a:buNone/>
            </a:pPr>
            <a:r>
              <a:rPr lang="en-US" sz="2400">
                <a:solidFill>
                  <a:srgbClr val="1F4E79"/>
                </a:solidFill>
                <a:latin typeface="Arial"/>
                <a:ea typeface="Arial"/>
                <a:cs typeface="Arial"/>
                <a:sym typeface="Arial"/>
              </a:rPr>
              <a:t>Ref: Data Structures and Algorithms in C++ 2e By  Michael Goodrich, Roberto Tamassia and  David Mount</a:t>
            </a:r>
            <a:endParaRPr sz="24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3"/>
          <p:cNvSpPr txBox="1"/>
          <p:nvPr>
            <p:ph type="title"/>
          </p:nvPr>
        </p:nvSpPr>
        <p:spPr>
          <a:xfrm>
            <a:off x="4156709" y="288988"/>
            <a:ext cx="1254760" cy="7581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Sets</a:t>
            </a:r>
            <a:endParaRPr/>
          </a:p>
        </p:txBody>
      </p:sp>
      <p:sp>
        <p:nvSpPr>
          <p:cNvPr id="58" name="Google Shape;58;p3"/>
          <p:cNvSpPr/>
          <p:nvPr/>
        </p:nvSpPr>
        <p:spPr>
          <a:xfrm>
            <a:off x="748921" y="1525943"/>
            <a:ext cx="7859124" cy="418905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3"/>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4"/>
          <p:cNvSpPr txBox="1"/>
          <p:nvPr>
            <p:ph type="title"/>
          </p:nvPr>
        </p:nvSpPr>
        <p:spPr>
          <a:xfrm>
            <a:off x="1315925" y="143925"/>
            <a:ext cx="7020300" cy="1327500"/>
          </a:xfrm>
          <a:prstGeom prst="rect">
            <a:avLst/>
          </a:prstGeom>
          <a:noFill/>
          <a:ln>
            <a:noFill/>
          </a:ln>
        </p:spPr>
        <p:txBody>
          <a:bodyPr anchorCtr="0" anchor="t" bIns="0" lIns="0" spcFirstLastPara="1" rIns="0" wrap="square" tIns="158750">
            <a:spAutoFit/>
          </a:bodyPr>
          <a:lstStyle/>
          <a:p>
            <a:pPr indent="0" lvl="0" marL="0" rtl="0" algn="l">
              <a:lnSpc>
                <a:spcPct val="100000"/>
              </a:lnSpc>
              <a:spcBef>
                <a:spcPts val="0"/>
              </a:spcBef>
              <a:spcAft>
                <a:spcPts val="0"/>
              </a:spcAft>
              <a:buNone/>
            </a:pPr>
            <a:r>
              <a:rPr lang="en-US"/>
              <a:t>Sets ADT</a:t>
            </a:r>
            <a:endParaRPr/>
          </a:p>
          <a:p>
            <a:pPr indent="0" lvl="0" marL="12700" rtl="0" algn="l">
              <a:lnSpc>
                <a:spcPct val="100000"/>
              </a:lnSpc>
              <a:spcBef>
                <a:spcPts val="580"/>
              </a:spcBef>
              <a:spcAft>
                <a:spcPts val="0"/>
              </a:spcAft>
              <a:buNone/>
            </a:pPr>
            <a:r>
              <a:rPr lang="en-US" sz="2300">
                <a:solidFill>
                  <a:srgbClr val="000000"/>
                </a:solidFill>
              </a:rPr>
              <a:t>Set ADT provides number of methods.</a:t>
            </a:r>
            <a:endParaRPr sz="2300"/>
          </a:p>
        </p:txBody>
      </p:sp>
      <p:sp>
        <p:nvSpPr>
          <p:cNvPr id="65" name="Google Shape;65;p4"/>
          <p:cNvSpPr/>
          <p:nvPr/>
        </p:nvSpPr>
        <p:spPr>
          <a:xfrm>
            <a:off x="1315914" y="1922067"/>
            <a:ext cx="7329123" cy="360150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5"/>
          <p:cNvSpPr txBox="1"/>
          <p:nvPr>
            <p:ph type="title"/>
          </p:nvPr>
        </p:nvSpPr>
        <p:spPr>
          <a:xfrm>
            <a:off x="990600" y="288988"/>
            <a:ext cx="7619999"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800"/>
              <a:t>basic functions associated with Set:</a:t>
            </a:r>
            <a:endParaRPr sz="2800"/>
          </a:p>
        </p:txBody>
      </p:sp>
      <p:sp>
        <p:nvSpPr>
          <p:cNvPr id="72" name="Google Shape;72;p5"/>
          <p:cNvSpPr txBox="1"/>
          <p:nvPr>
            <p:ph idx="1" type="body"/>
          </p:nvPr>
        </p:nvSpPr>
        <p:spPr>
          <a:xfrm>
            <a:off x="645159" y="1143000"/>
            <a:ext cx="7554595" cy="507831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a:t>Set in C++ Standard Template Library (STL)</a:t>
            </a:r>
            <a:endParaRPr/>
          </a:p>
          <a:p>
            <a:pPr indent="0" lvl="0" marL="0" rtl="0" algn="l">
              <a:spcBef>
                <a:spcPts val="0"/>
              </a:spcBef>
              <a:spcAft>
                <a:spcPts val="0"/>
              </a:spcAft>
              <a:buNone/>
            </a:pPr>
            <a:r>
              <a:t/>
            </a:r>
            <a:endParaRPr u="sng">
              <a:solidFill>
                <a:schemeClr val="hlink"/>
              </a:solidFill>
              <a:hlinkClick r:id="rId3"/>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4"/>
              </a:rPr>
              <a:t>begin()</a:t>
            </a:r>
            <a:r>
              <a:rPr lang="en-US"/>
              <a:t> – Returns an iterator to the first element in the set.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5"/>
              </a:rPr>
              <a:t>end()</a:t>
            </a:r>
            <a:r>
              <a:rPr lang="en-US"/>
              <a:t> – Returns an iterator to the theoretical element that follows last element in the set.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6"/>
              </a:rPr>
              <a:t>size()</a:t>
            </a:r>
            <a:r>
              <a:rPr lang="en-US"/>
              <a:t> – Returns the number of elements in the set.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7"/>
              </a:rPr>
              <a:t>max_size()</a:t>
            </a:r>
            <a:r>
              <a:rPr lang="en-US"/>
              <a:t> – Returns the maximum number of elements that the set can hold.</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8"/>
              </a:rPr>
              <a:t>empty()</a:t>
            </a:r>
            <a:r>
              <a:rPr lang="en-US"/>
              <a:t> – Returns whether the set is empty.</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6"/>
          <p:cNvSpPr txBox="1"/>
          <p:nvPr>
            <p:ph type="title"/>
          </p:nvPr>
        </p:nvSpPr>
        <p:spPr>
          <a:xfrm>
            <a:off x="838201" y="288988"/>
            <a:ext cx="7696200" cy="12926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800"/>
              <a:t>Reading assignment: Set in C++ Standard Template Library (STL)</a:t>
            </a:r>
            <a:br>
              <a:rPr b="1" lang="en-US" sz="2800"/>
            </a:br>
            <a:endParaRPr sz="2800"/>
          </a:p>
        </p:txBody>
      </p:sp>
      <p:sp>
        <p:nvSpPr>
          <p:cNvPr id="78" name="Google Shape;78;p6"/>
          <p:cNvSpPr txBox="1"/>
          <p:nvPr>
            <p:ph idx="1" type="body"/>
          </p:nvPr>
        </p:nvSpPr>
        <p:spPr>
          <a:xfrm>
            <a:off x="645159" y="1371601"/>
            <a:ext cx="7554595" cy="4231928"/>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u="sng">
                <a:solidFill>
                  <a:schemeClr val="hlink"/>
                </a:solidFill>
                <a:hlinkClick r:id="rId3"/>
              </a:rPr>
              <a:t>rbegin()</a:t>
            </a:r>
            <a:r>
              <a:rPr lang="en-US"/>
              <a:t>– Returns a reverse iterator pointing to the last element in the container.</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4"/>
              </a:rPr>
              <a:t>rend()</a:t>
            </a:r>
            <a:r>
              <a:rPr lang="en-US"/>
              <a:t>– Returns a reverse iterator pointing to the theoretical element right before the first element in the set container.</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5"/>
              </a:rPr>
              <a:t>crbegin()</a:t>
            </a:r>
            <a:r>
              <a:rPr lang="en-US"/>
              <a:t>– Returns a constant iterator pointing to the last element in the container.</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6"/>
              </a:rPr>
              <a:t>crend() </a:t>
            </a:r>
            <a:r>
              <a:rPr lang="en-US"/>
              <a:t>– Returns a constant iterator pointing to the position just before the first element in the container.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7"/>
          <p:cNvSpPr txBox="1"/>
          <p:nvPr>
            <p:ph idx="1" type="body"/>
          </p:nvPr>
        </p:nvSpPr>
        <p:spPr>
          <a:xfrm>
            <a:off x="645159" y="1219201"/>
            <a:ext cx="7554595" cy="5216282"/>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u="sng">
                <a:solidFill>
                  <a:schemeClr val="hlink"/>
                </a:solidFill>
                <a:hlinkClick r:id="rId3"/>
              </a:rPr>
              <a:t>cbegin()</a:t>
            </a:r>
            <a:r>
              <a:rPr lang="en-US"/>
              <a:t>– Returns a constant iterator pointing to the first element in the container.</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4"/>
              </a:rPr>
              <a:t>cend() </a:t>
            </a:r>
            <a:r>
              <a:rPr lang="en-US"/>
              <a:t>– Returns a constant iterator pointing to the position past the last element in the container.</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5"/>
              </a:rPr>
              <a:t>size()</a:t>
            </a:r>
            <a:r>
              <a:rPr lang="en-US"/>
              <a:t> – Returns the number of elements in the set.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6"/>
              </a:rPr>
              <a:t>max_size()</a:t>
            </a:r>
            <a:r>
              <a:rPr lang="en-US"/>
              <a:t> – Returns the maximum number of elements that the set can hold.</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7"/>
              </a:rPr>
              <a:t>empty()</a:t>
            </a:r>
            <a:r>
              <a:rPr lang="en-US"/>
              <a:t> – Returns whether the set is empty.</a:t>
            </a:r>
            <a:endParaRPr/>
          </a:p>
          <a:p>
            <a:pPr indent="-282575" lvl="0" marL="457200" rtl="0" algn="l">
              <a:spcBef>
                <a:spcPts val="0"/>
              </a:spcBef>
              <a:spcAft>
                <a:spcPts val="0"/>
              </a:spcAft>
              <a:buClr>
                <a:schemeClr val="dk1"/>
              </a:buClr>
              <a:buSzPts val="2750"/>
              <a:buFont typeface="Arial"/>
              <a:buNone/>
            </a:pPr>
            <a:r>
              <a:t/>
            </a:r>
            <a:endParaRPr/>
          </a:p>
        </p:txBody>
      </p:sp>
      <p:sp>
        <p:nvSpPr>
          <p:cNvPr id="84" name="Google Shape;84;p7"/>
          <p:cNvSpPr txBox="1"/>
          <p:nvPr>
            <p:ph type="title"/>
          </p:nvPr>
        </p:nvSpPr>
        <p:spPr>
          <a:xfrm>
            <a:off x="838201" y="288988"/>
            <a:ext cx="7696200" cy="12926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800"/>
              <a:t>Reading assignment: Set in C++ Standard Template Library (STL)</a:t>
            </a:r>
            <a:br>
              <a:rPr b="1" lang="en-US" sz="2800"/>
            </a:br>
            <a:endParaRPr sz="2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8"/>
          <p:cNvSpPr txBox="1"/>
          <p:nvPr>
            <p:ph idx="1" type="body"/>
          </p:nvPr>
        </p:nvSpPr>
        <p:spPr>
          <a:xfrm>
            <a:off x="609600" y="1219200"/>
            <a:ext cx="7554595" cy="4655121"/>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u="sng">
                <a:solidFill>
                  <a:schemeClr val="hlink"/>
                </a:solidFill>
                <a:hlinkClick r:id="rId3"/>
              </a:rPr>
              <a:t>insert(const g)</a:t>
            </a:r>
            <a:r>
              <a:rPr lang="en-US"/>
              <a:t> – Adds a new element ‘g’ to the set.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4"/>
              </a:rPr>
              <a:t>iterator insert (iterator position, const g)</a:t>
            </a:r>
            <a:r>
              <a:rPr lang="en-US"/>
              <a:t> – Adds a new element ‘g’ at the position pointed by iterator.</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5"/>
              </a:rPr>
              <a:t>erase(iterator position)</a:t>
            </a:r>
            <a:r>
              <a:rPr lang="en-US"/>
              <a:t> – Removes the element at the position pointed by the iterator.</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6"/>
              </a:rPr>
              <a:t>erase(const g)</a:t>
            </a:r>
            <a:r>
              <a:rPr lang="en-US"/>
              <a:t>– Removes the value ‘g’ from the set.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7"/>
              </a:rPr>
              <a:t>clear()</a:t>
            </a:r>
            <a:r>
              <a:rPr lang="en-US"/>
              <a:t> – Removes all the elements from the set.</a:t>
            </a:r>
            <a:endParaRPr/>
          </a:p>
        </p:txBody>
      </p:sp>
      <p:sp>
        <p:nvSpPr>
          <p:cNvPr id="90" name="Google Shape;90;p8"/>
          <p:cNvSpPr txBox="1"/>
          <p:nvPr>
            <p:ph type="title"/>
          </p:nvPr>
        </p:nvSpPr>
        <p:spPr>
          <a:xfrm>
            <a:off x="838201" y="288988"/>
            <a:ext cx="7696200" cy="12926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800"/>
              <a:t>Reading assignment: Set in C++ Standard Template Library (STL)</a:t>
            </a:r>
            <a:br>
              <a:rPr b="1" lang="en-US" sz="2800"/>
            </a:b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9"/>
          <p:cNvSpPr txBox="1"/>
          <p:nvPr>
            <p:ph idx="1" type="body"/>
          </p:nvPr>
        </p:nvSpPr>
        <p:spPr>
          <a:xfrm>
            <a:off x="609600" y="1295400"/>
            <a:ext cx="7965441" cy="5257799"/>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u="sng">
                <a:solidFill>
                  <a:schemeClr val="hlink"/>
                </a:solidFill>
                <a:hlinkClick r:id="rId3"/>
              </a:rPr>
              <a:t>key_comp()</a:t>
            </a:r>
            <a:r>
              <a:rPr lang="en-US"/>
              <a:t> / </a:t>
            </a:r>
            <a:r>
              <a:rPr lang="en-US" u="sng">
                <a:solidFill>
                  <a:schemeClr val="hlink"/>
                </a:solidFill>
                <a:hlinkClick r:id="rId4"/>
              </a:rPr>
              <a:t>value_comp()</a:t>
            </a:r>
            <a:r>
              <a:rPr lang="en-US"/>
              <a:t> – Returns the object that determines how the elements in the set are ordered (‘&lt;‘ by default).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5"/>
              </a:rPr>
              <a:t>find(const g)</a:t>
            </a:r>
            <a:r>
              <a:rPr lang="en-US"/>
              <a:t> – Returns an iterator to the element ‘g’ in the set if found, else returns the iterator to end.</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6"/>
              </a:rPr>
              <a:t>count(const g)</a:t>
            </a:r>
            <a:r>
              <a:rPr lang="en-US"/>
              <a:t> – Returns 1 or 0 based on the element ‘g’ is present in the set or not.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7"/>
              </a:rPr>
              <a:t>lower_bound(const g)</a:t>
            </a:r>
            <a:r>
              <a:rPr lang="en-US"/>
              <a:t> – Returns an iterator to the first element that is equivalent to ‘g’ or definitely will not go before the element ‘g’ in the set.</a:t>
            </a:r>
            <a:endParaRPr/>
          </a:p>
        </p:txBody>
      </p:sp>
      <p:sp>
        <p:nvSpPr>
          <p:cNvPr id="96" name="Google Shape;96;p9"/>
          <p:cNvSpPr txBox="1"/>
          <p:nvPr>
            <p:ph type="title"/>
          </p:nvPr>
        </p:nvSpPr>
        <p:spPr>
          <a:xfrm>
            <a:off x="838201" y="288988"/>
            <a:ext cx="7696200" cy="12926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800"/>
              <a:t>Reading assignment: Set in C++ Standard Template Library (STL)</a:t>
            </a:r>
            <a:br>
              <a:rPr b="1" lang="en-US" sz="2800"/>
            </a:b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0"/>
          <p:cNvSpPr txBox="1"/>
          <p:nvPr>
            <p:ph idx="1" type="body"/>
          </p:nvPr>
        </p:nvSpPr>
        <p:spPr>
          <a:xfrm>
            <a:off x="685800" y="1066800"/>
            <a:ext cx="8153400" cy="5350801"/>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u="sng">
                <a:solidFill>
                  <a:schemeClr val="hlink"/>
                </a:solidFill>
                <a:hlinkClick r:id="rId3"/>
              </a:rPr>
              <a:t>upper_bound(const g)</a:t>
            </a:r>
            <a:r>
              <a:rPr lang="en-US"/>
              <a:t> – Returns an iterator to the first element that will go after the element ‘g’ in the set.</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4"/>
              </a:rPr>
              <a:t>equal_range()</a:t>
            </a:r>
            <a:r>
              <a:rPr lang="en-US"/>
              <a:t>– The function returns an iterator of pairs. (key_comp). The pair refers to the range that includes all the elements in the container which have a key equivalent to k.</a:t>
            </a:r>
            <a:endParaRPr/>
          </a:p>
          <a:p>
            <a:pPr indent="-457200" lvl="0" marL="457200" rtl="0" algn="l">
              <a:spcBef>
                <a:spcPts val="0"/>
              </a:spcBef>
              <a:spcAft>
                <a:spcPts val="0"/>
              </a:spcAft>
              <a:buClr>
                <a:schemeClr val="dk1"/>
              </a:buClr>
              <a:buSzPts val="2700"/>
              <a:buFont typeface="Arial"/>
              <a:buChar char="•"/>
            </a:pPr>
            <a:r>
              <a:rPr lang="en-US" u="sng">
                <a:solidFill>
                  <a:schemeClr val="hlink"/>
                </a:solidFill>
                <a:hlinkClick r:id="rId5"/>
              </a:rPr>
              <a:t>emplace()</a:t>
            </a:r>
            <a:r>
              <a:rPr lang="en-US"/>
              <a:t>– This function is used to insert a new element into the set container, only if the element to be inserted is unique and does not already exists in the set.</a:t>
            </a:r>
            <a:endParaRPr/>
          </a:p>
        </p:txBody>
      </p:sp>
      <p:sp>
        <p:nvSpPr>
          <p:cNvPr id="102" name="Google Shape;102;p10"/>
          <p:cNvSpPr txBox="1"/>
          <p:nvPr>
            <p:ph type="title"/>
          </p:nvPr>
        </p:nvSpPr>
        <p:spPr>
          <a:xfrm>
            <a:off x="838201" y="288988"/>
            <a:ext cx="7696200" cy="12926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800"/>
              <a:t>Reading assignment: Set in C++ Standard Template Library (STL)</a:t>
            </a:r>
            <a:br>
              <a:rPr b="1" lang="en-US" sz="2800"/>
            </a:b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1"/>
          <p:cNvSpPr txBox="1"/>
          <p:nvPr>
            <p:ph idx="1" type="body"/>
          </p:nvPr>
        </p:nvSpPr>
        <p:spPr>
          <a:xfrm>
            <a:off x="645159" y="1219201"/>
            <a:ext cx="8117841" cy="4801314"/>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2400"/>
              <a:buFont typeface="Arial"/>
              <a:buChar char="•"/>
            </a:pPr>
            <a:r>
              <a:rPr lang="en-US" sz="2400" u="sng">
                <a:solidFill>
                  <a:schemeClr val="hlink"/>
                </a:solidFill>
                <a:hlinkClick r:id="rId3"/>
              </a:rPr>
              <a:t>emplace_hint()</a:t>
            </a:r>
            <a:r>
              <a:rPr lang="en-US" sz="2400"/>
              <a:t>– Returns an iterator pointing to the position where the insertion is done. If the element passed in the parameter already exists, then it returns an iterator pointing to the position where the existing element is.</a:t>
            </a:r>
            <a:endParaRPr/>
          </a:p>
          <a:p>
            <a:pPr indent="-342900" lvl="0" marL="342900" rtl="0" algn="l">
              <a:spcBef>
                <a:spcPts val="0"/>
              </a:spcBef>
              <a:spcAft>
                <a:spcPts val="0"/>
              </a:spcAft>
              <a:buClr>
                <a:schemeClr val="dk1"/>
              </a:buClr>
              <a:buSzPts val="2400"/>
              <a:buFont typeface="Arial"/>
              <a:buChar char="•"/>
            </a:pPr>
            <a:r>
              <a:rPr lang="en-US" sz="2400" u="sng">
                <a:solidFill>
                  <a:schemeClr val="hlink"/>
                </a:solidFill>
                <a:hlinkClick r:id="rId4"/>
              </a:rPr>
              <a:t>swap()</a:t>
            </a:r>
            <a:r>
              <a:rPr lang="en-US" sz="2400"/>
              <a:t>– This function is used to exchange the contents of two sets but the sets must be of same type, although sizes may differ.</a:t>
            </a:r>
            <a:endParaRPr/>
          </a:p>
          <a:p>
            <a:pPr indent="-342900" lvl="0" marL="342900" rtl="0" algn="l">
              <a:spcBef>
                <a:spcPts val="0"/>
              </a:spcBef>
              <a:spcAft>
                <a:spcPts val="0"/>
              </a:spcAft>
              <a:buClr>
                <a:schemeClr val="dk1"/>
              </a:buClr>
              <a:buSzPts val="2400"/>
              <a:buFont typeface="Arial"/>
              <a:buChar char="•"/>
            </a:pPr>
            <a:r>
              <a:rPr lang="en-US" sz="2400" u="sng">
                <a:solidFill>
                  <a:schemeClr val="hlink"/>
                </a:solidFill>
                <a:hlinkClick r:id="rId5"/>
              </a:rPr>
              <a:t>operator= </a:t>
            </a:r>
            <a:r>
              <a:rPr lang="en-US" sz="2400"/>
              <a:t>– The ‘=’ is an operator in C++ STL which copies (or moves) a set to another set and set::operator= is the corresponding operator function.</a:t>
            </a:r>
            <a:endParaRPr/>
          </a:p>
          <a:p>
            <a:pPr indent="-342900" lvl="0" marL="342900" rtl="0" algn="l">
              <a:spcBef>
                <a:spcPts val="0"/>
              </a:spcBef>
              <a:spcAft>
                <a:spcPts val="0"/>
              </a:spcAft>
              <a:buClr>
                <a:schemeClr val="dk1"/>
              </a:buClr>
              <a:buSzPts val="2400"/>
              <a:buFont typeface="Arial"/>
              <a:buChar char="•"/>
            </a:pPr>
            <a:r>
              <a:rPr lang="en-US" sz="2400" u="sng">
                <a:solidFill>
                  <a:schemeClr val="hlink"/>
                </a:solidFill>
                <a:hlinkClick r:id="rId6"/>
              </a:rPr>
              <a:t>get_allocator()</a:t>
            </a:r>
            <a:r>
              <a:rPr lang="en-US" sz="2400"/>
              <a:t>– Returns the copy of the allocator object associated with the set.</a:t>
            </a:r>
            <a:endParaRPr sz="2400"/>
          </a:p>
        </p:txBody>
      </p:sp>
      <p:sp>
        <p:nvSpPr>
          <p:cNvPr id="108" name="Google Shape;108;p11"/>
          <p:cNvSpPr txBox="1"/>
          <p:nvPr>
            <p:ph type="title"/>
          </p:nvPr>
        </p:nvSpPr>
        <p:spPr>
          <a:xfrm>
            <a:off x="838201" y="288988"/>
            <a:ext cx="7696200" cy="129266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800"/>
              <a:t>Reading assignment: Set in C++ Standard Template Library (STL)</a:t>
            </a:r>
            <a:br>
              <a:rPr b="1" lang="en-US" sz="2800"/>
            </a:b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2"/>
          <p:cNvSpPr txBox="1"/>
          <p:nvPr>
            <p:ph type="title"/>
          </p:nvPr>
        </p:nvSpPr>
        <p:spPr>
          <a:xfrm>
            <a:off x="1981201" y="288988"/>
            <a:ext cx="6172200" cy="61555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4000"/>
              <a:t>Reading assignment</a:t>
            </a:r>
            <a:endParaRPr sz="4000"/>
          </a:p>
        </p:txBody>
      </p:sp>
      <p:sp>
        <p:nvSpPr>
          <p:cNvPr id="114" name="Google Shape;114;p12"/>
          <p:cNvSpPr txBox="1"/>
          <p:nvPr>
            <p:ph idx="1" type="body"/>
          </p:nvPr>
        </p:nvSpPr>
        <p:spPr>
          <a:xfrm>
            <a:off x="645159" y="1780361"/>
            <a:ext cx="7554595" cy="84638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Refer: https://www.geeksforgeeks.org/set-in-cpp-stl/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3"/>
          <p:cNvSpPr txBox="1"/>
          <p:nvPr>
            <p:ph type="title"/>
          </p:nvPr>
        </p:nvSpPr>
        <p:spPr>
          <a:xfrm>
            <a:off x="761999" y="288988"/>
            <a:ext cx="8001001" cy="77781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Disjoint sets and partitions</a:t>
            </a:r>
            <a:endParaRPr/>
          </a:p>
        </p:txBody>
      </p:sp>
      <p:sp>
        <p:nvSpPr>
          <p:cNvPr id="120" name="Google Shape;120;p13"/>
          <p:cNvSpPr txBox="1"/>
          <p:nvPr>
            <p:ph idx="1" type="body"/>
          </p:nvPr>
        </p:nvSpPr>
        <p:spPr>
          <a:xfrm>
            <a:off x="645159" y="1780361"/>
            <a:ext cx="7554595" cy="437812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A1 and A2 are called disjoint partitions of A iff</a:t>
            </a:r>
            <a:endParaRPr/>
          </a:p>
          <a:p>
            <a:pPr indent="-457200" lvl="1" marL="914400" rtl="0" algn="l">
              <a:spcBef>
                <a:spcPts val="0"/>
              </a:spcBef>
              <a:spcAft>
                <a:spcPts val="0"/>
              </a:spcAft>
              <a:buSzPts val="3200"/>
              <a:buFont typeface="Arial"/>
              <a:buChar char="•"/>
            </a:pPr>
            <a:r>
              <a:rPr lang="en-US" sz="3200"/>
              <a:t>A1 U A2 = A</a:t>
            </a:r>
            <a:endParaRPr/>
          </a:p>
          <a:p>
            <a:pPr indent="-457200" lvl="1" marL="914400" rtl="0" algn="l">
              <a:spcBef>
                <a:spcPts val="0"/>
              </a:spcBef>
              <a:spcAft>
                <a:spcPts val="0"/>
              </a:spcAft>
              <a:buSzPts val="3200"/>
              <a:buFont typeface="Arial"/>
              <a:buChar char="•"/>
            </a:pPr>
            <a:r>
              <a:rPr lang="en-US" sz="3200"/>
              <a:t>A1  </a:t>
            </a:r>
            <a:r>
              <a:rPr lang="en-US" sz="3200">
                <a:latin typeface="Times New Roman"/>
                <a:ea typeface="Times New Roman"/>
                <a:cs typeface="Times New Roman"/>
                <a:sym typeface="Times New Roman"/>
              </a:rPr>
              <a:t>∩</a:t>
            </a:r>
            <a:r>
              <a:rPr lang="en-US" sz="3200"/>
              <a:t> A2 = Φ</a:t>
            </a:r>
            <a:endParaRPr sz="3200"/>
          </a:p>
          <a:p>
            <a:pPr indent="-457200" lvl="0" marL="457200" rtl="0" algn="l">
              <a:spcBef>
                <a:spcPts val="0"/>
              </a:spcBef>
              <a:spcAft>
                <a:spcPts val="0"/>
              </a:spcAft>
              <a:buClr>
                <a:schemeClr val="dk1"/>
              </a:buClr>
              <a:buSzPts val="2700"/>
              <a:buFont typeface="Arial"/>
              <a:buChar char="•"/>
            </a:pPr>
            <a:r>
              <a:rPr lang="en-US"/>
              <a:t>E.g. A1={1,2,3,4,5} and A2= {2,4,6}, A3= {6,7} and A= {1,2,3,4,5,6,7}</a:t>
            </a:r>
            <a:endParaRPr/>
          </a:p>
          <a:p>
            <a:pPr indent="-457200" lvl="0" marL="457200" rtl="0" algn="l">
              <a:spcBef>
                <a:spcPts val="0"/>
              </a:spcBef>
              <a:spcAft>
                <a:spcPts val="0"/>
              </a:spcAft>
              <a:buClr>
                <a:schemeClr val="dk1"/>
              </a:buClr>
              <a:buSzPts val="2700"/>
              <a:buFont typeface="Arial"/>
              <a:buChar char="•"/>
            </a:pPr>
            <a:r>
              <a:rPr lang="en-US"/>
              <a:t>A1 and A2 are not disjoint partitions of A</a:t>
            </a:r>
            <a:endParaRPr/>
          </a:p>
          <a:p>
            <a:pPr indent="-457200" lvl="0" marL="457200" rtl="0" algn="l">
              <a:spcBef>
                <a:spcPts val="0"/>
              </a:spcBef>
              <a:spcAft>
                <a:spcPts val="0"/>
              </a:spcAft>
              <a:buClr>
                <a:schemeClr val="dk1"/>
              </a:buClr>
              <a:buSzPts val="2700"/>
              <a:buFont typeface="Arial"/>
              <a:buChar char="•"/>
            </a:pPr>
            <a:r>
              <a:rPr lang="en-US"/>
              <a:t>A1 and A3 are disjoint partitions of A</a:t>
            </a:r>
            <a:endParaRPr/>
          </a:p>
          <a:p>
            <a:pPr indent="-193675" lvl="0" marL="457200" rtl="0" algn="l">
              <a:spcBef>
                <a:spcPts val="0"/>
              </a:spcBef>
              <a:spcAft>
                <a:spcPts val="0"/>
              </a:spcAft>
              <a:buClr>
                <a:schemeClr val="dk1"/>
              </a:buClr>
              <a:buSzPts val="4150"/>
              <a:buFont typeface="Arial"/>
              <a:buNone/>
            </a:pPr>
            <a:r>
              <a:t/>
            </a:r>
            <a:endParaRPr sz="4150"/>
          </a:p>
          <a:p>
            <a:pPr indent="-193675" lvl="0" marL="457200" rtl="0" algn="l">
              <a:spcBef>
                <a:spcPts val="0"/>
              </a:spcBef>
              <a:spcAft>
                <a:spcPts val="0"/>
              </a:spcAft>
              <a:buClr>
                <a:schemeClr val="dk1"/>
              </a:buClr>
              <a:buSzPts val="4150"/>
              <a:buFont typeface="Arial"/>
              <a:buNone/>
            </a:pPr>
            <a:r>
              <a:t/>
            </a:r>
            <a:endParaRPr sz="415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4"/>
          <p:cNvSpPr txBox="1"/>
          <p:nvPr>
            <p:ph type="title"/>
          </p:nvPr>
        </p:nvSpPr>
        <p:spPr>
          <a:xfrm>
            <a:off x="762000" y="304800"/>
            <a:ext cx="8153399" cy="75819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3200"/>
              <a:t>Set partition using union- find operation</a:t>
            </a:r>
            <a:endParaRPr sz="3200"/>
          </a:p>
        </p:txBody>
      </p:sp>
      <p:sp>
        <p:nvSpPr>
          <p:cNvPr id="126" name="Google Shape;126;p14"/>
          <p:cNvSpPr txBox="1"/>
          <p:nvPr>
            <p:ph idx="1" type="body"/>
          </p:nvPr>
        </p:nvSpPr>
        <p:spPr>
          <a:xfrm>
            <a:off x="645159" y="1780361"/>
            <a:ext cx="7554595" cy="846386"/>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a:t>Union: creates disjoint subsets</a:t>
            </a:r>
            <a:endParaRPr/>
          </a:p>
          <a:p>
            <a:pPr indent="-457200" lvl="0" marL="457200" rtl="0" algn="l">
              <a:spcBef>
                <a:spcPts val="0"/>
              </a:spcBef>
              <a:spcAft>
                <a:spcPts val="0"/>
              </a:spcAft>
              <a:buClr>
                <a:schemeClr val="dk1"/>
              </a:buClr>
              <a:buSzPts val="2700"/>
              <a:buFont typeface="Arial"/>
              <a:buChar char="•"/>
            </a:pPr>
            <a:r>
              <a:rPr lang="en-US"/>
              <a:t>Find: checks connectivity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descr="enter image description here" id="131" name="Google Shape;131;p15"/>
          <p:cNvPicPr preferRelativeResize="0"/>
          <p:nvPr/>
        </p:nvPicPr>
        <p:blipFill rotWithShape="1">
          <a:blip r:embed="rId3">
            <a:alphaModFix/>
          </a:blip>
          <a:srcRect b="0" l="0" r="0" t="0"/>
          <a:stretch/>
        </p:blipFill>
        <p:spPr>
          <a:xfrm>
            <a:off x="838200" y="2971800"/>
            <a:ext cx="7429500" cy="1400175"/>
          </a:xfrm>
          <a:prstGeom prst="rect">
            <a:avLst/>
          </a:prstGeom>
          <a:noFill/>
          <a:ln>
            <a:noFill/>
          </a:ln>
        </p:spPr>
      </p:pic>
      <p:sp>
        <p:nvSpPr>
          <p:cNvPr id="132" name="Google Shape;132;p15"/>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Example</a:t>
            </a:r>
            <a:endParaRPr/>
          </a:p>
        </p:txBody>
      </p:sp>
      <p:sp>
        <p:nvSpPr>
          <p:cNvPr id="133" name="Google Shape;133;p15"/>
          <p:cNvSpPr txBox="1"/>
          <p:nvPr>
            <p:ph idx="1" type="body"/>
          </p:nvPr>
        </p:nvSpPr>
        <p:spPr>
          <a:xfrm>
            <a:off x="609600" y="1219200"/>
            <a:ext cx="7554595" cy="211596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a:t>Example:</a:t>
            </a:r>
            <a:r>
              <a:rPr lang="en-US"/>
              <a:t> </a:t>
            </a:r>
            <a:endParaRPr/>
          </a:p>
          <a:p>
            <a:pPr indent="0" lvl="0" marL="0" rtl="0" algn="l">
              <a:spcBef>
                <a:spcPts val="0"/>
              </a:spcBef>
              <a:spcAft>
                <a:spcPts val="0"/>
              </a:spcAft>
              <a:buNone/>
            </a:pPr>
            <a:r>
              <a:rPr lang="en-US"/>
              <a:t>S = {0, 1, 2, 3, 4, 5, 6, 7, 8, 9}. </a:t>
            </a:r>
            <a:endParaRPr/>
          </a:p>
          <a:p>
            <a:pPr indent="0" lvl="0" marL="0" rtl="0" algn="l">
              <a:spcBef>
                <a:spcPts val="0"/>
              </a:spcBef>
              <a:spcAft>
                <a:spcPts val="0"/>
              </a:spcAft>
              <a:buNone/>
            </a:pPr>
            <a:r>
              <a:rPr lang="en-US"/>
              <a:t>N = 10 </a:t>
            </a:r>
            <a:endParaRPr/>
          </a:p>
          <a:p>
            <a:pPr indent="0" lvl="0" marL="0" rtl="0" algn="l">
              <a:spcBef>
                <a:spcPts val="0"/>
              </a:spcBef>
              <a:spcAft>
                <a:spcPts val="0"/>
              </a:spcAft>
              <a:buNone/>
            </a:pPr>
            <a:r>
              <a:rPr lang="en-US"/>
              <a:t>Initially there are 10 subsets and each subset has single element in it.</a:t>
            </a:r>
            <a:endParaRPr/>
          </a:p>
        </p:txBody>
      </p:sp>
      <p:pic>
        <p:nvPicPr>
          <p:cNvPr descr="enter image description here" id="134" name="Google Shape;134;p15"/>
          <p:cNvPicPr preferRelativeResize="0"/>
          <p:nvPr/>
        </p:nvPicPr>
        <p:blipFill rotWithShape="1">
          <a:blip r:embed="rId4">
            <a:alphaModFix/>
          </a:blip>
          <a:srcRect b="0" l="0" r="0" t="0"/>
          <a:stretch/>
        </p:blipFill>
        <p:spPr>
          <a:xfrm>
            <a:off x="990600" y="4953000"/>
            <a:ext cx="7429500" cy="1400175"/>
          </a:xfrm>
          <a:prstGeom prst="rect">
            <a:avLst/>
          </a:prstGeom>
          <a:noFill/>
          <a:ln>
            <a:noFill/>
          </a:ln>
        </p:spPr>
      </p:pic>
      <p:sp>
        <p:nvSpPr>
          <p:cNvPr id="135" name="Google Shape;135;p15"/>
          <p:cNvSpPr/>
          <p:nvPr/>
        </p:nvSpPr>
        <p:spPr>
          <a:xfrm>
            <a:off x="533400" y="4495800"/>
            <a:ext cx="7886700"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Arial"/>
                <a:ea typeface="Arial"/>
                <a:cs typeface="Arial"/>
                <a:sym typeface="Arial"/>
              </a:rPr>
              <a:t>When each subset contains only single element, the array Arr is:</a:t>
            </a:r>
            <a:endParaRPr/>
          </a:p>
        </p:txBody>
      </p:sp>
      <p:sp>
        <p:nvSpPr>
          <p:cNvPr id="136" name="Google Shape;136;p15"/>
          <p:cNvSpPr txBox="1"/>
          <p:nvPr/>
        </p:nvSpPr>
        <p:spPr>
          <a:xfrm>
            <a:off x="1905000" y="6388839"/>
            <a:ext cx="692381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Ref: https://www.hackerearth.com/practice/notes/disjoint-set-union-union-find/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6"/>
          <p:cNvSpPr txBox="1"/>
          <p:nvPr>
            <p:ph type="title"/>
          </p:nvPr>
        </p:nvSpPr>
        <p:spPr>
          <a:xfrm>
            <a:off x="3363341" y="288988"/>
            <a:ext cx="2417317" cy="73866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Example</a:t>
            </a:r>
            <a:endParaRPr/>
          </a:p>
        </p:txBody>
      </p:sp>
      <p:sp>
        <p:nvSpPr>
          <p:cNvPr id="142" name="Google Shape;142;p16"/>
          <p:cNvSpPr txBox="1"/>
          <p:nvPr>
            <p:ph idx="1" type="body"/>
          </p:nvPr>
        </p:nvSpPr>
        <p:spPr>
          <a:xfrm>
            <a:off x="609600" y="1295400"/>
            <a:ext cx="8270241" cy="423192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Perform the following operations on the set:</a:t>
            </a:r>
            <a:endParaRPr/>
          </a:p>
          <a:p>
            <a:pPr indent="0" lvl="0" marL="0" rtl="0" algn="l">
              <a:spcBef>
                <a:spcPts val="0"/>
              </a:spcBef>
              <a:spcAft>
                <a:spcPts val="0"/>
              </a:spcAft>
              <a:buNone/>
            </a:pPr>
            <a:r>
              <a:rPr lang="en-US"/>
              <a:t>1) Union(2, 1)=</a:t>
            </a:r>
            <a:r>
              <a:rPr b="1" lang="en-US" sz="2400"/>
              <a:t>(1</a:t>
            </a:r>
            <a:r>
              <a:rPr b="1" baseline="30000" lang="en-US" sz="2400"/>
              <a:t>st</a:t>
            </a:r>
            <a:r>
              <a:rPr b="1" lang="en-US" sz="2400"/>
              <a:t> element=&gt;child,2</a:t>
            </a:r>
            <a:r>
              <a:rPr b="1" baseline="30000" lang="en-US" sz="2400"/>
              <a:t>nd</a:t>
            </a:r>
            <a:r>
              <a:rPr b="1" lang="en-US" sz="2400"/>
              <a:t> element=parent)</a:t>
            </a:r>
            <a:endParaRPr b="1"/>
          </a:p>
          <a:p>
            <a:pPr indent="0" lvl="0" marL="0" rtl="0" algn="l">
              <a:spcBef>
                <a:spcPts val="0"/>
              </a:spcBef>
              <a:spcAft>
                <a:spcPts val="0"/>
              </a:spcAft>
              <a:buNone/>
            </a:pPr>
            <a:r>
              <a:rPr lang="en-US"/>
              <a:t>2) Union(4, 3)</a:t>
            </a:r>
            <a:endParaRPr/>
          </a:p>
          <a:p>
            <a:pPr indent="0" lvl="0" marL="0" rtl="0" algn="l">
              <a:spcBef>
                <a:spcPts val="0"/>
              </a:spcBef>
              <a:spcAft>
                <a:spcPts val="0"/>
              </a:spcAft>
              <a:buNone/>
            </a:pPr>
            <a:r>
              <a:rPr lang="en-US"/>
              <a:t>3) Union(8, 4)</a:t>
            </a:r>
            <a:endParaRPr/>
          </a:p>
          <a:p>
            <a:pPr indent="0" lvl="0" marL="0" rtl="0" algn="l">
              <a:spcBef>
                <a:spcPts val="0"/>
              </a:spcBef>
              <a:spcAft>
                <a:spcPts val="0"/>
              </a:spcAft>
              <a:buNone/>
            </a:pPr>
            <a:r>
              <a:rPr lang="en-US"/>
              <a:t>4) Union(9, 3)</a:t>
            </a:r>
            <a:endParaRPr/>
          </a:p>
          <a:p>
            <a:pPr indent="0" lvl="0" marL="0" rtl="0" algn="l">
              <a:spcBef>
                <a:spcPts val="0"/>
              </a:spcBef>
              <a:spcAft>
                <a:spcPts val="0"/>
              </a:spcAft>
              <a:buNone/>
            </a:pPr>
            <a:r>
              <a:rPr lang="en-US"/>
              <a:t>5) Union(6, 5)</a:t>
            </a:r>
            <a:endParaRPr/>
          </a:p>
          <a:p>
            <a:pPr indent="0" lvl="0" marL="0" rtl="0" algn="l">
              <a:spcBef>
                <a:spcPts val="0"/>
              </a:spcBef>
              <a:spcAft>
                <a:spcPts val="0"/>
              </a:spcAft>
              <a:buNone/>
            </a:pPr>
            <a:r>
              <a:rPr lang="en-US"/>
              <a:t>6) Union(5,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Find(6,1), find(8,9) find(7,1)</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txBox="1"/>
          <p:nvPr>
            <p:ph idx="1" type="body"/>
          </p:nvPr>
        </p:nvSpPr>
        <p:spPr>
          <a:xfrm>
            <a:off x="685800" y="762000"/>
            <a:ext cx="7554595" cy="4308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800">
                <a:solidFill>
                  <a:srgbClr val="252C33"/>
                </a:solidFill>
                <a:latin typeface="Open Sans"/>
                <a:ea typeface="Open Sans"/>
                <a:cs typeface="Open Sans"/>
                <a:sym typeface="Open Sans"/>
              </a:rPr>
              <a:t>1) Union(2, 1)</a:t>
            </a:r>
            <a:endParaRPr/>
          </a:p>
        </p:txBody>
      </p:sp>
      <p:pic>
        <p:nvPicPr>
          <p:cNvPr descr="enter image description here" id="148" name="Google Shape;148;p17"/>
          <p:cNvPicPr preferRelativeResize="0"/>
          <p:nvPr/>
        </p:nvPicPr>
        <p:blipFill rotWithShape="1">
          <a:blip r:embed="rId3">
            <a:alphaModFix/>
          </a:blip>
          <a:srcRect b="0" l="0" r="0" t="0"/>
          <a:stretch/>
        </p:blipFill>
        <p:spPr>
          <a:xfrm>
            <a:off x="685800" y="1676400"/>
            <a:ext cx="7429500" cy="1400175"/>
          </a:xfrm>
          <a:prstGeom prst="rect">
            <a:avLst/>
          </a:prstGeom>
          <a:noFill/>
          <a:ln>
            <a:noFill/>
          </a:ln>
        </p:spPr>
      </p:pic>
      <p:pic>
        <p:nvPicPr>
          <p:cNvPr descr="enter image description here" id="149" name="Google Shape;149;p17"/>
          <p:cNvPicPr preferRelativeResize="0"/>
          <p:nvPr/>
        </p:nvPicPr>
        <p:blipFill rotWithShape="1">
          <a:blip r:embed="rId4">
            <a:alphaModFix/>
          </a:blip>
          <a:srcRect b="0" l="0" r="0" t="0"/>
          <a:stretch/>
        </p:blipFill>
        <p:spPr>
          <a:xfrm>
            <a:off x="857250" y="3738254"/>
            <a:ext cx="7429500" cy="1400175"/>
          </a:xfrm>
          <a:prstGeom prst="rect">
            <a:avLst/>
          </a:prstGeom>
          <a:noFill/>
          <a:ln>
            <a:noFill/>
          </a:ln>
        </p:spPr>
      </p:pic>
      <p:sp>
        <p:nvSpPr>
          <p:cNvPr id="150" name="Google Shape;150;p17"/>
          <p:cNvSpPr txBox="1"/>
          <p:nvPr/>
        </p:nvSpPr>
        <p:spPr>
          <a:xfrm>
            <a:off x="1191482" y="5715000"/>
            <a:ext cx="692381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Ref: https://www.hackerearth.com/practice/notes/disjoint-set-union-union-find/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txBox="1"/>
          <p:nvPr>
            <p:ph idx="1" type="body"/>
          </p:nvPr>
        </p:nvSpPr>
        <p:spPr>
          <a:xfrm>
            <a:off x="609600" y="533400"/>
            <a:ext cx="7554595" cy="126957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2) Union(4, 3)</a:t>
            </a:r>
            <a:br>
              <a:rPr lang="en-US"/>
            </a:br>
            <a:r>
              <a:rPr lang="en-US"/>
              <a:t>3) Union(8, 4)</a:t>
            </a:r>
            <a:br>
              <a:rPr lang="en-US"/>
            </a:br>
            <a:r>
              <a:rPr lang="en-US"/>
              <a:t>4) Union(9, 3)</a:t>
            </a:r>
            <a:endParaRPr/>
          </a:p>
        </p:txBody>
      </p:sp>
      <p:pic>
        <p:nvPicPr>
          <p:cNvPr descr="enter image description here" id="156" name="Google Shape;156;p18"/>
          <p:cNvPicPr preferRelativeResize="0"/>
          <p:nvPr/>
        </p:nvPicPr>
        <p:blipFill rotWithShape="1">
          <a:blip r:embed="rId3">
            <a:alphaModFix/>
          </a:blip>
          <a:srcRect b="0" l="0" r="0" t="0"/>
          <a:stretch/>
        </p:blipFill>
        <p:spPr>
          <a:xfrm>
            <a:off x="838200" y="1752600"/>
            <a:ext cx="7429500" cy="2171701"/>
          </a:xfrm>
          <a:prstGeom prst="rect">
            <a:avLst/>
          </a:prstGeom>
          <a:noFill/>
          <a:ln>
            <a:noFill/>
          </a:ln>
        </p:spPr>
      </p:pic>
      <p:pic>
        <p:nvPicPr>
          <p:cNvPr descr="enter image description here" id="157" name="Google Shape;157;p18"/>
          <p:cNvPicPr preferRelativeResize="0"/>
          <p:nvPr/>
        </p:nvPicPr>
        <p:blipFill rotWithShape="1">
          <a:blip r:embed="rId4">
            <a:alphaModFix/>
          </a:blip>
          <a:srcRect b="0" l="0" r="0" t="0"/>
          <a:stretch/>
        </p:blipFill>
        <p:spPr>
          <a:xfrm>
            <a:off x="838200" y="4191000"/>
            <a:ext cx="7429500" cy="1400175"/>
          </a:xfrm>
          <a:prstGeom prst="rect">
            <a:avLst/>
          </a:prstGeom>
          <a:noFill/>
          <a:ln>
            <a:noFill/>
          </a:ln>
        </p:spPr>
      </p:pic>
      <p:sp>
        <p:nvSpPr>
          <p:cNvPr id="158" name="Google Shape;158;p18"/>
          <p:cNvSpPr txBox="1"/>
          <p:nvPr/>
        </p:nvSpPr>
        <p:spPr>
          <a:xfrm>
            <a:off x="1091041" y="5867400"/>
            <a:ext cx="692381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Ref: https://www.hackerearth.com/practice/notes/disjoint-set-union-union-find/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idx="1" type="body"/>
          </p:nvPr>
        </p:nvSpPr>
        <p:spPr>
          <a:xfrm>
            <a:off x="602492" y="381000"/>
            <a:ext cx="7554595" cy="42319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5) Union(6, 5)</a:t>
            </a:r>
            <a:endParaRPr/>
          </a:p>
        </p:txBody>
      </p:sp>
      <p:pic>
        <p:nvPicPr>
          <p:cNvPr descr="enter image description here" id="164" name="Google Shape;164;p19"/>
          <p:cNvPicPr preferRelativeResize="0"/>
          <p:nvPr/>
        </p:nvPicPr>
        <p:blipFill rotWithShape="1">
          <a:blip r:embed="rId3">
            <a:alphaModFix/>
          </a:blip>
          <a:srcRect b="0" l="0" r="0" t="0"/>
          <a:stretch/>
        </p:blipFill>
        <p:spPr>
          <a:xfrm>
            <a:off x="744794" y="838200"/>
            <a:ext cx="7429500" cy="1455737"/>
          </a:xfrm>
          <a:prstGeom prst="rect">
            <a:avLst/>
          </a:prstGeom>
          <a:noFill/>
          <a:ln>
            <a:noFill/>
          </a:ln>
        </p:spPr>
      </p:pic>
      <p:pic>
        <p:nvPicPr>
          <p:cNvPr descr="enter image description here" id="165" name="Google Shape;165;p19"/>
          <p:cNvPicPr preferRelativeResize="0"/>
          <p:nvPr/>
        </p:nvPicPr>
        <p:blipFill rotWithShape="1">
          <a:blip r:embed="rId4">
            <a:alphaModFix/>
          </a:blip>
          <a:srcRect b="0" l="0" r="0" t="0"/>
          <a:stretch/>
        </p:blipFill>
        <p:spPr>
          <a:xfrm>
            <a:off x="533400" y="2293937"/>
            <a:ext cx="7429500" cy="1400175"/>
          </a:xfrm>
          <a:prstGeom prst="rect">
            <a:avLst/>
          </a:prstGeom>
          <a:noFill/>
          <a:ln>
            <a:noFill/>
          </a:ln>
        </p:spPr>
      </p:pic>
      <p:sp>
        <p:nvSpPr>
          <p:cNvPr id="166" name="Google Shape;166;p19"/>
          <p:cNvSpPr txBox="1"/>
          <p:nvPr/>
        </p:nvSpPr>
        <p:spPr>
          <a:xfrm>
            <a:off x="744794" y="3682188"/>
            <a:ext cx="7184596"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🡺5 subsets.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A1= {3, 4, 8, 9},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A2= {1, 2},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A3= {5, 6}</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A4= {0}</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A5 = {7}.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All these subsets are said to be Connected Components.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 type="body"/>
          </p:nvPr>
        </p:nvSpPr>
        <p:spPr>
          <a:xfrm>
            <a:off x="914400" y="609600"/>
            <a:ext cx="7554595" cy="1692771"/>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a:t>Find (0, 7) = False  as 0 and 7 are disconnected </a:t>
            </a:r>
            <a:endParaRPr/>
          </a:p>
          <a:p>
            <a:pPr indent="-457200" lvl="0" marL="457200" rtl="0" algn="l">
              <a:spcBef>
                <a:spcPts val="0"/>
              </a:spcBef>
              <a:spcAft>
                <a:spcPts val="0"/>
              </a:spcAft>
              <a:buClr>
                <a:schemeClr val="dk1"/>
              </a:buClr>
              <a:buSzPts val="2700"/>
              <a:buFont typeface="Arial"/>
              <a:buChar char="•"/>
            </a:pPr>
            <a:r>
              <a:rPr lang="en-US"/>
              <a:t>Find (8, 9) = True as 8 and 9 are connected directly or indirectly</a:t>
            </a:r>
            <a:endParaRPr/>
          </a:p>
        </p:txBody>
      </p:sp>
      <p:pic>
        <p:nvPicPr>
          <p:cNvPr descr="enter image description here" id="172" name="Google Shape;172;p20"/>
          <p:cNvPicPr preferRelativeResize="0"/>
          <p:nvPr/>
        </p:nvPicPr>
        <p:blipFill rotWithShape="1">
          <a:blip r:embed="rId3">
            <a:alphaModFix/>
          </a:blip>
          <a:srcRect b="0" l="0" r="0" t="0"/>
          <a:stretch/>
        </p:blipFill>
        <p:spPr>
          <a:xfrm>
            <a:off x="734962" y="2971800"/>
            <a:ext cx="7429500" cy="1981200"/>
          </a:xfrm>
          <a:prstGeom prst="rect">
            <a:avLst/>
          </a:prstGeom>
          <a:noFill/>
          <a:ln>
            <a:noFill/>
          </a:ln>
        </p:spPr>
      </p:pic>
      <p:sp>
        <p:nvSpPr>
          <p:cNvPr id="173" name="Google Shape;173;p20"/>
          <p:cNvSpPr txBox="1"/>
          <p:nvPr/>
        </p:nvSpPr>
        <p:spPr>
          <a:xfrm>
            <a:off x="1091041" y="5867400"/>
            <a:ext cx="692381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Ref: https://www.hackerearth.com/practice/notes/disjoint-set-union-union-find/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idx="1" type="body"/>
          </p:nvPr>
        </p:nvSpPr>
        <p:spPr>
          <a:xfrm>
            <a:off x="609600" y="457200"/>
            <a:ext cx="7554595" cy="42319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6) Union(5, 2)</a:t>
            </a:r>
            <a:endParaRPr/>
          </a:p>
        </p:txBody>
      </p:sp>
      <p:pic>
        <p:nvPicPr>
          <p:cNvPr descr="enter image description here" id="179" name="Google Shape;179;p21"/>
          <p:cNvPicPr preferRelativeResize="0"/>
          <p:nvPr/>
        </p:nvPicPr>
        <p:blipFill rotWithShape="1">
          <a:blip r:embed="rId3">
            <a:alphaModFix/>
          </a:blip>
          <a:srcRect b="0" l="0" r="0" t="0"/>
          <a:stretch/>
        </p:blipFill>
        <p:spPr>
          <a:xfrm>
            <a:off x="685800" y="1066800"/>
            <a:ext cx="7429500" cy="2943225"/>
          </a:xfrm>
          <a:prstGeom prst="rect">
            <a:avLst/>
          </a:prstGeom>
          <a:noFill/>
          <a:ln>
            <a:noFill/>
          </a:ln>
        </p:spPr>
      </p:pic>
      <p:pic>
        <p:nvPicPr>
          <p:cNvPr descr="enter image description here" id="180" name="Google Shape;180;p21"/>
          <p:cNvPicPr preferRelativeResize="0"/>
          <p:nvPr/>
        </p:nvPicPr>
        <p:blipFill rotWithShape="1">
          <a:blip r:embed="rId4">
            <a:alphaModFix/>
          </a:blip>
          <a:srcRect b="0" l="0" r="0" t="0"/>
          <a:stretch/>
        </p:blipFill>
        <p:spPr>
          <a:xfrm>
            <a:off x="685800" y="4191000"/>
            <a:ext cx="7429500" cy="1400175"/>
          </a:xfrm>
          <a:prstGeom prst="rect">
            <a:avLst/>
          </a:prstGeom>
          <a:noFill/>
          <a:ln>
            <a:noFill/>
          </a:ln>
        </p:spPr>
      </p:pic>
      <p:sp>
        <p:nvSpPr>
          <p:cNvPr id="181" name="Google Shape;181;p21"/>
          <p:cNvSpPr txBox="1"/>
          <p:nvPr/>
        </p:nvSpPr>
        <p:spPr>
          <a:xfrm>
            <a:off x="1091041" y="5867400"/>
            <a:ext cx="69237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Ref: https://www.hackerearth.com/practice/notes/disjoint-set-union-union-find/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1219201" y="288988"/>
            <a:ext cx="6172200" cy="55399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3600"/>
              <a:t>Applications of set partitioning</a:t>
            </a:r>
            <a:endParaRPr sz="3600"/>
          </a:p>
        </p:txBody>
      </p:sp>
      <p:sp>
        <p:nvSpPr>
          <p:cNvPr id="187" name="Google Shape;187;p22"/>
          <p:cNvSpPr txBox="1"/>
          <p:nvPr>
            <p:ph idx="1" type="body"/>
          </p:nvPr>
        </p:nvSpPr>
        <p:spPr>
          <a:xfrm>
            <a:off x="838200" y="1447800"/>
            <a:ext cx="7554595" cy="2962349"/>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a:t>Elections</a:t>
            </a:r>
            <a:endParaRPr/>
          </a:p>
          <a:p>
            <a:pPr indent="-457200" lvl="0" marL="457200" rtl="0" algn="l">
              <a:spcBef>
                <a:spcPts val="0"/>
              </a:spcBef>
              <a:spcAft>
                <a:spcPts val="0"/>
              </a:spcAft>
              <a:buClr>
                <a:schemeClr val="dk1"/>
              </a:buClr>
              <a:buSzPts val="2700"/>
              <a:buFont typeface="Arial"/>
              <a:buChar char="•"/>
            </a:pPr>
            <a:r>
              <a:rPr lang="en-US"/>
              <a:t>Divide and conquer</a:t>
            </a:r>
            <a:endParaRPr/>
          </a:p>
          <a:p>
            <a:pPr indent="-457200" lvl="0" marL="457200" rtl="0" algn="l">
              <a:spcBef>
                <a:spcPts val="0"/>
              </a:spcBef>
              <a:spcAft>
                <a:spcPts val="0"/>
              </a:spcAft>
              <a:buClr>
                <a:schemeClr val="dk1"/>
              </a:buClr>
              <a:buSzPts val="2700"/>
              <a:buFont typeface="Arial"/>
              <a:buChar char="•"/>
            </a:pPr>
            <a:r>
              <a:rPr lang="en-US"/>
              <a:t>Classification </a:t>
            </a:r>
            <a:endParaRPr/>
          </a:p>
          <a:p>
            <a:pPr indent="-457200" lvl="0" marL="457200" rtl="0" algn="l">
              <a:spcBef>
                <a:spcPts val="0"/>
              </a:spcBef>
              <a:spcAft>
                <a:spcPts val="0"/>
              </a:spcAft>
              <a:buClr>
                <a:schemeClr val="dk1"/>
              </a:buClr>
              <a:buSzPts val="2700"/>
              <a:buFont typeface="Arial"/>
              <a:buChar char="•"/>
            </a:pPr>
            <a:r>
              <a:rPr lang="en-US"/>
              <a:t>Pattern matching</a:t>
            </a:r>
            <a:endParaRPr/>
          </a:p>
          <a:p>
            <a:pPr indent="-457200" lvl="0" marL="457200" rtl="0" algn="l">
              <a:spcBef>
                <a:spcPts val="0"/>
              </a:spcBef>
              <a:spcAft>
                <a:spcPts val="0"/>
              </a:spcAft>
              <a:buClr>
                <a:schemeClr val="dk1"/>
              </a:buClr>
              <a:buSzPts val="2700"/>
              <a:buFont typeface="Arial"/>
              <a:buChar char="•"/>
            </a:pPr>
            <a:r>
              <a:rPr lang="en-US"/>
              <a:t>Mutually exclusive processes in OS</a:t>
            </a:r>
            <a:endParaRPr/>
          </a:p>
          <a:p>
            <a:pPr indent="-457200" lvl="0" marL="457200" rtl="0" algn="l">
              <a:spcBef>
                <a:spcPts val="0"/>
              </a:spcBef>
              <a:spcAft>
                <a:spcPts val="0"/>
              </a:spcAft>
              <a:buClr>
                <a:schemeClr val="dk1"/>
              </a:buClr>
              <a:buSzPts val="2700"/>
              <a:buFont typeface="Arial"/>
              <a:buChar char="•"/>
            </a:pPr>
            <a:r>
              <a:rPr lang="en-US"/>
              <a:t>Combinatorial explosion problem where repetition is not allowed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4022978" y="288988"/>
            <a:ext cx="1521460" cy="7581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Maps</a:t>
            </a:r>
            <a:endParaRPr/>
          </a:p>
        </p:txBody>
      </p:sp>
      <p:sp>
        <p:nvSpPr>
          <p:cNvPr id="193" name="Google Shape;193;p23"/>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194" name="Google Shape;194;p23"/>
          <p:cNvSpPr txBox="1"/>
          <p:nvPr/>
        </p:nvSpPr>
        <p:spPr>
          <a:xfrm>
            <a:off x="742315" y="1117599"/>
            <a:ext cx="8060690" cy="435991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None/>
            </a:pPr>
            <a:r>
              <a:rPr lang="en-US" sz="2750">
                <a:solidFill>
                  <a:schemeClr val="dk1"/>
                </a:solidFill>
                <a:latin typeface="Arial"/>
                <a:ea typeface="Arial"/>
                <a:cs typeface="Arial"/>
                <a:sym typeface="Arial"/>
              </a:rPr>
              <a:t>Also known as:</a:t>
            </a:r>
            <a:endParaRPr sz="2750">
              <a:solidFill>
                <a:schemeClr val="dk1"/>
              </a:solidFill>
              <a:latin typeface="Arial"/>
              <a:ea typeface="Arial"/>
              <a:cs typeface="Arial"/>
              <a:sym typeface="Arial"/>
            </a:endParaRPr>
          </a:p>
          <a:p>
            <a:pPr indent="-286385" lvl="0" marL="756285" marR="619125" rtl="0" algn="l">
              <a:lnSpc>
                <a:spcPct val="118750"/>
              </a:lnSpc>
              <a:spcBef>
                <a:spcPts val="170"/>
              </a:spcBef>
              <a:spcAft>
                <a:spcPts val="0"/>
              </a:spcAft>
              <a:buNone/>
            </a:pPr>
            <a:r>
              <a:rPr lang="en-US" sz="2400">
                <a:solidFill>
                  <a:schemeClr val="dk1"/>
                </a:solidFill>
                <a:latin typeface="Arial"/>
                <a:ea typeface="Arial"/>
                <a:cs typeface="Arial"/>
                <a:sym typeface="Arial"/>
              </a:rPr>
              <a:t>table, search table, associative array, or associative  container</a:t>
            </a:r>
            <a:endParaRPr sz="2400">
              <a:solidFill>
                <a:schemeClr val="dk1"/>
              </a:solidFill>
              <a:latin typeface="Arial"/>
              <a:ea typeface="Arial"/>
              <a:cs typeface="Arial"/>
              <a:sym typeface="Arial"/>
            </a:endParaRPr>
          </a:p>
          <a:p>
            <a:pPr indent="-343535" lvl="0" marL="355600" marR="281940" rtl="0" algn="l">
              <a:lnSpc>
                <a:spcPct val="122872"/>
              </a:lnSpc>
              <a:spcBef>
                <a:spcPts val="35"/>
              </a:spcBef>
              <a:spcAft>
                <a:spcPts val="0"/>
              </a:spcAft>
              <a:buNone/>
            </a:pPr>
            <a:r>
              <a:rPr lang="en-US" sz="2750">
                <a:solidFill>
                  <a:schemeClr val="dk1"/>
                </a:solidFill>
                <a:latin typeface="Arial"/>
                <a:ea typeface="Arial"/>
                <a:cs typeface="Arial"/>
                <a:sym typeface="Arial"/>
              </a:rPr>
              <a:t>A data structure optimized	for a very specific kind  of search / access</a:t>
            </a:r>
            <a:endParaRPr sz="2750">
              <a:solidFill>
                <a:schemeClr val="dk1"/>
              </a:solidFill>
              <a:latin typeface="Arial"/>
              <a:ea typeface="Arial"/>
              <a:cs typeface="Arial"/>
              <a:sym typeface="Arial"/>
            </a:endParaRPr>
          </a:p>
          <a:p>
            <a:pPr indent="0" lvl="0" marL="470534" marR="0" rtl="0" algn="l">
              <a:lnSpc>
                <a:spcPct val="113750"/>
              </a:lnSpc>
              <a:spcBef>
                <a:spcPts val="0"/>
              </a:spcBef>
              <a:spcAft>
                <a:spcPts val="0"/>
              </a:spcAft>
              <a:buNone/>
            </a:pPr>
            <a:r>
              <a:rPr lang="en-US" sz="2400">
                <a:solidFill>
                  <a:schemeClr val="dk1"/>
                </a:solidFill>
                <a:latin typeface="Arial"/>
                <a:ea typeface="Arial"/>
                <a:cs typeface="Arial"/>
                <a:sym typeface="Arial"/>
              </a:rPr>
              <a:t>with a </a:t>
            </a:r>
            <a:r>
              <a:rPr i="1" lang="en-US" sz="2400">
                <a:solidFill>
                  <a:schemeClr val="dk1"/>
                </a:solidFill>
                <a:latin typeface="Arial"/>
                <a:ea typeface="Arial"/>
                <a:cs typeface="Arial"/>
                <a:sym typeface="Arial"/>
              </a:rPr>
              <a:t>bag </a:t>
            </a:r>
            <a:r>
              <a:rPr lang="en-US" sz="2400">
                <a:solidFill>
                  <a:schemeClr val="dk1"/>
                </a:solidFill>
                <a:latin typeface="Arial"/>
                <a:ea typeface="Arial"/>
                <a:cs typeface="Arial"/>
                <a:sym typeface="Arial"/>
              </a:rPr>
              <a:t>we access by asking "is X present"</a:t>
            </a:r>
            <a:endParaRPr sz="2400">
              <a:solidFill>
                <a:schemeClr val="dk1"/>
              </a:solidFill>
              <a:latin typeface="Arial"/>
              <a:ea typeface="Arial"/>
              <a:cs typeface="Arial"/>
              <a:sym typeface="Arial"/>
            </a:endParaRPr>
          </a:p>
          <a:p>
            <a:pPr indent="0" lvl="0" marL="470534" marR="0" rtl="0" algn="l">
              <a:lnSpc>
                <a:spcPct val="119583"/>
              </a:lnSpc>
              <a:spcBef>
                <a:spcPts val="50"/>
              </a:spcBef>
              <a:spcAft>
                <a:spcPts val="0"/>
              </a:spcAft>
              <a:buNone/>
            </a:pPr>
            <a:r>
              <a:rPr lang="en-US" sz="2400">
                <a:solidFill>
                  <a:schemeClr val="dk1"/>
                </a:solidFill>
                <a:latin typeface="Arial"/>
                <a:ea typeface="Arial"/>
                <a:cs typeface="Arial"/>
                <a:sym typeface="Arial"/>
              </a:rPr>
              <a:t>with a </a:t>
            </a:r>
            <a:r>
              <a:rPr i="1" lang="en-US" sz="2400">
                <a:solidFill>
                  <a:schemeClr val="dk1"/>
                </a:solidFill>
                <a:latin typeface="Arial"/>
                <a:ea typeface="Arial"/>
                <a:cs typeface="Arial"/>
                <a:sym typeface="Arial"/>
              </a:rPr>
              <a:t>list </a:t>
            </a:r>
            <a:r>
              <a:rPr lang="en-US" sz="2400">
                <a:solidFill>
                  <a:schemeClr val="dk1"/>
                </a:solidFill>
                <a:latin typeface="Arial"/>
                <a:ea typeface="Arial"/>
                <a:cs typeface="Arial"/>
                <a:sym typeface="Arial"/>
              </a:rPr>
              <a:t>we access by asking "give me item number X"</a:t>
            </a:r>
            <a:endParaRPr sz="2400">
              <a:solidFill>
                <a:schemeClr val="dk1"/>
              </a:solidFill>
              <a:latin typeface="Arial"/>
              <a:ea typeface="Arial"/>
              <a:cs typeface="Arial"/>
              <a:sym typeface="Arial"/>
            </a:endParaRPr>
          </a:p>
          <a:p>
            <a:pPr indent="0" lvl="0" marL="470534" marR="0" rtl="0" algn="l">
              <a:lnSpc>
                <a:spcPct val="119583"/>
              </a:lnSpc>
              <a:spcBef>
                <a:spcPts val="0"/>
              </a:spcBef>
              <a:spcAft>
                <a:spcPts val="0"/>
              </a:spcAft>
              <a:buNone/>
            </a:pPr>
            <a:r>
              <a:rPr lang="en-US" sz="2400">
                <a:solidFill>
                  <a:schemeClr val="dk1"/>
                </a:solidFill>
                <a:latin typeface="Arial"/>
                <a:ea typeface="Arial"/>
                <a:cs typeface="Arial"/>
                <a:sym typeface="Arial"/>
              </a:rPr>
              <a:t>with a </a:t>
            </a:r>
            <a:r>
              <a:rPr i="1" lang="en-US" sz="2400">
                <a:solidFill>
                  <a:schemeClr val="dk1"/>
                </a:solidFill>
                <a:latin typeface="Arial"/>
                <a:ea typeface="Arial"/>
                <a:cs typeface="Arial"/>
                <a:sym typeface="Arial"/>
              </a:rPr>
              <a:t>queue </a:t>
            </a:r>
            <a:r>
              <a:rPr lang="en-US" sz="2400">
                <a:solidFill>
                  <a:schemeClr val="dk1"/>
                </a:solidFill>
                <a:latin typeface="Arial"/>
                <a:ea typeface="Arial"/>
                <a:cs typeface="Arial"/>
                <a:sym typeface="Arial"/>
              </a:rPr>
              <a:t>we access by asking "give me the item</a:t>
            </a:r>
            <a:endParaRPr sz="2400">
              <a:solidFill>
                <a:schemeClr val="dk1"/>
              </a:solidFill>
              <a:latin typeface="Arial"/>
              <a:ea typeface="Arial"/>
              <a:cs typeface="Arial"/>
              <a:sym typeface="Arial"/>
            </a:endParaRPr>
          </a:p>
          <a:p>
            <a:pPr indent="0" lvl="0" marL="756285" marR="0" rtl="0" algn="l">
              <a:lnSpc>
                <a:spcPct val="100000"/>
              </a:lnSpc>
              <a:spcBef>
                <a:spcPts val="50"/>
              </a:spcBef>
              <a:spcAft>
                <a:spcPts val="0"/>
              </a:spcAft>
              <a:buNone/>
            </a:pPr>
            <a:r>
              <a:rPr lang="en-US" sz="2400">
                <a:solidFill>
                  <a:schemeClr val="dk1"/>
                </a:solidFill>
                <a:latin typeface="Arial"/>
                <a:ea typeface="Arial"/>
                <a:cs typeface="Arial"/>
                <a:sym typeface="Arial"/>
              </a:rPr>
              <a:t>that has been in the collection the longest."</a:t>
            </a:r>
            <a:endParaRPr sz="2400">
              <a:solidFill>
                <a:schemeClr val="dk1"/>
              </a:solidFill>
              <a:latin typeface="Arial"/>
              <a:ea typeface="Arial"/>
              <a:cs typeface="Arial"/>
              <a:sym typeface="Arial"/>
            </a:endParaRPr>
          </a:p>
          <a:p>
            <a:pPr indent="0" lvl="0" marL="12700" marR="0" rtl="0" algn="l">
              <a:lnSpc>
                <a:spcPct val="100000"/>
              </a:lnSpc>
              <a:spcBef>
                <a:spcPts val="0"/>
              </a:spcBef>
              <a:spcAft>
                <a:spcPts val="0"/>
              </a:spcAft>
              <a:buNone/>
            </a:pPr>
            <a:r>
              <a:rPr lang="en-US" sz="2750">
                <a:solidFill>
                  <a:schemeClr val="dk1"/>
                </a:solidFill>
                <a:latin typeface="Arial"/>
                <a:ea typeface="Arial"/>
                <a:cs typeface="Arial"/>
                <a:sym typeface="Arial"/>
              </a:rPr>
              <a:t>In a </a:t>
            </a:r>
            <a:r>
              <a:rPr i="1" lang="en-US" sz="2750">
                <a:solidFill>
                  <a:srgbClr val="FFC000"/>
                </a:solidFill>
                <a:latin typeface="Arial"/>
                <a:ea typeface="Arial"/>
                <a:cs typeface="Arial"/>
                <a:sym typeface="Arial"/>
              </a:rPr>
              <a:t>Map </a:t>
            </a:r>
            <a:r>
              <a:rPr lang="en-US" sz="2750">
                <a:solidFill>
                  <a:schemeClr val="dk1"/>
                </a:solidFill>
                <a:latin typeface="Arial"/>
                <a:ea typeface="Arial"/>
                <a:cs typeface="Arial"/>
                <a:sym typeface="Arial"/>
              </a:rPr>
              <a:t>we access by asking "give me the </a:t>
            </a:r>
            <a:r>
              <a:rPr i="1" lang="en-US" sz="2750">
                <a:solidFill>
                  <a:schemeClr val="dk1"/>
                </a:solidFill>
                <a:latin typeface="Arial"/>
                <a:ea typeface="Arial"/>
                <a:cs typeface="Arial"/>
                <a:sym typeface="Arial"/>
              </a:rPr>
              <a:t>value</a:t>
            </a:r>
            <a:endParaRPr sz="2750">
              <a:solidFill>
                <a:schemeClr val="dk1"/>
              </a:solidFill>
              <a:latin typeface="Arial"/>
              <a:ea typeface="Arial"/>
              <a:cs typeface="Arial"/>
              <a:sym typeface="Arial"/>
            </a:endParaRPr>
          </a:p>
          <a:p>
            <a:pPr indent="0" lvl="0" marL="355600" marR="0" rtl="0" algn="l">
              <a:lnSpc>
                <a:spcPct val="100000"/>
              </a:lnSpc>
              <a:spcBef>
                <a:spcPts val="80"/>
              </a:spcBef>
              <a:spcAft>
                <a:spcPts val="0"/>
              </a:spcAft>
              <a:buNone/>
            </a:pPr>
            <a:r>
              <a:rPr lang="en-US" sz="2750">
                <a:solidFill>
                  <a:schemeClr val="dk1"/>
                </a:solidFill>
                <a:latin typeface="Arial"/>
                <a:ea typeface="Arial"/>
                <a:cs typeface="Arial"/>
                <a:sym typeface="Arial"/>
              </a:rPr>
              <a:t>associated	with this </a:t>
            </a:r>
            <a:r>
              <a:rPr i="1" lang="en-US" sz="2750">
                <a:solidFill>
                  <a:schemeClr val="dk1"/>
                </a:solidFill>
                <a:latin typeface="Arial"/>
                <a:ea typeface="Arial"/>
                <a:cs typeface="Arial"/>
                <a:sym typeface="Arial"/>
              </a:rPr>
              <a:t>key."</a:t>
            </a:r>
            <a:endParaRPr sz="275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nvSpPr>
        <p:spPr>
          <a:xfrm>
            <a:off x="906780" y="1328102"/>
            <a:ext cx="7213600" cy="2700020"/>
          </a:xfrm>
          <a:prstGeom prst="rect">
            <a:avLst/>
          </a:prstGeom>
          <a:noFill/>
          <a:ln>
            <a:noFill/>
          </a:ln>
        </p:spPr>
        <p:txBody>
          <a:bodyPr anchorCtr="0" anchor="t" bIns="0" lIns="0" spcFirstLastPara="1" rIns="0" wrap="square" tIns="50150">
            <a:spAutoFit/>
          </a:bodyPr>
          <a:lstStyle/>
          <a:p>
            <a:pPr indent="-343535" lvl="0" marL="355600" marR="5080" rtl="0" algn="l">
              <a:lnSpc>
                <a:spcPct val="109583"/>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a:t>
            </a:r>
            <a:r>
              <a:rPr lang="en-US" sz="2400">
                <a:solidFill>
                  <a:srgbClr val="FFC000"/>
                </a:solidFill>
                <a:latin typeface="Arial"/>
                <a:ea typeface="Arial"/>
                <a:cs typeface="Arial"/>
                <a:sym typeface="Arial"/>
              </a:rPr>
              <a:t>Map </a:t>
            </a:r>
            <a:r>
              <a:rPr lang="en-US" sz="2400">
                <a:solidFill>
                  <a:schemeClr val="dk1"/>
                </a:solidFill>
                <a:latin typeface="Arial"/>
                <a:ea typeface="Arial"/>
                <a:cs typeface="Arial"/>
                <a:sym typeface="Arial"/>
              </a:rPr>
              <a:t>models a searchable collection of key-value  entries</a:t>
            </a:r>
            <a:endParaRPr sz="2400">
              <a:solidFill>
                <a:schemeClr val="dk1"/>
              </a:solidFill>
              <a:latin typeface="Arial"/>
              <a:ea typeface="Arial"/>
              <a:cs typeface="Arial"/>
              <a:sym typeface="Arial"/>
            </a:endParaRPr>
          </a:p>
          <a:p>
            <a:pPr indent="-343535" lvl="0" marL="355600" marR="0" rtl="0" algn="l">
              <a:lnSpc>
                <a:spcPct val="9916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main operations of a map are for searching,</a:t>
            </a:r>
            <a:endParaRPr sz="2400">
              <a:solidFill>
                <a:schemeClr val="dk1"/>
              </a:solidFill>
              <a:latin typeface="Arial"/>
              <a:ea typeface="Arial"/>
              <a:cs typeface="Arial"/>
              <a:sym typeface="Arial"/>
            </a:endParaRPr>
          </a:p>
          <a:p>
            <a:pPr indent="0" lvl="0" marL="355600" marR="0" rtl="0" algn="l">
              <a:lnSpc>
                <a:spcPct val="109583"/>
              </a:lnSpc>
              <a:spcBef>
                <a:spcPts val="0"/>
              </a:spcBef>
              <a:spcAft>
                <a:spcPts val="0"/>
              </a:spcAft>
              <a:buNone/>
            </a:pPr>
            <a:r>
              <a:rPr lang="en-US" sz="2400">
                <a:solidFill>
                  <a:schemeClr val="dk1"/>
                </a:solidFill>
                <a:latin typeface="Arial"/>
                <a:ea typeface="Arial"/>
                <a:cs typeface="Arial"/>
                <a:sym typeface="Arial"/>
              </a:rPr>
              <a:t>inserting, and deleting items</a:t>
            </a:r>
            <a:endParaRPr sz="2400">
              <a:solidFill>
                <a:schemeClr val="dk1"/>
              </a:solidFill>
              <a:latin typeface="Arial"/>
              <a:ea typeface="Arial"/>
              <a:cs typeface="Arial"/>
              <a:sym typeface="Arial"/>
            </a:endParaRPr>
          </a:p>
          <a:p>
            <a:pPr indent="-343535" lvl="0" marL="355600" marR="0" rtl="0" algn="l">
              <a:lnSpc>
                <a:spcPct val="107916"/>
              </a:lnSpc>
              <a:spcBef>
                <a:spcPts val="0"/>
              </a:spcBef>
              <a:spcAft>
                <a:spcPts val="0"/>
              </a:spcAft>
              <a:buClr>
                <a:srgbClr val="000000"/>
              </a:buClr>
              <a:buSzPts val="2400"/>
              <a:buFont typeface="Arial"/>
              <a:buChar char="•"/>
            </a:pPr>
            <a:r>
              <a:rPr lang="en-US" sz="2400">
                <a:solidFill>
                  <a:srgbClr val="FF0000"/>
                </a:solidFill>
                <a:latin typeface="Arial"/>
                <a:ea typeface="Arial"/>
                <a:cs typeface="Arial"/>
                <a:sym typeface="Arial"/>
              </a:rPr>
              <a:t>Multiple entries with the same key are </a:t>
            </a:r>
            <a:r>
              <a:rPr b="1" lang="en-US" sz="2400">
                <a:solidFill>
                  <a:srgbClr val="FF0000"/>
                </a:solidFill>
                <a:latin typeface="Arial"/>
                <a:ea typeface="Arial"/>
                <a:cs typeface="Arial"/>
                <a:sym typeface="Arial"/>
              </a:rPr>
              <a:t>not </a:t>
            </a:r>
            <a:r>
              <a:rPr lang="en-US" sz="2400">
                <a:solidFill>
                  <a:srgbClr val="FF0000"/>
                </a:solidFill>
                <a:latin typeface="Arial"/>
                <a:ea typeface="Arial"/>
                <a:cs typeface="Arial"/>
                <a:sym typeface="Arial"/>
              </a:rPr>
              <a:t>allowed</a:t>
            </a:r>
            <a:endParaRPr sz="2400">
              <a:solidFill>
                <a:schemeClr val="dk1"/>
              </a:solidFill>
              <a:latin typeface="Arial"/>
              <a:ea typeface="Arial"/>
              <a:cs typeface="Arial"/>
              <a:sym typeface="Arial"/>
            </a:endParaRPr>
          </a:p>
          <a:p>
            <a:pPr indent="-343535" lvl="0" marL="355600" marR="0" rtl="0" algn="l">
              <a:lnSpc>
                <a:spcPct val="10791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Applications:</a:t>
            </a:r>
            <a:endParaRPr sz="2400">
              <a:solidFill>
                <a:schemeClr val="dk1"/>
              </a:solidFill>
              <a:latin typeface="Arial"/>
              <a:ea typeface="Arial"/>
              <a:cs typeface="Arial"/>
              <a:sym typeface="Arial"/>
            </a:endParaRPr>
          </a:p>
          <a:p>
            <a:pPr indent="-343535" lvl="1" marL="813435" marR="0" rtl="0" algn="l">
              <a:lnSpc>
                <a:spcPct val="107916"/>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address book</a:t>
            </a:r>
            <a:endParaRPr b="0" i="0" sz="2400" u="none" cap="none" strike="noStrike">
              <a:solidFill>
                <a:schemeClr val="dk1"/>
              </a:solidFill>
              <a:latin typeface="Arial"/>
              <a:ea typeface="Arial"/>
              <a:cs typeface="Arial"/>
              <a:sym typeface="Arial"/>
            </a:endParaRPr>
          </a:p>
          <a:p>
            <a:pPr indent="-343535" lvl="1" marL="813435" marR="0" rtl="0" algn="l">
              <a:lnSpc>
                <a:spcPct val="113125"/>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student-record database</a:t>
            </a:r>
            <a:endParaRPr b="0" i="0" sz="2400" u="none" cap="none" strike="noStrike">
              <a:solidFill>
                <a:schemeClr val="dk1"/>
              </a:solidFill>
              <a:latin typeface="Arial"/>
              <a:ea typeface="Arial"/>
              <a:cs typeface="Arial"/>
              <a:sym typeface="Arial"/>
            </a:endParaRPr>
          </a:p>
        </p:txBody>
      </p:sp>
      <p:sp>
        <p:nvSpPr>
          <p:cNvPr id="200" name="Google Shape;200;p24"/>
          <p:cNvSpPr/>
          <p:nvPr/>
        </p:nvSpPr>
        <p:spPr>
          <a:xfrm>
            <a:off x="2124075" y="3900513"/>
            <a:ext cx="5218176" cy="2336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24"/>
          <p:cNvSpPr txBox="1"/>
          <p:nvPr>
            <p:ph type="title"/>
          </p:nvPr>
        </p:nvSpPr>
        <p:spPr>
          <a:xfrm>
            <a:off x="4022978" y="288988"/>
            <a:ext cx="1521460" cy="7581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Maps</a:t>
            </a:r>
            <a:endParaRPr/>
          </a:p>
        </p:txBody>
      </p:sp>
      <p:sp>
        <p:nvSpPr>
          <p:cNvPr id="202" name="Google Shape;202;p24"/>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3363341" y="288988"/>
            <a:ext cx="2417317" cy="62541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Maps</a:t>
            </a:r>
            <a:endParaRPr/>
          </a:p>
        </p:txBody>
      </p:sp>
      <p:sp>
        <p:nvSpPr>
          <p:cNvPr id="208" name="Google Shape;208;p25"/>
          <p:cNvSpPr txBox="1"/>
          <p:nvPr>
            <p:ph idx="1" type="body"/>
          </p:nvPr>
        </p:nvSpPr>
        <p:spPr>
          <a:xfrm>
            <a:off x="457200" y="1059432"/>
            <a:ext cx="8610600" cy="5502900"/>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SzPts val="2700"/>
              <a:buFont typeface="Arial"/>
              <a:buChar char="•"/>
            </a:pPr>
            <a:r>
              <a:rPr lang="en-US">
                <a:solidFill>
                  <a:srgbClr val="000000"/>
                </a:solidFill>
              </a:rPr>
              <a:t>A </a:t>
            </a:r>
            <a:r>
              <a:rPr b="1" i="1" lang="en-US">
                <a:solidFill>
                  <a:srgbClr val="000000"/>
                </a:solidFill>
              </a:rPr>
              <a:t>map </a:t>
            </a:r>
            <a:r>
              <a:rPr lang="en-US">
                <a:solidFill>
                  <a:srgbClr val="000000"/>
                </a:solidFill>
              </a:rPr>
              <a:t>allows to store elements so they can be located quickly using keys.</a:t>
            </a:r>
            <a:endParaRPr>
              <a:solidFill>
                <a:srgbClr val="000000"/>
              </a:solidFill>
            </a:endParaRPr>
          </a:p>
          <a:p>
            <a:pPr indent="-457200" lvl="0" marL="457200" rtl="0" algn="l">
              <a:spcBef>
                <a:spcPts val="0"/>
              </a:spcBef>
              <a:spcAft>
                <a:spcPts val="0"/>
              </a:spcAft>
              <a:buSzPts val="2700"/>
              <a:buFont typeface="Arial"/>
              <a:buChar char="•"/>
            </a:pPr>
            <a:r>
              <a:rPr b="1" i="1" lang="en-US">
                <a:solidFill>
                  <a:srgbClr val="000000"/>
                </a:solidFill>
              </a:rPr>
              <a:t>key </a:t>
            </a:r>
            <a:r>
              <a:rPr lang="en-US">
                <a:solidFill>
                  <a:srgbClr val="000000"/>
                </a:solidFill>
              </a:rPr>
              <a:t>as a unique identifier</a:t>
            </a:r>
            <a:endParaRPr>
              <a:solidFill>
                <a:srgbClr val="000000"/>
              </a:solidFill>
            </a:endParaRPr>
          </a:p>
          <a:p>
            <a:pPr indent="-457200" lvl="0" marL="457200" rtl="0" algn="l">
              <a:spcBef>
                <a:spcPts val="0"/>
              </a:spcBef>
              <a:spcAft>
                <a:spcPts val="0"/>
              </a:spcAft>
              <a:buSzPts val="2700"/>
              <a:buFont typeface="Arial"/>
              <a:buChar char="•"/>
            </a:pPr>
            <a:r>
              <a:rPr lang="en-US">
                <a:solidFill>
                  <a:srgbClr val="000000"/>
                </a:solidFill>
              </a:rPr>
              <a:t>A map stores key-value pairs (</a:t>
            </a:r>
            <a:r>
              <a:rPr i="1" lang="en-US">
                <a:solidFill>
                  <a:srgbClr val="000000"/>
                </a:solidFill>
              </a:rPr>
              <a:t>k</a:t>
            </a:r>
            <a:r>
              <a:rPr lang="en-US">
                <a:solidFill>
                  <a:srgbClr val="000000"/>
                </a:solidFill>
              </a:rPr>
              <a:t>,</a:t>
            </a:r>
            <a:r>
              <a:rPr i="1" lang="en-US">
                <a:solidFill>
                  <a:srgbClr val="000000"/>
                </a:solidFill>
              </a:rPr>
              <a:t>v</a:t>
            </a:r>
            <a:r>
              <a:rPr lang="en-US">
                <a:solidFill>
                  <a:srgbClr val="000000"/>
                </a:solidFill>
              </a:rPr>
              <a:t>), called </a:t>
            </a:r>
            <a:r>
              <a:rPr b="1" i="1" lang="en-US">
                <a:solidFill>
                  <a:srgbClr val="000000"/>
                </a:solidFill>
              </a:rPr>
              <a:t>entries</a:t>
            </a:r>
            <a:r>
              <a:rPr lang="en-US">
                <a:solidFill>
                  <a:srgbClr val="000000"/>
                </a:solidFill>
              </a:rPr>
              <a:t>, </a:t>
            </a:r>
            <a:endParaRPr>
              <a:solidFill>
                <a:srgbClr val="000000"/>
              </a:solidFill>
            </a:endParaRPr>
          </a:p>
          <a:p>
            <a:pPr indent="-457200" lvl="0" marL="457200" rtl="0" algn="l">
              <a:spcBef>
                <a:spcPts val="0"/>
              </a:spcBef>
              <a:spcAft>
                <a:spcPts val="0"/>
              </a:spcAft>
              <a:buSzPts val="2700"/>
              <a:buFont typeface="Arial"/>
              <a:buChar char="•"/>
            </a:pPr>
            <a:r>
              <a:rPr lang="en-US">
                <a:solidFill>
                  <a:srgbClr val="000000"/>
                </a:solidFill>
              </a:rPr>
              <a:t>each key is unique, so the association of keys to values defines a mapping. </a:t>
            </a:r>
            <a:endParaRPr>
              <a:solidFill>
                <a:srgbClr val="000000"/>
              </a:solidFill>
            </a:endParaRPr>
          </a:p>
          <a:p>
            <a:pPr indent="-457200" lvl="0" marL="457200" rtl="0" algn="l">
              <a:spcBef>
                <a:spcPts val="0"/>
              </a:spcBef>
              <a:spcAft>
                <a:spcPts val="0"/>
              </a:spcAft>
              <a:buSzPts val="2700"/>
              <a:buFont typeface="Arial"/>
              <a:buChar char="•"/>
            </a:pPr>
            <a:r>
              <a:rPr lang="en-US">
                <a:solidFill>
                  <a:srgbClr val="000000"/>
                </a:solidFill>
              </a:rPr>
              <a:t>E.g. In a map storing student records (such as the student’s name, address, and course grades), the key might be the student’s ID number. </a:t>
            </a:r>
            <a:endParaRPr>
              <a:solidFill>
                <a:srgbClr val="000000"/>
              </a:solidFill>
            </a:endParaRPr>
          </a:p>
          <a:p>
            <a:pPr indent="-457200" lvl="0" marL="457200" rtl="0" algn="l">
              <a:spcBef>
                <a:spcPts val="0"/>
              </a:spcBef>
              <a:spcAft>
                <a:spcPts val="0"/>
              </a:spcAft>
              <a:buSzPts val="2700"/>
              <a:buFont typeface="Arial"/>
              <a:buChar char="•"/>
            </a:pPr>
            <a:r>
              <a:rPr lang="en-US">
                <a:solidFill>
                  <a:srgbClr val="000000"/>
                </a:solidFill>
              </a:rPr>
              <a:t>Sometimes referred to as </a:t>
            </a:r>
            <a:r>
              <a:rPr b="1" i="1" lang="en-US">
                <a:solidFill>
                  <a:srgbClr val="000000"/>
                </a:solidFill>
              </a:rPr>
              <a:t>associative stores </a:t>
            </a:r>
            <a:r>
              <a:rPr lang="en-US">
                <a:solidFill>
                  <a:srgbClr val="000000"/>
                </a:solidFill>
              </a:rPr>
              <a:t>or </a:t>
            </a:r>
            <a:r>
              <a:rPr b="1" i="1" lang="en-US">
                <a:solidFill>
                  <a:srgbClr val="000000"/>
                </a:solidFill>
              </a:rPr>
              <a:t>associative containers</a:t>
            </a:r>
            <a:r>
              <a:rPr lang="en-US">
                <a:solidFill>
                  <a:srgbClr val="000000"/>
                </a:solidFill>
              </a:rPr>
              <a:t>, as the key associated with an object determines its “location” in the data structure</a:t>
            </a:r>
            <a:endParaRPr>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type="title"/>
          </p:nvPr>
        </p:nvSpPr>
        <p:spPr>
          <a:xfrm>
            <a:off x="3363341" y="288988"/>
            <a:ext cx="2417317" cy="61555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4000"/>
              <a:t>Maps</a:t>
            </a:r>
            <a:endParaRPr sz="4000"/>
          </a:p>
        </p:txBody>
      </p:sp>
      <p:sp>
        <p:nvSpPr>
          <p:cNvPr id="214" name="Google Shape;214;p26"/>
          <p:cNvSpPr txBox="1"/>
          <p:nvPr>
            <p:ph idx="1" type="body"/>
          </p:nvPr>
        </p:nvSpPr>
        <p:spPr>
          <a:xfrm>
            <a:off x="609600" y="1143000"/>
            <a:ext cx="7554595" cy="4231928"/>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a:t>Used where each key is to be viewed as a kind of unique </a:t>
            </a:r>
            <a:r>
              <a:rPr b="1" i="1" lang="en-US"/>
              <a:t>index </a:t>
            </a:r>
            <a:r>
              <a:rPr lang="en-US"/>
              <a:t>address for its value, that is, </a:t>
            </a:r>
            <a:endParaRPr/>
          </a:p>
          <a:p>
            <a:pPr indent="-457200" lvl="0" marL="457200" rtl="0" algn="l">
              <a:spcBef>
                <a:spcPts val="0"/>
              </a:spcBef>
              <a:spcAft>
                <a:spcPts val="0"/>
              </a:spcAft>
              <a:buClr>
                <a:schemeClr val="dk1"/>
              </a:buClr>
              <a:buSzPts val="2700"/>
              <a:buFont typeface="Arial"/>
              <a:buChar char="•"/>
            </a:pPr>
            <a:r>
              <a:rPr lang="en-US"/>
              <a:t>E.g. if we wish to store student records, we would probably want to use student ID objects as keys (and disallow two students having the same student ID). </a:t>
            </a:r>
            <a:endParaRPr/>
          </a:p>
          <a:p>
            <a:pPr indent="-457200" lvl="0" marL="457200" rtl="0" algn="l">
              <a:spcBef>
                <a:spcPts val="0"/>
              </a:spcBef>
              <a:spcAft>
                <a:spcPts val="0"/>
              </a:spcAft>
              <a:buClr>
                <a:schemeClr val="dk1"/>
              </a:buClr>
              <a:buSzPts val="2700"/>
              <a:buFont typeface="Arial"/>
              <a:buChar char="•"/>
            </a:pPr>
            <a:r>
              <a:rPr lang="en-US"/>
              <a:t>In other words, the key associated with an object can be viewed as an “address” for that object.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3352800" y="228600"/>
            <a:ext cx="2417317" cy="55399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3600"/>
              <a:t>Map ADT</a:t>
            </a:r>
            <a:endParaRPr sz="3600"/>
          </a:p>
        </p:txBody>
      </p:sp>
      <p:sp>
        <p:nvSpPr>
          <p:cNvPr id="220" name="Google Shape;220;p27"/>
          <p:cNvSpPr txBox="1"/>
          <p:nvPr>
            <p:ph idx="1" type="body"/>
          </p:nvPr>
        </p:nvSpPr>
        <p:spPr>
          <a:xfrm>
            <a:off x="609600" y="889824"/>
            <a:ext cx="8153400" cy="5206176"/>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400"/>
              <a:buFont typeface="Arial"/>
              <a:buChar char="•"/>
            </a:pPr>
            <a:r>
              <a:rPr lang="en-US" sz="2400"/>
              <a:t>Value definition: Map is a collection of key value entries, with each value associated with a distinct key.</a:t>
            </a:r>
            <a:endParaRPr/>
          </a:p>
          <a:p>
            <a:pPr indent="-457200" lvl="0" marL="457200" rtl="0" algn="l">
              <a:spcBef>
                <a:spcPts val="0"/>
              </a:spcBef>
              <a:spcAft>
                <a:spcPts val="0"/>
              </a:spcAft>
              <a:buClr>
                <a:schemeClr val="dk1"/>
              </a:buClr>
              <a:buSzPts val="2400"/>
              <a:buFont typeface="Arial"/>
              <a:buChar char="•"/>
            </a:pPr>
            <a:r>
              <a:rPr lang="en-US" sz="2400"/>
              <a:t> Assumption: map provides a special pointer object, which permits us to reference entries of the map, called </a:t>
            </a:r>
            <a:r>
              <a:rPr b="1" i="1" lang="en-US" sz="2400"/>
              <a:t>position</a:t>
            </a:r>
            <a:r>
              <a:rPr lang="en-US" sz="2400"/>
              <a:t>. </a:t>
            </a:r>
            <a:endParaRPr/>
          </a:p>
          <a:p>
            <a:pPr indent="-457200" lvl="0" marL="457200" rtl="0" algn="l">
              <a:spcBef>
                <a:spcPts val="0"/>
              </a:spcBef>
              <a:spcAft>
                <a:spcPts val="0"/>
              </a:spcAft>
              <a:buClr>
                <a:schemeClr val="dk1"/>
              </a:buClr>
              <a:buSzPts val="2400"/>
              <a:buFont typeface="Arial"/>
              <a:buChar char="•"/>
            </a:pPr>
            <a:r>
              <a:rPr b="1" i="1" lang="en-US" sz="2400"/>
              <a:t>Iterator</a:t>
            </a:r>
            <a:r>
              <a:rPr lang="en-US" sz="2400"/>
              <a:t> references entries and navigate around the map. </a:t>
            </a:r>
            <a:endParaRPr sz="2400"/>
          </a:p>
          <a:p>
            <a:pPr indent="-457200" lvl="0" marL="457200" rtl="0" algn="l">
              <a:spcBef>
                <a:spcPts val="0"/>
              </a:spcBef>
              <a:spcAft>
                <a:spcPts val="0"/>
              </a:spcAft>
              <a:buClr>
                <a:schemeClr val="dk1"/>
              </a:buClr>
              <a:buSzPts val="2400"/>
              <a:buFont typeface="Arial"/>
              <a:buChar char="•"/>
            </a:pPr>
            <a:r>
              <a:rPr lang="en-US" sz="2400"/>
              <a:t>Given a map iterator </a:t>
            </a:r>
            <a:r>
              <a:rPr i="1" lang="en-US" sz="2400"/>
              <a:t>p</a:t>
            </a:r>
            <a:r>
              <a:rPr lang="en-US" sz="2400"/>
              <a:t>, the associated entry may be accessed by dereferencing the iterator,  *</a:t>
            </a:r>
            <a:r>
              <a:rPr i="1" lang="en-US" sz="2400"/>
              <a:t>p</a:t>
            </a:r>
            <a:r>
              <a:rPr lang="en-US" sz="2400"/>
              <a:t>. </a:t>
            </a:r>
            <a:endParaRPr sz="2400"/>
          </a:p>
          <a:p>
            <a:pPr indent="-457200" lvl="0" marL="457200" rtl="0" algn="l">
              <a:spcBef>
                <a:spcPts val="0"/>
              </a:spcBef>
              <a:spcAft>
                <a:spcPts val="0"/>
              </a:spcAft>
              <a:buClr>
                <a:schemeClr val="dk1"/>
              </a:buClr>
              <a:buSzPts val="2400"/>
              <a:buFont typeface="Arial"/>
              <a:buChar char="•"/>
            </a:pPr>
            <a:r>
              <a:rPr lang="en-US" sz="2400"/>
              <a:t>The individual key and value can be accessed using </a:t>
            </a:r>
            <a:r>
              <a:rPr i="1" lang="en-US" sz="2400"/>
              <a:t>p</a:t>
            </a:r>
            <a:r>
              <a:rPr lang="en-US" sz="2400"/>
              <a:t>-&gt;key() and </a:t>
            </a:r>
            <a:r>
              <a:rPr i="1" lang="en-US" sz="2400"/>
              <a:t>p</a:t>
            </a:r>
            <a:r>
              <a:rPr lang="en-US" sz="2400"/>
              <a:t>-&gt;value(), respectively.</a:t>
            </a:r>
            <a:endParaRPr/>
          </a:p>
          <a:p>
            <a:pPr indent="-457200" lvl="0" marL="457200" rtl="0" algn="l">
              <a:spcBef>
                <a:spcPts val="0"/>
              </a:spcBef>
              <a:spcAft>
                <a:spcPts val="0"/>
              </a:spcAft>
              <a:buClr>
                <a:schemeClr val="dk1"/>
              </a:buClr>
              <a:buSzPts val="2400"/>
              <a:buFont typeface="Arial"/>
              <a:buChar char="•"/>
            </a:pPr>
            <a:r>
              <a:rPr lang="en-US" sz="2400"/>
              <a:t>Can be implemented using associative arrays</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ph type="title"/>
          </p:nvPr>
        </p:nvSpPr>
        <p:spPr>
          <a:xfrm>
            <a:off x="3273678" y="288988"/>
            <a:ext cx="2600325" cy="7581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Map ADT</a:t>
            </a:r>
            <a:endParaRPr/>
          </a:p>
        </p:txBody>
      </p:sp>
      <p:sp>
        <p:nvSpPr>
          <p:cNvPr id="226" name="Google Shape;226;p28"/>
          <p:cNvSpPr/>
          <p:nvPr/>
        </p:nvSpPr>
        <p:spPr>
          <a:xfrm>
            <a:off x="683564" y="1268818"/>
            <a:ext cx="7553983" cy="449466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28"/>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type="title"/>
          </p:nvPr>
        </p:nvSpPr>
        <p:spPr>
          <a:xfrm>
            <a:off x="3363341" y="288988"/>
            <a:ext cx="2417317" cy="758190"/>
          </a:xfrm>
          <a:prstGeom prst="rect">
            <a:avLst/>
          </a:prstGeom>
          <a:noFill/>
          <a:ln>
            <a:noFill/>
          </a:ln>
        </p:spPr>
        <p:txBody>
          <a:bodyPr anchorCtr="0" anchor="t" bIns="0" lIns="0" spcFirstLastPara="1" rIns="0" wrap="square" tIns="13325">
            <a:spAutoFit/>
          </a:bodyPr>
          <a:lstStyle/>
          <a:p>
            <a:pPr indent="0" lvl="0" marL="17780" rtl="0" algn="l">
              <a:lnSpc>
                <a:spcPct val="100000"/>
              </a:lnSpc>
              <a:spcBef>
                <a:spcPts val="0"/>
              </a:spcBef>
              <a:spcAft>
                <a:spcPts val="0"/>
              </a:spcAft>
              <a:buNone/>
            </a:pPr>
            <a:r>
              <a:rPr lang="en-US"/>
              <a:t>Example</a:t>
            </a:r>
            <a:endParaRPr/>
          </a:p>
        </p:txBody>
      </p:sp>
      <p:sp>
        <p:nvSpPr>
          <p:cNvPr id="233" name="Google Shape;233;p29"/>
          <p:cNvSpPr/>
          <p:nvPr/>
        </p:nvSpPr>
        <p:spPr>
          <a:xfrm>
            <a:off x="1081549" y="1331166"/>
            <a:ext cx="7124893" cy="450251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9"/>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235" name="Google Shape;235;p29"/>
          <p:cNvSpPr txBox="1"/>
          <p:nvPr/>
        </p:nvSpPr>
        <p:spPr>
          <a:xfrm>
            <a:off x="4191000" y="3015734"/>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
        <p:nvSpPr>
          <p:cNvPr id="236" name="Google Shape;236;p29"/>
          <p:cNvSpPr txBox="1"/>
          <p:nvPr/>
        </p:nvSpPr>
        <p:spPr>
          <a:xfrm>
            <a:off x="7391400" y="3048000"/>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
        <p:nvSpPr>
          <p:cNvPr id="237" name="Google Shape;237;p29"/>
          <p:cNvSpPr txBox="1"/>
          <p:nvPr/>
        </p:nvSpPr>
        <p:spPr>
          <a:xfrm>
            <a:off x="7391400" y="3364468"/>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
        <p:nvSpPr>
          <p:cNvPr id="238" name="Google Shape;238;p29"/>
          <p:cNvSpPr txBox="1"/>
          <p:nvPr/>
        </p:nvSpPr>
        <p:spPr>
          <a:xfrm>
            <a:off x="7391400" y="3745468"/>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
        <p:nvSpPr>
          <p:cNvPr id="239" name="Google Shape;239;p29"/>
          <p:cNvSpPr txBox="1"/>
          <p:nvPr/>
        </p:nvSpPr>
        <p:spPr>
          <a:xfrm>
            <a:off x="7391400" y="4038600"/>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
        <p:nvSpPr>
          <p:cNvPr id="240" name="Google Shape;240;p29"/>
          <p:cNvSpPr txBox="1"/>
          <p:nvPr/>
        </p:nvSpPr>
        <p:spPr>
          <a:xfrm>
            <a:off x="7391400" y="4419600"/>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
        <p:nvSpPr>
          <p:cNvPr id="241" name="Google Shape;241;p29"/>
          <p:cNvSpPr txBox="1"/>
          <p:nvPr/>
        </p:nvSpPr>
        <p:spPr>
          <a:xfrm>
            <a:off x="4193796" y="4038600"/>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
        <p:nvSpPr>
          <p:cNvPr id="242" name="Google Shape;242;p29"/>
          <p:cNvSpPr txBox="1"/>
          <p:nvPr/>
        </p:nvSpPr>
        <p:spPr>
          <a:xfrm>
            <a:off x="6553200" y="4724400"/>
            <a:ext cx="3048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a:t>
            </a:r>
            <a:endParaRPr b="1"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3363341" y="288988"/>
            <a:ext cx="4790059" cy="86177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800"/>
              <a:t>Reading Assignment</a:t>
            </a:r>
            <a:endParaRPr sz="2800"/>
          </a:p>
        </p:txBody>
      </p:sp>
      <p:sp>
        <p:nvSpPr>
          <p:cNvPr id="248" name="Google Shape;248;p30"/>
          <p:cNvSpPr txBox="1"/>
          <p:nvPr>
            <p:ph idx="1" type="body"/>
          </p:nvPr>
        </p:nvSpPr>
        <p:spPr>
          <a:xfrm>
            <a:off x="645159" y="1780361"/>
            <a:ext cx="7554595" cy="84638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https://www.geeksforgeeks.org/map-associative-containers-the-c-standard-template-library-stl/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54" name="Google Shape;254;p31"/>
          <p:cNvSpPr txBox="1"/>
          <p:nvPr>
            <p:ph idx="1" type="body"/>
          </p:nvPr>
        </p:nvSpPr>
        <p:spPr>
          <a:xfrm>
            <a:off x="645159" y="1780361"/>
            <a:ext cx="7554595" cy="4655121"/>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Some basic functions associated with Map:</a:t>
            </a:r>
            <a:br>
              <a:rPr lang="en-US"/>
            </a:br>
            <a:r>
              <a:rPr lang="en-US" u="sng">
                <a:solidFill>
                  <a:schemeClr val="hlink"/>
                </a:solidFill>
                <a:hlinkClick r:id="rId3"/>
              </a:rPr>
              <a:t>begin()</a:t>
            </a:r>
            <a:r>
              <a:rPr lang="en-US"/>
              <a:t> – Returns an iterator to the first element in the map</a:t>
            </a:r>
            <a:br>
              <a:rPr lang="en-US"/>
            </a:br>
            <a:r>
              <a:rPr lang="en-US" u="sng">
                <a:solidFill>
                  <a:schemeClr val="hlink"/>
                </a:solidFill>
                <a:hlinkClick r:id="rId4"/>
              </a:rPr>
              <a:t>end()</a:t>
            </a:r>
            <a:r>
              <a:rPr lang="en-US"/>
              <a:t> – Returns an iterator to the theoretical element that follows last element in the map</a:t>
            </a:r>
            <a:br>
              <a:rPr lang="en-US"/>
            </a:br>
            <a:r>
              <a:rPr lang="en-US" u="sng">
                <a:solidFill>
                  <a:schemeClr val="hlink"/>
                </a:solidFill>
                <a:hlinkClick r:id="rId5"/>
              </a:rPr>
              <a:t>size()</a:t>
            </a:r>
            <a:r>
              <a:rPr lang="en-US"/>
              <a:t> – Returns the number of elements in the map</a:t>
            </a:r>
            <a:br>
              <a:rPr lang="en-US"/>
            </a:br>
            <a:r>
              <a:rPr lang="en-US" u="sng">
                <a:solidFill>
                  <a:schemeClr val="hlink"/>
                </a:solidFill>
                <a:hlinkClick r:id="rId6"/>
              </a:rPr>
              <a:t>max_size()</a:t>
            </a:r>
            <a:r>
              <a:rPr lang="en-US"/>
              <a:t> – Returns the maximum number of elements that the map can hold</a:t>
            </a:r>
            <a:br>
              <a:rPr lang="en-US"/>
            </a:br>
            <a:r>
              <a:rPr lang="en-US" u="sng">
                <a:solidFill>
                  <a:schemeClr val="hlink"/>
                </a:solidFill>
                <a:hlinkClick r:id="rId7"/>
              </a:rPr>
              <a:t>empty()</a:t>
            </a:r>
            <a:r>
              <a:rPr lang="en-US"/>
              <a:t> – Returns whether the map is empty</a:t>
            </a:r>
            <a:br>
              <a:rPr lang="en-US"/>
            </a:b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60" name="Google Shape;260;p32"/>
          <p:cNvSpPr txBox="1"/>
          <p:nvPr>
            <p:ph idx="1" type="body"/>
          </p:nvPr>
        </p:nvSpPr>
        <p:spPr>
          <a:xfrm>
            <a:off x="645159" y="1780361"/>
            <a:ext cx="7554595" cy="29623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u="sng">
                <a:solidFill>
                  <a:schemeClr val="hlink"/>
                </a:solidFill>
                <a:hlinkClick r:id="rId3"/>
              </a:rPr>
              <a:t>pair insert(keyvalue, mapvalue)</a:t>
            </a:r>
            <a:r>
              <a:rPr lang="en-US"/>
              <a:t> – Adds a new element to the map</a:t>
            </a:r>
            <a:br>
              <a:rPr lang="en-US"/>
            </a:br>
            <a:r>
              <a:rPr lang="en-US" u="sng">
                <a:solidFill>
                  <a:schemeClr val="hlink"/>
                </a:solidFill>
                <a:hlinkClick r:id="rId4"/>
              </a:rPr>
              <a:t>erase(iterator position)</a:t>
            </a:r>
            <a:r>
              <a:rPr lang="en-US"/>
              <a:t> – Removes the element at the position pointed by the iterator</a:t>
            </a:r>
            <a:br>
              <a:rPr lang="en-US"/>
            </a:br>
            <a:r>
              <a:rPr lang="en-US" u="sng">
                <a:solidFill>
                  <a:schemeClr val="hlink"/>
                </a:solidFill>
                <a:hlinkClick r:id="rId5"/>
              </a:rPr>
              <a:t>erase(const g)</a:t>
            </a:r>
            <a:r>
              <a:rPr lang="en-US"/>
              <a:t>– Removes the key value ‘g’ from the map</a:t>
            </a:r>
            <a:br>
              <a:rPr lang="en-US"/>
            </a:br>
            <a:r>
              <a:rPr lang="en-US" u="sng">
                <a:solidFill>
                  <a:schemeClr val="hlink"/>
                </a:solidFill>
                <a:hlinkClick r:id="rId6"/>
              </a:rPr>
              <a:t>clear()</a:t>
            </a:r>
            <a:r>
              <a:rPr lang="en-US"/>
              <a:t> – Removes all the elements from the map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3363341" y="288988"/>
            <a:ext cx="4866259" cy="492443"/>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3200"/>
              <a:t>Map implementation</a:t>
            </a:r>
            <a:endParaRPr sz="3200"/>
          </a:p>
        </p:txBody>
      </p:sp>
      <p:sp>
        <p:nvSpPr>
          <p:cNvPr id="266" name="Google Shape;266;p33"/>
          <p:cNvSpPr txBox="1"/>
          <p:nvPr>
            <p:ph idx="1" type="body"/>
          </p:nvPr>
        </p:nvSpPr>
        <p:spPr>
          <a:xfrm>
            <a:off x="645150" y="1093425"/>
            <a:ext cx="8117700" cy="5125800"/>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a:t>Arrays</a:t>
            </a:r>
            <a:endParaRPr/>
          </a:p>
          <a:p>
            <a:pPr indent="-457200" lvl="0" marL="457200" rtl="0" algn="l">
              <a:spcBef>
                <a:spcPts val="0"/>
              </a:spcBef>
              <a:spcAft>
                <a:spcPts val="0"/>
              </a:spcAft>
              <a:buClr>
                <a:schemeClr val="dk1"/>
              </a:buClr>
              <a:buSzPts val="2700"/>
              <a:buFont typeface="Arial"/>
              <a:buChar char="•"/>
            </a:pPr>
            <a:r>
              <a:rPr lang="en-US"/>
              <a:t>A simple linked list of pairs</a:t>
            </a:r>
            <a:endParaRPr/>
          </a:p>
          <a:p>
            <a:pPr indent="-457200" lvl="1" marL="914400" rtl="0" algn="l">
              <a:spcBef>
                <a:spcPts val="0"/>
              </a:spcBef>
              <a:spcAft>
                <a:spcPts val="0"/>
              </a:spcAft>
              <a:buSzPts val="2800"/>
              <a:buFont typeface="Arial"/>
              <a:buChar char="•"/>
            </a:pPr>
            <a:r>
              <a:rPr lang="en-US" sz="2800"/>
              <a:t>Slow (O(n)), </a:t>
            </a:r>
            <a:endParaRPr/>
          </a:p>
          <a:p>
            <a:pPr indent="-457200" lvl="1" marL="914400" rtl="0" algn="l">
              <a:spcBef>
                <a:spcPts val="0"/>
              </a:spcBef>
              <a:spcAft>
                <a:spcPts val="0"/>
              </a:spcAft>
              <a:buSzPts val="2800"/>
              <a:buFont typeface="Arial"/>
              <a:buChar char="•"/>
            </a:pPr>
            <a:r>
              <a:rPr lang="en-US" sz="2800"/>
              <a:t>insufficient for general use.</a:t>
            </a:r>
            <a:endParaRPr/>
          </a:p>
          <a:p>
            <a:pPr indent="-457200" lvl="0" marL="457200" rtl="0" algn="l">
              <a:spcBef>
                <a:spcPts val="0"/>
              </a:spcBef>
              <a:spcAft>
                <a:spcPts val="0"/>
              </a:spcAft>
              <a:buClr>
                <a:schemeClr val="dk1"/>
              </a:buClr>
              <a:buSzPts val="2700"/>
              <a:buFont typeface="Arial"/>
              <a:buChar char="•"/>
            </a:pPr>
            <a:r>
              <a:rPr lang="en-US"/>
              <a:t>A hash table. </a:t>
            </a:r>
            <a:endParaRPr/>
          </a:p>
          <a:p>
            <a:pPr indent="-457200" lvl="1" marL="914400" rtl="0" algn="l">
              <a:spcBef>
                <a:spcPts val="0"/>
              </a:spcBef>
              <a:spcAft>
                <a:spcPts val="0"/>
              </a:spcAft>
              <a:buSzPts val="2800"/>
              <a:buFont typeface="Arial"/>
              <a:buChar char="•"/>
            </a:pPr>
            <a:r>
              <a:rPr lang="en-US" sz="2800"/>
              <a:t>This is generally very fast (roughly O(1)), </a:t>
            </a:r>
            <a:endParaRPr sz="2800"/>
          </a:p>
          <a:p>
            <a:pPr indent="-457200" lvl="1" marL="914400" rtl="0" algn="l">
              <a:spcBef>
                <a:spcPts val="0"/>
              </a:spcBef>
              <a:spcAft>
                <a:spcPts val="0"/>
              </a:spcAft>
              <a:buSzPts val="2800"/>
              <a:buFont typeface="Arial"/>
              <a:buChar char="•"/>
            </a:pPr>
            <a:r>
              <a:rPr lang="en-US" sz="2800"/>
              <a:t>Requires a good hash function for  the key type</a:t>
            </a:r>
            <a:r>
              <a:rPr lang="en-US"/>
              <a:t>. </a:t>
            </a:r>
            <a:endParaRPr/>
          </a:p>
          <a:p>
            <a:pPr indent="-457200" lvl="0" marL="457200" rtl="0" algn="l">
              <a:spcBef>
                <a:spcPts val="0"/>
              </a:spcBef>
              <a:spcAft>
                <a:spcPts val="0"/>
              </a:spcAft>
              <a:buClr>
                <a:schemeClr val="dk1"/>
              </a:buClr>
              <a:buSzPts val="2700"/>
              <a:buFont typeface="Arial"/>
              <a:buChar char="•"/>
            </a:pPr>
            <a:r>
              <a:rPr lang="en-US"/>
              <a:t>A binary search tree. </a:t>
            </a:r>
            <a:endParaRPr/>
          </a:p>
          <a:p>
            <a:pPr indent="-457200" lvl="1" marL="914400" rtl="0" algn="l">
              <a:spcBef>
                <a:spcPts val="0"/>
              </a:spcBef>
              <a:spcAft>
                <a:spcPts val="0"/>
              </a:spcAft>
              <a:buSzPts val="2800"/>
              <a:buFont typeface="Arial"/>
              <a:buChar char="•"/>
            </a:pPr>
            <a:r>
              <a:rPr lang="en-US" sz="2800"/>
              <a:t>Fast (O(lg n)). </a:t>
            </a:r>
            <a:endParaRPr/>
          </a:p>
          <a:p>
            <a:pPr indent="-457200" lvl="1" marL="914400" rtl="0" algn="l">
              <a:spcBef>
                <a:spcPts val="0"/>
              </a:spcBef>
              <a:spcAft>
                <a:spcPts val="0"/>
              </a:spcAft>
              <a:buSzPts val="2800"/>
              <a:buFont typeface="Arial"/>
              <a:buChar char="•"/>
            </a:pPr>
            <a:r>
              <a:rPr lang="en-US" sz="2800"/>
              <a:t>Unlike in a hash table, the keys will be ordered.  </a:t>
            </a:r>
            <a:endParaRPr/>
          </a:p>
          <a:p>
            <a:pPr indent="-457200" lvl="0" marL="457200" rtl="0" algn="l">
              <a:spcBef>
                <a:spcPts val="0"/>
              </a:spcBef>
              <a:spcAft>
                <a:spcPts val="0"/>
              </a:spcAft>
              <a:buClr>
                <a:schemeClr val="dk1"/>
              </a:buClr>
              <a:buSzPts val="2700"/>
              <a:buFont typeface="Arial"/>
              <a:buChar char="•"/>
            </a:pPr>
            <a:r>
              <a:rPr lang="en-US"/>
              <a:t>A skip list.</a:t>
            </a:r>
            <a:endParaRPr/>
          </a:p>
          <a:p>
            <a:pPr indent="-282575" lvl="0" marL="457200" rtl="0" algn="l">
              <a:spcBef>
                <a:spcPts val="0"/>
              </a:spcBef>
              <a:spcAft>
                <a:spcPts val="0"/>
              </a:spcAft>
              <a:buClr>
                <a:schemeClr val="dk1"/>
              </a:buClr>
              <a:buSzPts val="2750"/>
              <a:buFont typeface="Arial"/>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ph type="title"/>
          </p:nvPr>
        </p:nvSpPr>
        <p:spPr>
          <a:xfrm>
            <a:off x="1137919" y="288988"/>
            <a:ext cx="6873875" cy="7581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A Simple List-Based Map</a:t>
            </a:r>
            <a:endParaRPr/>
          </a:p>
        </p:txBody>
      </p:sp>
      <p:sp>
        <p:nvSpPr>
          <p:cNvPr id="272" name="Google Shape;272;p34"/>
          <p:cNvSpPr txBox="1"/>
          <p:nvPr/>
        </p:nvSpPr>
        <p:spPr>
          <a:xfrm>
            <a:off x="917892" y="1778698"/>
            <a:ext cx="7305675" cy="1612900"/>
          </a:xfrm>
          <a:prstGeom prst="rect">
            <a:avLst/>
          </a:prstGeom>
          <a:noFill/>
          <a:ln>
            <a:noFill/>
          </a:ln>
        </p:spPr>
        <p:txBody>
          <a:bodyPr anchorCtr="0" anchor="t" bIns="0" lIns="0" spcFirstLastPara="1" rIns="0" wrap="square" tIns="5700">
            <a:spAutoFit/>
          </a:bodyPr>
          <a:lstStyle/>
          <a:p>
            <a:pPr indent="-343535" lvl="0" marL="355600" marR="229234" rtl="0" algn="l">
              <a:lnSpc>
                <a:spcPct val="102400"/>
              </a:lnSpc>
              <a:spcBef>
                <a:spcPts val="0"/>
              </a:spcBef>
              <a:spcAft>
                <a:spcPts val="0"/>
              </a:spcAft>
              <a:buNone/>
            </a:pPr>
            <a:r>
              <a:rPr lang="en-US" sz="2750">
                <a:solidFill>
                  <a:schemeClr val="dk1"/>
                </a:solidFill>
                <a:latin typeface="Arial"/>
                <a:ea typeface="Arial"/>
                <a:cs typeface="Arial"/>
                <a:sym typeface="Arial"/>
              </a:rPr>
              <a:t>We can efficiently implement a map using an  unsorted list</a:t>
            </a:r>
            <a:endParaRPr sz="2750">
              <a:solidFill>
                <a:schemeClr val="dk1"/>
              </a:solidFill>
              <a:latin typeface="Arial"/>
              <a:ea typeface="Arial"/>
              <a:cs typeface="Arial"/>
              <a:sym typeface="Arial"/>
            </a:endParaRPr>
          </a:p>
          <a:p>
            <a:pPr indent="0" lvl="0" marL="469900" marR="0" rtl="0" algn="l">
              <a:lnSpc>
                <a:spcPct val="119583"/>
              </a:lnSpc>
              <a:spcBef>
                <a:spcPts val="55"/>
              </a:spcBef>
              <a:spcAft>
                <a:spcPts val="0"/>
              </a:spcAft>
              <a:buNone/>
            </a:pPr>
            <a:r>
              <a:rPr lang="en-US" sz="2400">
                <a:solidFill>
                  <a:schemeClr val="dk1"/>
                </a:solidFill>
                <a:latin typeface="Arial"/>
                <a:ea typeface="Arial"/>
                <a:cs typeface="Arial"/>
                <a:sym typeface="Arial"/>
              </a:rPr>
              <a:t>We store the items of the map in a list S (based on</a:t>
            </a:r>
            <a:endParaRPr sz="2400">
              <a:solidFill>
                <a:schemeClr val="dk1"/>
              </a:solidFill>
              <a:latin typeface="Arial"/>
              <a:ea typeface="Arial"/>
              <a:cs typeface="Arial"/>
              <a:sym typeface="Arial"/>
            </a:endParaRPr>
          </a:p>
          <a:p>
            <a:pPr indent="0" lvl="0" marL="756285" marR="0" rtl="0" algn="l">
              <a:lnSpc>
                <a:spcPct val="119583"/>
              </a:lnSpc>
              <a:spcBef>
                <a:spcPts val="0"/>
              </a:spcBef>
              <a:spcAft>
                <a:spcPts val="0"/>
              </a:spcAft>
              <a:buNone/>
            </a:pPr>
            <a:r>
              <a:rPr lang="en-US" sz="2400">
                <a:solidFill>
                  <a:schemeClr val="dk1"/>
                </a:solidFill>
                <a:latin typeface="Arial"/>
                <a:ea typeface="Arial"/>
                <a:cs typeface="Arial"/>
                <a:sym typeface="Arial"/>
              </a:rPr>
              <a:t>a doubly-linked list), in arbitrary order</a:t>
            </a:r>
            <a:endParaRPr sz="2400">
              <a:solidFill>
                <a:schemeClr val="dk1"/>
              </a:solidFill>
              <a:latin typeface="Arial"/>
              <a:ea typeface="Arial"/>
              <a:cs typeface="Arial"/>
              <a:sym typeface="Arial"/>
            </a:endParaRPr>
          </a:p>
        </p:txBody>
      </p:sp>
      <p:sp>
        <p:nvSpPr>
          <p:cNvPr id="273" name="Google Shape;273;p34"/>
          <p:cNvSpPr txBox="1"/>
          <p:nvPr/>
        </p:nvSpPr>
        <p:spPr>
          <a:xfrm>
            <a:off x="688975" y="4296727"/>
            <a:ext cx="827405"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header</a:t>
            </a:r>
            <a:endParaRPr sz="2000">
              <a:solidFill>
                <a:schemeClr val="dk1"/>
              </a:solidFill>
              <a:latin typeface="Arial"/>
              <a:ea typeface="Arial"/>
              <a:cs typeface="Arial"/>
              <a:sym typeface="Arial"/>
            </a:endParaRPr>
          </a:p>
        </p:txBody>
      </p:sp>
      <p:sp>
        <p:nvSpPr>
          <p:cNvPr id="274" name="Google Shape;274;p34"/>
          <p:cNvSpPr txBox="1"/>
          <p:nvPr/>
        </p:nvSpPr>
        <p:spPr>
          <a:xfrm>
            <a:off x="6550025" y="5822950"/>
            <a:ext cx="802005"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rgbClr val="E7E6E6"/>
                </a:solidFill>
                <a:latin typeface="Arial"/>
                <a:ea typeface="Arial"/>
                <a:cs typeface="Arial"/>
                <a:sym typeface="Arial"/>
              </a:rPr>
              <a:t>entries</a:t>
            </a:r>
            <a:endParaRPr sz="2000">
              <a:solidFill>
                <a:schemeClr val="dk1"/>
              </a:solidFill>
              <a:latin typeface="Arial"/>
              <a:ea typeface="Arial"/>
              <a:cs typeface="Arial"/>
              <a:sym typeface="Arial"/>
            </a:endParaRPr>
          </a:p>
        </p:txBody>
      </p:sp>
      <p:grpSp>
        <p:nvGrpSpPr>
          <p:cNvPr id="275" name="Google Shape;275;p34"/>
          <p:cNvGrpSpPr/>
          <p:nvPr/>
        </p:nvGrpSpPr>
        <p:grpSpPr>
          <a:xfrm>
            <a:off x="990600" y="4267200"/>
            <a:ext cx="7315200" cy="1905000"/>
            <a:chOff x="990600" y="4267200"/>
            <a:chExt cx="7315200" cy="1905000"/>
          </a:xfrm>
        </p:grpSpPr>
        <p:sp>
          <p:nvSpPr>
            <p:cNvPr id="276" name="Google Shape;276;p34"/>
            <p:cNvSpPr/>
            <p:nvPr/>
          </p:nvSpPr>
          <p:spPr>
            <a:xfrm>
              <a:off x="1905000" y="5257800"/>
              <a:ext cx="5638800" cy="914400"/>
            </a:xfrm>
            <a:custGeom>
              <a:rect b="b" l="l" r="r" t="t"/>
              <a:pathLst>
                <a:path extrusionOk="0" h="914400" w="5638800">
                  <a:moveTo>
                    <a:pt x="0" y="152400"/>
                  </a:moveTo>
                  <a:lnTo>
                    <a:pt x="7766" y="104217"/>
                  </a:lnTo>
                  <a:lnTo>
                    <a:pt x="29394" y="62380"/>
                  </a:lnTo>
                  <a:lnTo>
                    <a:pt x="62380" y="29394"/>
                  </a:lnTo>
                  <a:lnTo>
                    <a:pt x="104217" y="7766"/>
                  </a:lnTo>
                  <a:lnTo>
                    <a:pt x="152400" y="0"/>
                  </a:lnTo>
                  <a:lnTo>
                    <a:pt x="5486400" y="0"/>
                  </a:lnTo>
                  <a:lnTo>
                    <a:pt x="5534582" y="7766"/>
                  </a:lnTo>
                  <a:lnTo>
                    <a:pt x="5576419" y="29394"/>
                  </a:lnTo>
                  <a:lnTo>
                    <a:pt x="5609405" y="62380"/>
                  </a:lnTo>
                  <a:lnTo>
                    <a:pt x="5631033" y="104217"/>
                  </a:lnTo>
                  <a:lnTo>
                    <a:pt x="5638800" y="152400"/>
                  </a:lnTo>
                  <a:lnTo>
                    <a:pt x="5638800" y="762000"/>
                  </a:lnTo>
                  <a:lnTo>
                    <a:pt x="5631033" y="810168"/>
                  </a:lnTo>
                  <a:lnTo>
                    <a:pt x="5609405" y="852003"/>
                  </a:lnTo>
                  <a:lnTo>
                    <a:pt x="5576419" y="884994"/>
                  </a:lnTo>
                  <a:lnTo>
                    <a:pt x="5534582" y="906630"/>
                  </a:lnTo>
                  <a:lnTo>
                    <a:pt x="5486400" y="914400"/>
                  </a:lnTo>
                  <a:lnTo>
                    <a:pt x="152400" y="914400"/>
                  </a:lnTo>
                  <a:lnTo>
                    <a:pt x="104217" y="906630"/>
                  </a:lnTo>
                  <a:lnTo>
                    <a:pt x="62380" y="884994"/>
                  </a:lnTo>
                  <a:lnTo>
                    <a:pt x="29394" y="852003"/>
                  </a:lnTo>
                  <a:lnTo>
                    <a:pt x="7766" y="810168"/>
                  </a:lnTo>
                  <a:lnTo>
                    <a:pt x="0" y="762000"/>
                  </a:lnTo>
                  <a:lnTo>
                    <a:pt x="0" y="152400"/>
                  </a:lnTo>
                  <a:close/>
                </a:path>
              </a:pathLst>
            </a:custGeom>
            <a:noFill/>
            <a:ln cap="flat" cmpd="sng" w="9525">
              <a:solidFill>
                <a:srgbClr val="E7E6E6"/>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34"/>
            <p:cNvSpPr/>
            <p:nvPr/>
          </p:nvSpPr>
          <p:spPr>
            <a:xfrm>
              <a:off x="2209800" y="5410200"/>
              <a:ext cx="609600" cy="304800"/>
            </a:xfrm>
            <a:custGeom>
              <a:rect b="b" l="l" r="r" t="t"/>
              <a:pathLst>
                <a:path extrusionOk="0" h="304800" w="609600">
                  <a:moveTo>
                    <a:pt x="558800" y="0"/>
                  </a:moveTo>
                  <a:lnTo>
                    <a:pt x="50800" y="0"/>
                  </a:lnTo>
                  <a:lnTo>
                    <a:pt x="31021" y="3990"/>
                  </a:lnTo>
                  <a:lnTo>
                    <a:pt x="14874" y="14874"/>
                  </a:lnTo>
                  <a:lnTo>
                    <a:pt x="3990" y="31021"/>
                  </a:lnTo>
                  <a:lnTo>
                    <a:pt x="0" y="50800"/>
                  </a:lnTo>
                  <a:lnTo>
                    <a:pt x="0" y="254000"/>
                  </a:lnTo>
                  <a:lnTo>
                    <a:pt x="3990" y="273772"/>
                  </a:lnTo>
                  <a:lnTo>
                    <a:pt x="14874" y="289920"/>
                  </a:lnTo>
                  <a:lnTo>
                    <a:pt x="31021" y="300807"/>
                  </a:lnTo>
                  <a:lnTo>
                    <a:pt x="50800" y="304800"/>
                  </a:lnTo>
                  <a:lnTo>
                    <a:pt x="558800" y="304800"/>
                  </a:lnTo>
                  <a:lnTo>
                    <a:pt x="578578" y="300807"/>
                  </a:lnTo>
                  <a:lnTo>
                    <a:pt x="594725" y="289920"/>
                  </a:lnTo>
                  <a:lnTo>
                    <a:pt x="605609" y="273772"/>
                  </a:lnTo>
                  <a:lnTo>
                    <a:pt x="609600" y="254000"/>
                  </a:lnTo>
                  <a:lnTo>
                    <a:pt x="609600" y="50800"/>
                  </a:lnTo>
                  <a:lnTo>
                    <a:pt x="605609" y="31021"/>
                  </a:lnTo>
                  <a:lnTo>
                    <a:pt x="594725" y="14874"/>
                  </a:lnTo>
                  <a:lnTo>
                    <a:pt x="578578" y="3990"/>
                  </a:lnTo>
                  <a:lnTo>
                    <a:pt x="558800" y="0"/>
                  </a:lnTo>
                  <a:close/>
                </a:path>
              </a:pathLst>
            </a:custGeom>
            <a:solidFill>
              <a:srgbClr val="F8EF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34"/>
            <p:cNvSpPr/>
            <p:nvPr/>
          </p:nvSpPr>
          <p:spPr>
            <a:xfrm>
              <a:off x="2209800" y="5410200"/>
              <a:ext cx="609600" cy="304800"/>
            </a:xfrm>
            <a:custGeom>
              <a:rect b="b" l="l" r="r" t="t"/>
              <a:pathLst>
                <a:path extrusionOk="0" h="304800" w="609600">
                  <a:moveTo>
                    <a:pt x="0" y="50800"/>
                  </a:moveTo>
                  <a:lnTo>
                    <a:pt x="3990" y="31021"/>
                  </a:lnTo>
                  <a:lnTo>
                    <a:pt x="14874" y="14874"/>
                  </a:lnTo>
                  <a:lnTo>
                    <a:pt x="31021" y="3990"/>
                  </a:lnTo>
                  <a:lnTo>
                    <a:pt x="50800" y="0"/>
                  </a:lnTo>
                  <a:lnTo>
                    <a:pt x="558800" y="0"/>
                  </a:lnTo>
                  <a:lnTo>
                    <a:pt x="578578" y="3990"/>
                  </a:lnTo>
                  <a:lnTo>
                    <a:pt x="594725" y="14874"/>
                  </a:lnTo>
                  <a:lnTo>
                    <a:pt x="605609" y="31021"/>
                  </a:lnTo>
                  <a:lnTo>
                    <a:pt x="609600" y="50800"/>
                  </a:lnTo>
                  <a:lnTo>
                    <a:pt x="609600" y="254000"/>
                  </a:lnTo>
                  <a:lnTo>
                    <a:pt x="605609" y="273772"/>
                  </a:lnTo>
                  <a:lnTo>
                    <a:pt x="594725" y="289920"/>
                  </a:lnTo>
                  <a:lnTo>
                    <a:pt x="578578" y="300807"/>
                  </a:lnTo>
                  <a:lnTo>
                    <a:pt x="558800" y="304800"/>
                  </a:lnTo>
                  <a:lnTo>
                    <a:pt x="50800" y="304800"/>
                  </a:lnTo>
                  <a:lnTo>
                    <a:pt x="31021" y="300807"/>
                  </a:lnTo>
                  <a:lnTo>
                    <a:pt x="14874" y="289920"/>
                  </a:lnTo>
                  <a:lnTo>
                    <a:pt x="3990" y="273772"/>
                  </a:lnTo>
                  <a:lnTo>
                    <a:pt x="0" y="254000"/>
                  </a:lnTo>
                  <a:lnTo>
                    <a:pt x="0" y="50800"/>
                  </a:lnTo>
                  <a:close/>
                </a:path>
                <a:path extrusionOk="0" h="304800" w="609600">
                  <a:moveTo>
                    <a:pt x="304800" y="0"/>
                  </a:moveTo>
                  <a:lnTo>
                    <a:pt x="304800" y="304800"/>
                  </a:lnTo>
                </a:path>
              </a:pathLst>
            </a:custGeom>
            <a:noFill/>
            <a:ln cap="flat" cmpd="sng" w="19050">
              <a:solidFill>
                <a:srgbClr val="E7E6E6"/>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34"/>
            <p:cNvSpPr/>
            <p:nvPr/>
          </p:nvSpPr>
          <p:spPr>
            <a:xfrm>
              <a:off x="3810000" y="5410200"/>
              <a:ext cx="609600" cy="304800"/>
            </a:xfrm>
            <a:custGeom>
              <a:rect b="b" l="l" r="r" t="t"/>
              <a:pathLst>
                <a:path extrusionOk="0" h="304800" w="609600">
                  <a:moveTo>
                    <a:pt x="558800" y="0"/>
                  </a:moveTo>
                  <a:lnTo>
                    <a:pt x="50800" y="0"/>
                  </a:lnTo>
                  <a:lnTo>
                    <a:pt x="31021" y="3990"/>
                  </a:lnTo>
                  <a:lnTo>
                    <a:pt x="14874" y="14874"/>
                  </a:lnTo>
                  <a:lnTo>
                    <a:pt x="3990" y="31021"/>
                  </a:lnTo>
                  <a:lnTo>
                    <a:pt x="0" y="50800"/>
                  </a:lnTo>
                  <a:lnTo>
                    <a:pt x="0" y="254000"/>
                  </a:lnTo>
                  <a:lnTo>
                    <a:pt x="3990" y="273772"/>
                  </a:lnTo>
                  <a:lnTo>
                    <a:pt x="14874" y="289920"/>
                  </a:lnTo>
                  <a:lnTo>
                    <a:pt x="31021" y="300807"/>
                  </a:lnTo>
                  <a:lnTo>
                    <a:pt x="50800" y="304800"/>
                  </a:lnTo>
                  <a:lnTo>
                    <a:pt x="558800" y="304800"/>
                  </a:lnTo>
                  <a:lnTo>
                    <a:pt x="578578" y="300807"/>
                  </a:lnTo>
                  <a:lnTo>
                    <a:pt x="594725" y="289920"/>
                  </a:lnTo>
                  <a:lnTo>
                    <a:pt x="605609" y="273772"/>
                  </a:lnTo>
                  <a:lnTo>
                    <a:pt x="609600" y="254000"/>
                  </a:lnTo>
                  <a:lnTo>
                    <a:pt x="609600" y="50800"/>
                  </a:lnTo>
                  <a:lnTo>
                    <a:pt x="605609" y="31021"/>
                  </a:lnTo>
                  <a:lnTo>
                    <a:pt x="594725" y="14874"/>
                  </a:lnTo>
                  <a:lnTo>
                    <a:pt x="578578" y="3990"/>
                  </a:lnTo>
                  <a:lnTo>
                    <a:pt x="558800" y="0"/>
                  </a:lnTo>
                  <a:close/>
                </a:path>
              </a:pathLst>
            </a:custGeom>
            <a:solidFill>
              <a:srgbClr val="F8EF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34"/>
            <p:cNvSpPr/>
            <p:nvPr/>
          </p:nvSpPr>
          <p:spPr>
            <a:xfrm>
              <a:off x="3810000" y="5410200"/>
              <a:ext cx="609600" cy="304800"/>
            </a:xfrm>
            <a:custGeom>
              <a:rect b="b" l="l" r="r" t="t"/>
              <a:pathLst>
                <a:path extrusionOk="0" h="304800" w="609600">
                  <a:moveTo>
                    <a:pt x="0" y="50800"/>
                  </a:moveTo>
                  <a:lnTo>
                    <a:pt x="3990" y="31021"/>
                  </a:lnTo>
                  <a:lnTo>
                    <a:pt x="14874" y="14874"/>
                  </a:lnTo>
                  <a:lnTo>
                    <a:pt x="31021" y="3990"/>
                  </a:lnTo>
                  <a:lnTo>
                    <a:pt x="50800" y="0"/>
                  </a:lnTo>
                  <a:lnTo>
                    <a:pt x="558800" y="0"/>
                  </a:lnTo>
                  <a:lnTo>
                    <a:pt x="578578" y="3990"/>
                  </a:lnTo>
                  <a:lnTo>
                    <a:pt x="594725" y="14874"/>
                  </a:lnTo>
                  <a:lnTo>
                    <a:pt x="605609" y="31021"/>
                  </a:lnTo>
                  <a:lnTo>
                    <a:pt x="609600" y="50800"/>
                  </a:lnTo>
                  <a:lnTo>
                    <a:pt x="609600" y="254000"/>
                  </a:lnTo>
                  <a:lnTo>
                    <a:pt x="605609" y="273772"/>
                  </a:lnTo>
                  <a:lnTo>
                    <a:pt x="594725" y="289920"/>
                  </a:lnTo>
                  <a:lnTo>
                    <a:pt x="578578" y="300807"/>
                  </a:lnTo>
                  <a:lnTo>
                    <a:pt x="558800" y="304800"/>
                  </a:lnTo>
                  <a:lnTo>
                    <a:pt x="50800" y="304800"/>
                  </a:lnTo>
                  <a:lnTo>
                    <a:pt x="31021" y="300807"/>
                  </a:lnTo>
                  <a:lnTo>
                    <a:pt x="14874" y="289920"/>
                  </a:lnTo>
                  <a:lnTo>
                    <a:pt x="3990" y="273772"/>
                  </a:lnTo>
                  <a:lnTo>
                    <a:pt x="0" y="254000"/>
                  </a:lnTo>
                  <a:lnTo>
                    <a:pt x="0" y="50800"/>
                  </a:lnTo>
                  <a:close/>
                </a:path>
                <a:path extrusionOk="0" h="304800" w="609600">
                  <a:moveTo>
                    <a:pt x="304800" y="0"/>
                  </a:moveTo>
                  <a:lnTo>
                    <a:pt x="304800" y="304800"/>
                  </a:lnTo>
                </a:path>
              </a:pathLst>
            </a:custGeom>
            <a:noFill/>
            <a:ln cap="flat" cmpd="sng" w="19050">
              <a:solidFill>
                <a:srgbClr val="E7E6E6"/>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34"/>
            <p:cNvSpPr/>
            <p:nvPr/>
          </p:nvSpPr>
          <p:spPr>
            <a:xfrm>
              <a:off x="5257800" y="5410200"/>
              <a:ext cx="609600" cy="304800"/>
            </a:xfrm>
            <a:custGeom>
              <a:rect b="b" l="l" r="r" t="t"/>
              <a:pathLst>
                <a:path extrusionOk="0" h="304800" w="609600">
                  <a:moveTo>
                    <a:pt x="558800" y="0"/>
                  </a:moveTo>
                  <a:lnTo>
                    <a:pt x="50800" y="0"/>
                  </a:lnTo>
                  <a:lnTo>
                    <a:pt x="31021" y="3990"/>
                  </a:lnTo>
                  <a:lnTo>
                    <a:pt x="14874" y="14874"/>
                  </a:lnTo>
                  <a:lnTo>
                    <a:pt x="3990" y="31021"/>
                  </a:lnTo>
                  <a:lnTo>
                    <a:pt x="0" y="50800"/>
                  </a:lnTo>
                  <a:lnTo>
                    <a:pt x="0" y="254000"/>
                  </a:lnTo>
                  <a:lnTo>
                    <a:pt x="3990" y="273772"/>
                  </a:lnTo>
                  <a:lnTo>
                    <a:pt x="14874" y="289920"/>
                  </a:lnTo>
                  <a:lnTo>
                    <a:pt x="31021" y="300807"/>
                  </a:lnTo>
                  <a:lnTo>
                    <a:pt x="50800" y="304800"/>
                  </a:lnTo>
                  <a:lnTo>
                    <a:pt x="558800" y="304800"/>
                  </a:lnTo>
                  <a:lnTo>
                    <a:pt x="578578" y="300807"/>
                  </a:lnTo>
                  <a:lnTo>
                    <a:pt x="594725" y="289920"/>
                  </a:lnTo>
                  <a:lnTo>
                    <a:pt x="605609" y="273772"/>
                  </a:lnTo>
                  <a:lnTo>
                    <a:pt x="609600" y="254000"/>
                  </a:lnTo>
                  <a:lnTo>
                    <a:pt x="609600" y="50800"/>
                  </a:lnTo>
                  <a:lnTo>
                    <a:pt x="605609" y="31021"/>
                  </a:lnTo>
                  <a:lnTo>
                    <a:pt x="594725" y="14874"/>
                  </a:lnTo>
                  <a:lnTo>
                    <a:pt x="578578" y="3990"/>
                  </a:lnTo>
                  <a:lnTo>
                    <a:pt x="558800" y="0"/>
                  </a:lnTo>
                  <a:close/>
                </a:path>
              </a:pathLst>
            </a:custGeom>
            <a:solidFill>
              <a:srgbClr val="F8EF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34"/>
            <p:cNvSpPr/>
            <p:nvPr/>
          </p:nvSpPr>
          <p:spPr>
            <a:xfrm>
              <a:off x="5257800" y="5410200"/>
              <a:ext cx="609600" cy="304800"/>
            </a:xfrm>
            <a:custGeom>
              <a:rect b="b" l="l" r="r" t="t"/>
              <a:pathLst>
                <a:path extrusionOk="0" h="304800" w="609600">
                  <a:moveTo>
                    <a:pt x="0" y="50800"/>
                  </a:moveTo>
                  <a:lnTo>
                    <a:pt x="3990" y="31021"/>
                  </a:lnTo>
                  <a:lnTo>
                    <a:pt x="14874" y="14874"/>
                  </a:lnTo>
                  <a:lnTo>
                    <a:pt x="31021" y="3990"/>
                  </a:lnTo>
                  <a:lnTo>
                    <a:pt x="50800" y="0"/>
                  </a:lnTo>
                  <a:lnTo>
                    <a:pt x="558800" y="0"/>
                  </a:lnTo>
                  <a:lnTo>
                    <a:pt x="578578" y="3990"/>
                  </a:lnTo>
                  <a:lnTo>
                    <a:pt x="594725" y="14874"/>
                  </a:lnTo>
                  <a:lnTo>
                    <a:pt x="605609" y="31021"/>
                  </a:lnTo>
                  <a:lnTo>
                    <a:pt x="609600" y="50800"/>
                  </a:lnTo>
                  <a:lnTo>
                    <a:pt x="609600" y="254000"/>
                  </a:lnTo>
                  <a:lnTo>
                    <a:pt x="605609" y="273772"/>
                  </a:lnTo>
                  <a:lnTo>
                    <a:pt x="594725" y="289920"/>
                  </a:lnTo>
                  <a:lnTo>
                    <a:pt x="578578" y="300807"/>
                  </a:lnTo>
                  <a:lnTo>
                    <a:pt x="558800" y="304800"/>
                  </a:lnTo>
                  <a:lnTo>
                    <a:pt x="50800" y="304800"/>
                  </a:lnTo>
                  <a:lnTo>
                    <a:pt x="31021" y="300807"/>
                  </a:lnTo>
                  <a:lnTo>
                    <a:pt x="14874" y="289920"/>
                  </a:lnTo>
                  <a:lnTo>
                    <a:pt x="3990" y="273772"/>
                  </a:lnTo>
                  <a:lnTo>
                    <a:pt x="0" y="254000"/>
                  </a:lnTo>
                  <a:lnTo>
                    <a:pt x="0" y="50800"/>
                  </a:lnTo>
                  <a:close/>
                </a:path>
                <a:path extrusionOk="0" h="304800" w="609600">
                  <a:moveTo>
                    <a:pt x="304800" y="0"/>
                  </a:moveTo>
                  <a:lnTo>
                    <a:pt x="304800" y="304800"/>
                  </a:lnTo>
                </a:path>
              </a:pathLst>
            </a:custGeom>
            <a:noFill/>
            <a:ln cap="flat" cmpd="sng" w="19050">
              <a:solidFill>
                <a:srgbClr val="E7E6E6"/>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34"/>
            <p:cNvSpPr/>
            <p:nvPr/>
          </p:nvSpPr>
          <p:spPr>
            <a:xfrm>
              <a:off x="19050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34"/>
            <p:cNvSpPr/>
            <p:nvPr/>
          </p:nvSpPr>
          <p:spPr>
            <a:xfrm>
              <a:off x="19050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34"/>
            <p:cNvSpPr/>
            <p:nvPr/>
          </p:nvSpPr>
          <p:spPr>
            <a:xfrm>
              <a:off x="22098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34"/>
            <p:cNvSpPr/>
            <p:nvPr/>
          </p:nvSpPr>
          <p:spPr>
            <a:xfrm>
              <a:off x="22098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34"/>
            <p:cNvSpPr/>
            <p:nvPr/>
          </p:nvSpPr>
          <p:spPr>
            <a:xfrm>
              <a:off x="25146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34"/>
            <p:cNvSpPr/>
            <p:nvPr/>
          </p:nvSpPr>
          <p:spPr>
            <a:xfrm>
              <a:off x="25146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34"/>
            <p:cNvSpPr/>
            <p:nvPr/>
          </p:nvSpPr>
          <p:spPr>
            <a:xfrm>
              <a:off x="2641627" y="4653026"/>
              <a:ext cx="787400" cy="173355"/>
            </a:xfrm>
            <a:custGeom>
              <a:rect b="b" l="l" r="r" t="t"/>
              <a:pathLst>
                <a:path extrusionOk="0" h="173354" w="787400">
                  <a:moveTo>
                    <a:pt x="25362" y="122201"/>
                  </a:moveTo>
                  <a:lnTo>
                    <a:pt x="15466" y="124206"/>
                  </a:lnTo>
                  <a:lnTo>
                    <a:pt x="7183" y="129887"/>
                  </a:lnTo>
                  <a:lnTo>
                    <a:pt x="1877" y="138033"/>
                  </a:lnTo>
                  <a:lnTo>
                    <a:pt x="0" y="147583"/>
                  </a:lnTo>
                  <a:lnTo>
                    <a:pt x="2004" y="157480"/>
                  </a:lnTo>
                  <a:lnTo>
                    <a:pt x="7685" y="165762"/>
                  </a:lnTo>
                  <a:lnTo>
                    <a:pt x="15831" y="171069"/>
                  </a:lnTo>
                  <a:lnTo>
                    <a:pt x="25382" y="172946"/>
                  </a:lnTo>
                  <a:lnTo>
                    <a:pt x="35278" y="170942"/>
                  </a:lnTo>
                  <a:lnTo>
                    <a:pt x="43561" y="165260"/>
                  </a:lnTo>
                  <a:lnTo>
                    <a:pt x="48867" y="157114"/>
                  </a:lnTo>
                  <a:lnTo>
                    <a:pt x="49020" y="156337"/>
                  </a:lnTo>
                  <a:lnTo>
                    <a:pt x="29055" y="156337"/>
                  </a:lnTo>
                  <a:lnTo>
                    <a:pt x="21689" y="138811"/>
                  </a:lnTo>
                  <a:lnTo>
                    <a:pt x="43193" y="129581"/>
                  </a:lnTo>
                  <a:lnTo>
                    <a:pt x="43058" y="129385"/>
                  </a:lnTo>
                  <a:lnTo>
                    <a:pt x="34913" y="124079"/>
                  </a:lnTo>
                  <a:lnTo>
                    <a:pt x="25362" y="122201"/>
                  </a:lnTo>
                  <a:close/>
                </a:path>
                <a:path extrusionOk="0" h="173354" w="787400">
                  <a:moveTo>
                    <a:pt x="43193" y="129581"/>
                  </a:moveTo>
                  <a:lnTo>
                    <a:pt x="21689" y="138811"/>
                  </a:lnTo>
                  <a:lnTo>
                    <a:pt x="29055" y="156337"/>
                  </a:lnTo>
                  <a:lnTo>
                    <a:pt x="50652" y="147108"/>
                  </a:lnTo>
                  <a:lnTo>
                    <a:pt x="48740" y="137668"/>
                  </a:lnTo>
                  <a:lnTo>
                    <a:pt x="43193" y="129581"/>
                  </a:lnTo>
                  <a:close/>
                </a:path>
                <a:path extrusionOk="0" h="173354" w="787400">
                  <a:moveTo>
                    <a:pt x="50652" y="147108"/>
                  </a:moveTo>
                  <a:lnTo>
                    <a:pt x="29055" y="156337"/>
                  </a:lnTo>
                  <a:lnTo>
                    <a:pt x="49020" y="156337"/>
                  </a:lnTo>
                  <a:lnTo>
                    <a:pt x="50740" y="147583"/>
                  </a:lnTo>
                  <a:lnTo>
                    <a:pt x="50652" y="147108"/>
                  </a:lnTo>
                  <a:close/>
                </a:path>
                <a:path extrusionOk="0" h="173354" w="787400">
                  <a:moveTo>
                    <a:pt x="667994" y="104893"/>
                  </a:moveTo>
                  <a:lnTo>
                    <a:pt x="661388" y="119380"/>
                  </a:lnTo>
                  <a:lnTo>
                    <a:pt x="787372" y="149225"/>
                  </a:lnTo>
                  <a:lnTo>
                    <a:pt x="733607" y="110236"/>
                  </a:lnTo>
                  <a:lnTo>
                    <a:pt x="679422" y="110236"/>
                  </a:lnTo>
                  <a:lnTo>
                    <a:pt x="667994" y="104893"/>
                  </a:lnTo>
                  <a:close/>
                </a:path>
                <a:path extrusionOk="0" h="173354" w="787400">
                  <a:moveTo>
                    <a:pt x="401419" y="0"/>
                  </a:moveTo>
                  <a:lnTo>
                    <a:pt x="362811" y="2921"/>
                  </a:lnTo>
                  <a:lnTo>
                    <a:pt x="322425" y="11175"/>
                  </a:lnTo>
                  <a:lnTo>
                    <a:pt x="267180" y="28067"/>
                  </a:lnTo>
                  <a:lnTo>
                    <a:pt x="212062" y="49656"/>
                  </a:lnTo>
                  <a:lnTo>
                    <a:pt x="158976" y="73532"/>
                  </a:lnTo>
                  <a:lnTo>
                    <a:pt x="58773" y="122555"/>
                  </a:lnTo>
                  <a:lnTo>
                    <a:pt x="50391" y="126492"/>
                  </a:lnTo>
                  <a:lnTo>
                    <a:pt x="43193" y="129581"/>
                  </a:lnTo>
                  <a:lnTo>
                    <a:pt x="48740" y="137668"/>
                  </a:lnTo>
                  <a:lnTo>
                    <a:pt x="50652" y="147108"/>
                  </a:lnTo>
                  <a:lnTo>
                    <a:pt x="57884" y="144018"/>
                  </a:lnTo>
                  <a:lnTo>
                    <a:pt x="76299" y="135255"/>
                  </a:lnTo>
                  <a:lnTo>
                    <a:pt x="118717" y="114173"/>
                  </a:lnTo>
                  <a:lnTo>
                    <a:pt x="167231" y="90678"/>
                  </a:lnTo>
                  <a:lnTo>
                    <a:pt x="219682" y="67182"/>
                  </a:lnTo>
                  <a:lnTo>
                    <a:pt x="273911" y="45847"/>
                  </a:lnTo>
                  <a:lnTo>
                    <a:pt x="327632" y="29463"/>
                  </a:lnTo>
                  <a:lnTo>
                    <a:pt x="366113" y="21717"/>
                  </a:lnTo>
                  <a:lnTo>
                    <a:pt x="401800" y="18923"/>
                  </a:lnTo>
                  <a:lnTo>
                    <a:pt x="509546" y="18923"/>
                  </a:lnTo>
                  <a:lnTo>
                    <a:pt x="506829" y="18034"/>
                  </a:lnTo>
                  <a:lnTo>
                    <a:pt x="452981" y="4953"/>
                  </a:lnTo>
                  <a:lnTo>
                    <a:pt x="413992" y="254"/>
                  </a:lnTo>
                  <a:lnTo>
                    <a:pt x="401419" y="0"/>
                  </a:lnTo>
                  <a:close/>
                </a:path>
                <a:path extrusionOk="0" h="173354" w="787400">
                  <a:moveTo>
                    <a:pt x="675915" y="87524"/>
                  </a:moveTo>
                  <a:lnTo>
                    <a:pt x="667994" y="104893"/>
                  </a:lnTo>
                  <a:lnTo>
                    <a:pt x="679422" y="110236"/>
                  </a:lnTo>
                  <a:lnTo>
                    <a:pt x="687550" y="92963"/>
                  </a:lnTo>
                  <a:lnTo>
                    <a:pt x="675915" y="87524"/>
                  </a:lnTo>
                  <a:close/>
                </a:path>
                <a:path extrusionOk="0" h="173354" w="787400">
                  <a:moveTo>
                    <a:pt x="682470" y="73151"/>
                  </a:moveTo>
                  <a:lnTo>
                    <a:pt x="675915" y="87524"/>
                  </a:lnTo>
                  <a:lnTo>
                    <a:pt x="687550" y="92963"/>
                  </a:lnTo>
                  <a:lnTo>
                    <a:pt x="679422" y="110236"/>
                  </a:lnTo>
                  <a:lnTo>
                    <a:pt x="733607" y="110236"/>
                  </a:lnTo>
                  <a:lnTo>
                    <a:pt x="682470" y="73151"/>
                  </a:lnTo>
                  <a:close/>
                </a:path>
                <a:path extrusionOk="0" h="173354" w="787400">
                  <a:moveTo>
                    <a:pt x="509546" y="18923"/>
                  </a:moveTo>
                  <a:lnTo>
                    <a:pt x="401800" y="18923"/>
                  </a:lnTo>
                  <a:lnTo>
                    <a:pt x="413484" y="19304"/>
                  </a:lnTo>
                  <a:lnTo>
                    <a:pt x="425295" y="20193"/>
                  </a:lnTo>
                  <a:lnTo>
                    <a:pt x="475587" y="29210"/>
                  </a:lnTo>
                  <a:lnTo>
                    <a:pt x="528419" y="45212"/>
                  </a:lnTo>
                  <a:lnTo>
                    <a:pt x="582013" y="65912"/>
                  </a:lnTo>
                  <a:lnTo>
                    <a:pt x="634591" y="89154"/>
                  </a:lnTo>
                  <a:lnTo>
                    <a:pt x="667994" y="104893"/>
                  </a:lnTo>
                  <a:lnTo>
                    <a:pt x="675915" y="87524"/>
                  </a:lnTo>
                  <a:lnTo>
                    <a:pt x="616176" y="59817"/>
                  </a:lnTo>
                  <a:lnTo>
                    <a:pt x="561820" y="37211"/>
                  </a:lnTo>
                  <a:lnTo>
                    <a:pt x="534388" y="27050"/>
                  </a:lnTo>
                  <a:lnTo>
                    <a:pt x="509546" y="189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34"/>
            <p:cNvSpPr/>
            <p:nvPr/>
          </p:nvSpPr>
          <p:spPr>
            <a:xfrm>
              <a:off x="34290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34"/>
            <p:cNvSpPr/>
            <p:nvPr/>
          </p:nvSpPr>
          <p:spPr>
            <a:xfrm>
              <a:off x="34290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34"/>
            <p:cNvSpPr/>
            <p:nvPr/>
          </p:nvSpPr>
          <p:spPr>
            <a:xfrm>
              <a:off x="37338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34"/>
            <p:cNvSpPr/>
            <p:nvPr/>
          </p:nvSpPr>
          <p:spPr>
            <a:xfrm>
              <a:off x="37338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34"/>
            <p:cNvSpPr/>
            <p:nvPr/>
          </p:nvSpPr>
          <p:spPr>
            <a:xfrm>
              <a:off x="40386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34"/>
            <p:cNvSpPr/>
            <p:nvPr/>
          </p:nvSpPr>
          <p:spPr>
            <a:xfrm>
              <a:off x="40386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34"/>
            <p:cNvSpPr/>
            <p:nvPr/>
          </p:nvSpPr>
          <p:spPr>
            <a:xfrm>
              <a:off x="4165627" y="4653026"/>
              <a:ext cx="787400" cy="173355"/>
            </a:xfrm>
            <a:custGeom>
              <a:rect b="b" l="l" r="r" t="t"/>
              <a:pathLst>
                <a:path extrusionOk="0" h="173354" w="787400">
                  <a:moveTo>
                    <a:pt x="25362" y="122201"/>
                  </a:moveTo>
                  <a:lnTo>
                    <a:pt x="15466" y="124206"/>
                  </a:lnTo>
                  <a:lnTo>
                    <a:pt x="7183" y="129887"/>
                  </a:lnTo>
                  <a:lnTo>
                    <a:pt x="1877" y="138033"/>
                  </a:lnTo>
                  <a:lnTo>
                    <a:pt x="0" y="147583"/>
                  </a:lnTo>
                  <a:lnTo>
                    <a:pt x="2004" y="157480"/>
                  </a:lnTo>
                  <a:lnTo>
                    <a:pt x="7685" y="165762"/>
                  </a:lnTo>
                  <a:lnTo>
                    <a:pt x="15831" y="171069"/>
                  </a:lnTo>
                  <a:lnTo>
                    <a:pt x="25382" y="172946"/>
                  </a:lnTo>
                  <a:lnTo>
                    <a:pt x="35278" y="170942"/>
                  </a:lnTo>
                  <a:lnTo>
                    <a:pt x="43561" y="165260"/>
                  </a:lnTo>
                  <a:lnTo>
                    <a:pt x="48867" y="157114"/>
                  </a:lnTo>
                  <a:lnTo>
                    <a:pt x="49020" y="156337"/>
                  </a:lnTo>
                  <a:lnTo>
                    <a:pt x="29055" y="156337"/>
                  </a:lnTo>
                  <a:lnTo>
                    <a:pt x="21689" y="138811"/>
                  </a:lnTo>
                  <a:lnTo>
                    <a:pt x="43193" y="129581"/>
                  </a:lnTo>
                  <a:lnTo>
                    <a:pt x="43058" y="129385"/>
                  </a:lnTo>
                  <a:lnTo>
                    <a:pt x="34913" y="124079"/>
                  </a:lnTo>
                  <a:lnTo>
                    <a:pt x="25362" y="122201"/>
                  </a:lnTo>
                  <a:close/>
                </a:path>
                <a:path extrusionOk="0" h="173354" w="787400">
                  <a:moveTo>
                    <a:pt x="43193" y="129581"/>
                  </a:moveTo>
                  <a:lnTo>
                    <a:pt x="21689" y="138811"/>
                  </a:lnTo>
                  <a:lnTo>
                    <a:pt x="29055" y="156337"/>
                  </a:lnTo>
                  <a:lnTo>
                    <a:pt x="50652" y="147108"/>
                  </a:lnTo>
                  <a:lnTo>
                    <a:pt x="48740" y="137668"/>
                  </a:lnTo>
                  <a:lnTo>
                    <a:pt x="43193" y="129581"/>
                  </a:lnTo>
                  <a:close/>
                </a:path>
                <a:path extrusionOk="0" h="173354" w="787400">
                  <a:moveTo>
                    <a:pt x="50652" y="147108"/>
                  </a:moveTo>
                  <a:lnTo>
                    <a:pt x="29055" y="156337"/>
                  </a:lnTo>
                  <a:lnTo>
                    <a:pt x="49020" y="156337"/>
                  </a:lnTo>
                  <a:lnTo>
                    <a:pt x="50740" y="147583"/>
                  </a:lnTo>
                  <a:lnTo>
                    <a:pt x="50652" y="147108"/>
                  </a:lnTo>
                  <a:close/>
                </a:path>
                <a:path extrusionOk="0" h="173354" w="787400">
                  <a:moveTo>
                    <a:pt x="667994" y="104893"/>
                  </a:moveTo>
                  <a:lnTo>
                    <a:pt x="661388" y="119380"/>
                  </a:lnTo>
                  <a:lnTo>
                    <a:pt x="787372" y="149225"/>
                  </a:lnTo>
                  <a:lnTo>
                    <a:pt x="733607" y="110236"/>
                  </a:lnTo>
                  <a:lnTo>
                    <a:pt x="679422" y="110236"/>
                  </a:lnTo>
                  <a:lnTo>
                    <a:pt x="667994" y="104893"/>
                  </a:lnTo>
                  <a:close/>
                </a:path>
                <a:path extrusionOk="0" h="173354" w="787400">
                  <a:moveTo>
                    <a:pt x="401419" y="0"/>
                  </a:moveTo>
                  <a:lnTo>
                    <a:pt x="362811" y="2921"/>
                  </a:lnTo>
                  <a:lnTo>
                    <a:pt x="322425" y="11175"/>
                  </a:lnTo>
                  <a:lnTo>
                    <a:pt x="267180" y="28067"/>
                  </a:lnTo>
                  <a:lnTo>
                    <a:pt x="212062" y="49656"/>
                  </a:lnTo>
                  <a:lnTo>
                    <a:pt x="158976" y="73532"/>
                  </a:lnTo>
                  <a:lnTo>
                    <a:pt x="58773" y="122555"/>
                  </a:lnTo>
                  <a:lnTo>
                    <a:pt x="50391" y="126492"/>
                  </a:lnTo>
                  <a:lnTo>
                    <a:pt x="43193" y="129581"/>
                  </a:lnTo>
                  <a:lnTo>
                    <a:pt x="48740" y="137668"/>
                  </a:lnTo>
                  <a:lnTo>
                    <a:pt x="50652" y="147108"/>
                  </a:lnTo>
                  <a:lnTo>
                    <a:pt x="57884" y="144018"/>
                  </a:lnTo>
                  <a:lnTo>
                    <a:pt x="76299" y="135255"/>
                  </a:lnTo>
                  <a:lnTo>
                    <a:pt x="118717" y="114173"/>
                  </a:lnTo>
                  <a:lnTo>
                    <a:pt x="167231" y="90678"/>
                  </a:lnTo>
                  <a:lnTo>
                    <a:pt x="219682" y="67182"/>
                  </a:lnTo>
                  <a:lnTo>
                    <a:pt x="273911" y="45847"/>
                  </a:lnTo>
                  <a:lnTo>
                    <a:pt x="327632" y="29463"/>
                  </a:lnTo>
                  <a:lnTo>
                    <a:pt x="365986" y="21717"/>
                  </a:lnTo>
                  <a:lnTo>
                    <a:pt x="401800" y="18923"/>
                  </a:lnTo>
                  <a:lnTo>
                    <a:pt x="509546" y="18923"/>
                  </a:lnTo>
                  <a:lnTo>
                    <a:pt x="506829" y="18034"/>
                  </a:lnTo>
                  <a:lnTo>
                    <a:pt x="452981" y="4953"/>
                  </a:lnTo>
                  <a:lnTo>
                    <a:pt x="413992" y="254"/>
                  </a:lnTo>
                  <a:lnTo>
                    <a:pt x="401419" y="0"/>
                  </a:lnTo>
                  <a:close/>
                </a:path>
                <a:path extrusionOk="0" h="173354" w="787400">
                  <a:moveTo>
                    <a:pt x="675915" y="87524"/>
                  </a:moveTo>
                  <a:lnTo>
                    <a:pt x="667994" y="104893"/>
                  </a:lnTo>
                  <a:lnTo>
                    <a:pt x="679422" y="110236"/>
                  </a:lnTo>
                  <a:lnTo>
                    <a:pt x="687550" y="92963"/>
                  </a:lnTo>
                  <a:lnTo>
                    <a:pt x="675915" y="87524"/>
                  </a:lnTo>
                  <a:close/>
                </a:path>
                <a:path extrusionOk="0" h="173354" w="787400">
                  <a:moveTo>
                    <a:pt x="682470" y="73151"/>
                  </a:moveTo>
                  <a:lnTo>
                    <a:pt x="675915" y="87524"/>
                  </a:lnTo>
                  <a:lnTo>
                    <a:pt x="687550" y="92963"/>
                  </a:lnTo>
                  <a:lnTo>
                    <a:pt x="679422" y="110236"/>
                  </a:lnTo>
                  <a:lnTo>
                    <a:pt x="733607" y="110236"/>
                  </a:lnTo>
                  <a:lnTo>
                    <a:pt x="682470" y="73151"/>
                  </a:lnTo>
                  <a:close/>
                </a:path>
                <a:path extrusionOk="0" h="173354" w="787400">
                  <a:moveTo>
                    <a:pt x="509546" y="18923"/>
                  </a:moveTo>
                  <a:lnTo>
                    <a:pt x="401800" y="18923"/>
                  </a:lnTo>
                  <a:lnTo>
                    <a:pt x="413484" y="19304"/>
                  </a:lnTo>
                  <a:lnTo>
                    <a:pt x="425295" y="20193"/>
                  </a:lnTo>
                  <a:lnTo>
                    <a:pt x="475587" y="29210"/>
                  </a:lnTo>
                  <a:lnTo>
                    <a:pt x="528419" y="45212"/>
                  </a:lnTo>
                  <a:lnTo>
                    <a:pt x="582013" y="65912"/>
                  </a:lnTo>
                  <a:lnTo>
                    <a:pt x="634591" y="89154"/>
                  </a:lnTo>
                  <a:lnTo>
                    <a:pt x="667994" y="104893"/>
                  </a:lnTo>
                  <a:lnTo>
                    <a:pt x="675915" y="87524"/>
                  </a:lnTo>
                  <a:lnTo>
                    <a:pt x="616176" y="59817"/>
                  </a:lnTo>
                  <a:lnTo>
                    <a:pt x="561820" y="37211"/>
                  </a:lnTo>
                  <a:lnTo>
                    <a:pt x="534388" y="27050"/>
                  </a:lnTo>
                  <a:lnTo>
                    <a:pt x="509546" y="189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34"/>
            <p:cNvSpPr/>
            <p:nvPr/>
          </p:nvSpPr>
          <p:spPr>
            <a:xfrm>
              <a:off x="49530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34"/>
            <p:cNvSpPr/>
            <p:nvPr/>
          </p:nvSpPr>
          <p:spPr>
            <a:xfrm>
              <a:off x="49530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34"/>
            <p:cNvSpPr/>
            <p:nvPr/>
          </p:nvSpPr>
          <p:spPr>
            <a:xfrm>
              <a:off x="52578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34"/>
            <p:cNvSpPr/>
            <p:nvPr/>
          </p:nvSpPr>
          <p:spPr>
            <a:xfrm>
              <a:off x="52578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34"/>
            <p:cNvSpPr/>
            <p:nvPr/>
          </p:nvSpPr>
          <p:spPr>
            <a:xfrm>
              <a:off x="55626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34"/>
            <p:cNvSpPr/>
            <p:nvPr/>
          </p:nvSpPr>
          <p:spPr>
            <a:xfrm>
              <a:off x="55626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34"/>
            <p:cNvSpPr/>
            <p:nvPr/>
          </p:nvSpPr>
          <p:spPr>
            <a:xfrm>
              <a:off x="5689627" y="4653026"/>
              <a:ext cx="787400" cy="173355"/>
            </a:xfrm>
            <a:custGeom>
              <a:rect b="b" l="l" r="r" t="t"/>
              <a:pathLst>
                <a:path extrusionOk="0" h="173354" w="787400">
                  <a:moveTo>
                    <a:pt x="25362" y="122201"/>
                  </a:moveTo>
                  <a:lnTo>
                    <a:pt x="15466" y="124206"/>
                  </a:lnTo>
                  <a:lnTo>
                    <a:pt x="7183" y="129887"/>
                  </a:lnTo>
                  <a:lnTo>
                    <a:pt x="1877" y="138033"/>
                  </a:lnTo>
                  <a:lnTo>
                    <a:pt x="0" y="147583"/>
                  </a:lnTo>
                  <a:lnTo>
                    <a:pt x="2004" y="157480"/>
                  </a:lnTo>
                  <a:lnTo>
                    <a:pt x="7685" y="165762"/>
                  </a:lnTo>
                  <a:lnTo>
                    <a:pt x="15831" y="171069"/>
                  </a:lnTo>
                  <a:lnTo>
                    <a:pt x="25382" y="172946"/>
                  </a:lnTo>
                  <a:lnTo>
                    <a:pt x="35278" y="170942"/>
                  </a:lnTo>
                  <a:lnTo>
                    <a:pt x="43561" y="165260"/>
                  </a:lnTo>
                  <a:lnTo>
                    <a:pt x="48867" y="157114"/>
                  </a:lnTo>
                  <a:lnTo>
                    <a:pt x="49020" y="156337"/>
                  </a:lnTo>
                  <a:lnTo>
                    <a:pt x="29055" y="156337"/>
                  </a:lnTo>
                  <a:lnTo>
                    <a:pt x="21689" y="138811"/>
                  </a:lnTo>
                  <a:lnTo>
                    <a:pt x="43193" y="129581"/>
                  </a:lnTo>
                  <a:lnTo>
                    <a:pt x="43058" y="129385"/>
                  </a:lnTo>
                  <a:lnTo>
                    <a:pt x="34913" y="124079"/>
                  </a:lnTo>
                  <a:lnTo>
                    <a:pt x="25362" y="122201"/>
                  </a:lnTo>
                  <a:close/>
                </a:path>
                <a:path extrusionOk="0" h="173354" w="787400">
                  <a:moveTo>
                    <a:pt x="43193" y="129581"/>
                  </a:moveTo>
                  <a:lnTo>
                    <a:pt x="21689" y="138811"/>
                  </a:lnTo>
                  <a:lnTo>
                    <a:pt x="29055" y="156337"/>
                  </a:lnTo>
                  <a:lnTo>
                    <a:pt x="50652" y="147108"/>
                  </a:lnTo>
                  <a:lnTo>
                    <a:pt x="48740" y="137668"/>
                  </a:lnTo>
                  <a:lnTo>
                    <a:pt x="43193" y="129581"/>
                  </a:lnTo>
                  <a:close/>
                </a:path>
                <a:path extrusionOk="0" h="173354" w="787400">
                  <a:moveTo>
                    <a:pt x="50652" y="147108"/>
                  </a:moveTo>
                  <a:lnTo>
                    <a:pt x="29055" y="156337"/>
                  </a:lnTo>
                  <a:lnTo>
                    <a:pt x="49020" y="156337"/>
                  </a:lnTo>
                  <a:lnTo>
                    <a:pt x="50740" y="147583"/>
                  </a:lnTo>
                  <a:lnTo>
                    <a:pt x="50652" y="147108"/>
                  </a:lnTo>
                  <a:close/>
                </a:path>
                <a:path extrusionOk="0" h="173354" w="787400">
                  <a:moveTo>
                    <a:pt x="667994" y="104893"/>
                  </a:moveTo>
                  <a:lnTo>
                    <a:pt x="661388" y="119380"/>
                  </a:lnTo>
                  <a:lnTo>
                    <a:pt x="787372" y="149225"/>
                  </a:lnTo>
                  <a:lnTo>
                    <a:pt x="733607" y="110236"/>
                  </a:lnTo>
                  <a:lnTo>
                    <a:pt x="679422" y="110236"/>
                  </a:lnTo>
                  <a:lnTo>
                    <a:pt x="667994" y="104893"/>
                  </a:lnTo>
                  <a:close/>
                </a:path>
                <a:path extrusionOk="0" h="173354" w="787400">
                  <a:moveTo>
                    <a:pt x="401419" y="0"/>
                  </a:moveTo>
                  <a:lnTo>
                    <a:pt x="362811" y="2921"/>
                  </a:lnTo>
                  <a:lnTo>
                    <a:pt x="322425" y="11175"/>
                  </a:lnTo>
                  <a:lnTo>
                    <a:pt x="267180" y="28067"/>
                  </a:lnTo>
                  <a:lnTo>
                    <a:pt x="212062" y="49656"/>
                  </a:lnTo>
                  <a:lnTo>
                    <a:pt x="158976" y="73532"/>
                  </a:lnTo>
                  <a:lnTo>
                    <a:pt x="58773" y="122555"/>
                  </a:lnTo>
                  <a:lnTo>
                    <a:pt x="50391" y="126492"/>
                  </a:lnTo>
                  <a:lnTo>
                    <a:pt x="43193" y="129581"/>
                  </a:lnTo>
                  <a:lnTo>
                    <a:pt x="48740" y="137668"/>
                  </a:lnTo>
                  <a:lnTo>
                    <a:pt x="50652" y="147108"/>
                  </a:lnTo>
                  <a:lnTo>
                    <a:pt x="57884" y="144018"/>
                  </a:lnTo>
                  <a:lnTo>
                    <a:pt x="76299" y="135255"/>
                  </a:lnTo>
                  <a:lnTo>
                    <a:pt x="118717" y="114173"/>
                  </a:lnTo>
                  <a:lnTo>
                    <a:pt x="167231" y="90678"/>
                  </a:lnTo>
                  <a:lnTo>
                    <a:pt x="219682" y="67182"/>
                  </a:lnTo>
                  <a:lnTo>
                    <a:pt x="273911" y="45847"/>
                  </a:lnTo>
                  <a:lnTo>
                    <a:pt x="327632" y="29463"/>
                  </a:lnTo>
                  <a:lnTo>
                    <a:pt x="365986" y="21717"/>
                  </a:lnTo>
                  <a:lnTo>
                    <a:pt x="401800" y="18923"/>
                  </a:lnTo>
                  <a:lnTo>
                    <a:pt x="509546" y="18923"/>
                  </a:lnTo>
                  <a:lnTo>
                    <a:pt x="506829" y="18034"/>
                  </a:lnTo>
                  <a:lnTo>
                    <a:pt x="452981" y="4953"/>
                  </a:lnTo>
                  <a:lnTo>
                    <a:pt x="413992" y="254"/>
                  </a:lnTo>
                  <a:lnTo>
                    <a:pt x="401419" y="0"/>
                  </a:lnTo>
                  <a:close/>
                </a:path>
                <a:path extrusionOk="0" h="173354" w="787400">
                  <a:moveTo>
                    <a:pt x="675915" y="87524"/>
                  </a:moveTo>
                  <a:lnTo>
                    <a:pt x="667994" y="104893"/>
                  </a:lnTo>
                  <a:lnTo>
                    <a:pt x="679422" y="110236"/>
                  </a:lnTo>
                  <a:lnTo>
                    <a:pt x="687550" y="92963"/>
                  </a:lnTo>
                  <a:lnTo>
                    <a:pt x="675915" y="87524"/>
                  </a:lnTo>
                  <a:close/>
                </a:path>
                <a:path extrusionOk="0" h="173354" w="787400">
                  <a:moveTo>
                    <a:pt x="682470" y="73151"/>
                  </a:moveTo>
                  <a:lnTo>
                    <a:pt x="675915" y="87524"/>
                  </a:lnTo>
                  <a:lnTo>
                    <a:pt x="687550" y="92963"/>
                  </a:lnTo>
                  <a:lnTo>
                    <a:pt x="679422" y="110236"/>
                  </a:lnTo>
                  <a:lnTo>
                    <a:pt x="733607" y="110236"/>
                  </a:lnTo>
                  <a:lnTo>
                    <a:pt x="682470" y="73151"/>
                  </a:lnTo>
                  <a:close/>
                </a:path>
                <a:path extrusionOk="0" h="173354" w="787400">
                  <a:moveTo>
                    <a:pt x="509546" y="18923"/>
                  </a:moveTo>
                  <a:lnTo>
                    <a:pt x="401800" y="18923"/>
                  </a:lnTo>
                  <a:lnTo>
                    <a:pt x="413484" y="19304"/>
                  </a:lnTo>
                  <a:lnTo>
                    <a:pt x="425295" y="20193"/>
                  </a:lnTo>
                  <a:lnTo>
                    <a:pt x="475587" y="29210"/>
                  </a:lnTo>
                  <a:lnTo>
                    <a:pt x="528419" y="45212"/>
                  </a:lnTo>
                  <a:lnTo>
                    <a:pt x="582013" y="65912"/>
                  </a:lnTo>
                  <a:lnTo>
                    <a:pt x="634591" y="89154"/>
                  </a:lnTo>
                  <a:lnTo>
                    <a:pt x="667994" y="104893"/>
                  </a:lnTo>
                  <a:lnTo>
                    <a:pt x="675915" y="87524"/>
                  </a:lnTo>
                  <a:lnTo>
                    <a:pt x="616176" y="59817"/>
                  </a:lnTo>
                  <a:lnTo>
                    <a:pt x="561820" y="37211"/>
                  </a:lnTo>
                  <a:lnTo>
                    <a:pt x="534388" y="27050"/>
                  </a:lnTo>
                  <a:lnTo>
                    <a:pt x="509546" y="189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34"/>
            <p:cNvSpPr/>
            <p:nvPr/>
          </p:nvSpPr>
          <p:spPr>
            <a:xfrm>
              <a:off x="64770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34"/>
            <p:cNvSpPr/>
            <p:nvPr/>
          </p:nvSpPr>
          <p:spPr>
            <a:xfrm>
              <a:off x="64770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34"/>
            <p:cNvSpPr/>
            <p:nvPr/>
          </p:nvSpPr>
          <p:spPr>
            <a:xfrm>
              <a:off x="67818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34"/>
            <p:cNvSpPr/>
            <p:nvPr/>
          </p:nvSpPr>
          <p:spPr>
            <a:xfrm>
              <a:off x="67818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34"/>
            <p:cNvSpPr/>
            <p:nvPr/>
          </p:nvSpPr>
          <p:spPr>
            <a:xfrm>
              <a:off x="70866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34"/>
            <p:cNvSpPr/>
            <p:nvPr/>
          </p:nvSpPr>
          <p:spPr>
            <a:xfrm>
              <a:off x="70866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34"/>
            <p:cNvSpPr/>
            <p:nvPr/>
          </p:nvSpPr>
          <p:spPr>
            <a:xfrm>
              <a:off x="2819400" y="4791113"/>
              <a:ext cx="3835400" cy="173355"/>
            </a:xfrm>
            <a:custGeom>
              <a:rect b="b" l="l" r="r" t="t"/>
              <a:pathLst>
                <a:path extrusionOk="0" h="173354" w="3835400">
                  <a:moveTo>
                    <a:pt x="787349" y="25374"/>
                  </a:moveTo>
                  <a:lnTo>
                    <a:pt x="785571" y="16598"/>
                  </a:lnTo>
                  <a:lnTo>
                    <a:pt x="785368" y="15582"/>
                  </a:lnTo>
                  <a:lnTo>
                    <a:pt x="779678" y="7239"/>
                  </a:lnTo>
                  <a:lnTo>
                    <a:pt x="771537" y="1892"/>
                  </a:lnTo>
                  <a:lnTo>
                    <a:pt x="761987" y="0"/>
                  </a:lnTo>
                  <a:lnTo>
                    <a:pt x="752094" y="1993"/>
                  </a:lnTo>
                  <a:lnTo>
                    <a:pt x="743800" y="7683"/>
                  </a:lnTo>
                  <a:lnTo>
                    <a:pt x="738505" y="15824"/>
                  </a:lnTo>
                  <a:lnTo>
                    <a:pt x="736625" y="25374"/>
                  </a:lnTo>
                  <a:lnTo>
                    <a:pt x="736714" y="25831"/>
                  </a:lnTo>
                  <a:lnTo>
                    <a:pt x="729488" y="28917"/>
                  </a:lnTo>
                  <a:lnTo>
                    <a:pt x="720344" y="33235"/>
                  </a:lnTo>
                  <a:lnTo>
                    <a:pt x="620141" y="82257"/>
                  </a:lnTo>
                  <a:lnTo>
                    <a:pt x="594360" y="94068"/>
                  </a:lnTo>
                  <a:lnTo>
                    <a:pt x="540766" y="116928"/>
                  </a:lnTo>
                  <a:lnTo>
                    <a:pt x="486537" y="135978"/>
                  </a:lnTo>
                  <a:lnTo>
                    <a:pt x="433832" y="149186"/>
                  </a:lnTo>
                  <a:lnTo>
                    <a:pt x="385445" y="154012"/>
                  </a:lnTo>
                  <a:lnTo>
                    <a:pt x="373888" y="153758"/>
                  </a:lnTo>
                  <a:lnTo>
                    <a:pt x="311912" y="143725"/>
                  </a:lnTo>
                  <a:lnTo>
                    <a:pt x="258953" y="127723"/>
                  </a:lnTo>
                  <a:lnTo>
                    <a:pt x="205359" y="107022"/>
                  </a:lnTo>
                  <a:lnTo>
                    <a:pt x="152781" y="83781"/>
                  </a:lnTo>
                  <a:lnTo>
                    <a:pt x="119329" y="68148"/>
                  </a:lnTo>
                  <a:lnTo>
                    <a:pt x="121754" y="62826"/>
                  </a:lnTo>
                  <a:lnTo>
                    <a:pt x="125984" y="53555"/>
                  </a:lnTo>
                  <a:lnTo>
                    <a:pt x="0" y="23710"/>
                  </a:lnTo>
                  <a:lnTo>
                    <a:pt x="104902" y="99783"/>
                  </a:lnTo>
                  <a:lnTo>
                    <a:pt x="111429" y="85458"/>
                  </a:lnTo>
                  <a:lnTo>
                    <a:pt x="119380" y="89115"/>
                  </a:lnTo>
                  <a:lnTo>
                    <a:pt x="171323" y="113118"/>
                  </a:lnTo>
                  <a:lnTo>
                    <a:pt x="225552" y="135724"/>
                  </a:lnTo>
                  <a:lnTo>
                    <a:pt x="280543" y="154901"/>
                  </a:lnTo>
                  <a:lnTo>
                    <a:pt x="334391" y="168109"/>
                  </a:lnTo>
                  <a:lnTo>
                    <a:pt x="373380" y="172681"/>
                  </a:lnTo>
                  <a:lnTo>
                    <a:pt x="386080" y="173062"/>
                  </a:lnTo>
                  <a:lnTo>
                    <a:pt x="398653" y="172681"/>
                  </a:lnTo>
                  <a:lnTo>
                    <a:pt x="437896" y="167728"/>
                  </a:lnTo>
                  <a:lnTo>
                    <a:pt x="492493" y="154012"/>
                  </a:lnTo>
                  <a:lnTo>
                    <a:pt x="548005" y="134454"/>
                  </a:lnTo>
                  <a:lnTo>
                    <a:pt x="602361" y="111340"/>
                  </a:lnTo>
                  <a:lnTo>
                    <a:pt x="677164" y="75780"/>
                  </a:lnTo>
                  <a:lnTo>
                    <a:pt x="719201" y="54952"/>
                  </a:lnTo>
                  <a:lnTo>
                    <a:pt x="728599" y="50507"/>
                  </a:lnTo>
                  <a:lnTo>
                    <a:pt x="736981" y="46443"/>
                  </a:lnTo>
                  <a:lnTo>
                    <a:pt x="744143" y="43370"/>
                  </a:lnTo>
                  <a:lnTo>
                    <a:pt x="744308" y="43611"/>
                  </a:lnTo>
                  <a:lnTo>
                    <a:pt x="752449" y="48920"/>
                  </a:lnTo>
                  <a:lnTo>
                    <a:pt x="787285" y="25831"/>
                  </a:lnTo>
                  <a:lnTo>
                    <a:pt x="787349" y="25374"/>
                  </a:lnTo>
                  <a:close/>
                </a:path>
                <a:path extrusionOk="0" h="173354" w="3835400">
                  <a:moveTo>
                    <a:pt x="2311349" y="25374"/>
                  </a:moveTo>
                  <a:lnTo>
                    <a:pt x="2309571" y="16598"/>
                  </a:lnTo>
                  <a:lnTo>
                    <a:pt x="2309368" y="15582"/>
                  </a:lnTo>
                  <a:lnTo>
                    <a:pt x="2303678" y="7239"/>
                  </a:lnTo>
                  <a:lnTo>
                    <a:pt x="2295537" y="1892"/>
                  </a:lnTo>
                  <a:lnTo>
                    <a:pt x="2285987" y="0"/>
                  </a:lnTo>
                  <a:lnTo>
                    <a:pt x="2276094" y="1993"/>
                  </a:lnTo>
                  <a:lnTo>
                    <a:pt x="2267801" y="7683"/>
                  </a:lnTo>
                  <a:lnTo>
                    <a:pt x="2262505" y="15824"/>
                  </a:lnTo>
                  <a:lnTo>
                    <a:pt x="2260625" y="25374"/>
                  </a:lnTo>
                  <a:lnTo>
                    <a:pt x="2260714" y="25831"/>
                  </a:lnTo>
                  <a:lnTo>
                    <a:pt x="2253488" y="28917"/>
                  </a:lnTo>
                  <a:lnTo>
                    <a:pt x="2244344" y="33235"/>
                  </a:lnTo>
                  <a:lnTo>
                    <a:pt x="2144141" y="82257"/>
                  </a:lnTo>
                  <a:lnTo>
                    <a:pt x="2118360" y="94068"/>
                  </a:lnTo>
                  <a:lnTo>
                    <a:pt x="2064766" y="116928"/>
                  </a:lnTo>
                  <a:lnTo>
                    <a:pt x="2010537" y="135978"/>
                  </a:lnTo>
                  <a:lnTo>
                    <a:pt x="1957832" y="149186"/>
                  </a:lnTo>
                  <a:lnTo>
                    <a:pt x="1909445" y="154012"/>
                  </a:lnTo>
                  <a:lnTo>
                    <a:pt x="1897888" y="153758"/>
                  </a:lnTo>
                  <a:lnTo>
                    <a:pt x="1835912" y="143725"/>
                  </a:lnTo>
                  <a:lnTo>
                    <a:pt x="1782953" y="127723"/>
                  </a:lnTo>
                  <a:lnTo>
                    <a:pt x="1729359" y="107022"/>
                  </a:lnTo>
                  <a:lnTo>
                    <a:pt x="1676781" y="83781"/>
                  </a:lnTo>
                  <a:lnTo>
                    <a:pt x="1643329" y="68148"/>
                  </a:lnTo>
                  <a:lnTo>
                    <a:pt x="1645754" y="62826"/>
                  </a:lnTo>
                  <a:lnTo>
                    <a:pt x="1649984" y="53555"/>
                  </a:lnTo>
                  <a:lnTo>
                    <a:pt x="1524000" y="23710"/>
                  </a:lnTo>
                  <a:lnTo>
                    <a:pt x="1628902" y="99783"/>
                  </a:lnTo>
                  <a:lnTo>
                    <a:pt x="1635429" y="85458"/>
                  </a:lnTo>
                  <a:lnTo>
                    <a:pt x="1643380" y="89115"/>
                  </a:lnTo>
                  <a:lnTo>
                    <a:pt x="1695323" y="113118"/>
                  </a:lnTo>
                  <a:lnTo>
                    <a:pt x="1749552" y="135724"/>
                  </a:lnTo>
                  <a:lnTo>
                    <a:pt x="1804543" y="154901"/>
                  </a:lnTo>
                  <a:lnTo>
                    <a:pt x="1858391" y="168109"/>
                  </a:lnTo>
                  <a:lnTo>
                    <a:pt x="1897380" y="172681"/>
                  </a:lnTo>
                  <a:lnTo>
                    <a:pt x="1910080" y="173062"/>
                  </a:lnTo>
                  <a:lnTo>
                    <a:pt x="1922653" y="172681"/>
                  </a:lnTo>
                  <a:lnTo>
                    <a:pt x="1961896" y="167728"/>
                  </a:lnTo>
                  <a:lnTo>
                    <a:pt x="2016506" y="154012"/>
                  </a:lnTo>
                  <a:lnTo>
                    <a:pt x="2072005" y="134454"/>
                  </a:lnTo>
                  <a:lnTo>
                    <a:pt x="2126361" y="111340"/>
                  </a:lnTo>
                  <a:lnTo>
                    <a:pt x="2201164" y="75780"/>
                  </a:lnTo>
                  <a:lnTo>
                    <a:pt x="2243201" y="54952"/>
                  </a:lnTo>
                  <a:lnTo>
                    <a:pt x="2252599" y="50507"/>
                  </a:lnTo>
                  <a:lnTo>
                    <a:pt x="2260981" y="46443"/>
                  </a:lnTo>
                  <a:lnTo>
                    <a:pt x="2268143" y="43370"/>
                  </a:lnTo>
                  <a:lnTo>
                    <a:pt x="2268309" y="43611"/>
                  </a:lnTo>
                  <a:lnTo>
                    <a:pt x="2276449" y="48920"/>
                  </a:lnTo>
                  <a:lnTo>
                    <a:pt x="2311285" y="25831"/>
                  </a:lnTo>
                  <a:lnTo>
                    <a:pt x="2311349" y="25374"/>
                  </a:lnTo>
                  <a:close/>
                </a:path>
                <a:path extrusionOk="0" h="173354" w="3835400">
                  <a:moveTo>
                    <a:pt x="3835349" y="25374"/>
                  </a:moveTo>
                  <a:lnTo>
                    <a:pt x="3833571" y="16598"/>
                  </a:lnTo>
                  <a:lnTo>
                    <a:pt x="3833368" y="15582"/>
                  </a:lnTo>
                  <a:lnTo>
                    <a:pt x="3827678" y="7239"/>
                  </a:lnTo>
                  <a:lnTo>
                    <a:pt x="3819537" y="1892"/>
                  </a:lnTo>
                  <a:lnTo>
                    <a:pt x="3809987" y="0"/>
                  </a:lnTo>
                  <a:lnTo>
                    <a:pt x="3800094" y="1993"/>
                  </a:lnTo>
                  <a:lnTo>
                    <a:pt x="3791801" y="7683"/>
                  </a:lnTo>
                  <a:lnTo>
                    <a:pt x="3786505" y="15824"/>
                  </a:lnTo>
                  <a:lnTo>
                    <a:pt x="3784625" y="25374"/>
                  </a:lnTo>
                  <a:lnTo>
                    <a:pt x="3784714" y="25831"/>
                  </a:lnTo>
                  <a:lnTo>
                    <a:pt x="3777488" y="28917"/>
                  </a:lnTo>
                  <a:lnTo>
                    <a:pt x="3768344" y="33235"/>
                  </a:lnTo>
                  <a:lnTo>
                    <a:pt x="3668141" y="82257"/>
                  </a:lnTo>
                  <a:lnTo>
                    <a:pt x="3642360" y="94068"/>
                  </a:lnTo>
                  <a:lnTo>
                    <a:pt x="3588766" y="116928"/>
                  </a:lnTo>
                  <a:lnTo>
                    <a:pt x="3534537" y="135978"/>
                  </a:lnTo>
                  <a:lnTo>
                    <a:pt x="3481832" y="149186"/>
                  </a:lnTo>
                  <a:lnTo>
                    <a:pt x="3433445" y="154012"/>
                  </a:lnTo>
                  <a:lnTo>
                    <a:pt x="3421888" y="153758"/>
                  </a:lnTo>
                  <a:lnTo>
                    <a:pt x="3359912" y="143725"/>
                  </a:lnTo>
                  <a:lnTo>
                    <a:pt x="3306953" y="127723"/>
                  </a:lnTo>
                  <a:lnTo>
                    <a:pt x="3253359" y="107022"/>
                  </a:lnTo>
                  <a:lnTo>
                    <a:pt x="3200781" y="83781"/>
                  </a:lnTo>
                  <a:lnTo>
                    <a:pt x="3167329" y="68148"/>
                  </a:lnTo>
                  <a:lnTo>
                    <a:pt x="3169755" y="62826"/>
                  </a:lnTo>
                  <a:lnTo>
                    <a:pt x="3173984" y="53555"/>
                  </a:lnTo>
                  <a:lnTo>
                    <a:pt x="3048000" y="23710"/>
                  </a:lnTo>
                  <a:lnTo>
                    <a:pt x="3152902" y="99783"/>
                  </a:lnTo>
                  <a:lnTo>
                    <a:pt x="3159429" y="85458"/>
                  </a:lnTo>
                  <a:lnTo>
                    <a:pt x="3167380" y="89115"/>
                  </a:lnTo>
                  <a:lnTo>
                    <a:pt x="3219323" y="113118"/>
                  </a:lnTo>
                  <a:lnTo>
                    <a:pt x="3273552" y="135724"/>
                  </a:lnTo>
                  <a:lnTo>
                    <a:pt x="3328543" y="154901"/>
                  </a:lnTo>
                  <a:lnTo>
                    <a:pt x="3382391" y="168109"/>
                  </a:lnTo>
                  <a:lnTo>
                    <a:pt x="3421380" y="172681"/>
                  </a:lnTo>
                  <a:lnTo>
                    <a:pt x="3434080" y="173062"/>
                  </a:lnTo>
                  <a:lnTo>
                    <a:pt x="3446653" y="172681"/>
                  </a:lnTo>
                  <a:lnTo>
                    <a:pt x="3485896" y="167728"/>
                  </a:lnTo>
                  <a:lnTo>
                    <a:pt x="3540506" y="154012"/>
                  </a:lnTo>
                  <a:lnTo>
                    <a:pt x="3596005" y="134454"/>
                  </a:lnTo>
                  <a:lnTo>
                    <a:pt x="3650361" y="111340"/>
                  </a:lnTo>
                  <a:lnTo>
                    <a:pt x="3725164" y="75780"/>
                  </a:lnTo>
                  <a:lnTo>
                    <a:pt x="3767201" y="54952"/>
                  </a:lnTo>
                  <a:lnTo>
                    <a:pt x="3776599" y="50507"/>
                  </a:lnTo>
                  <a:lnTo>
                    <a:pt x="3784981" y="46443"/>
                  </a:lnTo>
                  <a:lnTo>
                    <a:pt x="3792143" y="43370"/>
                  </a:lnTo>
                  <a:lnTo>
                    <a:pt x="3792309" y="43611"/>
                  </a:lnTo>
                  <a:lnTo>
                    <a:pt x="3800449" y="48920"/>
                  </a:lnTo>
                  <a:lnTo>
                    <a:pt x="3835285" y="25831"/>
                  </a:lnTo>
                  <a:lnTo>
                    <a:pt x="3835349" y="2537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34"/>
            <p:cNvSpPr/>
            <p:nvPr/>
          </p:nvSpPr>
          <p:spPr>
            <a:xfrm>
              <a:off x="2293112" y="4775492"/>
              <a:ext cx="4726940" cy="577850"/>
            </a:xfrm>
            <a:custGeom>
              <a:rect b="b" l="l" r="r" t="t"/>
              <a:pathLst>
                <a:path extrusionOk="0" h="577850" w="4726940">
                  <a:moveTo>
                    <a:pt x="164338" y="577557"/>
                  </a:moveTo>
                  <a:lnTo>
                    <a:pt x="124701" y="490308"/>
                  </a:lnTo>
                  <a:lnTo>
                    <a:pt x="110744" y="459574"/>
                  </a:lnTo>
                  <a:lnTo>
                    <a:pt x="97853" y="468884"/>
                  </a:lnTo>
                  <a:lnTo>
                    <a:pt x="66929" y="423125"/>
                  </a:lnTo>
                  <a:lnTo>
                    <a:pt x="46609" y="387692"/>
                  </a:lnTo>
                  <a:lnTo>
                    <a:pt x="30861" y="352640"/>
                  </a:lnTo>
                  <a:lnTo>
                    <a:pt x="19304" y="302221"/>
                  </a:lnTo>
                  <a:lnTo>
                    <a:pt x="18923" y="283679"/>
                  </a:lnTo>
                  <a:lnTo>
                    <a:pt x="19939" y="264248"/>
                  </a:lnTo>
                  <a:lnTo>
                    <a:pt x="25527" y="222973"/>
                  </a:lnTo>
                  <a:lnTo>
                    <a:pt x="34798" y="180301"/>
                  </a:lnTo>
                  <a:lnTo>
                    <a:pt x="45974" y="138645"/>
                  </a:lnTo>
                  <a:lnTo>
                    <a:pt x="57531" y="99783"/>
                  </a:lnTo>
                  <a:lnTo>
                    <a:pt x="63119" y="81876"/>
                  </a:lnTo>
                  <a:lnTo>
                    <a:pt x="68072" y="65239"/>
                  </a:lnTo>
                  <a:lnTo>
                    <a:pt x="72136" y="50190"/>
                  </a:lnTo>
                  <a:lnTo>
                    <a:pt x="72910" y="50228"/>
                  </a:lnTo>
                  <a:lnTo>
                    <a:pt x="82054" y="46926"/>
                  </a:lnTo>
                  <a:lnTo>
                    <a:pt x="89306" y="40424"/>
                  </a:lnTo>
                  <a:lnTo>
                    <a:pt x="93726" y="31330"/>
                  </a:lnTo>
                  <a:lnTo>
                    <a:pt x="94132" y="22567"/>
                  </a:lnTo>
                  <a:lnTo>
                    <a:pt x="94195" y="21285"/>
                  </a:lnTo>
                  <a:lnTo>
                    <a:pt x="90893" y="12141"/>
                  </a:lnTo>
                  <a:lnTo>
                    <a:pt x="84391" y="4889"/>
                  </a:lnTo>
                  <a:lnTo>
                    <a:pt x="75311" y="469"/>
                  </a:lnTo>
                  <a:lnTo>
                    <a:pt x="65252" y="0"/>
                  </a:lnTo>
                  <a:lnTo>
                    <a:pt x="56108" y="3302"/>
                  </a:lnTo>
                  <a:lnTo>
                    <a:pt x="48856" y="9804"/>
                  </a:lnTo>
                  <a:lnTo>
                    <a:pt x="44450" y="18884"/>
                  </a:lnTo>
                  <a:lnTo>
                    <a:pt x="43967" y="28943"/>
                  </a:lnTo>
                  <a:lnTo>
                    <a:pt x="47269" y="38087"/>
                  </a:lnTo>
                  <a:lnTo>
                    <a:pt x="53733" y="45313"/>
                  </a:lnTo>
                  <a:lnTo>
                    <a:pt x="49657" y="60286"/>
                  </a:lnTo>
                  <a:lnTo>
                    <a:pt x="44831" y="76415"/>
                  </a:lnTo>
                  <a:lnTo>
                    <a:pt x="39370" y="94068"/>
                  </a:lnTo>
                  <a:lnTo>
                    <a:pt x="33528" y="113118"/>
                  </a:lnTo>
                  <a:lnTo>
                    <a:pt x="21844" y="154139"/>
                  </a:lnTo>
                  <a:lnTo>
                    <a:pt x="11303" y="197319"/>
                  </a:lnTo>
                  <a:lnTo>
                    <a:pt x="3429" y="240880"/>
                  </a:lnTo>
                  <a:lnTo>
                    <a:pt x="0" y="282790"/>
                  </a:lnTo>
                  <a:lnTo>
                    <a:pt x="381" y="302602"/>
                  </a:lnTo>
                  <a:lnTo>
                    <a:pt x="12700" y="358609"/>
                  </a:lnTo>
                  <a:lnTo>
                    <a:pt x="29464" y="395947"/>
                  </a:lnTo>
                  <a:lnTo>
                    <a:pt x="50673" y="432917"/>
                  </a:lnTo>
                  <a:lnTo>
                    <a:pt x="74422" y="468591"/>
                  </a:lnTo>
                  <a:lnTo>
                    <a:pt x="82473" y="479996"/>
                  </a:lnTo>
                  <a:lnTo>
                    <a:pt x="69596" y="489292"/>
                  </a:lnTo>
                  <a:lnTo>
                    <a:pt x="164338" y="577557"/>
                  </a:lnTo>
                  <a:close/>
                </a:path>
                <a:path extrusionOk="0" h="577850" w="4726940">
                  <a:moveTo>
                    <a:pt x="1685163" y="577557"/>
                  </a:moveTo>
                  <a:lnTo>
                    <a:pt x="1645615" y="490308"/>
                  </a:lnTo>
                  <a:lnTo>
                    <a:pt x="1631696" y="459574"/>
                  </a:lnTo>
                  <a:lnTo>
                    <a:pt x="1618792" y="468858"/>
                  </a:lnTo>
                  <a:lnTo>
                    <a:pt x="1587754" y="423125"/>
                  </a:lnTo>
                  <a:lnTo>
                    <a:pt x="1567434" y="387692"/>
                  </a:lnTo>
                  <a:lnTo>
                    <a:pt x="1551686" y="352640"/>
                  </a:lnTo>
                  <a:lnTo>
                    <a:pt x="1540256" y="302221"/>
                  </a:lnTo>
                  <a:lnTo>
                    <a:pt x="1539875" y="283679"/>
                  </a:lnTo>
                  <a:lnTo>
                    <a:pt x="1540891" y="264121"/>
                  </a:lnTo>
                  <a:lnTo>
                    <a:pt x="1546479" y="222846"/>
                  </a:lnTo>
                  <a:lnTo>
                    <a:pt x="1555496" y="180428"/>
                  </a:lnTo>
                  <a:lnTo>
                    <a:pt x="1566672" y="138645"/>
                  </a:lnTo>
                  <a:lnTo>
                    <a:pt x="1578356" y="99783"/>
                  </a:lnTo>
                  <a:lnTo>
                    <a:pt x="1583944" y="81876"/>
                  </a:lnTo>
                  <a:lnTo>
                    <a:pt x="1588897" y="65239"/>
                  </a:lnTo>
                  <a:lnTo>
                    <a:pt x="1593011" y="50203"/>
                  </a:lnTo>
                  <a:lnTo>
                    <a:pt x="1593761" y="50228"/>
                  </a:lnTo>
                  <a:lnTo>
                    <a:pt x="1602930" y="46926"/>
                  </a:lnTo>
                  <a:lnTo>
                    <a:pt x="1610182" y="40424"/>
                  </a:lnTo>
                  <a:lnTo>
                    <a:pt x="1614551" y="31330"/>
                  </a:lnTo>
                  <a:lnTo>
                    <a:pt x="1614982" y="22567"/>
                  </a:lnTo>
                  <a:lnTo>
                    <a:pt x="1615046" y="21285"/>
                  </a:lnTo>
                  <a:lnTo>
                    <a:pt x="1611782" y="12141"/>
                  </a:lnTo>
                  <a:lnTo>
                    <a:pt x="1605330" y="4889"/>
                  </a:lnTo>
                  <a:lnTo>
                    <a:pt x="1596263" y="469"/>
                  </a:lnTo>
                  <a:lnTo>
                    <a:pt x="1586179" y="0"/>
                  </a:lnTo>
                  <a:lnTo>
                    <a:pt x="1576997" y="3302"/>
                  </a:lnTo>
                  <a:lnTo>
                    <a:pt x="1569694" y="9804"/>
                  </a:lnTo>
                  <a:lnTo>
                    <a:pt x="1565275" y="18884"/>
                  </a:lnTo>
                  <a:lnTo>
                    <a:pt x="1564792" y="28943"/>
                  </a:lnTo>
                  <a:lnTo>
                    <a:pt x="1568094" y="38087"/>
                  </a:lnTo>
                  <a:lnTo>
                    <a:pt x="1574596" y="45339"/>
                  </a:lnTo>
                  <a:lnTo>
                    <a:pt x="1570609" y="60286"/>
                  </a:lnTo>
                  <a:lnTo>
                    <a:pt x="1565656" y="76415"/>
                  </a:lnTo>
                  <a:lnTo>
                    <a:pt x="1560195" y="94068"/>
                  </a:lnTo>
                  <a:lnTo>
                    <a:pt x="1554353" y="113118"/>
                  </a:lnTo>
                  <a:lnTo>
                    <a:pt x="1542669" y="154266"/>
                  </a:lnTo>
                  <a:lnTo>
                    <a:pt x="1532128" y="197319"/>
                  </a:lnTo>
                  <a:lnTo>
                    <a:pt x="1524254" y="240880"/>
                  </a:lnTo>
                  <a:lnTo>
                    <a:pt x="1520825" y="282790"/>
                  </a:lnTo>
                  <a:lnTo>
                    <a:pt x="1521206" y="302602"/>
                  </a:lnTo>
                  <a:lnTo>
                    <a:pt x="1533525" y="358609"/>
                  </a:lnTo>
                  <a:lnTo>
                    <a:pt x="1550289" y="395947"/>
                  </a:lnTo>
                  <a:lnTo>
                    <a:pt x="1571498" y="432917"/>
                  </a:lnTo>
                  <a:lnTo>
                    <a:pt x="1595247" y="468591"/>
                  </a:lnTo>
                  <a:lnTo>
                    <a:pt x="1603362" y="479983"/>
                  </a:lnTo>
                  <a:lnTo>
                    <a:pt x="1590421" y="489292"/>
                  </a:lnTo>
                  <a:lnTo>
                    <a:pt x="1685163" y="577557"/>
                  </a:lnTo>
                  <a:close/>
                </a:path>
                <a:path extrusionOk="0" h="577850" w="4726940">
                  <a:moveTo>
                    <a:pt x="3205988" y="577557"/>
                  </a:moveTo>
                  <a:lnTo>
                    <a:pt x="3166300" y="490308"/>
                  </a:lnTo>
                  <a:lnTo>
                    <a:pt x="3152394" y="459701"/>
                  </a:lnTo>
                  <a:lnTo>
                    <a:pt x="3139592" y="468909"/>
                  </a:lnTo>
                  <a:lnTo>
                    <a:pt x="3108579" y="423125"/>
                  </a:lnTo>
                  <a:lnTo>
                    <a:pt x="3088259" y="387692"/>
                  </a:lnTo>
                  <a:lnTo>
                    <a:pt x="3072511" y="352640"/>
                  </a:lnTo>
                  <a:lnTo>
                    <a:pt x="3061081" y="302221"/>
                  </a:lnTo>
                  <a:lnTo>
                    <a:pt x="3060700" y="283679"/>
                  </a:lnTo>
                  <a:lnTo>
                    <a:pt x="3061716" y="264121"/>
                  </a:lnTo>
                  <a:lnTo>
                    <a:pt x="3067304" y="222846"/>
                  </a:lnTo>
                  <a:lnTo>
                    <a:pt x="3076448" y="180428"/>
                  </a:lnTo>
                  <a:lnTo>
                    <a:pt x="3087497" y="138645"/>
                  </a:lnTo>
                  <a:lnTo>
                    <a:pt x="3099181" y="99783"/>
                  </a:lnTo>
                  <a:lnTo>
                    <a:pt x="3104769" y="81876"/>
                  </a:lnTo>
                  <a:lnTo>
                    <a:pt x="3109849" y="65239"/>
                  </a:lnTo>
                  <a:lnTo>
                    <a:pt x="3113913" y="50203"/>
                  </a:lnTo>
                  <a:lnTo>
                    <a:pt x="3114586" y="50228"/>
                  </a:lnTo>
                  <a:lnTo>
                    <a:pt x="3123755" y="46926"/>
                  </a:lnTo>
                  <a:lnTo>
                    <a:pt x="3131007" y="40424"/>
                  </a:lnTo>
                  <a:lnTo>
                    <a:pt x="3135376" y="31330"/>
                  </a:lnTo>
                  <a:lnTo>
                    <a:pt x="3135846" y="22567"/>
                  </a:lnTo>
                  <a:lnTo>
                    <a:pt x="3135922" y="21285"/>
                  </a:lnTo>
                  <a:lnTo>
                    <a:pt x="3132658" y="12141"/>
                  </a:lnTo>
                  <a:lnTo>
                    <a:pt x="3126168" y="4889"/>
                  </a:lnTo>
                  <a:lnTo>
                    <a:pt x="3117088" y="469"/>
                  </a:lnTo>
                  <a:lnTo>
                    <a:pt x="3107004" y="0"/>
                  </a:lnTo>
                  <a:lnTo>
                    <a:pt x="3097834" y="3302"/>
                  </a:lnTo>
                  <a:lnTo>
                    <a:pt x="3090583" y="9804"/>
                  </a:lnTo>
                  <a:lnTo>
                    <a:pt x="3086227" y="18884"/>
                  </a:lnTo>
                  <a:lnTo>
                    <a:pt x="3085668" y="28943"/>
                  </a:lnTo>
                  <a:lnTo>
                    <a:pt x="3088932" y="38087"/>
                  </a:lnTo>
                  <a:lnTo>
                    <a:pt x="3095421" y="45339"/>
                  </a:lnTo>
                  <a:lnTo>
                    <a:pt x="3091434" y="60286"/>
                  </a:lnTo>
                  <a:lnTo>
                    <a:pt x="3086481" y="76415"/>
                  </a:lnTo>
                  <a:lnTo>
                    <a:pt x="3081020" y="94068"/>
                  </a:lnTo>
                  <a:lnTo>
                    <a:pt x="3075178" y="113118"/>
                  </a:lnTo>
                  <a:lnTo>
                    <a:pt x="3063494" y="154266"/>
                  </a:lnTo>
                  <a:lnTo>
                    <a:pt x="3052953" y="197319"/>
                  </a:lnTo>
                  <a:lnTo>
                    <a:pt x="3045079" y="240880"/>
                  </a:lnTo>
                  <a:lnTo>
                    <a:pt x="3041650" y="282790"/>
                  </a:lnTo>
                  <a:lnTo>
                    <a:pt x="3042031" y="302602"/>
                  </a:lnTo>
                  <a:lnTo>
                    <a:pt x="3054350" y="358609"/>
                  </a:lnTo>
                  <a:lnTo>
                    <a:pt x="3071114" y="395947"/>
                  </a:lnTo>
                  <a:lnTo>
                    <a:pt x="3092323" y="432917"/>
                  </a:lnTo>
                  <a:lnTo>
                    <a:pt x="3115945" y="468591"/>
                  </a:lnTo>
                  <a:lnTo>
                    <a:pt x="3124111" y="480047"/>
                  </a:lnTo>
                  <a:lnTo>
                    <a:pt x="3111246" y="489292"/>
                  </a:lnTo>
                  <a:lnTo>
                    <a:pt x="3205988" y="577557"/>
                  </a:lnTo>
                  <a:close/>
                </a:path>
                <a:path extrusionOk="0" h="577850" w="4726940">
                  <a:moveTo>
                    <a:pt x="4726813" y="577557"/>
                  </a:moveTo>
                  <a:lnTo>
                    <a:pt x="4687176" y="490308"/>
                  </a:lnTo>
                  <a:lnTo>
                    <a:pt x="4673219" y="459574"/>
                  </a:lnTo>
                  <a:lnTo>
                    <a:pt x="4660328" y="468884"/>
                  </a:lnTo>
                  <a:lnTo>
                    <a:pt x="4629404" y="423125"/>
                  </a:lnTo>
                  <a:lnTo>
                    <a:pt x="4609084" y="387692"/>
                  </a:lnTo>
                  <a:lnTo>
                    <a:pt x="4593336" y="352640"/>
                  </a:lnTo>
                  <a:lnTo>
                    <a:pt x="4581779" y="302221"/>
                  </a:lnTo>
                  <a:lnTo>
                    <a:pt x="4581398" y="283679"/>
                  </a:lnTo>
                  <a:lnTo>
                    <a:pt x="4582414" y="264248"/>
                  </a:lnTo>
                  <a:lnTo>
                    <a:pt x="4588002" y="222973"/>
                  </a:lnTo>
                  <a:lnTo>
                    <a:pt x="4597273" y="180301"/>
                  </a:lnTo>
                  <a:lnTo>
                    <a:pt x="4608449" y="138645"/>
                  </a:lnTo>
                  <a:lnTo>
                    <a:pt x="4620006" y="99783"/>
                  </a:lnTo>
                  <a:lnTo>
                    <a:pt x="4625594" y="81876"/>
                  </a:lnTo>
                  <a:lnTo>
                    <a:pt x="4630547" y="65239"/>
                  </a:lnTo>
                  <a:lnTo>
                    <a:pt x="4634611" y="50190"/>
                  </a:lnTo>
                  <a:lnTo>
                    <a:pt x="4635385" y="50228"/>
                  </a:lnTo>
                  <a:lnTo>
                    <a:pt x="4644529" y="46926"/>
                  </a:lnTo>
                  <a:lnTo>
                    <a:pt x="4651781" y="40424"/>
                  </a:lnTo>
                  <a:lnTo>
                    <a:pt x="4656201" y="31330"/>
                  </a:lnTo>
                  <a:lnTo>
                    <a:pt x="4656607" y="22567"/>
                  </a:lnTo>
                  <a:lnTo>
                    <a:pt x="4656671" y="21285"/>
                  </a:lnTo>
                  <a:lnTo>
                    <a:pt x="4653369" y="12141"/>
                  </a:lnTo>
                  <a:lnTo>
                    <a:pt x="4646866" y="4889"/>
                  </a:lnTo>
                  <a:lnTo>
                    <a:pt x="4637786" y="469"/>
                  </a:lnTo>
                  <a:lnTo>
                    <a:pt x="4627727" y="0"/>
                  </a:lnTo>
                  <a:lnTo>
                    <a:pt x="4618583" y="3302"/>
                  </a:lnTo>
                  <a:lnTo>
                    <a:pt x="4611332" y="9804"/>
                  </a:lnTo>
                  <a:lnTo>
                    <a:pt x="4606925" y="18884"/>
                  </a:lnTo>
                  <a:lnTo>
                    <a:pt x="4606442" y="28943"/>
                  </a:lnTo>
                  <a:lnTo>
                    <a:pt x="4609744" y="38087"/>
                  </a:lnTo>
                  <a:lnTo>
                    <a:pt x="4616208" y="45313"/>
                  </a:lnTo>
                  <a:lnTo>
                    <a:pt x="4612132" y="60286"/>
                  </a:lnTo>
                  <a:lnTo>
                    <a:pt x="4607306" y="76415"/>
                  </a:lnTo>
                  <a:lnTo>
                    <a:pt x="4601845" y="94068"/>
                  </a:lnTo>
                  <a:lnTo>
                    <a:pt x="4596003" y="113118"/>
                  </a:lnTo>
                  <a:lnTo>
                    <a:pt x="4584319" y="154139"/>
                  </a:lnTo>
                  <a:lnTo>
                    <a:pt x="4573778" y="197319"/>
                  </a:lnTo>
                  <a:lnTo>
                    <a:pt x="4565904" y="240880"/>
                  </a:lnTo>
                  <a:lnTo>
                    <a:pt x="4562475" y="282790"/>
                  </a:lnTo>
                  <a:lnTo>
                    <a:pt x="4562856" y="302602"/>
                  </a:lnTo>
                  <a:lnTo>
                    <a:pt x="4575175" y="358609"/>
                  </a:lnTo>
                  <a:lnTo>
                    <a:pt x="4591939" y="395947"/>
                  </a:lnTo>
                  <a:lnTo>
                    <a:pt x="4613148" y="432917"/>
                  </a:lnTo>
                  <a:lnTo>
                    <a:pt x="4636897" y="468591"/>
                  </a:lnTo>
                  <a:lnTo>
                    <a:pt x="4644949" y="479996"/>
                  </a:lnTo>
                  <a:lnTo>
                    <a:pt x="4632071" y="489292"/>
                  </a:lnTo>
                  <a:lnTo>
                    <a:pt x="4726813" y="577557"/>
                  </a:lnTo>
                  <a:close/>
                </a:path>
              </a:pathLst>
            </a:custGeom>
            <a:solidFill>
              <a:srgbClr val="E7E6E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34"/>
            <p:cNvSpPr/>
            <p:nvPr/>
          </p:nvSpPr>
          <p:spPr>
            <a:xfrm>
              <a:off x="80010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34"/>
            <p:cNvSpPr/>
            <p:nvPr/>
          </p:nvSpPr>
          <p:spPr>
            <a:xfrm>
              <a:off x="80010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34"/>
            <p:cNvSpPr/>
            <p:nvPr/>
          </p:nvSpPr>
          <p:spPr>
            <a:xfrm>
              <a:off x="7213638" y="4638674"/>
              <a:ext cx="965200" cy="311150"/>
            </a:xfrm>
            <a:custGeom>
              <a:rect b="b" l="l" r="r" t="t"/>
              <a:pathLst>
                <a:path extrusionOk="0" h="311150" w="965200">
                  <a:moveTo>
                    <a:pt x="787361" y="149225"/>
                  </a:moveTo>
                  <a:lnTo>
                    <a:pt x="733501" y="110236"/>
                  </a:lnTo>
                  <a:lnTo>
                    <a:pt x="682459" y="73279"/>
                  </a:lnTo>
                  <a:lnTo>
                    <a:pt x="675932" y="87541"/>
                  </a:lnTo>
                  <a:lnTo>
                    <a:pt x="616165" y="59944"/>
                  </a:lnTo>
                  <a:lnTo>
                    <a:pt x="561809" y="37211"/>
                  </a:lnTo>
                  <a:lnTo>
                    <a:pt x="509524" y="19050"/>
                  </a:lnTo>
                  <a:lnTo>
                    <a:pt x="506818" y="18161"/>
                  </a:lnTo>
                  <a:lnTo>
                    <a:pt x="452970" y="4953"/>
                  </a:lnTo>
                  <a:lnTo>
                    <a:pt x="413981" y="254"/>
                  </a:lnTo>
                  <a:lnTo>
                    <a:pt x="401408" y="0"/>
                  </a:lnTo>
                  <a:lnTo>
                    <a:pt x="388708" y="254"/>
                  </a:lnTo>
                  <a:lnTo>
                    <a:pt x="349465" y="5207"/>
                  </a:lnTo>
                  <a:lnTo>
                    <a:pt x="294982" y="18923"/>
                  </a:lnTo>
                  <a:lnTo>
                    <a:pt x="239483" y="38481"/>
                  </a:lnTo>
                  <a:lnTo>
                    <a:pt x="185127" y="61595"/>
                  </a:lnTo>
                  <a:lnTo>
                    <a:pt x="133946" y="85598"/>
                  </a:lnTo>
                  <a:lnTo>
                    <a:pt x="68160" y="118110"/>
                  </a:lnTo>
                  <a:lnTo>
                    <a:pt x="58762" y="122555"/>
                  </a:lnTo>
                  <a:lnTo>
                    <a:pt x="50380" y="126619"/>
                  </a:lnTo>
                  <a:lnTo>
                    <a:pt x="43218" y="129692"/>
                  </a:lnTo>
                  <a:lnTo>
                    <a:pt x="43040" y="129451"/>
                  </a:lnTo>
                  <a:lnTo>
                    <a:pt x="34899" y="124104"/>
                  </a:lnTo>
                  <a:lnTo>
                    <a:pt x="63" y="147218"/>
                  </a:lnTo>
                  <a:lnTo>
                    <a:pt x="0" y="147701"/>
                  </a:lnTo>
                  <a:lnTo>
                    <a:pt x="1993" y="157480"/>
                  </a:lnTo>
                  <a:lnTo>
                    <a:pt x="7670" y="165836"/>
                  </a:lnTo>
                  <a:lnTo>
                    <a:pt x="15811" y="171183"/>
                  </a:lnTo>
                  <a:lnTo>
                    <a:pt x="25361" y="173075"/>
                  </a:lnTo>
                  <a:lnTo>
                    <a:pt x="35267" y="171069"/>
                  </a:lnTo>
                  <a:lnTo>
                    <a:pt x="43548" y="165392"/>
                  </a:lnTo>
                  <a:lnTo>
                    <a:pt x="48856" y="157251"/>
                  </a:lnTo>
                  <a:lnTo>
                    <a:pt x="49034" y="156337"/>
                  </a:lnTo>
                  <a:lnTo>
                    <a:pt x="50723" y="147701"/>
                  </a:lnTo>
                  <a:lnTo>
                    <a:pt x="50634" y="147218"/>
                  </a:lnTo>
                  <a:lnTo>
                    <a:pt x="57873" y="144145"/>
                  </a:lnTo>
                  <a:lnTo>
                    <a:pt x="76288" y="135255"/>
                  </a:lnTo>
                  <a:lnTo>
                    <a:pt x="142328" y="102743"/>
                  </a:lnTo>
                  <a:lnTo>
                    <a:pt x="193001" y="78994"/>
                  </a:lnTo>
                  <a:lnTo>
                    <a:pt x="246722" y="56134"/>
                  </a:lnTo>
                  <a:lnTo>
                    <a:pt x="300951" y="37084"/>
                  </a:lnTo>
                  <a:lnTo>
                    <a:pt x="353529" y="23876"/>
                  </a:lnTo>
                  <a:lnTo>
                    <a:pt x="401789" y="19050"/>
                  </a:lnTo>
                  <a:lnTo>
                    <a:pt x="413473" y="19304"/>
                  </a:lnTo>
                  <a:lnTo>
                    <a:pt x="475576" y="29337"/>
                  </a:lnTo>
                  <a:lnTo>
                    <a:pt x="528408" y="45212"/>
                  </a:lnTo>
                  <a:lnTo>
                    <a:pt x="582002" y="66040"/>
                  </a:lnTo>
                  <a:lnTo>
                    <a:pt x="634580" y="89281"/>
                  </a:lnTo>
                  <a:lnTo>
                    <a:pt x="667994" y="104902"/>
                  </a:lnTo>
                  <a:lnTo>
                    <a:pt x="661377" y="119380"/>
                  </a:lnTo>
                  <a:lnTo>
                    <a:pt x="787361" y="149225"/>
                  </a:lnTo>
                  <a:close/>
                </a:path>
                <a:path extrusionOk="0" h="311150" w="965200">
                  <a:moveTo>
                    <a:pt x="965111" y="163512"/>
                  </a:moveTo>
                  <a:lnTo>
                    <a:pt x="963358" y="154813"/>
                  </a:lnTo>
                  <a:lnTo>
                    <a:pt x="963129" y="153670"/>
                  </a:lnTo>
                  <a:lnTo>
                    <a:pt x="957440" y="145338"/>
                  </a:lnTo>
                  <a:lnTo>
                    <a:pt x="949299" y="140017"/>
                  </a:lnTo>
                  <a:lnTo>
                    <a:pt x="939749" y="138137"/>
                  </a:lnTo>
                  <a:lnTo>
                    <a:pt x="929855" y="140081"/>
                  </a:lnTo>
                  <a:lnTo>
                    <a:pt x="921562" y="145783"/>
                  </a:lnTo>
                  <a:lnTo>
                    <a:pt x="916266" y="153962"/>
                  </a:lnTo>
                  <a:lnTo>
                    <a:pt x="914387" y="163512"/>
                  </a:lnTo>
                  <a:lnTo>
                    <a:pt x="914488" y="164045"/>
                  </a:lnTo>
                  <a:lnTo>
                    <a:pt x="907249" y="167132"/>
                  </a:lnTo>
                  <a:lnTo>
                    <a:pt x="888834" y="175895"/>
                  </a:lnTo>
                  <a:lnTo>
                    <a:pt x="846416" y="196977"/>
                  </a:lnTo>
                  <a:lnTo>
                    <a:pt x="797902" y="220345"/>
                  </a:lnTo>
                  <a:lnTo>
                    <a:pt x="745578" y="243840"/>
                  </a:lnTo>
                  <a:lnTo>
                    <a:pt x="691222" y="265176"/>
                  </a:lnTo>
                  <a:lnTo>
                    <a:pt x="637501" y="281686"/>
                  </a:lnTo>
                  <a:lnTo>
                    <a:pt x="599147" y="289306"/>
                  </a:lnTo>
                  <a:lnTo>
                    <a:pt x="563206" y="292100"/>
                  </a:lnTo>
                  <a:lnTo>
                    <a:pt x="551649" y="291846"/>
                  </a:lnTo>
                  <a:lnTo>
                    <a:pt x="489673" y="281813"/>
                  </a:lnTo>
                  <a:lnTo>
                    <a:pt x="436714" y="265938"/>
                  </a:lnTo>
                  <a:lnTo>
                    <a:pt x="383120" y="245237"/>
                  </a:lnTo>
                  <a:lnTo>
                    <a:pt x="297129" y="206260"/>
                  </a:lnTo>
                  <a:lnTo>
                    <a:pt x="299567" y="200914"/>
                  </a:lnTo>
                  <a:lnTo>
                    <a:pt x="303745" y="191770"/>
                  </a:lnTo>
                  <a:lnTo>
                    <a:pt x="177761" y="161925"/>
                  </a:lnTo>
                  <a:lnTo>
                    <a:pt x="282663" y="237998"/>
                  </a:lnTo>
                  <a:lnTo>
                    <a:pt x="289217" y="223634"/>
                  </a:lnTo>
                  <a:lnTo>
                    <a:pt x="322668" y="239268"/>
                  </a:lnTo>
                  <a:lnTo>
                    <a:pt x="375881" y="262890"/>
                  </a:lnTo>
                  <a:lnTo>
                    <a:pt x="430872" y="284099"/>
                  </a:lnTo>
                  <a:lnTo>
                    <a:pt x="485609" y="300482"/>
                  </a:lnTo>
                  <a:lnTo>
                    <a:pt x="525360" y="308356"/>
                  </a:lnTo>
                  <a:lnTo>
                    <a:pt x="563841" y="311150"/>
                  </a:lnTo>
                  <a:lnTo>
                    <a:pt x="576414" y="310769"/>
                  </a:lnTo>
                  <a:lnTo>
                    <a:pt x="615657" y="305943"/>
                  </a:lnTo>
                  <a:lnTo>
                    <a:pt x="670267" y="292227"/>
                  </a:lnTo>
                  <a:lnTo>
                    <a:pt x="670648" y="292100"/>
                  </a:lnTo>
                  <a:lnTo>
                    <a:pt x="697953" y="283083"/>
                  </a:lnTo>
                  <a:lnTo>
                    <a:pt x="753198" y="261366"/>
                  </a:lnTo>
                  <a:lnTo>
                    <a:pt x="806157" y="237617"/>
                  </a:lnTo>
                  <a:lnTo>
                    <a:pt x="854925" y="213995"/>
                  </a:lnTo>
                  <a:lnTo>
                    <a:pt x="896962" y="193040"/>
                  </a:lnTo>
                  <a:lnTo>
                    <a:pt x="906360" y="188595"/>
                  </a:lnTo>
                  <a:lnTo>
                    <a:pt x="914742" y="184531"/>
                  </a:lnTo>
                  <a:lnTo>
                    <a:pt x="921918" y="181483"/>
                  </a:lnTo>
                  <a:lnTo>
                    <a:pt x="922070" y="181711"/>
                  </a:lnTo>
                  <a:lnTo>
                    <a:pt x="930211" y="187058"/>
                  </a:lnTo>
                  <a:lnTo>
                    <a:pt x="965034" y="164045"/>
                  </a:lnTo>
                  <a:lnTo>
                    <a:pt x="965111" y="16351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34"/>
            <p:cNvSpPr/>
            <p:nvPr/>
          </p:nvSpPr>
          <p:spPr>
            <a:xfrm>
              <a:off x="990600" y="4648200"/>
              <a:ext cx="304800" cy="304800"/>
            </a:xfrm>
            <a:custGeom>
              <a:rect b="b" l="l" r="r" t="t"/>
              <a:pathLst>
                <a:path extrusionOk="0" h="304800" w="304800">
                  <a:moveTo>
                    <a:pt x="304800" y="0"/>
                  </a:moveTo>
                  <a:lnTo>
                    <a:pt x="0" y="0"/>
                  </a:lnTo>
                  <a:lnTo>
                    <a:pt x="0" y="304800"/>
                  </a:lnTo>
                  <a:lnTo>
                    <a:pt x="304800" y="304800"/>
                  </a:lnTo>
                  <a:lnTo>
                    <a:pt x="304800" y="0"/>
                  </a:lnTo>
                  <a:close/>
                </a:path>
              </a:pathLst>
            </a:custGeom>
            <a:solidFill>
              <a:srgbClr val="5B9BD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34"/>
            <p:cNvSpPr/>
            <p:nvPr/>
          </p:nvSpPr>
          <p:spPr>
            <a:xfrm>
              <a:off x="990600" y="4648200"/>
              <a:ext cx="304800" cy="304800"/>
            </a:xfrm>
            <a:custGeom>
              <a:rect b="b" l="l" r="r" t="t"/>
              <a:pathLst>
                <a:path extrusionOk="0" h="304800" w="304800">
                  <a:moveTo>
                    <a:pt x="0" y="304800"/>
                  </a:moveTo>
                  <a:lnTo>
                    <a:pt x="304800" y="304800"/>
                  </a:lnTo>
                  <a:lnTo>
                    <a:pt x="304800" y="0"/>
                  </a:lnTo>
                  <a:lnTo>
                    <a:pt x="0" y="0"/>
                  </a:lnTo>
                  <a:lnTo>
                    <a:pt x="0" y="304800"/>
                  </a:lnTo>
                  <a:close/>
                </a:path>
              </a:pathLst>
            </a:custGeom>
            <a:noFill/>
            <a:ln cap="flat" cmpd="sng" w="190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34"/>
            <p:cNvSpPr/>
            <p:nvPr/>
          </p:nvSpPr>
          <p:spPr>
            <a:xfrm>
              <a:off x="1117612" y="4638674"/>
              <a:ext cx="965200" cy="311150"/>
            </a:xfrm>
            <a:custGeom>
              <a:rect b="b" l="l" r="r" t="t"/>
              <a:pathLst>
                <a:path extrusionOk="0" h="311150" w="965200">
                  <a:moveTo>
                    <a:pt x="787387" y="149225"/>
                  </a:moveTo>
                  <a:lnTo>
                    <a:pt x="733526" y="110236"/>
                  </a:lnTo>
                  <a:lnTo>
                    <a:pt x="682485" y="73279"/>
                  </a:lnTo>
                  <a:lnTo>
                    <a:pt x="675957" y="87541"/>
                  </a:lnTo>
                  <a:lnTo>
                    <a:pt x="616191" y="59944"/>
                  </a:lnTo>
                  <a:lnTo>
                    <a:pt x="561835" y="37211"/>
                  </a:lnTo>
                  <a:lnTo>
                    <a:pt x="509549" y="19050"/>
                  </a:lnTo>
                  <a:lnTo>
                    <a:pt x="506844" y="18161"/>
                  </a:lnTo>
                  <a:lnTo>
                    <a:pt x="452996" y="4953"/>
                  </a:lnTo>
                  <a:lnTo>
                    <a:pt x="414007" y="254"/>
                  </a:lnTo>
                  <a:lnTo>
                    <a:pt x="401434" y="0"/>
                  </a:lnTo>
                  <a:lnTo>
                    <a:pt x="388734" y="254"/>
                  </a:lnTo>
                  <a:lnTo>
                    <a:pt x="349491" y="5207"/>
                  </a:lnTo>
                  <a:lnTo>
                    <a:pt x="295008" y="18923"/>
                  </a:lnTo>
                  <a:lnTo>
                    <a:pt x="239509" y="38481"/>
                  </a:lnTo>
                  <a:lnTo>
                    <a:pt x="185153" y="61595"/>
                  </a:lnTo>
                  <a:lnTo>
                    <a:pt x="133985" y="85598"/>
                  </a:lnTo>
                  <a:lnTo>
                    <a:pt x="68135" y="118110"/>
                  </a:lnTo>
                  <a:lnTo>
                    <a:pt x="50406" y="126619"/>
                  </a:lnTo>
                  <a:lnTo>
                    <a:pt x="43268" y="129679"/>
                  </a:lnTo>
                  <a:lnTo>
                    <a:pt x="43116" y="129451"/>
                  </a:lnTo>
                  <a:lnTo>
                    <a:pt x="34963" y="124104"/>
                  </a:lnTo>
                  <a:lnTo>
                    <a:pt x="50" y="147205"/>
                  </a:lnTo>
                  <a:lnTo>
                    <a:pt x="0" y="147701"/>
                  </a:lnTo>
                  <a:lnTo>
                    <a:pt x="1981" y="157480"/>
                  </a:lnTo>
                  <a:lnTo>
                    <a:pt x="7645" y="165836"/>
                  </a:lnTo>
                  <a:lnTo>
                    <a:pt x="15798" y="171183"/>
                  </a:lnTo>
                  <a:lnTo>
                    <a:pt x="25349" y="173075"/>
                  </a:lnTo>
                  <a:lnTo>
                    <a:pt x="35242" y="171069"/>
                  </a:lnTo>
                  <a:lnTo>
                    <a:pt x="43573" y="165392"/>
                  </a:lnTo>
                  <a:lnTo>
                    <a:pt x="48907" y="157251"/>
                  </a:lnTo>
                  <a:lnTo>
                    <a:pt x="49085" y="156337"/>
                  </a:lnTo>
                  <a:lnTo>
                    <a:pt x="50787" y="147701"/>
                  </a:lnTo>
                  <a:lnTo>
                    <a:pt x="50685" y="147205"/>
                  </a:lnTo>
                  <a:lnTo>
                    <a:pt x="57899" y="144145"/>
                  </a:lnTo>
                  <a:lnTo>
                    <a:pt x="67030" y="139700"/>
                  </a:lnTo>
                  <a:lnTo>
                    <a:pt x="76365" y="135255"/>
                  </a:lnTo>
                  <a:lnTo>
                    <a:pt x="142341" y="102743"/>
                  </a:lnTo>
                  <a:lnTo>
                    <a:pt x="167246" y="90805"/>
                  </a:lnTo>
                  <a:lnTo>
                    <a:pt x="219697" y="67183"/>
                  </a:lnTo>
                  <a:lnTo>
                    <a:pt x="273926" y="45974"/>
                  </a:lnTo>
                  <a:lnTo>
                    <a:pt x="327647" y="29591"/>
                  </a:lnTo>
                  <a:lnTo>
                    <a:pt x="366128" y="21717"/>
                  </a:lnTo>
                  <a:lnTo>
                    <a:pt x="401815" y="19050"/>
                  </a:lnTo>
                  <a:lnTo>
                    <a:pt x="413499" y="19304"/>
                  </a:lnTo>
                  <a:lnTo>
                    <a:pt x="475602" y="29337"/>
                  </a:lnTo>
                  <a:lnTo>
                    <a:pt x="528434" y="45212"/>
                  </a:lnTo>
                  <a:lnTo>
                    <a:pt x="582028" y="66040"/>
                  </a:lnTo>
                  <a:lnTo>
                    <a:pt x="634606" y="89281"/>
                  </a:lnTo>
                  <a:lnTo>
                    <a:pt x="668020" y="104902"/>
                  </a:lnTo>
                  <a:lnTo>
                    <a:pt x="661403" y="119380"/>
                  </a:lnTo>
                  <a:lnTo>
                    <a:pt x="787387" y="149225"/>
                  </a:lnTo>
                  <a:close/>
                </a:path>
                <a:path extrusionOk="0" h="311150" w="965200">
                  <a:moveTo>
                    <a:pt x="965136" y="163512"/>
                  </a:moveTo>
                  <a:lnTo>
                    <a:pt x="963383" y="154813"/>
                  </a:lnTo>
                  <a:lnTo>
                    <a:pt x="963155" y="153670"/>
                  </a:lnTo>
                  <a:lnTo>
                    <a:pt x="957465" y="145338"/>
                  </a:lnTo>
                  <a:lnTo>
                    <a:pt x="949325" y="140017"/>
                  </a:lnTo>
                  <a:lnTo>
                    <a:pt x="939774" y="138137"/>
                  </a:lnTo>
                  <a:lnTo>
                    <a:pt x="929881" y="140081"/>
                  </a:lnTo>
                  <a:lnTo>
                    <a:pt x="921588" y="145783"/>
                  </a:lnTo>
                  <a:lnTo>
                    <a:pt x="916292" y="153962"/>
                  </a:lnTo>
                  <a:lnTo>
                    <a:pt x="914412" y="163512"/>
                  </a:lnTo>
                  <a:lnTo>
                    <a:pt x="914514" y="164045"/>
                  </a:lnTo>
                  <a:lnTo>
                    <a:pt x="907275" y="167132"/>
                  </a:lnTo>
                  <a:lnTo>
                    <a:pt x="888860" y="175895"/>
                  </a:lnTo>
                  <a:lnTo>
                    <a:pt x="846442" y="196977"/>
                  </a:lnTo>
                  <a:lnTo>
                    <a:pt x="797928" y="220345"/>
                  </a:lnTo>
                  <a:lnTo>
                    <a:pt x="745604" y="243840"/>
                  </a:lnTo>
                  <a:lnTo>
                    <a:pt x="691248" y="265176"/>
                  </a:lnTo>
                  <a:lnTo>
                    <a:pt x="637527" y="281686"/>
                  </a:lnTo>
                  <a:lnTo>
                    <a:pt x="599173" y="289306"/>
                  </a:lnTo>
                  <a:lnTo>
                    <a:pt x="563232" y="292100"/>
                  </a:lnTo>
                  <a:lnTo>
                    <a:pt x="551675" y="291846"/>
                  </a:lnTo>
                  <a:lnTo>
                    <a:pt x="489699" y="281813"/>
                  </a:lnTo>
                  <a:lnTo>
                    <a:pt x="436740" y="265938"/>
                  </a:lnTo>
                  <a:lnTo>
                    <a:pt x="383146" y="245237"/>
                  </a:lnTo>
                  <a:lnTo>
                    <a:pt x="297154" y="206260"/>
                  </a:lnTo>
                  <a:lnTo>
                    <a:pt x="299593" y="200914"/>
                  </a:lnTo>
                  <a:lnTo>
                    <a:pt x="303771" y="191770"/>
                  </a:lnTo>
                  <a:lnTo>
                    <a:pt x="177787" y="161925"/>
                  </a:lnTo>
                  <a:lnTo>
                    <a:pt x="282689" y="237998"/>
                  </a:lnTo>
                  <a:lnTo>
                    <a:pt x="289242" y="223634"/>
                  </a:lnTo>
                  <a:lnTo>
                    <a:pt x="322694" y="239268"/>
                  </a:lnTo>
                  <a:lnTo>
                    <a:pt x="375907" y="262890"/>
                  </a:lnTo>
                  <a:lnTo>
                    <a:pt x="430898" y="284099"/>
                  </a:lnTo>
                  <a:lnTo>
                    <a:pt x="485635" y="300482"/>
                  </a:lnTo>
                  <a:lnTo>
                    <a:pt x="525386" y="308356"/>
                  </a:lnTo>
                  <a:lnTo>
                    <a:pt x="563867" y="311150"/>
                  </a:lnTo>
                  <a:lnTo>
                    <a:pt x="576440" y="310769"/>
                  </a:lnTo>
                  <a:lnTo>
                    <a:pt x="615683" y="305943"/>
                  </a:lnTo>
                  <a:lnTo>
                    <a:pt x="670293" y="292227"/>
                  </a:lnTo>
                  <a:lnTo>
                    <a:pt x="670674" y="292100"/>
                  </a:lnTo>
                  <a:lnTo>
                    <a:pt x="697979" y="283083"/>
                  </a:lnTo>
                  <a:lnTo>
                    <a:pt x="753224" y="261366"/>
                  </a:lnTo>
                  <a:lnTo>
                    <a:pt x="806183" y="237617"/>
                  </a:lnTo>
                  <a:lnTo>
                    <a:pt x="854951" y="213995"/>
                  </a:lnTo>
                  <a:lnTo>
                    <a:pt x="896988" y="193040"/>
                  </a:lnTo>
                  <a:lnTo>
                    <a:pt x="906386" y="188595"/>
                  </a:lnTo>
                  <a:lnTo>
                    <a:pt x="914768" y="184531"/>
                  </a:lnTo>
                  <a:lnTo>
                    <a:pt x="921943" y="181483"/>
                  </a:lnTo>
                  <a:lnTo>
                    <a:pt x="922096" y="181711"/>
                  </a:lnTo>
                  <a:lnTo>
                    <a:pt x="930236" y="187058"/>
                  </a:lnTo>
                  <a:lnTo>
                    <a:pt x="965060" y="164045"/>
                  </a:lnTo>
                  <a:lnTo>
                    <a:pt x="965136" y="16351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34"/>
            <p:cNvSpPr/>
            <p:nvPr/>
          </p:nvSpPr>
          <p:spPr>
            <a:xfrm>
              <a:off x="1676400" y="4267200"/>
              <a:ext cx="5867400" cy="838200"/>
            </a:xfrm>
            <a:custGeom>
              <a:rect b="b" l="l" r="r" t="t"/>
              <a:pathLst>
                <a:path extrusionOk="0" h="838200" w="5867400">
                  <a:moveTo>
                    <a:pt x="0" y="139700"/>
                  </a:moveTo>
                  <a:lnTo>
                    <a:pt x="7116" y="95520"/>
                  </a:lnTo>
                  <a:lnTo>
                    <a:pt x="26936" y="57168"/>
                  </a:lnTo>
                  <a:lnTo>
                    <a:pt x="57168" y="26936"/>
                  </a:lnTo>
                  <a:lnTo>
                    <a:pt x="95520" y="7116"/>
                  </a:lnTo>
                  <a:lnTo>
                    <a:pt x="139700" y="0"/>
                  </a:lnTo>
                  <a:lnTo>
                    <a:pt x="5727700" y="0"/>
                  </a:lnTo>
                  <a:lnTo>
                    <a:pt x="5771879" y="7116"/>
                  </a:lnTo>
                  <a:lnTo>
                    <a:pt x="5810231" y="26936"/>
                  </a:lnTo>
                  <a:lnTo>
                    <a:pt x="5840463" y="57168"/>
                  </a:lnTo>
                  <a:lnTo>
                    <a:pt x="5860283" y="95520"/>
                  </a:lnTo>
                  <a:lnTo>
                    <a:pt x="5867400" y="139700"/>
                  </a:lnTo>
                  <a:lnTo>
                    <a:pt x="5867400" y="698500"/>
                  </a:lnTo>
                  <a:lnTo>
                    <a:pt x="5860283" y="742679"/>
                  </a:lnTo>
                  <a:lnTo>
                    <a:pt x="5840463" y="781031"/>
                  </a:lnTo>
                  <a:lnTo>
                    <a:pt x="5810231" y="811263"/>
                  </a:lnTo>
                  <a:lnTo>
                    <a:pt x="5771879" y="831083"/>
                  </a:lnTo>
                  <a:lnTo>
                    <a:pt x="5727700" y="838200"/>
                  </a:lnTo>
                  <a:lnTo>
                    <a:pt x="139700" y="838200"/>
                  </a:lnTo>
                  <a:lnTo>
                    <a:pt x="95520" y="831083"/>
                  </a:lnTo>
                  <a:lnTo>
                    <a:pt x="57168" y="811263"/>
                  </a:lnTo>
                  <a:lnTo>
                    <a:pt x="26936" y="781031"/>
                  </a:lnTo>
                  <a:lnTo>
                    <a:pt x="7116" y="742679"/>
                  </a:lnTo>
                  <a:lnTo>
                    <a:pt x="0" y="698500"/>
                  </a:lnTo>
                  <a:lnTo>
                    <a:pt x="0" y="139700"/>
                  </a:lnTo>
                  <a:close/>
                </a:path>
              </a:pathLst>
            </a:custGeom>
            <a:noFill/>
            <a:ln cap="flat" cmpd="sng" w="9525">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9" name="Google Shape;319;p34"/>
          <p:cNvSpPr txBox="1"/>
          <p:nvPr/>
        </p:nvSpPr>
        <p:spPr>
          <a:xfrm>
            <a:off x="7792719" y="4220527"/>
            <a:ext cx="673735"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trailer</a:t>
            </a:r>
            <a:endParaRPr sz="2000">
              <a:solidFill>
                <a:schemeClr val="dk1"/>
              </a:solidFill>
              <a:latin typeface="Arial"/>
              <a:ea typeface="Arial"/>
              <a:cs typeface="Arial"/>
              <a:sym typeface="Arial"/>
            </a:endParaRPr>
          </a:p>
        </p:txBody>
      </p:sp>
      <p:sp>
        <p:nvSpPr>
          <p:cNvPr id="320" name="Google Shape;320;p34"/>
          <p:cNvSpPr txBox="1"/>
          <p:nvPr/>
        </p:nvSpPr>
        <p:spPr>
          <a:xfrm>
            <a:off x="5661659" y="4280852"/>
            <a:ext cx="1821180"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nodes/positions</a:t>
            </a:r>
            <a:endParaRPr sz="2000">
              <a:solidFill>
                <a:schemeClr val="dk1"/>
              </a:solidFill>
              <a:latin typeface="Arial"/>
              <a:ea typeface="Arial"/>
              <a:cs typeface="Arial"/>
              <a:sym typeface="Arial"/>
            </a:endParaRPr>
          </a:p>
        </p:txBody>
      </p:sp>
      <p:sp>
        <p:nvSpPr>
          <p:cNvPr id="321" name="Google Shape;321;p34"/>
          <p:cNvSpPr txBox="1"/>
          <p:nvPr/>
        </p:nvSpPr>
        <p:spPr>
          <a:xfrm>
            <a:off x="2268854" y="5380990"/>
            <a:ext cx="429259"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9	</a:t>
            </a:r>
            <a:r>
              <a:rPr b="1" i="1" lang="en-US" sz="2000">
                <a:solidFill>
                  <a:schemeClr val="dk1"/>
                </a:solidFill>
                <a:latin typeface="Times New Roman"/>
                <a:ea typeface="Times New Roman"/>
                <a:cs typeface="Times New Roman"/>
                <a:sym typeface="Times New Roman"/>
              </a:rPr>
              <a:t>c</a:t>
            </a:r>
            <a:endParaRPr sz="2000">
              <a:solidFill>
                <a:schemeClr val="dk1"/>
              </a:solidFill>
              <a:latin typeface="Times New Roman"/>
              <a:ea typeface="Times New Roman"/>
              <a:cs typeface="Times New Roman"/>
              <a:sym typeface="Times New Roman"/>
            </a:endParaRPr>
          </a:p>
        </p:txBody>
      </p:sp>
      <p:sp>
        <p:nvSpPr>
          <p:cNvPr id="322" name="Google Shape;322;p34"/>
          <p:cNvSpPr txBox="1"/>
          <p:nvPr/>
        </p:nvSpPr>
        <p:spPr>
          <a:xfrm>
            <a:off x="3870578" y="5380990"/>
            <a:ext cx="429259"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6	</a:t>
            </a:r>
            <a:r>
              <a:rPr b="1" i="1" lang="en-US" sz="2000">
                <a:solidFill>
                  <a:schemeClr val="dk1"/>
                </a:solidFill>
                <a:latin typeface="Times New Roman"/>
                <a:ea typeface="Times New Roman"/>
                <a:cs typeface="Times New Roman"/>
                <a:sym typeface="Times New Roman"/>
              </a:rPr>
              <a:t>c</a:t>
            </a:r>
            <a:endParaRPr sz="2000">
              <a:solidFill>
                <a:schemeClr val="dk1"/>
              </a:solidFill>
              <a:latin typeface="Times New Roman"/>
              <a:ea typeface="Times New Roman"/>
              <a:cs typeface="Times New Roman"/>
              <a:sym typeface="Times New Roman"/>
            </a:endParaRPr>
          </a:p>
        </p:txBody>
      </p:sp>
      <p:sp>
        <p:nvSpPr>
          <p:cNvPr id="323" name="Google Shape;323;p34"/>
          <p:cNvSpPr txBox="1"/>
          <p:nvPr/>
        </p:nvSpPr>
        <p:spPr>
          <a:xfrm>
            <a:off x="5320029" y="5366702"/>
            <a:ext cx="429259"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5	</a:t>
            </a:r>
            <a:r>
              <a:rPr b="1" i="1" lang="en-US" sz="2000">
                <a:solidFill>
                  <a:schemeClr val="dk1"/>
                </a:solidFill>
                <a:latin typeface="Times New Roman"/>
                <a:ea typeface="Times New Roman"/>
                <a:cs typeface="Times New Roman"/>
                <a:sym typeface="Times New Roman"/>
              </a:rPr>
              <a:t>c</a:t>
            </a:r>
            <a:endParaRPr sz="2000">
              <a:solidFill>
                <a:schemeClr val="dk1"/>
              </a:solidFill>
              <a:latin typeface="Times New Roman"/>
              <a:ea typeface="Times New Roman"/>
              <a:cs typeface="Times New Roman"/>
              <a:sym typeface="Times New Roman"/>
            </a:endParaRPr>
          </a:p>
        </p:txBody>
      </p:sp>
      <p:grpSp>
        <p:nvGrpSpPr>
          <p:cNvPr id="324" name="Google Shape;324;p34"/>
          <p:cNvGrpSpPr/>
          <p:nvPr/>
        </p:nvGrpSpPr>
        <p:grpSpPr>
          <a:xfrm>
            <a:off x="6705600" y="5410200"/>
            <a:ext cx="609600" cy="304800"/>
            <a:chOff x="6705600" y="5410200"/>
            <a:chExt cx="609600" cy="304800"/>
          </a:xfrm>
        </p:grpSpPr>
        <p:sp>
          <p:nvSpPr>
            <p:cNvPr id="325" name="Google Shape;325;p34"/>
            <p:cNvSpPr/>
            <p:nvPr/>
          </p:nvSpPr>
          <p:spPr>
            <a:xfrm>
              <a:off x="6705600" y="5410200"/>
              <a:ext cx="609600" cy="304800"/>
            </a:xfrm>
            <a:custGeom>
              <a:rect b="b" l="l" r="r" t="t"/>
              <a:pathLst>
                <a:path extrusionOk="0" h="304800" w="609600">
                  <a:moveTo>
                    <a:pt x="558800" y="0"/>
                  </a:moveTo>
                  <a:lnTo>
                    <a:pt x="50800" y="0"/>
                  </a:lnTo>
                  <a:lnTo>
                    <a:pt x="31021" y="3990"/>
                  </a:lnTo>
                  <a:lnTo>
                    <a:pt x="14874" y="14874"/>
                  </a:lnTo>
                  <a:lnTo>
                    <a:pt x="3990" y="31021"/>
                  </a:lnTo>
                  <a:lnTo>
                    <a:pt x="0" y="50800"/>
                  </a:lnTo>
                  <a:lnTo>
                    <a:pt x="0" y="254000"/>
                  </a:lnTo>
                  <a:lnTo>
                    <a:pt x="3990" y="273772"/>
                  </a:lnTo>
                  <a:lnTo>
                    <a:pt x="14874" y="289920"/>
                  </a:lnTo>
                  <a:lnTo>
                    <a:pt x="31021" y="300807"/>
                  </a:lnTo>
                  <a:lnTo>
                    <a:pt x="50800" y="304800"/>
                  </a:lnTo>
                  <a:lnTo>
                    <a:pt x="558800" y="304800"/>
                  </a:lnTo>
                  <a:lnTo>
                    <a:pt x="578578" y="300807"/>
                  </a:lnTo>
                  <a:lnTo>
                    <a:pt x="594725" y="289920"/>
                  </a:lnTo>
                  <a:lnTo>
                    <a:pt x="605609" y="273772"/>
                  </a:lnTo>
                  <a:lnTo>
                    <a:pt x="609600" y="254000"/>
                  </a:lnTo>
                  <a:lnTo>
                    <a:pt x="609600" y="50800"/>
                  </a:lnTo>
                  <a:lnTo>
                    <a:pt x="605609" y="31021"/>
                  </a:lnTo>
                  <a:lnTo>
                    <a:pt x="594725" y="14874"/>
                  </a:lnTo>
                  <a:lnTo>
                    <a:pt x="578578" y="3990"/>
                  </a:lnTo>
                  <a:lnTo>
                    <a:pt x="558800" y="0"/>
                  </a:lnTo>
                  <a:close/>
                </a:path>
              </a:pathLst>
            </a:custGeom>
            <a:solidFill>
              <a:srgbClr val="F8EF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34"/>
            <p:cNvSpPr/>
            <p:nvPr/>
          </p:nvSpPr>
          <p:spPr>
            <a:xfrm>
              <a:off x="6705600" y="5410200"/>
              <a:ext cx="609600" cy="304800"/>
            </a:xfrm>
            <a:custGeom>
              <a:rect b="b" l="l" r="r" t="t"/>
              <a:pathLst>
                <a:path extrusionOk="0" h="304800" w="609600">
                  <a:moveTo>
                    <a:pt x="0" y="50800"/>
                  </a:moveTo>
                  <a:lnTo>
                    <a:pt x="3990" y="31021"/>
                  </a:lnTo>
                  <a:lnTo>
                    <a:pt x="14874" y="14874"/>
                  </a:lnTo>
                  <a:lnTo>
                    <a:pt x="31021" y="3990"/>
                  </a:lnTo>
                  <a:lnTo>
                    <a:pt x="50800" y="0"/>
                  </a:lnTo>
                  <a:lnTo>
                    <a:pt x="558800" y="0"/>
                  </a:lnTo>
                  <a:lnTo>
                    <a:pt x="578578" y="3990"/>
                  </a:lnTo>
                  <a:lnTo>
                    <a:pt x="594725" y="14874"/>
                  </a:lnTo>
                  <a:lnTo>
                    <a:pt x="605609" y="31021"/>
                  </a:lnTo>
                  <a:lnTo>
                    <a:pt x="609600" y="50800"/>
                  </a:lnTo>
                  <a:lnTo>
                    <a:pt x="609600" y="254000"/>
                  </a:lnTo>
                  <a:lnTo>
                    <a:pt x="605609" y="273772"/>
                  </a:lnTo>
                  <a:lnTo>
                    <a:pt x="594725" y="289920"/>
                  </a:lnTo>
                  <a:lnTo>
                    <a:pt x="578578" y="300807"/>
                  </a:lnTo>
                  <a:lnTo>
                    <a:pt x="558800" y="304800"/>
                  </a:lnTo>
                  <a:lnTo>
                    <a:pt x="50800" y="304800"/>
                  </a:lnTo>
                  <a:lnTo>
                    <a:pt x="31021" y="300807"/>
                  </a:lnTo>
                  <a:lnTo>
                    <a:pt x="14874" y="289920"/>
                  </a:lnTo>
                  <a:lnTo>
                    <a:pt x="3990" y="273772"/>
                  </a:lnTo>
                  <a:lnTo>
                    <a:pt x="0" y="254000"/>
                  </a:lnTo>
                  <a:lnTo>
                    <a:pt x="0" y="50800"/>
                  </a:lnTo>
                  <a:close/>
                </a:path>
                <a:path extrusionOk="0" h="304800" w="609600">
                  <a:moveTo>
                    <a:pt x="304800" y="0"/>
                  </a:moveTo>
                  <a:lnTo>
                    <a:pt x="304800" y="304800"/>
                  </a:lnTo>
                </a:path>
              </a:pathLst>
            </a:custGeom>
            <a:noFill/>
            <a:ln cap="flat" cmpd="sng" w="19050">
              <a:solidFill>
                <a:srgbClr val="E7E6E6"/>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7" name="Google Shape;327;p34"/>
          <p:cNvSpPr txBox="1"/>
          <p:nvPr/>
        </p:nvSpPr>
        <p:spPr>
          <a:xfrm>
            <a:off x="6845681" y="5366702"/>
            <a:ext cx="429259" cy="3346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8	</a:t>
            </a:r>
            <a:r>
              <a:rPr b="1" i="1" lang="en-US" sz="2000">
                <a:solidFill>
                  <a:schemeClr val="dk1"/>
                </a:solidFill>
                <a:latin typeface="Times New Roman"/>
                <a:ea typeface="Times New Roman"/>
                <a:cs typeface="Times New Roman"/>
                <a:sym typeface="Times New Roman"/>
              </a:rPr>
              <a:t>c</a:t>
            </a:r>
            <a:endParaRPr sz="2000">
              <a:solidFill>
                <a:schemeClr val="dk1"/>
              </a:solidFill>
              <a:latin typeface="Times New Roman"/>
              <a:ea typeface="Times New Roman"/>
              <a:cs typeface="Times New Roman"/>
              <a:sym typeface="Times New Roman"/>
            </a:endParaRPr>
          </a:p>
        </p:txBody>
      </p:sp>
      <p:sp>
        <p:nvSpPr>
          <p:cNvPr id="328" name="Google Shape;328;p34"/>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ph type="title"/>
          </p:nvPr>
        </p:nvSpPr>
        <p:spPr>
          <a:xfrm>
            <a:off x="2205735" y="288988"/>
            <a:ext cx="4737735" cy="1492885"/>
          </a:xfrm>
          <a:prstGeom prst="rect">
            <a:avLst/>
          </a:prstGeom>
          <a:noFill/>
          <a:ln>
            <a:noFill/>
          </a:ln>
        </p:spPr>
        <p:txBody>
          <a:bodyPr anchorCtr="0" anchor="t" bIns="0" lIns="0" spcFirstLastPara="1" rIns="0" wrap="square" tIns="10775">
            <a:spAutoFit/>
          </a:bodyPr>
          <a:lstStyle/>
          <a:p>
            <a:pPr indent="-276860" lvl="0" marL="288925" marR="5080" rtl="0" algn="l">
              <a:lnSpc>
                <a:spcPct val="100400"/>
              </a:lnSpc>
              <a:spcBef>
                <a:spcPts val="0"/>
              </a:spcBef>
              <a:spcAft>
                <a:spcPts val="0"/>
              </a:spcAft>
              <a:buNone/>
            </a:pPr>
            <a:r>
              <a:rPr lang="en-US"/>
              <a:t>Hash-Based Map  implementation</a:t>
            </a:r>
            <a:endParaRPr/>
          </a:p>
        </p:txBody>
      </p:sp>
      <p:sp>
        <p:nvSpPr>
          <p:cNvPr id="334" name="Google Shape;334;p35"/>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335" name="Google Shape;335;p35"/>
          <p:cNvSpPr txBox="1"/>
          <p:nvPr>
            <p:ph idx="1" type="body"/>
          </p:nvPr>
        </p:nvSpPr>
        <p:spPr>
          <a:xfrm>
            <a:off x="645159" y="1780361"/>
            <a:ext cx="7554595" cy="2600325"/>
          </a:xfrm>
          <a:prstGeom prst="rect">
            <a:avLst/>
          </a:prstGeom>
          <a:noFill/>
          <a:ln>
            <a:noFill/>
          </a:ln>
        </p:spPr>
        <p:txBody>
          <a:bodyPr anchorCtr="0" anchor="t" bIns="0" lIns="0" spcFirstLastPara="1" rIns="0" wrap="square" tIns="11425">
            <a:spAutoFit/>
          </a:bodyPr>
          <a:lstStyle/>
          <a:p>
            <a:pPr indent="-343535" lvl="0" marL="355600" marR="509269" rtl="0" algn="l">
              <a:lnSpc>
                <a:spcPct val="154800"/>
              </a:lnSpc>
              <a:spcBef>
                <a:spcPts val="0"/>
              </a:spcBef>
              <a:spcAft>
                <a:spcPts val="0"/>
              </a:spcAft>
              <a:buClr>
                <a:schemeClr val="dk1"/>
              </a:buClr>
              <a:buSzPts val="2700"/>
              <a:buFont typeface="Arial"/>
              <a:buChar char="•"/>
            </a:pPr>
            <a:r>
              <a:rPr lang="en-US"/>
              <a:t>Hash Map uses a hash table as its internal  storage container.</a:t>
            </a:r>
            <a:endParaRPr/>
          </a:p>
          <a:p>
            <a:pPr indent="-343535" lvl="0" marL="355600" marR="5080" rtl="0" algn="l">
              <a:lnSpc>
                <a:spcPct val="186296"/>
              </a:lnSpc>
              <a:spcBef>
                <a:spcPts val="455"/>
              </a:spcBef>
              <a:spcAft>
                <a:spcPts val="0"/>
              </a:spcAft>
              <a:buClr>
                <a:schemeClr val="dk1"/>
              </a:buClr>
              <a:buSzPts val="2700"/>
              <a:buFont typeface="Arial"/>
              <a:buChar char="•"/>
            </a:pPr>
            <a:r>
              <a:rPr lang="en-US"/>
              <a:t>Keys stored based on hash codes and size of  hash tables internal array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6"/>
          <p:cNvSpPr txBox="1"/>
          <p:nvPr>
            <p:ph type="title"/>
          </p:nvPr>
        </p:nvSpPr>
        <p:spPr>
          <a:xfrm>
            <a:off x="2472689" y="288988"/>
            <a:ext cx="4197350" cy="1369060"/>
          </a:xfrm>
          <a:prstGeom prst="rect">
            <a:avLst/>
          </a:prstGeom>
          <a:noFill/>
          <a:ln>
            <a:noFill/>
          </a:ln>
        </p:spPr>
        <p:txBody>
          <a:bodyPr anchorCtr="0" anchor="t" bIns="0" lIns="0" spcFirstLastPara="1" rIns="0" wrap="square" tIns="41275">
            <a:spAutoFit/>
          </a:bodyPr>
          <a:lstStyle/>
          <a:p>
            <a:pPr indent="-181610" lvl="0" marL="193675" marR="5080" rtl="0" algn="l">
              <a:lnSpc>
                <a:spcPct val="119545"/>
              </a:lnSpc>
              <a:spcBef>
                <a:spcPts val="0"/>
              </a:spcBef>
              <a:spcAft>
                <a:spcPts val="0"/>
              </a:spcAft>
              <a:buNone/>
            </a:pPr>
            <a:r>
              <a:rPr lang="en-US" sz="4400"/>
              <a:t>Tree-Based Map  implementation</a:t>
            </a:r>
            <a:endParaRPr sz="4400"/>
          </a:p>
        </p:txBody>
      </p:sp>
      <p:sp>
        <p:nvSpPr>
          <p:cNvPr id="341" name="Google Shape;341;p36"/>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342" name="Google Shape;342;p36"/>
          <p:cNvSpPr txBox="1"/>
          <p:nvPr/>
        </p:nvSpPr>
        <p:spPr>
          <a:xfrm>
            <a:off x="958532" y="1819021"/>
            <a:ext cx="7693659" cy="2601595"/>
          </a:xfrm>
          <a:prstGeom prst="rect">
            <a:avLst/>
          </a:prstGeom>
          <a:noFill/>
          <a:ln>
            <a:noFill/>
          </a:ln>
        </p:spPr>
        <p:txBody>
          <a:bodyPr anchorCtr="0" anchor="t" bIns="0" lIns="0" spcFirstLastPara="1" rIns="0" wrap="square" tIns="241300">
            <a:spAutoFit/>
          </a:bodyPr>
          <a:lstStyle/>
          <a:p>
            <a:pPr indent="-343535" lvl="0" marL="355600" marR="0" rtl="0" algn="l">
              <a:lnSpc>
                <a:spcPct val="100000"/>
              </a:lnSpc>
              <a:spcBef>
                <a:spcPts val="0"/>
              </a:spcBef>
              <a:spcAft>
                <a:spcPts val="0"/>
              </a:spcAft>
              <a:buClr>
                <a:schemeClr val="dk1"/>
              </a:buClr>
              <a:buSzPts val="2750"/>
              <a:buFont typeface="Arial"/>
              <a:buChar char="•"/>
            </a:pPr>
            <a:r>
              <a:rPr lang="en-US" sz="2750">
                <a:solidFill>
                  <a:schemeClr val="dk1"/>
                </a:solidFill>
                <a:latin typeface="Arial"/>
                <a:ea typeface="Arial"/>
                <a:cs typeface="Arial"/>
                <a:sym typeface="Arial"/>
              </a:rPr>
              <a:t>Uses Height Balanced Binary Search Trees</a:t>
            </a:r>
            <a:endParaRPr sz="2750">
              <a:solidFill>
                <a:schemeClr val="dk1"/>
              </a:solidFill>
              <a:latin typeface="Arial"/>
              <a:ea typeface="Arial"/>
              <a:cs typeface="Arial"/>
              <a:sym typeface="Arial"/>
            </a:endParaRPr>
          </a:p>
          <a:p>
            <a:pPr indent="-343535" lvl="0" marL="355600" marR="5080" rtl="0" algn="l">
              <a:lnSpc>
                <a:spcPct val="152500"/>
              </a:lnSpc>
              <a:spcBef>
                <a:spcPts val="75"/>
              </a:spcBef>
              <a:spcAft>
                <a:spcPts val="0"/>
              </a:spcAft>
              <a:buClr>
                <a:schemeClr val="dk1"/>
              </a:buClr>
              <a:buSzPts val="2750"/>
              <a:buFont typeface="Arial"/>
              <a:buChar char="•"/>
            </a:pPr>
            <a:r>
              <a:rPr lang="en-US" sz="2750">
                <a:solidFill>
                  <a:schemeClr val="dk1"/>
                </a:solidFill>
                <a:latin typeface="Arial"/>
                <a:ea typeface="Arial"/>
                <a:cs typeface="Arial"/>
                <a:sym typeface="Arial"/>
              </a:rPr>
              <a:t>In java a Red - Black tree is used to implement  a Map</a:t>
            </a:r>
            <a:endParaRPr sz="2750">
              <a:solidFill>
                <a:schemeClr val="dk1"/>
              </a:solidFill>
              <a:latin typeface="Arial"/>
              <a:ea typeface="Arial"/>
              <a:cs typeface="Arial"/>
              <a:sym typeface="Arial"/>
            </a:endParaRPr>
          </a:p>
          <a:p>
            <a:pPr indent="-343535" lvl="0" marL="355600" marR="0" rtl="0" algn="l">
              <a:lnSpc>
                <a:spcPct val="100000"/>
              </a:lnSpc>
              <a:spcBef>
                <a:spcPts val="1735"/>
              </a:spcBef>
              <a:spcAft>
                <a:spcPts val="0"/>
              </a:spcAft>
              <a:buClr>
                <a:schemeClr val="dk1"/>
              </a:buClr>
              <a:buSzPts val="2750"/>
              <a:buFont typeface="Arial"/>
              <a:buChar char="•"/>
            </a:pPr>
            <a:r>
              <a:rPr lang="en-US" sz="2750">
                <a:solidFill>
                  <a:schemeClr val="dk1"/>
                </a:solidFill>
                <a:latin typeface="Arial"/>
                <a:ea typeface="Arial"/>
                <a:cs typeface="Arial"/>
                <a:sym typeface="Arial"/>
              </a:rPr>
              <a:t>Somewhat slower than the HashMap</a:t>
            </a:r>
            <a:endParaRPr sz="275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type="title"/>
          </p:nvPr>
        </p:nvSpPr>
        <p:spPr>
          <a:xfrm>
            <a:off x="3044825" y="288988"/>
            <a:ext cx="3075305" cy="849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5400"/>
              <a:t>Dictionary</a:t>
            </a:r>
            <a:endParaRPr sz="5400"/>
          </a:p>
        </p:txBody>
      </p:sp>
      <p:sp>
        <p:nvSpPr>
          <p:cNvPr id="348" name="Google Shape;348;p37"/>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349" name="Google Shape;349;p37"/>
          <p:cNvSpPr txBox="1"/>
          <p:nvPr/>
        </p:nvSpPr>
        <p:spPr>
          <a:xfrm>
            <a:off x="742315" y="1222057"/>
            <a:ext cx="7978775" cy="3408625"/>
          </a:xfrm>
          <a:prstGeom prst="rect">
            <a:avLst/>
          </a:prstGeom>
          <a:noFill/>
          <a:ln>
            <a:noFill/>
          </a:ln>
        </p:spPr>
        <p:txBody>
          <a:bodyPr anchorCtr="0" anchor="t" bIns="0" lIns="0" spcFirstLastPara="1" rIns="0" wrap="square" tIns="12700">
            <a:spAutoFit/>
          </a:bodyPr>
          <a:lstStyle/>
          <a:p>
            <a:pPr indent="-343535" lvl="0" marL="355600" marR="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dictionary allows for keys and values to be of any</a:t>
            </a:r>
            <a:endParaRPr sz="2400">
              <a:solidFill>
                <a:schemeClr val="dk1"/>
              </a:solidFill>
              <a:latin typeface="Arial"/>
              <a:ea typeface="Arial"/>
              <a:cs typeface="Arial"/>
              <a:sym typeface="Arial"/>
            </a:endParaRPr>
          </a:p>
          <a:p>
            <a:pPr indent="0" lvl="0" marL="355600" marR="0" rtl="0" algn="l">
              <a:lnSpc>
                <a:spcPct val="119375"/>
              </a:lnSpc>
              <a:spcBef>
                <a:spcPts val="50"/>
              </a:spcBef>
              <a:spcAft>
                <a:spcPts val="0"/>
              </a:spcAft>
              <a:buNone/>
            </a:pPr>
            <a:r>
              <a:rPr lang="en-US" sz="2400">
                <a:solidFill>
                  <a:schemeClr val="dk1"/>
                </a:solidFill>
                <a:latin typeface="Arial"/>
                <a:ea typeface="Arial"/>
                <a:cs typeface="Arial"/>
                <a:sym typeface="Arial"/>
              </a:rPr>
              <a:t>object type.</a:t>
            </a:r>
            <a:endParaRPr sz="2400">
              <a:solidFill>
                <a:schemeClr val="dk1"/>
              </a:solidFill>
              <a:latin typeface="Arial"/>
              <a:ea typeface="Arial"/>
              <a:cs typeface="Arial"/>
              <a:sym typeface="Arial"/>
            </a:endParaRPr>
          </a:p>
          <a:p>
            <a:pPr indent="-343535" lvl="0" marL="355600" marR="499744" rtl="0" algn="l">
              <a:lnSpc>
                <a:spcPct val="118750"/>
              </a:lnSpc>
              <a:spcBef>
                <a:spcPts val="105"/>
              </a:spcBef>
              <a:spcAft>
                <a:spcPts val="0"/>
              </a:spcAft>
              <a:buClr>
                <a:schemeClr val="dk1"/>
              </a:buClr>
              <a:buSzPts val="2400"/>
              <a:buFont typeface="Arial"/>
              <a:buChar char="•"/>
            </a:pPr>
            <a:r>
              <a:rPr lang="en-US" sz="2400">
                <a:solidFill>
                  <a:schemeClr val="dk1"/>
                </a:solidFill>
                <a:latin typeface="Arial"/>
                <a:ea typeface="Arial"/>
                <a:cs typeface="Arial"/>
                <a:sym typeface="Arial"/>
              </a:rPr>
              <a:t>Unlike Map, a dictionary allows for multiple entries to  have the same key</a:t>
            </a:r>
            <a:endParaRPr sz="2400">
              <a:solidFill>
                <a:schemeClr val="dk1"/>
              </a:solidFill>
              <a:latin typeface="Arial"/>
              <a:ea typeface="Arial"/>
              <a:cs typeface="Arial"/>
              <a:sym typeface="Arial"/>
            </a:endParaRPr>
          </a:p>
          <a:p>
            <a:pPr indent="-343535" lvl="0" marL="355600" marR="499744" rtl="0" algn="l">
              <a:lnSpc>
                <a:spcPct val="118750"/>
              </a:lnSpc>
              <a:spcBef>
                <a:spcPts val="105"/>
              </a:spcBef>
              <a:spcAft>
                <a:spcPts val="0"/>
              </a:spcAft>
              <a:buClr>
                <a:srgbClr val="00B0F0"/>
              </a:buClr>
              <a:buSzPts val="2400"/>
              <a:buFont typeface="Arial"/>
              <a:buChar char="•"/>
            </a:pPr>
            <a:r>
              <a:rPr b="1" lang="en-US" sz="2400">
                <a:solidFill>
                  <a:srgbClr val="00B0F0"/>
                </a:solidFill>
                <a:latin typeface="Arial"/>
                <a:ea typeface="Arial"/>
                <a:cs typeface="Arial"/>
                <a:sym typeface="Arial"/>
              </a:rPr>
              <a:t>Map=(2,e) &amp;(2,c), duplicate keys not allowed</a:t>
            </a:r>
            <a:endParaRPr/>
          </a:p>
          <a:p>
            <a:pPr indent="-343535" lvl="0" marL="355600" marR="499744" rtl="0" algn="l">
              <a:lnSpc>
                <a:spcPct val="118750"/>
              </a:lnSpc>
              <a:spcBef>
                <a:spcPts val="105"/>
              </a:spcBef>
              <a:spcAft>
                <a:spcPts val="0"/>
              </a:spcAft>
              <a:buClr>
                <a:srgbClr val="00B0F0"/>
              </a:buClr>
              <a:buSzPts val="2400"/>
              <a:buFont typeface="Arial"/>
              <a:buChar char="•"/>
            </a:pPr>
            <a:r>
              <a:rPr b="1" lang="en-US" sz="2400">
                <a:solidFill>
                  <a:srgbClr val="00B0F0"/>
                </a:solidFill>
                <a:latin typeface="Arial"/>
                <a:ea typeface="Arial"/>
                <a:cs typeface="Arial"/>
                <a:sym typeface="Arial"/>
              </a:rPr>
              <a:t>Dictionary both will exist, all 2 records will be together</a:t>
            </a:r>
            <a:endParaRPr/>
          </a:p>
          <a:p>
            <a:pPr indent="-343535" lvl="0" marL="355600" marR="499744" rtl="0" algn="l">
              <a:lnSpc>
                <a:spcPct val="118750"/>
              </a:lnSpc>
              <a:spcBef>
                <a:spcPts val="105"/>
              </a:spcBef>
              <a:spcAft>
                <a:spcPts val="0"/>
              </a:spcAft>
              <a:buClr>
                <a:srgbClr val="00B0F0"/>
              </a:buClr>
              <a:buSzPts val="2400"/>
              <a:buFont typeface="Arial"/>
              <a:buChar char="•"/>
            </a:pPr>
            <a:r>
              <a:rPr b="1" lang="en-US" sz="2400">
                <a:solidFill>
                  <a:srgbClr val="00B0F0"/>
                </a:solidFill>
                <a:latin typeface="Arial"/>
                <a:ea typeface="Arial"/>
                <a:cs typeface="Arial"/>
                <a:sym typeface="Arial"/>
              </a:rPr>
              <a:t>Same words together</a:t>
            </a:r>
            <a:endParaRPr b="1" sz="2400">
              <a:solidFill>
                <a:srgbClr val="00B0F0"/>
              </a:solidFill>
              <a:latin typeface="Arial"/>
              <a:ea typeface="Arial"/>
              <a:cs typeface="Arial"/>
              <a:sym typeface="Arial"/>
            </a:endParaRPr>
          </a:p>
          <a:p>
            <a:pPr indent="-343535" lvl="0" marL="355600" marR="0" rtl="0" algn="l">
              <a:lnSpc>
                <a:spcPct val="11791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8"/>
          <p:cNvSpPr txBox="1"/>
          <p:nvPr>
            <p:ph type="title"/>
          </p:nvPr>
        </p:nvSpPr>
        <p:spPr>
          <a:xfrm>
            <a:off x="3044825" y="288988"/>
            <a:ext cx="3075305" cy="849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5400"/>
              <a:t>Dictionary</a:t>
            </a:r>
            <a:endParaRPr sz="5400"/>
          </a:p>
        </p:txBody>
      </p:sp>
      <p:sp>
        <p:nvSpPr>
          <p:cNvPr id="355" name="Google Shape;355;p38"/>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356" name="Google Shape;356;p38"/>
          <p:cNvSpPr txBox="1"/>
          <p:nvPr/>
        </p:nvSpPr>
        <p:spPr>
          <a:xfrm>
            <a:off x="742315" y="1222057"/>
            <a:ext cx="7978775" cy="3700115"/>
          </a:xfrm>
          <a:prstGeom prst="rect">
            <a:avLst/>
          </a:prstGeom>
          <a:noFill/>
          <a:ln>
            <a:noFill/>
          </a:ln>
        </p:spPr>
        <p:txBody>
          <a:bodyPr anchorCtr="0" anchor="t" bIns="0" lIns="0" spcFirstLastPara="1" rIns="0" wrap="square" tIns="12700">
            <a:spAutoFit/>
          </a:bodyPr>
          <a:lstStyle/>
          <a:p>
            <a:pPr indent="-343535" lvl="0" marL="355600" marR="0" rtl="0" algn="l">
              <a:lnSpc>
                <a:spcPct val="11791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For example</a:t>
            </a:r>
            <a:endParaRPr sz="2400">
              <a:solidFill>
                <a:schemeClr val="dk1"/>
              </a:solidFill>
              <a:latin typeface="Arial"/>
              <a:ea typeface="Arial"/>
              <a:cs typeface="Arial"/>
              <a:sym typeface="Arial"/>
            </a:endParaRPr>
          </a:p>
          <a:p>
            <a:pPr indent="-343535" lvl="1" marL="813435" marR="880744" rtl="0" algn="l">
              <a:lnSpc>
                <a:spcPct val="122083"/>
              </a:lnSpc>
              <a:spcBef>
                <a:spcPts val="45"/>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an English dictionary, which allows for multiple  definitions for the same word.</a:t>
            </a:r>
            <a:endParaRPr b="0" i="0" sz="2400" u="none" cap="none" strike="noStrike">
              <a:solidFill>
                <a:schemeClr val="dk1"/>
              </a:solidFill>
              <a:latin typeface="Arial"/>
              <a:ea typeface="Arial"/>
              <a:cs typeface="Arial"/>
              <a:sym typeface="Arial"/>
            </a:endParaRPr>
          </a:p>
          <a:p>
            <a:pPr indent="-343535" lvl="1" marL="813435" marR="0" rtl="0" algn="l">
              <a:lnSpc>
                <a:spcPct val="113958"/>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we might want to store records for computer science</a:t>
            </a:r>
            <a:endParaRPr b="0" i="0" sz="2400" u="none" cap="none" strike="noStrike">
              <a:solidFill>
                <a:schemeClr val="dk1"/>
              </a:solidFill>
              <a:latin typeface="Arial"/>
              <a:ea typeface="Arial"/>
              <a:cs typeface="Arial"/>
              <a:sym typeface="Arial"/>
            </a:endParaRPr>
          </a:p>
          <a:p>
            <a:pPr indent="0" lvl="0" marL="813435" marR="0" rtl="0" algn="l">
              <a:lnSpc>
                <a:spcPct val="119583"/>
              </a:lnSpc>
              <a:spcBef>
                <a:spcPts val="0"/>
              </a:spcBef>
              <a:spcAft>
                <a:spcPts val="0"/>
              </a:spcAft>
              <a:buNone/>
            </a:pPr>
            <a:r>
              <a:rPr lang="en-US" sz="2400">
                <a:solidFill>
                  <a:schemeClr val="dk1"/>
                </a:solidFill>
                <a:latin typeface="Arial"/>
                <a:ea typeface="Arial"/>
                <a:cs typeface="Arial"/>
                <a:sym typeface="Arial"/>
              </a:rPr>
              <a:t>authors indexed by their first and last names.</a:t>
            </a:r>
            <a:endParaRPr sz="2400">
              <a:solidFill>
                <a:schemeClr val="dk1"/>
              </a:solidFill>
              <a:latin typeface="Arial"/>
              <a:ea typeface="Arial"/>
              <a:cs typeface="Arial"/>
              <a:sym typeface="Arial"/>
            </a:endParaRPr>
          </a:p>
          <a:p>
            <a:pPr indent="-343535" lvl="1" marL="813435" marR="0" rtl="0" algn="l">
              <a:lnSpc>
                <a:spcPct val="119375"/>
              </a:lnSpc>
              <a:spcBef>
                <a:spcPts val="5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multi-user computer game involving players visiting</a:t>
            </a:r>
            <a:endParaRPr b="0" i="0" sz="2400" u="none" cap="none" strike="noStrike">
              <a:solidFill>
                <a:schemeClr val="dk1"/>
              </a:solidFill>
              <a:latin typeface="Arial"/>
              <a:ea typeface="Arial"/>
              <a:cs typeface="Arial"/>
              <a:sym typeface="Arial"/>
            </a:endParaRPr>
          </a:p>
          <a:p>
            <a:pPr indent="0" lvl="0" marL="813435" marR="0" rtl="0" algn="l">
              <a:lnSpc>
                <a:spcPct val="119375"/>
              </a:lnSpc>
              <a:spcBef>
                <a:spcPts val="0"/>
              </a:spcBef>
              <a:spcAft>
                <a:spcPts val="0"/>
              </a:spcAft>
              <a:buNone/>
            </a:pPr>
            <a:r>
              <a:rPr lang="en-US" sz="2400">
                <a:solidFill>
                  <a:schemeClr val="dk1"/>
                </a:solidFill>
                <a:latin typeface="Arial"/>
                <a:ea typeface="Arial"/>
                <a:cs typeface="Arial"/>
                <a:sym typeface="Arial"/>
              </a:rPr>
              <a:t>various rooms in a large castle might need a</a:t>
            </a:r>
            <a:endParaRPr/>
          </a:p>
          <a:p>
            <a:pPr indent="0" lvl="0" marL="813435" marR="250825" rtl="0" algn="l">
              <a:lnSpc>
                <a:spcPct val="99100"/>
              </a:lnSpc>
              <a:spcBef>
                <a:spcPts val="75"/>
              </a:spcBef>
              <a:spcAft>
                <a:spcPts val="0"/>
              </a:spcAft>
              <a:buNone/>
            </a:pPr>
            <a:r>
              <a:rPr lang="en-US" sz="2400">
                <a:solidFill>
                  <a:schemeClr val="dk1"/>
                </a:solidFill>
                <a:latin typeface="Arial"/>
                <a:ea typeface="Arial"/>
                <a:cs typeface="Arial"/>
                <a:sym typeface="Arial"/>
              </a:rPr>
              <a:t>mapping from rooms to players. It is natural in this  application to allow users to be in the same room  simultaneously, however, to engage in battles.</a:t>
            </a:r>
            <a:endParaRPr sz="24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9"/>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362" name="Google Shape;362;p39"/>
          <p:cNvSpPr txBox="1"/>
          <p:nvPr>
            <p:ph idx="1" type="body"/>
          </p:nvPr>
        </p:nvSpPr>
        <p:spPr>
          <a:xfrm>
            <a:off x="645159" y="1780361"/>
            <a:ext cx="7554595" cy="126957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Reading assignment:</a:t>
            </a:r>
            <a:endParaRPr/>
          </a:p>
          <a:p>
            <a:pPr indent="0" lvl="0" marL="0" rtl="0" algn="l">
              <a:spcBef>
                <a:spcPts val="0"/>
              </a:spcBef>
              <a:spcAft>
                <a:spcPts val="0"/>
              </a:spcAft>
              <a:buNone/>
            </a:pPr>
            <a:r>
              <a:rPr lang="en-US"/>
              <a:t>Similarities and differences in set, map and dictionary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0"/>
          <p:cNvSpPr txBox="1"/>
          <p:nvPr>
            <p:ph type="title"/>
          </p:nvPr>
        </p:nvSpPr>
        <p:spPr>
          <a:xfrm>
            <a:off x="1566799" y="288988"/>
            <a:ext cx="6010910" cy="84963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5400"/>
              <a:t>The Dictionary ADT</a:t>
            </a:r>
            <a:endParaRPr sz="5400"/>
          </a:p>
        </p:txBody>
      </p:sp>
      <p:grpSp>
        <p:nvGrpSpPr>
          <p:cNvPr id="368" name="Google Shape;368;p40"/>
          <p:cNvGrpSpPr/>
          <p:nvPr/>
        </p:nvGrpSpPr>
        <p:grpSpPr>
          <a:xfrm>
            <a:off x="664273" y="1341500"/>
            <a:ext cx="8156194" cy="4751324"/>
            <a:chOff x="664273" y="1341500"/>
            <a:chExt cx="8156194" cy="4751324"/>
          </a:xfrm>
        </p:grpSpPr>
        <p:sp>
          <p:nvSpPr>
            <p:cNvPr id="369" name="Google Shape;369;p40"/>
            <p:cNvSpPr/>
            <p:nvPr/>
          </p:nvSpPr>
          <p:spPr>
            <a:xfrm>
              <a:off x="664273" y="1341500"/>
              <a:ext cx="8156194" cy="4175125"/>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40"/>
            <p:cNvSpPr/>
            <p:nvPr/>
          </p:nvSpPr>
          <p:spPr>
            <a:xfrm>
              <a:off x="1403604" y="5445124"/>
              <a:ext cx="7416546" cy="6477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1" name="Google Shape;371;p40"/>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ph type="title"/>
          </p:nvPr>
        </p:nvSpPr>
        <p:spPr>
          <a:xfrm>
            <a:off x="3363341" y="288988"/>
            <a:ext cx="2417317" cy="758190"/>
          </a:xfrm>
          <a:prstGeom prst="rect">
            <a:avLst/>
          </a:prstGeom>
          <a:noFill/>
          <a:ln>
            <a:noFill/>
          </a:ln>
        </p:spPr>
        <p:txBody>
          <a:bodyPr anchorCtr="0" anchor="t" bIns="0" lIns="0" spcFirstLastPara="1" rIns="0" wrap="square" tIns="13325">
            <a:spAutoFit/>
          </a:bodyPr>
          <a:lstStyle/>
          <a:p>
            <a:pPr indent="0" lvl="0" marL="17780" rtl="0" algn="l">
              <a:lnSpc>
                <a:spcPct val="100000"/>
              </a:lnSpc>
              <a:spcBef>
                <a:spcPts val="0"/>
              </a:spcBef>
              <a:spcAft>
                <a:spcPts val="0"/>
              </a:spcAft>
              <a:buNone/>
            </a:pPr>
            <a:r>
              <a:rPr lang="en-US"/>
              <a:t>Example</a:t>
            </a:r>
            <a:endParaRPr/>
          </a:p>
        </p:txBody>
      </p:sp>
      <p:sp>
        <p:nvSpPr>
          <p:cNvPr id="377" name="Google Shape;377;p41"/>
          <p:cNvSpPr/>
          <p:nvPr/>
        </p:nvSpPr>
        <p:spPr>
          <a:xfrm>
            <a:off x="972197" y="1184236"/>
            <a:ext cx="7488174" cy="498106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41"/>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379" name="Google Shape;379;p41"/>
          <p:cNvSpPr txBox="1"/>
          <p:nvPr/>
        </p:nvSpPr>
        <p:spPr>
          <a:xfrm>
            <a:off x="3429000" y="4419600"/>
            <a:ext cx="609600"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p5)</a:t>
            </a:r>
            <a:endParaRPr b="1"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2"/>
          <p:cNvSpPr txBox="1"/>
          <p:nvPr>
            <p:ph type="title"/>
          </p:nvPr>
        </p:nvSpPr>
        <p:spPr>
          <a:xfrm>
            <a:off x="861377" y="288988"/>
            <a:ext cx="7414259" cy="75819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Dictionary Implementations</a:t>
            </a:r>
            <a:endParaRPr/>
          </a:p>
        </p:txBody>
      </p:sp>
      <p:sp>
        <p:nvSpPr>
          <p:cNvPr id="385" name="Google Shape;385;p42"/>
          <p:cNvSpPr txBox="1"/>
          <p:nvPr>
            <p:ph idx="12" type="sldNum"/>
          </p:nvPr>
        </p:nvSpPr>
        <p:spPr>
          <a:xfrm>
            <a:off x="8336280" y="6302469"/>
            <a:ext cx="327659" cy="281304"/>
          </a:xfrm>
          <a:prstGeom prst="rect">
            <a:avLst/>
          </a:prstGeom>
          <a:noFill/>
          <a:ln>
            <a:noFill/>
          </a:ln>
        </p:spPr>
        <p:txBody>
          <a:bodyPr anchorCtr="0" anchor="t" bIns="0" lIns="0" spcFirstLastPara="1" rIns="0" wrap="square" tIns="0">
            <a:spAutoFit/>
          </a:bodyPr>
          <a:lstStyle/>
          <a:p>
            <a:pPr indent="0" lvl="0" marL="38100" rtl="0" algn="l">
              <a:lnSpc>
                <a:spcPct val="116111"/>
              </a:lnSpc>
              <a:spcBef>
                <a:spcPts val="0"/>
              </a:spcBef>
              <a:spcAft>
                <a:spcPts val="0"/>
              </a:spcAft>
              <a:buNone/>
            </a:pPr>
            <a:fld id="{00000000-1234-1234-1234-123412341234}" type="slidenum">
              <a:rPr lang="en-US"/>
              <a:t>‹#›</a:t>
            </a:fld>
            <a:endParaRPr/>
          </a:p>
        </p:txBody>
      </p:sp>
      <p:sp>
        <p:nvSpPr>
          <p:cNvPr id="386" name="Google Shape;386;p42"/>
          <p:cNvSpPr txBox="1"/>
          <p:nvPr/>
        </p:nvSpPr>
        <p:spPr>
          <a:xfrm>
            <a:off x="670242" y="1366837"/>
            <a:ext cx="8037195" cy="4426585"/>
          </a:xfrm>
          <a:prstGeom prst="rect">
            <a:avLst/>
          </a:prstGeom>
          <a:noFill/>
          <a:ln>
            <a:noFill/>
          </a:ln>
        </p:spPr>
        <p:txBody>
          <a:bodyPr anchorCtr="0" anchor="t" bIns="0" lIns="0" spcFirstLastPara="1" rIns="0" wrap="square" tIns="12700">
            <a:spAutoFit/>
          </a:bodyPr>
          <a:lstStyle/>
          <a:p>
            <a:pPr indent="-343535" lvl="0" marL="355600" marR="33655" rtl="0" algn="l">
              <a:lnSpc>
                <a:spcPct val="100000"/>
              </a:lnSpc>
              <a:spcBef>
                <a:spcPts val="0"/>
              </a:spcBef>
              <a:spcAft>
                <a:spcPts val="0"/>
              </a:spcAft>
              <a:buClr>
                <a:schemeClr val="dk1"/>
              </a:buClr>
              <a:buSzPts val="2400"/>
              <a:buFont typeface="Arial"/>
              <a:buChar char="•"/>
            </a:pPr>
            <a:r>
              <a:rPr b="1" lang="en-US" sz="2400">
                <a:solidFill>
                  <a:schemeClr val="dk1"/>
                </a:solidFill>
                <a:latin typeface="Arial"/>
                <a:ea typeface="Arial"/>
                <a:cs typeface="Arial"/>
                <a:sym typeface="Arial"/>
              </a:rPr>
              <a:t>Unordered list: </a:t>
            </a:r>
            <a:r>
              <a:rPr lang="en-US" sz="2400">
                <a:solidFill>
                  <a:schemeClr val="dk1"/>
                </a:solidFill>
                <a:latin typeface="Arial"/>
                <a:ea typeface="Arial"/>
                <a:cs typeface="Arial"/>
                <a:sym typeface="Arial"/>
              </a:rPr>
              <a:t>In an unordered list, L, implementing a  dictionary, we can maintain the location variable of each  entry e to point to e’s position in the underlying linked list  for L.</a:t>
            </a:r>
            <a:endParaRPr sz="2400">
              <a:solidFill>
                <a:schemeClr val="dk1"/>
              </a:solidFill>
              <a:latin typeface="Arial"/>
              <a:ea typeface="Arial"/>
              <a:cs typeface="Arial"/>
              <a:sym typeface="Arial"/>
            </a:endParaRPr>
          </a:p>
          <a:p>
            <a:pPr indent="-343535" lvl="0" marL="355600" marR="5080" rtl="0" algn="l">
              <a:lnSpc>
                <a:spcPct val="99700"/>
              </a:lnSpc>
              <a:spcBef>
                <a:spcPts val="60"/>
              </a:spcBef>
              <a:spcAft>
                <a:spcPts val="0"/>
              </a:spcAft>
              <a:buClr>
                <a:schemeClr val="dk1"/>
              </a:buClr>
              <a:buSzPts val="2400"/>
              <a:buFont typeface="Arial"/>
              <a:buChar char="•"/>
            </a:pPr>
            <a:r>
              <a:rPr b="1" lang="en-US" sz="2400">
                <a:solidFill>
                  <a:schemeClr val="dk1"/>
                </a:solidFill>
                <a:latin typeface="Arial"/>
                <a:ea typeface="Arial"/>
                <a:cs typeface="Arial"/>
                <a:sym typeface="Arial"/>
              </a:rPr>
              <a:t>Hash table with separate chaining: </a:t>
            </a:r>
            <a:r>
              <a:rPr lang="en-US" sz="2400">
                <a:solidFill>
                  <a:schemeClr val="dk1"/>
                </a:solidFill>
                <a:latin typeface="Arial"/>
                <a:ea typeface="Arial"/>
                <a:cs typeface="Arial"/>
                <a:sym typeface="Arial"/>
              </a:rPr>
              <a:t>Consider a hash  table, with bucket array A and hash function h, that uses  separate chaining for handling collisions. We use the  location variable of each entry e to point to e’s position in  the list L implementing the list A[h(k)].</a:t>
            </a:r>
            <a:endParaRPr sz="2400">
              <a:solidFill>
                <a:schemeClr val="dk1"/>
              </a:solidFill>
              <a:latin typeface="Arial"/>
              <a:ea typeface="Arial"/>
              <a:cs typeface="Arial"/>
              <a:sym typeface="Arial"/>
            </a:endParaRPr>
          </a:p>
          <a:p>
            <a:pPr indent="-343535" lvl="0" marL="355600" marR="634365" rtl="0" algn="l">
              <a:lnSpc>
                <a:spcPct val="100400"/>
              </a:lnSpc>
              <a:spcBef>
                <a:spcPts val="40"/>
              </a:spcBef>
              <a:spcAft>
                <a:spcPts val="0"/>
              </a:spcAft>
              <a:buClr>
                <a:schemeClr val="dk1"/>
              </a:buClr>
              <a:buSzPts val="2400"/>
              <a:buFont typeface="Arial"/>
              <a:buChar char="•"/>
            </a:pPr>
            <a:r>
              <a:rPr b="1" lang="en-US" sz="2400">
                <a:solidFill>
                  <a:schemeClr val="dk1"/>
                </a:solidFill>
                <a:latin typeface="Arial"/>
                <a:ea typeface="Arial"/>
                <a:cs typeface="Arial"/>
                <a:sym typeface="Arial"/>
              </a:rPr>
              <a:t>Ordered search table: </a:t>
            </a:r>
            <a:r>
              <a:rPr lang="en-US" sz="2400">
                <a:solidFill>
                  <a:schemeClr val="dk1"/>
                </a:solidFill>
                <a:latin typeface="Arial"/>
                <a:ea typeface="Arial"/>
                <a:cs typeface="Arial"/>
                <a:sym typeface="Arial"/>
              </a:rPr>
              <a:t>In an ordered table, T,  implementing a dictionary, we should maintain the  location variable of each entry e to be e’s index in T.</a:t>
            </a:r>
            <a:endParaRPr sz="24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3"/>
          <p:cNvSpPr txBox="1"/>
          <p:nvPr>
            <p:ph type="title"/>
          </p:nvPr>
        </p:nvSpPr>
        <p:spPr>
          <a:xfrm>
            <a:off x="3363341" y="288988"/>
            <a:ext cx="4866259" cy="75819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Example </a:t>
            </a:r>
            <a:endParaRPr/>
          </a:p>
        </p:txBody>
      </p:sp>
      <p:sp>
        <p:nvSpPr>
          <p:cNvPr id="392" name="Google Shape;392;p43"/>
          <p:cNvSpPr txBox="1"/>
          <p:nvPr>
            <p:ph idx="1" type="body"/>
          </p:nvPr>
        </p:nvSpPr>
        <p:spPr>
          <a:xfrm>
            <a:off x="645159" y="1780361"/>
            <a:ext cx="8117841" cy="4655121"/>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b="1" lang="en-US"/>
              <a:t>Problem statement:</a:t>
            </a:r>
            <a:endParaRPr/>
          </a:p>
          <a:p>
            <a:pPr indent="0" lvl="0" marL="0" rtl="0" algn="just">
              <a:spcBef>
                <a:spcPts val="0"/>
              </a:spcBef>
              <a:spcAft>
                <a:spcPts val="0"/>
              </a:spcAft>
              <a:buNone/>
            </a:pPr>
            <a:r>
              <a:rPr lang="en-US"/>
              <a:t>Given  names and phone numbers, assemble a phone book that maps friends' names to their respective phone numbers. You will then be given an unknown number of names to query your phone book for. For each  query, print the associated entry from your phone book on a new line in the form name=phoneNumber; if an entry for it is not found, print Not found instead.</a:t>
            </a:r>
            <a:endParaRPr/>
          </a:p>
          <a:p>
            <a:pPr indent="0" lvl="0" marL="0" rtl="0" algn="just">
              <a:spcBef>
                <a:spcPts val="0"/>
              </a:spcBef>
              <a:spcAft>
                <a:spcPts val="0"/>
              </a:spcAft>
              <a:buNone/>
            </a:pPr>
            <a:r>
              <a:rPr b="1" lang="en-US"/>
              <a:t> </a:t>
            </a:r>
            <a:endParaRPr/>
          </a:p>
          <a:p>
            <a:pPr indent="0" lvl="0" marL="0" rtl="0" algn="just">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4"/>
          <p:cNvSpPr txBox="1"/>
          <p:nvPr>
            <p:ph type="title"/>
          </p:nvPr>
        </p:nvSpPr>
        <p:spPr>
          <a:xfrm>
            <a:off x="3363341" y="288988"/>
            <a:ext cx="4866259" cy="147732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solidFill>
                  <a:srgbClr val="C00000"/>
                </a:solidFill>
              </a:rPr>
              <a:t>Example.. contd</a:t>
            </a:r>
            <a:endParaRPr>
              <a:solidFill>
                <a:srgbClr val="C00000"/>
              </a:solidFill>
            </a:endParaRPr>
          </a:p>
        </p:txBody>
      </p:sp>
      <p:sp>
        <p:nvSpPr>
          <p:cNvPr id="398" name="Google Shape;398;p44"/>
          <p:cNvSpPr txBox="1"/>
          <p:nvPr>
            <p:ph idx="1" type="body"/>
          </p:nvPr>
        </p:nvSpPr>
        <p:spPr>
          <a:xfrm>
            <a:off x="645159" y="1524000"/>
            <a:ext cx="7554595" cy="492442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t>Input Format</a:t>
            </a:r>
            <a:endParaRPr sz="2000"/>
          </a:p>
          <a:p>
            <a:pPr indent="0" lvl="0" marL="0" rtl="0" algn="l">
              <a:spcBef>
                <a:spcPts val="0"/>
              </a:spcBef>
              <a:spcAft>
                <a:spcPts val="0"/>
              </a:spcAft>
              <a:buNone/>
            </a:pPr>
            <a:r>
              <a:rPr lang="en-US" sz="2000"/>
              <a:t>The first line contains an integer, , denoting the number of entries in the phone book.</a:t>
            </a:r>
            <a:br>
              <a:rPr lang="en-US" sz="2000"/>
            </a:br>
            <a:r>
              <a:rPr lang="en-US" sz="2000"/>
              <a:t>Each of the  subsequent lines describes an entry in the form of  space-separated values on a single line. </a:t>
            </a:r>
            <a:r>
              <a:rPr b="1" lang="en-US" sz="2000"/>
              <a:t>The first value is a friend's name, and the second value is an -digit phone number.</a:t>
            </a:r>
            <a:endParaRPr b="1" sz="2000"/>
          </a:p>
          <a:p>
            <a:pPr indent="0" lvl="0" marL="0" rtl="0" algn="l">
              <a:spcBef>
                <a:spcPts val="0"/>
              </a:spcBef>
              <a:spcAft>
                <a:spcPts val="0"/>
              </a:spcAft>
              <a:buNone/>
            </a:pPr>
            <a:r>
              <a:rPr lang="en-US" sz="2000"/>
              <a:t>After the  lines of phone book entries, there are </a:t>
            </a:r>
            <a:r>
              <a:rPr i="1" lang="en-US" sz="2000"/>
              <a:t>an unknown number of lines of queries</a:t>
            </a:r>
            <a:r>
              <a:rPr lang="en-US" sz="2000"/>
              <a:t>. Each line (query) contains a  name to look up, and you must continue reading lines until there is no more input.</a:t>
            </a:r>
            <a:endParaRPr sz="2000"/>
          </a:p>
          <a:p>
            <a:pPr indent="0" lvl="0" marL="0" rtl="0" algn="l">
              <a:spcBef>
                <a:spcPts val="0"/>
              </a:spcBef>
              <a:spcAft>
                <a:spcPts val="0"/>
              </a:spcAft>
              <a:buNone/>
            </a:pPr>
            <a:r>
              <a:rPr b="1" lang="en-US" sz="2000"/>
              <a:t>Output Format</a:t>
            </a:r>
            <a:endParaRPr sz="2000"/>
          </a:p>
          <a:p>
            <a:pPr indent="0" lvl="0" marL="0" rtl="0" algn="l">
              <a:spcBef>
                <a:spcPts val="0"/>
              </a:spcBef>
              <a:spcAft>
                <a:spcPts val="0"/>
              </a:spcAft>
              <a:buNone/>
            </a:pPr>
            <a:r>
              <a:rPr lang="en-US" sz="2000"/>
              <a:t>On a new line for each query, print Not found if the name has no corresponding entry in the phone book; otherwise, print the full  and  in the format name=phoneNumber.</a:t>
            </a:r>
            <a:endParaRPr sz="2000"/>
          </a:p>
          <a:p>
            <a:pPr indent="0" lvl="0" marL="0" rtl="0" algn="l">
              <a:spcBef>
                <a:spcPts val="0"/>
              </a:spcBef>
              <a:spcAft>
                <a:spcPts val="0"/>
              </a:spcAft>
              <a:buNone/>
            </a:pPr>
            <a:r>
              <a:t/>
            </a:r>
            <a:endParaRPr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5"/>
          <p:cNvSpPr txBox="1"/>
          <p:nvPr>
            <p:ph type="title"/>
          </p:nvPr>
        </p:nvSpPr>
        <p:spPr>
          <a:xfrm>
            <a:off x="3363341" y="288988"/>
            <a:ext cx="4637659" cy="73866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solidFill>
                  <a:srgbClr val="C00000"/>
                </a:solidFill>
              </a:rPr>
              <a:t>Solution?</a:t>
            </a:r>
            <a:endParaRPr>
              <a:solidFill>
                <a:srgbClr val="C00000"/>
              </a:solidFill>
            </a:endParaRPr>
          </a:p>
        </p:txBody>
      </p:sp>
      <p:sp>
        <p:nvSpPr>
          <p:cNvPr id="404" name="Google Shape;404;p45"/>
          <p:cNvSpPr txBox="1"/>
          <p:nvPr>
            <p:ph idx="1" type="body"/>
          </p:nvPr>
        </p:nvSpPr>
        <p:spPr>
          <a:xfrm>
            <a:off x="645159" y="1780361"/>
            <a:ext cx="7554595" cy="1269578"/>
          </a:xfrm>
          <a:prstGeom prst="rect">
            <a:avLst/>
          </a:prstGeom>
          <a:noFill/>
          <a:ln>
            <a:noFill/>
          </a:ln>
        </p:spPr>
        <p:txBody>
          <a:bodyPr anchorCtr="0" anchor="t" bIns="0" lIns="0" spcFirstLastPara="1" rIns="0" wrap="square" tIns="0">
            <a:spAutoFit/>
          </a:bodyPr>
          <a:lstStyle/>
          <a:p>
            <a:pPr indent="-457200" lvl="0" marL="457200" rtl="0" algn="l">
              <a:spcBef>
                <a:spcPts val="0"/>
              </a:spcBef>
              <a:spcAft>
                <a:spcPts val="0"/>
              </a:spcAft>
              <a:buClr>
                <a:schemeClr val="dk1"/>
              </a:buClr>
              <a:buSzPts val="2700"/>
              <a:buFont typeface="Arial"/>
              <a:buChar char="•"/>
            </a:pPr>
            <a:r>
              <a:rPr lang="en-US"/>
              <a:t>Sample dictionary entries?</a:t>
            </a:r>
            <a:endParaRPr/>
          </a:p>
          <a:p>
            <a:pPr indent="-457200" lvl="0" marL="457200" rtl="0" algn="l">
              <a:spcBef>
                <a:spcPts val="0"/>
              </a:spcBef>
              <a:spcAft>
                <a:spcPts val="0"/>
              </a:spcAft>
              <a:buClr>
                <a:schemeClr val="dk1"/>
              </a:buClr>
              <a:buSzPts val="2700"/>
              <a:buFont typeface="Arial"/>
              <a:buChar char="•"/>
            </a:pPr>
            <a:r>
              <a:rPr lang="en-US"/>
              <a:t>Sample queries?</a:t>
            </a:r>
            <a:endParaRPr/>
          </a:p>
          <a:p>
            <a:pPr indent="-457200" lvl="0" marL="457200" rtl="0" algn="l">
              <a:spcBef>
                <a:spcPts val="0"/>
              </a:spcBef>
              <a:spcAft>
                <a:spcPts val="0"/>
              </a:spcAft>
              <a:buClr>
                <a:schemeClr val="dk1"/>
              </a:buClr>
              <a:buSzPts val="2700"/>
              <a:buFont typeface="Arial"/>
              <a:buChar char="•"/>
            </a:pPr>
            <a:r>
              <a:rPr lang="en-US"/>
              <a:t>Output?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6"/>
          <p:cNvSpPr txBox="1"/>
          <p:nvPr>
            <p:ph type="title"/>
          </p:nvPr>
        </p:nvSpPr>
        <p:spPr>
          <a:xfrm>
            <a:off x="3363341" y="288988"/>
            <a:ext cx="4256659" cy="73866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solidFill>
                  <a:srgbClr val="C00000"/>
                </a:solidFill>
              </a:rPr>
              <a:t>Example 2</a:t>
            </a:r>
            <a:endParaRPr>
              <a:solidFill>
                <a:srgbClr val="C00000"/>
              </a:solidFill>
            </a:endParaRPr>
          </a:p>
        </p:txBody>
      </p:sp>
      <p:sp>
        <p:nvSpPr>
          <p:cNvPr id="410" name="Google Shape;410;p46"/>
          <p:cNvSpPr txBox="1"/>
          <p:nvPr>
            <p:ph idx="1" type="body"/>
          </p:nvPr>
        </p:nvSpPr>
        <p:spPr>
          <a:xfrm>
            <a:off x="685800" y="1752600"/>
            <a:ext cx="7812900" cy="3139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You have a weather forecast data having temperature details of few cities for few days for the year 2018</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Build data structure to answer the following queries</a:t>
            </a:r>
            <a:endParaRPr b="0" i="0" sz="12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What is  Temperature in Delhi on 9-11-2018</a:t>
            </a:r>
            <a:endParaRPr b="0" i="0" sz="12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What is  max temperature recorded in Chennai in 2018</a:t>
            </a:r>
            <a:endParaRPr b="0" i="0" sz="12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Displaying the number of entries of 2018</a:t>
            </a:r>
            <a:endParaRPr b="0" i="0" sz="12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Deleting the entry of Mumbai on 9-11-2018</a:t>
            </a:r>
            <a:endParaRPr b="0" i="0" sz="12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Deleting  all entries of Mumbai</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7"/>
          <p:cNvSpPr txBox="1"/>
          <p:nvPr>
            <p:ph type="title"/>
          </p:nvPr>
        </p:nvSpPr>
        <p:spPr>
          <a:xfrm>
            <a:off x="3363341" y="288988"/>
            <a:ext cx="2417317" cy="75819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graphicFrame>
        <p:nvGraphicFramePr>
          <p:cNvPr id="416" name="Google Shape;416;p47"/>
          <p:cNvGraphicFramePr/>
          <p:nvPr/>
        </p:nvGraphicFramePr>
        <p:xfrm>
          <a:off x="838200" y="2286000"/>
          <a:ext cx="3000000" cy="3000000"/>
        </p:xfrm>
        <a:graphic>
          <a:graphicData uri="http://schemas.openxmlformats.org/drawingml/2006/table">
            <a:tbl>
              <a:tblPr bandRow="1" firstCol="1" firstRow="1">
                <a:noFill/>
                <a:tableStyleId>{4ABBCEFE-FFB5-4C1A-B353-036E4102BE84}</a:tableStyleId>
              </a:tblPr>
              <a:tblGrid>
                <a:gridCol w="2616200"/>
                <a:gridCol w="2616200"/>
                <a:gridCol w="2616200"/>
              </a:tblGrid>
              <a:tr h="655325">
                <a:tc>
                  <a:txBody>
                    <a:bodyPr/>
                    <a:lstStyle/>
                    <a:p>
                      <a:pPr indent="0" lvl="0" marL="0" marR="0" rtl="0" algn="l">
                        <a:lnSpc>
                          <a:spcPct val="115000"/>
                        </a:lnSpc>
                        <a:spcBef>
                          <a:spcPts val="0"/>
                        </a:spcBef>
                        <a:spcAft>
                          <a:spcPts val="0"/>
                        </a:spcAft>
                        <a:buNone/>
                      </a:pPr>
                      <a:r>
                        <a:rPr lang="en-US" sz="2800" u="none" cap="none" strike="noStrike"/>
                        <a:t>City </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Date</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Temperature</a:t>
                      </a:r>
                      <a:endParaRPr sz="2800" u="none" cap="none" strike="noStrike">
                        <a:latin typeface="Calibri"/>
                        <a:ea typeface="Calibri"/>
                        <a:cs typeface="Calibri"/>
                        <a:sym typeface="Calibri"/>
                      </a:endParaRPr>
                    </a:p>
                  </a:txBody>
                  <a:tcPr marT="0" marB="0" marR="68575" marL="68575"/>
                </a:tc>
              </a:tr>
              <a:tr h="655325">
                <a:tc>
                  <a:txBody>
                    <a:bodyPr/>
                    <a:lstStyle/>
                    <a:p>
                      <a:pPr indent="0" lvl="0" marL="0" marR="0" rtl="0" algn="l">
                        <a:lnSpc>
                          <a:spcPct val="115000"/>
                        </a:lnSpc>
                        <a:spcBef>
                          <a:spcPts val="0"/>
                        </a:spcBef>
                        <a:spcAft>
                          <a:spcPts val="0"/>
                        </a:spcAft>
                        <a:buNone/>
                      </a:pPr>
                      <a:r>
                        <a:rPr lang="en-US" sz="2800" u="none" cap="none" strike="noStrike"/>
                        <a:t>Delhi</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9-11-2018           </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45</a:t>
                      </a:r>
                      <a:endParaRPr sz="2800" u="none" cap="none" strike="noStrike">
                        <a:latin typeface="Calibri"/>
                        <a:ea typeface="Calibri"/>
                        <a:cs typeface="Calibri"/>
                        <a:sym typeface="Calibri"/>
                      </a:endParaRPr>
                    </a:p>
                  </a:txBody>
                  <a:tcPr marT="0" marB="0" marR="68575" marL="68575"/>
                </a:tc>
              </a:tr>
              <a:tr h="655325">
                <a:tc>
                  <a:txBody>
                    <a:bodyPr/>
                    <a:lstStyle/>
                    <a:p>
                      <a:pPr indent="0" lvl="0" marL="0" marR="0" rtl="0" algn="l">
                        <a:lnSpc>
                          <a:spcPct val="115000"/>
                        </a:lnSpc>
                        <a:spcBef>
                          <a:spcPts val="0"/>
                        </a:spcBef>
                        <a:spcAft>
                          <a:spcPts val="0"/>
                        </a:spcAft>
                        <a:buNone/>
                      </a:pPr>
                      <a:r>
                        <a:rPr lang="en-US" sz="2800" u="none" cap="none" strike="noStrike"/>
                        <a:t>Bangalore</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9-11-2018           </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24</a:t>
                      </a:r>
                      <a:endParaRPr sz="2800" u="none" cap="none" strike="noStrike">
                        <a:latin typeface="Calibri"/>
                        <a:ea typeface="Calibri"/>
                        <a:cs typeface="Calibri"/>
                        <a:sym typeface="Calibri"/>
                      </a:endParaRPr>
                    </a:p>
                  </a:txBody>
                  <a:tcPr marT="0" marB="0" marR="68575" marL="68575"/>
                </a:tc>
              </a:tr>
              <a:tr h="655325">
                <a:tc>
                  <a:txBody>
                    <a:bodyPr/>
                    <a:lstStyle/>
                    <a:p>
                      <a:pPr indent="0" lvl="0" marL="0" marR="0" rtl="0" algn="l">
                        <a:lnSpc>
                          <a:spcPct val="115000"/>
                        </a:lnSpc>
                        <a:spcBef>
                          <a:spcPts val="0"/>
                        </a:spcBef>
                        <a:spcAft>
                          <a:spcPts val="0"/>
                        </a:spcAft>
                        <a:buNone/>
                      </a:pPr>
                      <a:r>
                        <a:rPr lang="en-US" sz="2800" u="none" cap="none" strike="noStrike"/>
                        <a:t>Ranchi</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9-12-2018           </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28</a:t>
                      </a:r>
                      <a:endParaRPr sz="2800" u="none" cap="none" strike="noStrike">
                        <a:latin typeface="Calibri"/>
                        <a:ea typeface="Calibri"/>
                        <a:cs typeface="Calibri"/>
                        <a:sym typeface="Calibri"/>
                      </a:endParaRPr>
                    </a:p>
                  </a:txBody>
                  <a:tcPr marT="0" marB="0" marR="68575" marL="68575"/>
                </a:tc>
              </a:tr>
              <a:tr h="655325">
                <a:tc>
                  <a:txBody>
                    <a:bodyPr/>
                    <a:lstStyle/>
                    <a:p>
                      <a:pPr indent="0" lvl="0" marL="0" marR="0" rtl="0" algn="l">
                        <a:lnSpc>
                          <a:spcPct val="115000"/>
                        </a:lnSpc>
                        <a:spcBef>
                          <a:spcPts val="0"/>
                        </a:spcBef>
                        <a:spcAft>
                          <a:spcPts val="0"/>
                        </a:spcAft>
                        <a:buNone/>
                      </a:pPr>
                      <a:r>
                        <a:rPr lang="en-US" sz="2800" u="none" cap="none" strike="noStrike"/>
                        <a:t>Chennai</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9-01-2018           </a:t>
                      </a:r>
                      <a:endParaRPr sz="2800" u="none" cap="none" strike="noStrike">
                        <a:latin typeface="Calibri"/>
                        <a:ea typeface="Calibri"/>
                        <a:cs typeface="Calibri"/>
                        <a:sym typeface="Calibri"/>
                      </a:endParaRPr>
                    </a:p>
                  </a:txBody>
                  <a:tcPr marT="0" marB="0" marR="68575" marL="68575"/>
                </a:tc>
                <a:tc>
                  <a:txBody>
                    <a:bodyPr/>
                    <a:lstStyle/>
                    <a:p>
                      <a:pPr indent="0" lvl="0" marL="0" marR="0" rtl="0" algn="l">
                        <a:lnSpc>
                          <a:spcPct val="115000"/>
                        </a:lnSpc>
                        <a:spcBef>
                          <a:spcPts val="0"/>
                        </a:spcBef>
                        <a:spcAft>
                          <a:spcPts val="0"/>
                        </a:spcAft>
                        <a:buNone/>
                      </a:pPr>
                      <a:r>
                        <a:rPr lang="en-US" sz="2800" u="none" cap="none" strike="noStrike"/>
                        <a:t>38</a:t>
                      </a:r>
                      <a:endParaRPr sz="28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2021-11-16T15:11:00Z</dcterms:created>
  <dc:creator>Win98</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2021-11-09T00:00:00Z</vt:filetime>
  </property>
  <property fmtid="{D5CDD505-2E9C-101B-9397-08002B2CF9AE}" pid="3" name="Creator">
    <vt:lpwstr>Microsoft® PowerPoint® 2010</vt:lpwstr>
  </property>
  <property fmtid="{D5CDD505-2E9C-101B-9397-08002B2CF9AE}" pid="4" name="LastSaved">
    <vt:filetime>2021-11-16T00:00:00Z</vt:filetime>
  </property>
</Properties>
</file>