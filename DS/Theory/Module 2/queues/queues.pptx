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y="6858000" cx="9144000"/>
  <p:notesSz cx="6858000" cy="9144000"/>
  <p:embeddedFontLst>
    <p:embeddedFont>
      <p:font typeface="Century Gothic"/>
      <p:regular r:id="rId110"/>
      <p:bold r:id="rId111"/>
      <p:italic r:id="rId112"/>
      <p:boldItalic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14" roundtripDataSignature="AMtx7miOQu48syf0IvKk3b5V4RP6dt8e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D0D942-D519-402E-B7D3-F0817CD13B80}">
  <a:tblStyle styleId="{23D0D942-D519-402E-B7D3-F0817CD13B80}"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5E6"/>
          </a:solidFill>
        </a:fill>
      </a:tcStyle>
    </a:wholeTbl>
    <a:band1H>
      <a:tcTxStyle/>
      <a:tcStyle>
        <a:fill>
          <a:solidFill>
            <a:srgbClr val="DCEACA"/>
          </a:solidFill>
        </a:fill>
      </a:tcStyle>
    </a:band1H>
    <a:band2H>
      <a:tcTxStyle/>
    </a:band2H>
    <a:band1V>
      <a:tcTxStyle/>
      <a:tcStyle>
        <a:fill>
          <a:solidFill>
            <a:srgbClr val="DCEACA"/>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10" Type="http://schemas.openxmlformats.org/officeDocument/2006/relationships/font" Target="fonts/CenturyGothic-regular.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customschemas.google.com/relationships/presentationmetadata" Target="metadata"/><Relationship Id="rId18" Type="http://schemas.openxmlformats.org/officeDocument/2006/relationships/slide" Target="slides/slide12.xml"/><Relationship Id="rId113" Type="http://schemas.openxmlformats.org/officeDocument/2006/relationships/font" Target="fonts/CenturyGothic-boldItalic.fntdata"/><Relationship Id="rId112" Type="http://schemas.openxmlformats.org/officeDocument/2006/relationships/font" Target="fonts/CenturyGothic-italic.fntdata"/><Relationship Id="rId111" Type="http://schemas.openxmlformats.org/officeDocument/2006/relationships/font" Target="fonts/CenturyGothic-bold.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 name="Google Shape;784;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 name="Google Shape;833;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4" name="Google Shape;844;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5" name="Google Shape;855;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4" name="Google Shape;894;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4" name="Google Shape;904;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 name="Google Shape;913;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3" name="Google Shape;923;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2" name="Google Shape;932;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 name="Google Shape;943;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2" name="Google Shape;952;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1" name="Google Shape;961;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0" name="Google Shape;970;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5" name="Google Shape;995;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6" name="Google Shape;1026;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 name="Google Shape;1067;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7" name="Google Shape;1077;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7" name="Google Shape;1087;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8" name="Google Shape;1098;p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7" name="Google Shape;1107;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8" name="Google Shape;1108;p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1" name="Google Shape;1131;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2" name="Google Shape;1132;p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1" name="Google Shape;1141;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2" name="Google Shape;1152;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3" name="Google Shape;1153;p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3" name="Google Shape;1163;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4" name="Google Shape;1174;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5" name="Google Shape;1175;p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4" name="Google Shape;1194;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4" name="Google Shape;1204;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3" name="Google Shape;1213;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2" name="Google Shape;1222;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0" name="Google Shape;1240;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9" name="Google Shape;1249;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8" name="Google Shape;1258;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8" name="Google Shape;1268;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7" name="Google Shape;1277;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7" name="Google Shape;1287;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6" name="Google Shape;1306;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4" name="Google Shape;1314;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7" name="Shape 57"/>
        <p:cNvGrpSpPr/>
        <p:nvPr/>
      </p:nvGrpSpPr>
      <p:grpSpPr>
        <a:xfrm>
          <a:off x="0" y="0"/>
          <a:ext cx="0" cy="0"/>
          <a:chOff x="0" y="0"/>
          <a:chExt cx="0" cy="0"/>
        </a:xfrm>
      </p:grpSpPr>
      <p:grpSp>
        <p:nvGrpSpPr>
          <p:cNvPr id="58" name="Google Shape;58;p108"/>
          <p:cNvGrpSpPr/>
          <p:nvPr/>
        </p:nvGrpSpPr>
        <p:grpSpPr>
          <a:xfrm>
            <a:off x="-644959" y="0"/>
            <a:ext cx="10458653" cy="7117071"/>
            <a:chOff x="-644959" y="0"/>
            <a:chExt cx="10458653" cy="7117071"/>
          </a:xfrm>
        </p:grpSpPr>
        <p:grpSp>
          <p:nvGrpSpPr>
            <p:cNvPr id="59" name="Google Shape;59;p108"/>
            <p:cNvGrpSpPr/>
            <p:nvPr/>
          </p:nvGrpSpPr>
          <p:grpSpPr>
            <a:xfrm>
              <a:off x="0" y="0"/>
              <a:ext cx="9144000" cy="6858000"/>
              <a:chOff x="0" y="0"/>
              <a:chExt cx="9144000" cy="6858000"/>
            </a:xfrm>
          </p:grpSpPr>
          <p:grpSp>
            <p:nvGrpSpPr>
              <p:cNvPr id="60" name="Google Shape;60;p108"/>
              <p:cNvGrpSpPr/>
              <p:nvPr/>
            </p:nvGrpSpPr>
            <p:grpSpPr>
              <a:xfrm>
                <a:off x="0" y="0"/>
                <a:ext cx="2514600" cy="6858000"/>
                <a:chOff x="0" y="0"/>
                <a:chExt cx="2514600" cy="6858000"/>
              </a:xfrm>
            </p:grpSpPr>
            <p:sp>
              <p:nvSpPr>
                <p:cNvPr id="61" name="Google Shape;61;p108"/>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2" name="Google Shape;62;p108"/>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3" name="Google Shape;63;p108"/>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4" name="Google Shape;64;p108"/>
              <p:cNvGrpSpPr/>
              <p:nvPr/>
            </p:nvGrpSpPr>
            <p:grpSpPr>
              <a:xfrm>
                <a:off x="422910" y="0"/>
                <a:ext cx="2514600" cy="6858000"/>
                <a:chOff x="0" y="0"/>
                <a:chExt cx="2514600" cy="6858000"/>
              </a:xfrm>
            </p:grpSpPr>
            <p:sp>
              <p:nvSpPr>
                <p:cNvPr id="65" name="Google Shape;65;p108"/>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6" name="Google Shape;66;p108"/>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7" name="Google Shape;67;p108"/>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8" name="Google Shape;68;p108"/>
              <p:cNvGrpSpPr/>
              <p:nvPr/>
            </p:nvGrpSpPr>
            <p:grpSpPr>
              <a:xfrm rot="10800000">
                <a:off x="6629400" y="0"/>
                <a:ext cx="2514600" cy="6858000"/>
                <a:chOff x="0" y="0"/>
                <a:chExt cx="2514600" cy="6858000"/>
              </a:xfrm>
            </p:grpSpPr>
            <p:sp>
              <p:nvSpPr>
                <p:cNvPr id="69" name="Google Shape;69;p108"/>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0" name="Google Shape;70;p108"/>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1" name="Google Shape;71;p108"/>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2" name="Google Shape;72;p108"/>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3" name="Google Shape;73;p108"/>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4" name="Google Shape;74;p108"/>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5" name="Google Shape;75;p108"/>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6" name="Google Shape;76;p108"/>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7" name="Google Shape;77;p108"/>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8" name="Google Shape;78;p108"/>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9" name="Google Shape;79;p108"/>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80" name="Google Shape;80;p108"/>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1" name="Google Shape;81;p108"/>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2" name="Google Shape;82;p108"/>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3" name="Google Shape;83;p108"/>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4" name="Google Shape;84;p108"/>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5" name="Google Shape;85;p108"/>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6" name="Google Shape;86;p108"/>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7" name="Google Shape;87;p108"/>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8" name="Google Shape;88;p108"/>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9" name="Google Shape;89;p108"/>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0" name="Google Shape;90;p108"/>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1" name="Google Shape;91;p108"/>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2" name="Google Shape;92;p108"/>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3" name="Google Shape;93;p108"/>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4" name="Google Shape;94;p108"/>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5" name="Google Shape;95;p108"/>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6" name="Google Shape;96;p108"/>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97" name="Google Shape;97;p108"/>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8" name="Google Shape;98;p108"/>
          <p:cNvSpPr/>
          <p:nvPr/>
        </p:nvSpPr>
        <p:spPr>
          <a:xfrm>
            <a:off x="4649096" y="-21511"/>
            <a:ext cx="3505200" cy="23128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9" name="Google Shape;99;p108"/>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08"/>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368"/>
              <a:buNone/>
              <a:defRPr sz="1800">
                <a:solidFill>
                  <a:srgbClr val="424242"/>
                </a:solidFill>
              </a:defRPr>
            </a:lvl1pPr>
            <a:lvl2pPr lvl="1" algn="ctr">
              <a:spcBef>
                <a:spcPts val="440"/>
              </a:spcBef>
              <a:spcAft>
                <a:spcPts val="0"/>
              </a:spcAft>
              <a:buSzPts val="1672"/>
              <a:buNone/>
              <a:defRPr>
                <a:solidFill>
                  <a:srgbClr val="888888"/>
                </a:solidFill>
              </a:defRPr>
            </a:lvl2pPr>
            <a:lvl3pPr lvl="2" algn="ctr">
              <a:spcBef>
                <a:spcPts val="400"/>
              </a:spcBef>
              <a:spcAft>
                <a:spcPts val="0"/>
              </a:spcAft>
              <a:buSzPts val="1520"/>
              <a:buNone/>
              <a:defRPr>
                <a:solidFill>
                  <a:srgbClr val="888888"/>
                </a:solidFill>
              </a:defRPr>
            </a:lvl3pPr>
            <a:lvl4pPr lvl="3" algn="ctr">
              <a:spcBef>
                <a:spcPts val="360"/>
              </a:spcBef>
              <a:spcAft>
                <a:spcPts val="0"/>
              </a:spcAft>
              <a:buSzPts val="1368"/>
              <a:buNone/>
              <a:defRPr>
                <a:solidFill>
                  <a:srgbClr val="888888"/>
                </a:solidFill>
              </a:defRPr>
            </a:lvl4pPr>
            <a:lvl5pPr lvl="4" algn="ctr">
              <a:spcBef>
                <a:spcPts val="320"/>
              </a:spcBef>
              <a:spcAft>
                <a:spcPts val="0"/>
              </a:spcAft>
              <a:buSzPts val="1216"/>
              <a:buNone/>
              <a:defRPr>
                <a:solidFill>
                  <a:srgbClr val="888888"/>
                </a:solidFill>
              </a:defRPr>
            </a:lvl5pPr>
            <a:lvl6pPr lvl="5" algn="ctr">
              <a:spcBef>
                <a:spcPts val="280"/>
              </a:spcBef>
              <a:spcAft>
                <a:spcPts val="0"/>
              </a:spcAft>
              <a:buSzPts val="1064"/>
              <a:buNone/>
              <a:defRPr>
                <a:solidFill>
                  <a:srgbClr val="888888"/>
                </a:solidFill>
              </a:defRPr>
            </a:lvl6pPr>
            <a:lvl7pPr lvl="6" algn="ctr">
              <a:spcBef>
                <a:spcPts val="280"/>
              </a:spcBef>
              <a:spcAft>
                <a:spcPts val="0"/>
              </a:spcAft>
              <a:buSzPts val="1064"/>
              <a:buNone/>
              <a:defRPr>
                <a:solidFill>
                  <a:srgbClr val="888888"/>
                </a:solidFill>
              </a:defRPr>
            </a:lvl7pPr>
            <a:lvl8pPr lvl="7" algn="ctr">
              <a:spcBef>
                <a:spcPts val="280"/>
              </a:spcBef>
              <a:spcAft>
                <a:spcPts val="0"/>
              </a:spcAft>
              <a:buSzPts val="1064"/>
              <a:buNone/>
              <a:defRPr>
                <a:solidFill>
                  <a:srgbClr val="888888"/>
                </a:solidFill>
              </a:defRPr>
            </a:lvl8pPr>
            <a:lvl9pPr lvl="8" algn="ctr">
              <a:spcBef>
                <a:spcPts val="280"/>
              </a:spcBef>
              <a:spcAft>
                <a:spcPts val="0"/>
              </a:spcAft>
              <a:buSzPts val="1064"/>
              <a:buNone/>
              <a:defRPr>
                <a:solidFill>
                  <a:srgbClr val="888888"/>
                </a:solidFill>
              </a:defRPr>
            </a:lvl9pPr>
          </a:lstStyle>
          <a:p/>
        </p:txBody>
      </p:sp>
      <p:sp>
        <p:nvSpPr>
          <p:cNvPr id="101" name="Google Shape;101;p108"/>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08"/>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03" name="Google Shape;103;p108"/>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08"/>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accent1"/>
                </a:solidFill>
                <a:latin typeface="Century Gothic"/>
                <a:ea typeface="Century Gothic"/>
                <a:cs typeface="Century Gothic"/>
                <a:sym typeface="Century Gothic"/>
              </a:defRPr>
            </a:lvl1pPr>
            <a:lvl2pPr indent="0" lvl="1" marL="0" algn="l">
              <a:spcBef>
                <a:spcPts val="0"/>
              </a:spcBef>
              <a:buNone/>
              <a:defRPr b="0" i="0" sz="1200" u="none" cap="none" strike="noStrike">
                <a:solidFill>
                  <a:schemeClr val="accent1"/>
                </a:solidFill>
                <a:latin typeface="Century Gothic"/>
                <a:ea typeface="Century Gothic"/>
                <a:cs typeface="Century Gothic"/>
                <a:sym typeface="Century Gothic"/>
              </a:defRPr>
            </a:lvl2pPr>
            <a:lvl3pPr indent="0" lvl="2" marL="0" algn="l">
              <a:spcBef>
                <a:spcPts val="0"/>
              </a:spcBef>
              <a:buNone/>
              <a:defRPr b="0" i="0" sz="1200" u="none" cap="none" strike="noStrike">
                <a:solidFill>
                  <a:schemeClr val="accent1"/>
                </a:solidFill>
                <a:latin typeface="Century Gothic"/>
                <a:ea typeface="Century Gothic"/>
                <a:cs typeface="Century Gothic"/>
                <a:sym typeface="Century Gothic"/>
              </a:defRPr>
            </a:lvl3pPr>
            <a:lvl4pPr indent="0" lvl="3" marL="0" algn="l">
              <a:spcBef>
                <a:spcPts val="0"/>
              </a:spcBef>
              <a:buNone/>
              <a:defRPr b="0" i="0" sz="1200" u="none" cap="none" strike="noStrike">
                <a:solidFill>
                  <a:schemeClr val="accent1"/>
                </a:solidFill>
                <a:latin typeface="Century Gothic"/>
                <a:ea typeface="Century Gothic"/>
                <a:cs typeface="Century Gothic"/>
                <a:sym typeface="Century Gothic"/>
              </a:defRPr>
            </a:lvl4pPr>
            <a:lvl5pPr indent="0" lvl="4" marL="0" algn="l">
              <a:spcBef>
                <a:spcPts val="0"/>
              </a:spcBef>
              <a:buNone/>
              <a:defRPr b="0" i="0" sz="1200" u="none" cap="none" strike="noStrike">
                <a:solidFill>
                  <a:schemeClr val="accent1"/>
                </a:solidFill>
                <a:latin typeface="Century Gothic"/>
                <a:ea typeface="Century Gothic"/>
                <a:cs typeface="Century Gothic"/>
                <a:sym typeface="Century Gothic"/>
              </a:defRPr>
            </a:lvl5pPr>
            <a:lvl6pPr indent="0" lvl="5" marL="0" algn="l">
              <a:spcBef>
                <a:spcPts val="0"/>
              </a:spcBef>
              <a:buNone/>
              <a:defRPr b="0" i="0" sz="1200" u="none" cap="none" strike="noStrike">
                <a:solidFill>
                  <a:schemeClr val="accent1"/>
                </a:solidFill>
                <a:latin typeface="Century Gothic"/>
                <a:ea typeface="Century Gothic"/>
                <a:cs typeface="Century Gothic"/>
                <a:sym typeface="Century Gothic"/>
              </a:defRPr>
            </a:lvl6pPr>
            <a:lvl7pPr indent="0" lvl="6" marL="0" algn="l">
              <a:spcBef>
                <a:spcPts val="0"/>
              </a:spcBef>
              <a:buNone/>
              <a:defRPr b="0" i="0" sz="1200" u="none" cap="none" strike="noStrike">
                <a:solidFill>
                  <a:schemeClr val="accent1"/>
                </a:solidFill>
                <a:latin typeface="Century Gothic"/>
                <a:ea typeface="Century Gothic"/>
                <a:cs typeface="Century Gothic"/>
                <a:sym typeface="Century Gothic"/>
              </a:defRPr>
            </a:lvl7pPr>
            <a:lvl8pPr indent="0" lvl="7" marL="0" algn="l">
              <a:spcBef>
                <a:spcPts val="0"/>
              </a:spcBef>
              <a:buNone/>
              <a:defRPr b="0" i="0" sz="1200" u="none" cap="none" strike="noStrike">
                <a:solidFill>
                  <a:schemeClr val="accent1"/>
                </a:solidFill>
                <a:latin typeface="Century Gothic"/>
                <a:ea typeface="Century Gothic"/>
                <a:cs typeface="Century Gothic"/>
                <a:sym typeface="Century Gothic"/>
              </a:defRPr>
            </a:lvl8pPr>
            <a:lvl9pPr indent="0" lvl="8" marL="0" algn="l">
              <a:spcBef>
                <a:spcPts val="0"/>
              </a:spcBef>
              <a:buNone/>
              <a:defRPr b="0" i="0" sz="1200" u="none" cap="none" strike="noStrike">
                <a:solidFill>
                  <a:schemeClr val="accent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
        <p:nvSpPr>
          <p:cNvPr id="105" name="Google Shape;105;p108"/>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109"/>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09"/>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09" name="Google Shape;109;p10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0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0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110"/>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1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1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1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117" name="Google Shape;117;p110"/>
          <p:cNvSpPr txBox="1"/>
          <p:nvPr>
            <p:ph idx="1" type="body"/>
          </p:nvPr>
        </p:nvSpPr>
        <p:spPr>
          <a:xfrm>
            <a:off x="1042416" y="2313432"/>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18" name="Google Shape;118;p110"/>
          <p:cNvSpPr txBox="1"/>
          <p:nvPr>
            <p:ph idx="2" type="body"/>
          </p:nvPr>
        </p:nvSpPr>
        <p:spPr>
          <a:xfrm>
            <a:off x="4645152" y="2313431"/>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9" name="Shape 119"/>
        <p:cNvGrpSpPr/>
        <p:nvPr/>
      </p:nvGrpSpPr>
      <p:grpSpPr>
        <a:xfrm>
          <a:off x="0" y="0"/>
          <a:ext cx="0" cy="0"/>
          <a:chOff x="0" y="0"/>
          <a:chExt cx="0" cy="0"/>
        </a:xfrm>
      </p:grpSpPr>
      <p:sp>
        <p:nvSpPr>
          <p:cNvPr id="120" name="Google Shape;120;p111"/>
          <p:cNvSpPr txBox="1"/>
          <p:nvPr>
            <p:ph type="title"/>
          </p:nvPr>
        </p:nvSpPr>
        <p:spPr>
          <a:xfrm>
            <a:off x="1258645" y="2900829"/>
            <a:ext cx="6637468" cy="13620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11"/>
          <p:cNvSpPr txBox="1"/>
          <p:nvPr>
            <p:ph idx="1" type="body"/>
          </p:nvPr>
        </p:nvSpPr>
        <p:spPr>
          <a:xfrm>
            <a:off x="1258645" y="4267200"/>
            <a:ext cx="6637467" cy="1520413"/>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520"/>
              <a:buNone/>
              <a:defRPr sz="2000">
                <a:solidFill>
                  <a:srgbClr val="888888"/>
                </a:solidFill>
              </a:defRPr>
            </a:lvl1pPr>
            <a:lvl2pPr indent="-228600" lvl="1" marL="914400" algn="l">
              <a:spcBef>
                <a:spcPts val="360"/>
              </a:spcBef>
              <a:spcAft>
                <a:spcPts val="0"/>
              </a:spcAft>
              <a:buSzPts val="1368"/>
              <a:buNone/>
              <a:defRPr sz="1800">
                <a:solidFill>
                  <a:srgbClr val="888888"/>
                </a:solidFill>
              </a:defRPr>
            </a:lvl2pPr>
            <a:lvl3pPr indent="-228600" lvl="2" marL="1371600" algn="l">
              <a:spcBef>
                <a:spcPts val="320"/>
              </a:spcBef>
              <a:spcAft>
                <a:spcPts val="0"/>
              </a:spcAft>
              <a:buSzPts val="1216"/>
              <a:buNone/>
              <a:defRPr sz="1600">
                <a:solidFill>
                  <a:srgbClr val="888888"/>
                </a:solidFill>
              </a:defRPr>
            </a:lvl3pPr>
            <a:lvl4pPr indent="-228600" lvl="3" marL="1828800" algn="l">
              <a:spcBef>
                <a:spcPts val="280"/>
              </a:spcBef>
              <a:spcAft>
                <a:spcPts val="0"/>
              </a:spcAft>
              <a:buSzPts val="1064"/>
              <a:buNone/>
              <a:defRPr sz="1400">
                <a:solidFill>
                  <a:srgbClr val="888888"/>
                </a:solidFill>
              </a:defRPr>
            </a:lvl4pPr>
            <a:lvl5pPr indent="-228600" lvl="4" marL="2286000" algn="l">
              <a:spcBef>
                <a:spcPts val="280"/>
              </a:spcBef>
              <a:spcAft>
                <a:spcPts val="0"/>
              </a:spcAft>
              <a:buSzPts val="1064"/>
              <a:buNone/>
              <a:defRPr sz="1400">
                <a:solidFill>
                  <a:srgbClr val="888888"/>
                </a:solidFill>
              </a:defRPr>
            </a:lvl5pPr>
            <a:lvl6pPr indent="-228600" lvl="5" marL="2743200" algn="l">
              <a:spcBef>
                <a:spcPts val="280"/>
              </a:spcBef>
              <a:spcAft>
                <a:spcPts val="0"/>
              </a:spcAft>
              <a:buSzPts val="1064"/>
              <a:buNone/>
              <a:defRPr sz="1400">
                <a:solidFill>
                  <a:srgbClr val="888888"/>
                </a:solidFill>
              </a:defRPr>
            </a:lvl6pPr>
            <a:lvl7pPr indent="-228600" lvl="6" marL="3200400" algn="l">
              <a:spcBef>
                <a:spcPts val="280"/>
              </a:spcBef>
              <a:spcAft>
                <a:spcPts val="0"/>
              </a:spcAft>
              <a:buSzPts val="1064"/>
              <a:buNone/>
              <a:defRPr sz="1400">
                <a:solidFill>
                  <a:srgbClr val="888888"/>
                </a:solidFill>
              </a:defRPr>
            </a:lvl7pPr>
            <a:lvl8pPr indent="-228600" lvl="7" marL="3657600" algn="l">
              <a:spcBef>
                <a:spcPts val="280"/>
              </a:spcBef>
              <a:spcAft>
                <a:spcPts val="0"/>
              </a:spcAft>
              <a:buSzPts val="1064"/>
              <a:buNone/>
              <a:defRPr sz="1400">
                <a:solidFill>
                  <a:srgbClr val="888888"/>
                </a:solidFill>
              </a:defRPr>
            </a:lvl8pPr>
            <a:lvl9pPr indent="-228600" lvl="8" marL="4114800" algn="l">
              <a:spcBef>
                <a:spcPts val="280"/>
              </a:spcBef>
              <a:spcAft>
                <a:spcPts val="0"/>
              </a:spcAft>
              <a:buSzPts val="1064"/>
              <a:buNone/>
              <a:defRPr sz="1400">
                <a:solidFill>
                  <a:srgbClr val="888888"/>
                </a:solidFill>
              </a:defRPr>
            </a:lvl9pPr>
          </a:lstStyle>
          <a:p/>
        </p:txBody>
      </p:sp>
      <p:sp>
        <p:nvSpPr>
          <p:cNvPr id="122" name="Google Shape;122;p11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1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1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112"/>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12"/>
          <p:cNvSpPr txBox="1"/>
          <p:nvPr>
            <p:ph idx="1" type="body"/>
          </p:nvPr>
        </p:nvSpPr>
        <p:spPr>
          <a:xfrm>
            <a:off x="1412111" y="2316009"/>
            <a:ext cx="305714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28" name="Google Shape;128;p112"/>
          <p:cNvSpPr txBox="1"/>
          <p:nvPr>
            <p:ph idx="2" type="body"/>
          </p:nvPr>
        </p:nvSpPr>
        <p:spPr>
          <a:xfrm>
            <a:off x="1041721"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29" name="Google Shape;129;p112"/>
          <p:cNvSpPr txBox="1"/>
          <p:nvPr>
            <p:ph idx="3" type="body"/>
          </p:nvPr>
        </p:nvSpPr>
        <p:spPr>
          <a:xfrm>
            <a:off x="5011837" y="2316010"/>
            <a:ext cx="30557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30" name="Google Shape;130;p112"/>
          <p:cNvSpPr txBox="1"/>
          <p:nvPr>
            <p:ph idx="4" type="body"/>
          </p:nvPr>
        </p:nvSpPr>
        <p:spPr>
          <a:xfrm>
            <a:off x="4645152"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31" name="Google Shape;131;p11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1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1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113"/>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1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1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1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p11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1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1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43" name="Shape 143"/>
        <p:cNvGrpSpPr/>
        <p:nvPr/>
      </p:nvGrpSpPr>
      <p:grpSpPr>
        <a:xfrm>
          <a:off x="0" y="0"/>
          <a:ext cx="0" cy="0"/>
          <a:chOff x="0" y="0"/>
          <a:chExt cx="0" cy="0"/>
        </a:xfrm>
      </p:grpSpPr>
      <p:grpSp>
        <p:nvGrpSpPr>
          <p:cNvPr id="144" name="Google Shape;144;p115"/>
          <p:cNvGrpSpPr/>
          <p:nvPr/>
        </p:nvGrpSpPr>
        <p:grpSpPr>
          <a:xfrm>
            <a:off x="-644959" y="0"/>
            <a:ext cx="10458653" cy="7117071"/>
            <a:chOff x="-644959" y="0"/>
            <a:chExt cx="10458653" cy="7117071"/>
          </a:xfrm>
        </p:grpSpPr>
        <p:grpSp>
          <p:nvGrpSpPr>
            <p:cNvPr id="145" name="Google Shape;145;p115"/>
            <p:cNvGrpSpPr/>
            <p:nvPr/>
          </p:nvGrpSpPr>
          <p:grpSpPr>
            <a:xfrm>
              <a:off x="0" y="0"/>
              <a:ext cx="9144000" cy="6858000"/>
              <a:chOff x="0" y="0"/>
              <a:chExt cx="9144000" cy="6858000"/>
            </a:xfrm>
          </p:grpSpPr>
          <p:grpSp>
            <p:nvGrpSpPr>
              <p:cNvPr id="146" name="Google Shape;146;p115"/>
              <p:cNvGrpSpPr/>
              <p:nvPr/>
            </p:nvGrpSpPr>
            <p:grpSpPr>
              <a:xfrm>
                <a:off x="0" y="0"/>
                <a:ext cx="2514600" cy="6858000"/>
                <a:chOff x="0" y="0"/>
                <a:chExt cx="2514600" cy="6858000"/>
              </a:xfrm>
            </p:grpSpPr>
            <p:sp>
              <p:nvSpPr>
                <p:cNvPr id="147" name="Google Shape;147;p11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48" name="Google Shape;148;p11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49" name="Google Shape;149;p11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150" name="Google Shape;150;p115"/>
              <p:cNvGrpSpPr/>
              <p:nvPr/>
            </p:nvGrpSpPr>
            <p:grpSpPr>
              <a:xfrm>
                <a:off x="422910" y="0"/>
                <a:ext cx="2514600" cy="6858000"/>
                <a:chOff x="0" y="0"/>
                <a:chExt cx="2514600" cy="6858000"/>
              </a:xfrm>
            </p:grpSpPr>
            <p:sp>
              <p:nvSpPr>
                <p:cNvPr id="151" name="Google Shape;151;p11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2" name="Google Shape;152;p11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3" name="Google Shape;153;p11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154" name="Google Shape;154;p115"/>
              <p:cNvGrpSpPr/>
              <p:nvPr/>
            </p:nvGrpSpPr>
            <p:grpSpPr>
              <a:xfrm rot="10800000">
                <a:off x="6629400" y="0"/>
                <a:ext cx="2514600" cy="6858000"/>
                <a:chOff x="0" y="0"/>
                <a:chExt cx="2514600" cy="6858000"/>
              </a:xfrm>
            </p:grpSpPr>
            <p:sp>
              <p:nvSpPr>
                <p:cNvPr id="155" name="Google Shape;155;p11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6" name="Google Shape;156;p11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7" name="Google Shape;157;p11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158" name="Google Shape;158;p115"/>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59" name="Google Shape;159;p115"/>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0" name="Google Shape;160;p115"/>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161" name="Google Shape;161;p115"/>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2" name="Google Shape;162;p115"/>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3" name="Google Shape;163;p115"/>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4" name="Google Shape;164;p115"/>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5" name="Google Shape;165;p115"/>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6" name="Google Shape;166;p115"/>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7" name="Google Shape;167;p115"/>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8" name="Google Shape;168;p115"/>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69" name="Google Shape;169;p115"/>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0" name="Google Shape;170;p115"/>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1" name="Google Shape;171;p115"/>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2" name="Google Shape;172;p115"/>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3" name="Google Shape;173;p115"/>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4" name="Google Shape;174;p115"/>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5" name="Google Shape;175;p115"/>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6" name="Google Shape;176;p115"/>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7" name="Google Shape;177;p115"/>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8" name="Google Shape;178;p115"/>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79" name="Google Shape;179;p115"/>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0" name="Google Shape;180;p115"/>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1" name="Google Shape;181;p115"/>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2" name="Google Shape;182;p115"/>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183" name="Google Shape;183;p115"/>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4" name="Google Shape;184;p115"/>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5" name="Google Shape;185;p11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11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187" name="Google Shape;187;p115"/>
          <p:cNvSpPr/>
          <p:nvPr/>
        </p:nvSpPr>
        <p:spPr>
          <a:xfrm>
            <a:off x="905571" y="601883"/>
            <a:ext cx="3562257" cy="5648445"/>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88" name="Google Shape;188;p115"/>
          <p:cNvSpPr txBox="1"/>
          <p:nvPr>
            <p:ph idx="1" type="body"/>
          </p:nvPr>
        </p:nvSpPr>
        <p:spPr>
          <a:xfrm>
            <a:off x="1145894" y="856527"/>
            <a:ext cx="3090440" cy="5150734"/>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34772" lvl="1" marL="914400" algn="l">
              <a:spcBef>
                <a:spcPts val="440"/>
              </a:spcBef>
              <a:spcAft>
                <a:spcPts val="0"/>
              </a:spcAft>
              <a:buSzPts val="1672"/>
              <a:buChar char="🞇"/>
              <a:defRPr sz="2200"/>
            </a:lvl2pPr>
            <a:lvl3pPr indent="-325119" lvl="2" marL="1371600" algn="l">
              <a:spcBef>
                <a:spcPts val="400"/>
              </a:spcBef>
              <a:spcAft>
                <a:spcPts val="0"/>
              </a:spcAft>
              <a:buSzPts val="1520"/>
              <a:buChar char="🞇"/>
              <a:defRPr sz="2000"/>
            </a:lvl3pPr>
            <a:lvl4pPr indent="-315467" lvl="3" marL="1828800" algn="l">
              <a:spcBef>
                <a:spcPts val="360"/>
              </a:spcBef>
              <a:spcAft>
                <a:spcPts val="0"/>
              </a:spcAft>
              <a:buSzPts val="1368"/>
              <a:buChar char="🞇"/>
              <a:defRPr sz="1800"/>
            </a:lvl4pPr>
            <a:lvl5pPr indent="-305816" lvl="4" marL="2286000" algn="l">
              <a:spcBef>
                <a:spcPts val="320"/>
              </a:spcBef>
              <a:spcAft>
                <a:spcPts val="0"/>
              </a:spcAft>
              <a:buSzPts val="1216"/>
              <a:buChar char="🞇"/>
              <a:defRPr sz="1600"/>
            </a:lvl5pPr>
            <a:lvl6pPr indent="-325120" lvl="5" marL="2743200" algn="l">
              <a:spcBef>
                <a:spcPts val="400"/>
              </a:spcBef>
              <a:spcAft>
                <a:spcPts val="0"/>
              </a:spcAft>
              <a:buSzPts val="1520"/>
              <a:buChar char="🞇"/>
              <a:defRPr sz="2000"/>
            </a:lvl6pPr>
            <a:lvl7pPr indent="-325120" lvl="6" marL="3200400" algn="l">
              <a:spcBef>
                <a:spcPts val="400"/>
              </a:spcBef>
              <a:spcAft>
                <a:spcPts val="0"/>
              </a:spcAft>
              <a:buSzPts val="1520"/>
              <a:buChar char="🞇"/>
              <a:defRPr sz="2000"/>
            </a:lvl7pPr>
            <a:lvl8pPr indent="-325120" lvl="7" marL="3657600" algn="l">
              <a:spcBef>
                <a:spcPts val="400"/>
              </a:spcBef>
              <a:spcAft>
                <a:spcPts val="0"/>
              </a:spcAft>
              <a:buSzPts val="1520"/>
              <a:buChar char="🞇"/>
              <a:defRPr sz="2000"/>
            </a:lvl8pPr>
            <a:lvl9pPr indent="-325120" lvl="8" marL="4114800" algn="l">
              <a:spcBef>
                <a:spcPts val="400"/>
              </a:spcBef>
              <a:spcAft>
                <a:spcPts val="0"/>
              </a:spcAft>
              <a:buSzPts val="1520"/>
              <a:buChar char="🞇"/>
              <a:defRPr sz="2000"/>
            </a:lvl9pPr>
          </a:lstStyle>
          <a:p/>
        </p:txBody>
      </p:sp>
      <p:sp>
        <p:nvSpPr>
          <p:cNvPr id="189" name="Google Shape;189;p115"/>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0" name="Google Shape;190;p115"/>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15"/>
          <p:cNvSpPr txBox="1"/>
          <p:nvPr>
            <p:ph type="title"/>
          </p:nvPr>
        </p:nvSpPr>
        <p:spPr>
          <a:xfrm>
            <a:off x="4739833" y="2657434"/>
            <a:ext cx="3304572" cy="146315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15"/>
          <p:cNvSpPr txBox="1"/>
          <p:nvPr>
            <p:ph idx="2" type="body"/>
          </p:nvPr>
        </p:nvSpPr>
        <p:spPr>
          <a:xfrm>
            <a:off x="4736592" y="4136994"/>
            <a:ext cx="3298784" cy="1517904"/>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93" name="Shape 193"/>
        <p:cNvGrpSpPr/>
        <p:nvPr/>
      </p:nvGrpSpPr>
      <p:grpSpPr>
        <a:xfrm>
          <a:off x="0" y="0"/>
          <a:ext cx="0" cy="0"/>
          <a:chOff x="0" y="0"/>
          <a:chExt cx="0" cy="0"/>
        </a:xfrm>
      </p:grpSpPr>
      <p:grpSp>
        <p:nvGrpSpPr>
          <p:cNvPr id="194" name="Google Shape;194;p116"/>
          <p:cNvGrpSpPr/>
          <p:nvPr/>
        </p:nvGrpSpPr>
        <p:grpSpPr>
          <a:xfrm>
            <a:off x="-644959" y="0"/>
            <a:ext cx="10458653" cy="7117071"/>
            <a:chOff x="-644959" y="0"/>
            <a:chExt cx="10458653" cy="7117071"/>
          </a:xfrm>
        </p:grpSpPr>
        <p:grpSp>
          <p:nvGrpSpPr>
            <p:cNvPr id="195" name="Google Shape;195;p116"/>
            <p:cNvGrpSpPr/>
            <p:nvPr/>
          </p:nvGrpSpPr>
          <p:grpSpPr>
            <a:xfrm>
              <a:off x="0" y="0"/>
              <a:ext cx="9144000" cy="6858000"/>
              <a:chOff x="0" y="0"/>
              <a:chExt cx="9144000" cy="6858000"/>
            </a:xfrm>
          </p:grpSpPr>
          <p:grpSp>
            <p:nvGrpSpPr>
              <p:cNvPr id="196" name="Google Shape;196;p116"/>
              <p:cNvGrpSpPr/>
              <p:nvPr/>
            </p:nvGrpSpPr>
            <p:grpSpPr>
              <a:xfrm>
                <a:off x="0" y="0"/>
                <a:ext cx="2514600" cy="6858000"/>
                <a:chOff x="0" y="0"/>
                <a:chExt cx="2514600" cy="6858000"/>
              </a:xfrm>
            </p:grpSpPr>
            <p:sp>
              <p:nvSpPr>
                <p:cNvPr id="197" name="Google Shape;197;p116"/>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8" name="Google Shape;198;p116"/>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9" name="Google Shape;199;p116"/>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200" name="Google Shape;200;p116"/>
              <p:cNvGrpSpPr/>
              <p:nvPr/>
            </p:nvGrpSpPr>
            <p:grpSpPr>
              <a:xfrm>
                <a:off x="422910" y="0"/>
                <a:ext cx="2514600" cy="6858000"/>
                <a:chOff x="0" y="0"/>
                <a:chExt cx="2514600" cy="6858000"/>
              </a:xfrm>
            </p:grpSpPr>
            <p:sp>
              <p:nvSpPr>
                <p:cNvPr id="201" name="Google Shape;201;p116"/>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2" name="Google Shape;202;p116"/>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3" name="Google Shape;203;p116"/>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204" name="Google Shape;204;p116"/>
              <p:cNvGrpSpPr/>
              <p:nvPr/>
            </p:nvGrpSpPr>
            <p:grpSpPr>
              <a:xfrm rot="10800000">
                <a:off x="6629400" y="0"/>
                <a:ext cx="2514600" cy="6858000"/>
                <a:chOff x="0" y="0"/>
                <a:chExt cx="2514600" cy="6858000"/>
              </a:xfrm>
            </p:grpSpPr>
            <p:sp>
              <p:nvSpPr>
                <p:cNvPr id="205" name="Google Shape;205;p116"/>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6" name="Google Shape;206;p116"/>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7" name="Google Shape;207;p116"/>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08" name="Google Shape;208;p116"/>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9" name="Google Shape;209;p116"/>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0" name="Google Shape;210;p116"/>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11" name="Google Shape;211;p116"/>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2" name="Google Shape;212;p116"/>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3" name="Google Shape;213;p116"/>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4" name="Google Shape;214;p116"/>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5" name="Google Shape;215;p116"/>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6" name="Google Shape;216;p116"/>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7" name="Google Shape;217;p116"/>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8" name="Google Shape;218;p116"/>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9" name="Google Shape;219;p116"/>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0" name="Google Shape;220;p116"/>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1" name="Google Shape;221;p116"/>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2" name="Google Shape;222;p116"/>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3" name="Google Shape;223;p116"/>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4" name="Google Shape;224;p116"/>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5" name="Google Shape;225;p116"/>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6" name="Google Shape;226;p116"/>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7" name="Google Shape;227;p116"/>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8" name="Google Shape;228;p116"/>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9" name="Google Shape;229;p116"/>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0" name="Google Shape;230;p116"/>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1" name="Google Shape;231;p116"/>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2" name="Google Shape;232;p116"/>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33" name="Google Shape;233;p116"/>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4" name="Google Shape;234;p116"/>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5" name="Google Shape;235;p116"/>
          <p:cNvSpPr/>
          <p:nvPr/>
        </p:nvSpPr>
        <p:spPr>
          <a:xfrm>
            <a:off x="905571" y="601883"/>
            <a:ext cx="3562257" cy="5648445"/>
          </a:xfrm>
          <a:prstGeom prst="rect">
            <a:avLst/>
          </a:prstGeom>
          <a:solidFill>
            <a:srgbClr val="FFFFFF"/>
          </a:solidFill>
          <a:ln cap="flat" cmpd="sng" w="9525">
            <a:solidFill>
              <a:srgbClr val="1E1E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6" name="Google Shape;236;p116"/>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7" name="Google Shape;237;p116"/>
          <p:cNvSpPr txBox="1"/>
          <p:nvPr>
            <p:ph type="title"/>
          </p:nvPr>
        </p:nvSpPr>
        <p:spPr>
          <a:xfrm>
            <a:off x="4734424" y="2660904"/>
            <a:ext cx="3300984" cy="146304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116"/>
          <p:cNvSpPr/>
          <p:nvPr>
            <p:ph idx="2" type="pic"/>
          </p:nvPr>
        </p:nvSpPr>
        <p:spPr>
          <a:xfrm>
            <a:off x="1005208" y="693795"/>
            <a:ext cx="3359623" cy="5468112"/>
          </a:xfrm>
          <a:prstGeom prst="rect">
            <a:avLst/>
          </a:prstGeom>
          <a:noFill/>
          <a:ln>
            <a:noFill/>
          </a:ln>
        </p:spPr>
      </p:sp>
      <p:sp>
        <p:nvSpPr>
          <p:cNvPr id="239" name="Google Shape;239;p116"/>
          <p:cNvSpPr txBox="1"/>
          <p:nvPr>
            <p:ph idx="1" type="body"/>
          </p:nvPr>
        </p:nvSpPr>
        <p:spPr>
          <a:xfrm>
            <a:off x="4734630" y="4133088"/>
            <a:ext cx="3300573" cy="1519561"/>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
        <p:nvSpPr>
          <p:cNvPr id="240" name="Google Shape;240;p11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116"/>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11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3" name="Shape 243"/>
        <p:cNvGrpSpPr/>
        <p:nvPr/>
      </p:nvGrpSpPr>
      <p:grpSpPr>
        <a:xfrm>
          <a:off x="0" y="0"/>
          <a:ext cx="0" cy="0"/>
          <a:chOff x="0" y="0"/>
          <a:chExt cx="0" cy="0"/>
        </a:xfrm>
      </p:grpSpPr>
      <p:sp>
        <p:nvSpPr>
          <p:cNvPr id="244" name="Google Shape;244;p117"/>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117"/>
          <p:cNvSpPr txBox="1"/>
          <p:nvPr>
            <p:ph idx="1" type="body"/>
          </p:nvPr>
        </p:nvSpPr>
        <p:spPr>
          <a:xfrm rot="5400000">
            <a:off x="2677662" y="689482"/>
            <a:ext cx="3508977" cy="677731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46" name="Google Shape;246;p11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1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11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9" name="Shape 249"/>
        <p:cNvGrpSpPr/>
        <p:nvPr/>
      </p:nvGrpSpPr>
      <p:grpSpPr>
        <a:xfrm>
          <a:off x="0" y="0"/>
          <a:ext cx="0" cy="0"/>
          <a:chOff x="0" y="0"/>
          <a:chExt cx="0" cy="0"/>
        </a:xfrm>
      </p:grpSpPr>
      <p:sp>
        <p:nvSpPr>
          <p:cNvPr id="250" name="Google Shape;250;p118"/>
          <p:cNvSpPr txBox="1"/>
          <p:nvPr>
            <p:ph type="title"/>
          </p:nvPr>
        </p:nvSpPr>
        <p:spPr>
          <a:xfrm rot="5400000">
            <a:off x="4981455" y="2678093"/>
            <a:ext cx="4780344" cy="14844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118"/>
          <p:cNvSpPr txBox="1"/>
          <p:nvPr>
            <p:ph idx="1" type="body"/>
          </p:nvPr>
        </p:nvSpPr>
        <p:spPr>
          <a:xfrm rot="5400000">
            <a:off x="1374976" y="708467"/>
            <a:ext cx="4780344" cy="5423704"/>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52" name="Google Shape;252;p11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11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11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1F15E"/>
            </a:gs>
            <a:gs pos="62000">
              <a:srgbClr val="90BA3F"/>
            </a:gs>
            <a:gs pos="100000">
              <a:srgbClr val="7FA03E"/>
            </a:gs>
          </a:gsLst>
          <a:lin ang="5400000" scaled="0"/>
        </a:gradFill>
      </p:bgPr>
    </p:bg>
    <p:spTree>
      <p:nvGrpSpPr>
        <p:cNvPr id="9" name="Shape 9"/>
        <p:cNvGrpSpPr/>
        <p:nvPr/>
      </p:nvGrpSpPr>
      <p:grpSpPr>
        <a:xfrm>
          <a:off x="0" y="0"/>
          <a:ext cx="0" cy="0"/>
          <a:chOff x="0" y="0"/>
          <a:chExt cx="0" cy="0"/>
        </a:xfrm>
      </p:grpSpPr>
      <p:grpSp>
        <p:nvGrpSpPr>
          <p:cNvPr id="10" name="Google Shape;10;p107"/>
          <p:cNvGrpSpPr/>
          <p:nvPr/>
        </p:nvGrpSpPr>
        <p:grpSpPr>
          <a:xfrm>
            <a:off x="-567355" y="0"/>
            <a:ext cx="10458653" cy="7117071"/>
            <a:chOff x="-644959" y="0"/>
            <a:chExt cx="10458653" cy="7117071"/>
          </a:xfrm>
        </p:grpSpPr>
        <p:grpSp>
          <p:nvGrpSpPr>
            <p:cNvPr id="11" name="Google Shape;11;p107"/>
            <p:cNvGrpSpPr/>
            <p:nvPr/>
          </p:nvGrpSpPr>
          <p:grpSpPr>
            <a:xfrm>
              <a:off x="0" y="0"/>
              <a:ext cx="9144000" cy="6858000"/>
              <a:chOff x="0" y="0"/>
              <a:chExt cx="9144000" cy="6858000"/>
            </a:xfrm>
          </p:grpSpPr>
          <p:grpSp>
            <p:nvGrpSpPr>
              <p:cNvPr id="12" name="Google Shape;12;p107"/>
              <p:cNvGrpSpPr/>
              <p:nvPr/>
            </p:nvGrpSpPr>
            <p:grpSpPr>
              <a:xfrm>
                <a:off x="0" y="0"/>
                <a:ext cx="2514600" cy="6858000"/>
                <a:chOff x="0" y="0"/>
                <a:chExt cx="2514600" cy="6858000"/>
              </a:xfrm>
            </p:grpSpPr>
            <p:sp>
              <p:nvSpPr>
                <p:cNvPr id="13" name="Google Shape;13;p107"/>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 name="Google Shape;14;p107"/>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 name="Google Shape;15;p107"/>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6" name="Google Shape;16;p107"/>
              <p:cNvGrpSpPr/>
              <p:nvPr/>
            </p:nvGrpSpPr>
            <p:grpSpPr>
              <a:xfrm>
                <a:off x="422910" y="0"/>
                <a:ext cx="2514600" cy="6858000"/>
                <a:chOff x="0" y="0"/>
                <a:chExt cx="2514600" cy="6858000"/>
              </a:xfrm>
            </p:grpSpPr>
            <p:sp>
              <p:nvSpPr>
                <p:cNvPr id="17" name="Google Shape;17;p107"/>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 name="Google Shape;18;p107"/>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 name="Google Shape;19;p107"/>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20" name="Google Shape;20;p107"/>
              <p:cNvGrpSpPr/>
              <p:nvPr/>
            </p:nvGrpSpPr>
            <p:grpSpPr>
              <a:xfrm rot="10800000">
                <a:off x="6629400" y="0"/>
                <a:ext cx="2514600" cy="6858000"/>
                <a:chOff x="0" y="0"/>
                <a:chExt cx="2514600" cy="6858000"/>
              </a:xfrm>
            </p:grpSpPr>
            <p:sp>
              <p:nvSpPr>
                <p:cNvPr id="21" name="Google Shape;21;p107"/>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 name="Google Shape;22;p107"/>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 name="Google Shape;23;p107"/>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4" name="Google Shape;24;p107"/>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5" name="Google Shape;25;p107"/>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6" name="Google Shape;26;p107"/>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7" name="Google Shape;27;p107"/>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8" name="Google Shape;28;p107"/>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9" name="Google Shape;29;p107"/>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0" name="Google Shape;30;p107"/>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1" name="Google Shape;31;p107"/>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2" name="Google Shape;32;p107"/>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3" name="Google Shape;33;p107"/>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4" name="Google Shape;34;p107"/>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5" name="Google Shape;35;p107"/>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6" name="Google Shape;36;p107"/>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7" name="Google Shape;37;p107"/>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8" name="Google Shape;38;p107"/>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9" name="Google Shape;39;p107"/>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0" name="Google Shape;40;p107"/>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1" name="Google Shape;41;p107"/>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2" name="Google Shape;42;p107"/>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3" name="Google Shape;43;p107"/>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4" name="Google Shape;44;p107"/>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5" name="Google Shape;45;p107"/>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6" name="Google Shape;46;p107"/>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7" name="Google Shape;47;p107"/>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8" name="Google Shape;48;p107"/>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49" name="Google Shape;49;p107"/>
          <p:cNvSpPr/>
          <p:nvPr/>
        </p:nvSpPr>
        <p:spPr>
          <a:xfrm>
            <a:off x="457200" y="333487"/>
            <a:ext cx="8229600" cy="6185647"/>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0" name="Google Shape;50;p107"/>
          <p:cNvSpPr/>
          <p:nvPr/>
        </p:nvSpPr>
        <p:spPr>
          <a:xfrm>
            <a:off x="4561242" y="-21511"/>
            <a:ext cx="3679116" cy="699244"/>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1" name="Google Shape;51;p107"/>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2" name="Google Shape;52;p107"/>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accent1"/>
              </a:buClr>
              <a:buSzPts val="4000"/>
              <a:buFont typeface="Century Gothic"/>
              <a:buNone/>
              <a:defRPr b="0" i="0" sz="4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3" name="Google Shape;53;p107"/>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Century Gothic"/>
                <a:ea typeface="Century Gothic"/>
                <a:cs typeface="Century Gothic"/>
                <a:sym typeface="Century Gothic"/>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Century Gothic"/>
                <a:ea typeface="Century Gothic"/>
                <a:cs typeface="Century Gothic"/>
                <a:sym typeface="Century Gothic"/>
              </a:defRPr>
            </a:lvl2pPr>
            <a:lvl3pPr indent="-325119"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Century Gothic"/>
                <a:ea typeface="Century Gothic"/>
                <a:cs typeface="Century Gothic"/>
                <a:sym typeface="Century Gothic"/>
              </a:defRPr>
            </a:lvl3pPr>
            <a:lvl4pPr indent="-315467"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Century Gothic"/>
                <a:ea typeface="Century Gothic"/>
                <a:cs typeface="Century Gothic"/>
                <a:sym typeface="Century Gothic"/>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Century Gothic"/>
                <a:ea typeface="Century Gothic"/>
                <a:cs typeface="Century Gothic"/>
                <a:sym typeface="Century Gothic"/>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9pPr>
          </a:lstStyle>
          <a:p/>
        </p:txBody>
      </p:sp>
      <p:sp>
        <p:nvSpPr>
          <p:cNvPr id="54" name="Google Shape;54;p10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FEFEFE"/>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5" name="Google Shape;55;p10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6" name="Google Shape;56;p10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Century Gothic"/>
                <a:ea typeface="Century Gothic"/>
                <a:cs typeface="Century Gothic"/>
                <a:sym typeface="Century Gothic"/>
              </a:defRPr>
            </a:lvl1pPr>
            <a:lvl2pPr indent="0" lvl="1" marL="0" marR="0" rtl="0" algn="l">
              <a:spcBef>
                <a:spcPts val="0"/>
              </a:spcBef>
              <a:buNone/>
              <a:defRPr b="0" i="0" sz="1200" u="none" cap="none" strike="noStrike">
                <a:solidFill>
                  <a:srgbClr val="FEFEFE"/>
                </a:solidFill>
                <a:latin typeface="Century Gothic"/>
                <a:ea typeface="Century Gothic"/>
                <a:cs typeface="Century Gothic"/>
                <a:sym typeface="Century Gothic"/>
              </a:defRPr>
            </a:lvl2pPr>
            <a:lvl3pPr indent="0" lvl="2" marL="0" marR="0" rtl="0" algn="l">
              <a:spcBef>
                <a:spcPts val="0"/>
              </a:spcBef>
              <a:buNone/>
              <a:defRPr b="0" i="0" sz="1200" u="none" cap="none" strike="noStrike">
                <a:solidFill>
                  <a:srgbClr val="FEFEFE"/>
                </a:solidFill>
                <a:latin typeface="Century Gothic"/>
                <a:ea typeface="Century Gothic"/>
                <a:cs typeface="Century Gothic"/>
                <a:sym typeface="Century Gothic"/>
              </a:defRPr>
            </a:lvl3pPr>
            <a:lvl4pPr indent="0" lvl="3" marL="0" marR="0" rtl="0" algn="l">
              <a:spcBef>
                <a:spcPts val="0"/>
              </a:spcBef>
              <a:buNone/>
              <a:defRPr b="0" i="0" sz="1200" u="none" cap="none" strike="noStrike">
                <a:solidFill>
                  <a:srgbClr val="FEFEFE"/>
                </a:solidFill>
                <a:latin typeface="Century Gothic"/>
                <a:ea typeface="Century Gothic"/>
                <a:cs typeface="Century Gothic"/>
                <a:sym typeface="Century Gothic"/>
              </a:defRPr>
            </a:lvl4pPr>
            <a:lvl5pPr indent="0" lvl="4" marL="0" marR="0" rtl="0" algn="l">
              <a:spcBef>
                <a:spcPts val="0"/>
              </a:spcBef>
              <a:buNone/>
              <a:defRPr b="0" i="0" sz="1200" u="none" cap="none" strike="noStrike">
                <a:solidFill>
                  <a:srgbClr val="FEFEFE"/>
                </a:solidFill>
                <a:latin typeface="Century Gothic"/>
                <a:ea typeface="Century Gothic"/>
                <a:cs typeface="Century Gothic"/>
                <a:sym typeface="Century Gothic"/>
              </a:defRPr>
            </a:lvl5pPr>
            <a:lvl6pPr indent="0" lvl="5" marL="0" marR="0" rtl="0" algn="l">
              <a:spcBef>
                <a:spcPts val="0"/>
              </a:spcBef>
              <a:buNone/>
              <a:defRPr b="0" i="0" sz="1200" u="none" cap="none" strike="noStrike">
                <a:solidFill>
                  <a:srgbClr val="FEFEFE"/>
                </a:solidFill>
                <a:latin typeface="Century Gothic"/>
                <a:ea typeface="Century Gothic"/>
                <a:cs typeface="Century Gothic"/>
                <a:sym typeface="Century Gothic"/>
              </a:defRPr>
            </a:lvl6pPr>
            <a:lvl7pPr indent="0" lvl="6" marL="0" marR="0" rtl="0" algn="l">
              <a:spcBef>
                <a:spcPts val="0"/>
              </a:spcBef>
              <a:buNone/>
              <a:defRPr b="0" i="0" sz="1200" u="none" cap="none" strike="noStrike">
                <a:solidFill>
                  <a:srgbClr val="FEFEFE"/>
                </a:solidFill>
                <a:latin typeface="Century Gothic"/>
                <a:ea typeface="Century Gothic"/>
                <a:cs typeface="Century Gothic"/>
                <a:sym typeface="Century Gothic"/>
              </a:defRPr>
            </a:lvl7pPr>
            <a:lvl8pPr indent="0" lvl="7" marL="0" marR="0" rtl="0" algn="l">
              <a:spcBef>
                <a:spcPts val="0"/>
              </a:spcBef>
              <a:buNone/>
              <a:defRPr b="0" i="0" sz="1200" u="none" cap="none" strike="noStrike">
                <a:solidFill>
                  <a:srgbClr val="FEFEFE"/>
                </a:solidFill>
                <a:latin typeface="Century Gothic"/>
                <a:ea typeface="Century Gothic"/>
                <a:cs typeface="Century Gothic"/>
                <a:sym typeface="Century Gothic"/>
              </a:defRPr>
            </a:lvl8pPr>
            <a:lvl9pPr indent="0" lvl="8" marL="0" marR="0" rtl="0" algn="l">
              <a:spcBef>
                <a:spcPts val="0"/>
              </a:spcBef>
              <a:buNone/>
              <a:defRPr b="0" i="0" sz="1200" u="none" cap="none" strike="noStrike">
                <a:solidFill>
                  <a:srgbClr val="FEFEFE"/>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8.jpg"/><Relationship Id="rId5"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8.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9.jpg"/><Relationship Id="rId4" Type="http://schemas.openxmlformats.org/officeDocument/2006/relationships/image" Target="../media/image31.jpg"/><Relationship Id="rId5" Type="http://schemas.openxmlformats.org/officeDocument/2006/relationships/image" Target="../media/image32.jpg"/><Relationship Id="rId6" Type="http://schemas.openxmlformats.org/officeDocument/2006/relationships/image" Target="../media/image3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9.jpg"/><Relationship Id="rId4" Type="http://schemas.openxmlformats.org/officeDocument/2006/relationships/image" Target="../media/image3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2.jpg"/><Relationship Id="rId4" Type="http://schemas.openxmlformats.org/officeDocument/2006/relationships/image" Target="../media/image3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8.jpg"/><Relationship Id="rId4" Type="http://schemas.openxmlformats.org/officeDocument/2006/relationships/image" Target="../media/image4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8.jpg"/><Relationship Id="rId4" Type="http://schemas.openxmlformats.org/officeDocument/2006/relationships/image" Target="../media/image41.jpg"/><Relationship Id="rId5" Type="http://schemas.openxmlformats.org/officeDocument/2006/relationships/image" Target="../media/image44.jpg"/><Relationship Id="rId6" Type="http://schemas.openxmlformats.org/officeDocument/2006/relationships/image" Target="../media/image4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2.jpg"/><Relationship Id="rId4" Type="http://schemas.openxmlformats.org/officeDocument/2006/relationships/image" Target="../media/image38.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4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8.jpg"/><Relationship Id="rId4" Type="http://schemas.openxmlformats.org/officeDocument/2006/relationships/image" Target="../media/image4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2.jpg"/><Relationship Id="rId4" Type="http://schemas.openxmlformats.org/officeDocument/2006/relationships/image" Target="../media/image44.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2.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4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48.png"/><Relationship Id="rId4" Type="http://schemas.openxmlformats.org/officeDocument/2006/relationships/image" Target="../media/image4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50.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49.jpg"/><Relationship Id="rId4" Type="http://schemas.openxmlformats.org/officeDocument/2006/relationships/image" Target="../media/image51.jpg"/><Relationship Id="rId5" Type="http://schemas.openxmlformats.org/officeDocument/2006/relationships/image" Target="../media/image54.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52.jpg"/><Relationship Id="rId4" Type="http://schemas.openxmlformats.org/officeDocument/2006/relationships/image" Target="../media/image53.jpg"/><Relationship Id="rId5" Type="http://schemas.openxmlformats.org/officeDocument/2006/relationships/image" Target="../media/image55.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57.jpg"/><Relationship Id="rId4" Type="http://schemas.openxmlformats.org/officeDocument/2006/relationships/image" Target="../media/image56.jpg"/><Relationship Id="rId5" Type="http://schemas.openxmlformats.org/officeDocument/2006/relationships/image" Target="../media/image58.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9.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66.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55.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6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49.jpg"/><Relationship Id="rId4" Type="http://schemas.openxmlformats.org/officeDocument/2006/relationships/image" Target="../media/image5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52.jpg"/><Relationship Id="rId4" Type="http://schemas.openxmlformats.org/officeDocument/2006/relationships/image" Target="../media/image53.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67.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69.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68.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Queues</a:t>
            </a:r>
            <a:endParaRPr/>
          </a:p>
        </p:txBody>
      </p:sp>
      <p:sp>
        <p:nvSpPr>
          <p:cNvPr id="260" name="Google Shape;260;p1"/>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261" name="Google Shape;261;p1"/>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262" name="Google Shape;262;p1"/>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263" name="Google Shape;263;p1"/>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
          <p:cNvSpPr txBox="1"/>
          <p:nvPr>
            <p:ph type="title"/>
          </p:nvPr>
        </p:nvSpPr>
        <p:spPr>
          <a:xfrm>
            <a:off x="886491" y="908720"/>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Queue</a:t>
            </a:r>
            <a:endParaRPr sz="2800"/>
          </a:p>
        </p:txBody>
      </p:sp>
      <p:sp>
        <p:nvSpPr>
          <p:cNvPr id="269" name="Google Shape;269;p2"/>
          <p:cNvSpPr txBox="1"/>
          <p:nvPr>
            <p:ph idx="1" type="body"/>
          </p:nvPr>
        </p:nvSpPr>
        <p:spPr>
          <a:xfrm>
            <a:off x="899592" y="155679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Ordered list of elements in which we</a:t>
            </a:r>
            <a:endParaRPr sz="2000"/>
          </a:p>
          <a:p>
            <a:pPr indent="-274320" lvl="1" marL="640080" rtl="0" algn="l">
              <a:spcBef>
                <a:spcPts val="360"/>
              </a:spcBef>
              <a:spcAft>
                <a:spcPts val="0"/>
              </a:spcAft>
              <a:buSzPts val="1368"/>
              <a:buChar char="🞇"/>
            </a:pPr>
            <a:r>
              <a:rPr lang="en-IN" sz="1800"/>
              <a:t>Add elements only at one end, called Rear end of the queue</a:t>
            </a:r>
            <a:endParaRPr/>
          </a:p>
          <a:p>
            <a:pPr indent="-274320" lvl="1" marL="640080" rtl="0" algn="l">
              <a:spcBef>
                <a:spcPts val="360"/>
              </a:spcBef>
              <a:spcAft>
                <a:spcPts val="0"/>
              </a:spcAft>
              <a:buSzPts val="1368"/>
              <a:buChar char="🞇"/>
            </a:pPr>
            <a:r>
              <a:rPr lang="en-IN" sz="1800"/>
              <a:t>Delete elements only at the other end, called Front end of the queue.</a:t>
            </a:r>
            <a:endParaRPr/>
          </a:p>
          <a:p>
            <a:pPr indent="-187452" lvl="1" marL="640080" rtl="0" algn="l">
              <a:spcBef>
                <a:spcPts val="360"/>
              </a:spcBef>
              <a:spcAft>
                <a:spcPts val="0"/>
              </a:spcAft>
              <a:buSzPts val="1368"/>
              <a:buNone/>
            </a:pPr>
            <a:r>
              <a:t/>
            </a:r>
            <a:endParaRPr sz="1800"/>
          </a:p>
        </p:txBody>
      </p:sp>
      <p:pic>
        <p:nvPicPr>
          <p:cNvPr descr="Implementing Queue Data Structure in Python | Studytonight" id="270" name="Google Shape;270;p2"/>
          <p:cNvPicPr preferRelativeResize="0"/>
          <p:nvPr/>
        </p:nvPicPr>
        <p:blipFill rotWithShape="1">
          <a:blip r:embed="rId3">
            <a:alphaModFix/>
          </a:blip>
          <a:srcRect b="0" l="0" r="0" t="0"/>
          <a:stretch/>
        </p:blipFill>
        <p:spPr>
          <a:xfrm>
            <a:off x="2339752" y="3356992"/>
            <a:ext cx="3686175" cy="2400301"/>
          </a:xfrm>
          <a:prstGeom prst="rect">
            <a:avLst/>
          </a:prstGeom>
          <a:noFill/>
          <a:ln>
            <a:noFill/>
          </a:ln>
        </p:spPr>
      </p:pic>
      <p:sp>
        <p:nvSpPr>
          <p:cNvPr id="271" name="Google Shape;271;p2"/>
          <p:cNvSpPr/>
          <p:nvPr/>
        </p:nvSpPr>
        <p:spPr>
          <a:xfrm rot="-2233210">
            <a:off x="1119339" y="2221092"/>
            <a:ext cx="936104" cy="2232248"/>
          </a:xfrm>
          <a:prstGeom prst="curvedRightArrow">
            <a:avLst>
              <a:gd fmla="val 25000" name="adj1"/>
              <a:gd fmla="val 50000" name="adj2"/>
              <a:gd fmla="val 25000" name="adj3"/>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72" name="Google Shape;272;p2"/>
          <p:cNvSpPr/>
          <p:nvPr/>
        </p:nvSpPr>
        <p:spPr>
          <a:xfrm rot="1076239">
            <a:off x="6611844" y="2933497"/>
            <a:ext cx="864096" cy="2160240"/>
          </a:xfrm>
          <a:prstGeom prst="curvedLeftArrow">
            <a:avLst>
              <a:gd fmla="val 25000" name="adj1"/>
              <a:gd fmla="val 50000" name="adj2"/>
              <a:gd fmla="val 25000" name="adj3"/>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73" name="Google Shape;273;p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274" name="Google Shape;274;p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75" name="Google Shape;275;p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Queue Example</a:t>
            </a:r>
            <a:endParaRPr sz="2800"/>
          </a:p>
        </p:txBody>
      </p:sp>
      <p:sp>
        <p:nvSpPr>
          <p:cNvPr id="281" name="Google Shape;281;p3"/>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Accessing printer in multiuser environment-</a:t>
            </a:r>
            <a:endParaRPr/>
          </a:p>
          <a:p>
            <a:pPr indent="0" lvl="0" marL="68580" rtl="0" algn="l">
              <a:spcBef>
                <a:spcPts val="400"/>
              </a:spcBef>
              <a:spcAft>
                <a:spcPts val="0"/>
              </a:spcAft>
              <a:buSzPts val="1520"/>
              <a:buNone/>
            </a:pPr>
            <a:r>
              <a:rPr lang="en-IN" sz="2000"/>
              <a:t>	</a:t>
            </a:r>
            <a:endParaRPr/>
          </a:p>
          <a:p>
            <a:pPr indent="-274320" lvl="0" marL="342900" rtl="0" algn="l">
              <a:spcBef>
                <a:spcPts val="400"/>
              </a:spcBef>
              <a:spcAft>
                <a:spcPts val="0"/>
              </a:spcAft>
              <a:buSzPts val="1520"/>
              <a:buFont typeface="Noto Sans Symbols"/>
              <a:buChar char="❑"/>
            </a:pPr>
            <a:r>
              <a:rPr lang="en-IN" sz="2000"/>
              <a:t>If a printer is in process and more than one user wants to access the printer then </a:t>
            </a:r>
            <a:endParaRPr/>
          </a:p>
          <a:p>
            <a:pPr indent="-274320" lvl="0" marL="342900" rtl="0" algn="l">
              <a:spcBef>
                <a:spcPts val="400"/>
              </a:spcBef>
              <a:spcAft>
                <a:spcPts val="0"/>
              </a:spcAft>
              <a:buSzPts val="1520"/>
              <a:buFont typeface="Noto Sans Symbols"/>
              <a:buChar char="❑"/>
            </a:pPr>
            <a:r>
              <a:rPr lang="en-IN" sz="2000"/>
              <a:t>it maintains the queue for user requesting access and serves in FIFO manner for giving access.</a:t>
            </a:r>
            <a:endParaRPr sz="2000"/>
          </a:p>
        </p:txBody>
      </p:sp>
      <p:sp>
        <p:nvSpPr>
          <p:cNvPr id="282" name="Google Shape;282;p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283" name="Google Shape;283;p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84" name="Google Shape;284;p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
          <p:cNvSpPr txBox="1"/>
          <p:nvPr>
            <p:ph type="title"/>
          </p:nvPr>
        </p:nvSpPr>
        <p:spPr>
          <a:xfrm>
            <a:off x="683568" y="476672"/>
            <a:ext cx="7024744" cy="31310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lang="en-IN" sz="2400"/>
              <a:t>Queue</a:t>
            </a:r>
            <a:endParaRPr sz="2400"/>
          </a:p>
        </p:txBody>
      </p:sp>
      <p:sp>
        <p:nvSpPr>
          <p:cNvPr id="290" name="Google Shape;290;p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291" name="Google Shape;291;p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92" name="Google Shape;292;p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293" name="Google Shape;293;p4"/>
          <p:cNvSpPr/>
          <p:nvPr/>
        </p:nvSpPr>
        <p:spPr>
          <a:xfrm>
            <a:off x="683568" y="1412776"/>
            <a:ext cx="7200800" cy="156966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Our software queues have counterparts in real world queues. </a:t>
            </a:r>
            <a:endParaRPr b="0" i="0" sz="1600" u="none" cap="none" strike="noStrike">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We wait in </a:t>
            </a:r>
            <a:endParaRPr b="0" i="0" sz="1600" u="none" cap="none" strike="noStrike">
              <a:solidFill>
                <a:schemeClr val="dk1"/>
              </a:solidFill>
              <a:latin typeface="Century Gothic"/>
              <a:ea typeface="Century Gothic"/>
              <a:cs typeface="Century Gothic"/>
              <a:sym typeface="Century Gothic"/>
            </a:endParaRPr>
          </a:p>
          <a:p>
            <a:pPr indent="-285750" lvl="1" marL="7429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queues to buy pizza, </a:t>
            </a:r>
            <a:endParaRPr b="0" i="0" sz="1600" u="none" cap="none" strike="noStrike">
              <a:solidFill>
                <a:schemeClr val="dk1"/>
              </a:solidFill>
              <a:latin typeface="Century Gothic"/>
              <a:ea typeface="Century Gothic"/>
              <a:cs typeface="Century Gothic"/>
              <a:sym typeface="Century Gothic"/>
            </a:endParaRPr>
          </a:p>
          <a:p>
            <a:pPr indent="-285750" lvl="1" marL="7429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to enter movie theaters, </a:t>
            </a:r>
            <a:endParaRPr b="0" i="0" sz="1600" u="none" cap="none" strike="noStrike">
              <a:solidFill>
                <a:schemeClr val="dk1"/>
              </a:solidFill>
              <a:latin typeface="Century Gothic"/>
              <a:ea typeface="Century Gothic"/>
              <a:cs typeface="Century Gothic"/>
              <a:sym typeface="Century Gothic"/>
            </a:endParaRPr>
          </a:p>
          <a:p>
            <a:pPr indent="-285750" lvl="1" marL="7429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to drive on a turnpike, and </a:t>
            </a:r>
            <a:endParaRPr b="0" i="0" sz="1600" u="none" cap="none" strike="noStrike">
              <a:solidFill>
                <a:schemeClr val="dk1"/>
              </a:solidFill>
              <a:latin typeface="Century Gothic"/>
              <a:ea typeface="Century Gothic"/>
              <a:cs typeface="Century Gothic"/>
              <a:sym typeface="Century Gothic"/>
            </a:endParaRPr>
          </a:p>
          <a:p>
            <a:pPr indent="-285750" lvl="1" marL="7429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to ride on a roller coaster.</a:t>
            </a:r>
            <a:endParaRPr/>
          </a:p>
        </p:txBody>
      </p:sp>
      <p:pic>
        <p:nvPicPr>
          <p:cNvPr id="294" name="Google Shape;294;p4"/>
          <p:cNvPicPr preferRelativeResize="0"/>
          <p:nvPr/>
        </p:nvPicPr>
        <p:blipFill rotWithShape="1">
          <a:blip r:embed="rId3">
            <a:alphaModFix/>
          </a:blip>
          <a:srcRect b="0" l="0" r="0" t="0"/>
          <a:stretch/>
        </p:blipFill>
        <p:spPr>
          <a:xfrm>
            <a:off x="899592" y="4509120"/>
            <a:ext cx="7128792" cy="1390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
          <p:cNvSpPr txBox="1"/>
          <p:nvPr>
            <p:ph type="title"/>
          </p:nvPr>
        </p:nvSpPr>
        <p:spPr>
          <a:xfrm>
            <a:off x="683568" y="476672"/>
            <a:ext cx="7024744" cy="31310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lang="en-IN" sz="2400"/>
              <a:t>Queue</a:t>
            </a:r>
            <a:endParaRPr sz="2400"/>
          </a:p>
        </p:txBody>
      </p:sp>
      <p:sp>
        <p:nvSpPr>
          <p:cNvPr id="300" name="Google Shape;300;p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301" name="Google Shape;301;p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02" name="Google Shape;302;p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303" name="Google Shape;303;p5"/>
          <p:cNvPicPr preferRelativeResize="0"/>
          <p:nvPr>
            <p:ph idx="1" type="body"/>
          </p:nvPr>
        </p:nvPicPr>
        <p:blipFill rotWithShape="1">
          <a:blip r:embed="rId3">
            <a:alphaModFix/>
          </a:blip>
          <a:srcRect b="0" l="0" r="0" t="0"/>
          <a:stretch/>
        </p:blipFill>
        <p:spPr>
          <a:xfrm>
            <a:off x="2051720" y="908720"/>
            <a:ext cx="3685803" cy="2520280"/>
          </a:xfrm>
          <a:prstGeom prst="rect">
            <a:avLst/>
          </a:prstGeom>
          <a:noFill/>
          <a:ln>
            <a:noFill/>
          </a:ln>
        </p:spPr>
      </p:pic>
      <p:sp>
        <p:nvSpPr>
          <p:cNvPr id="304" name="Google Shape;304;p5"/>
          <p:cNvSpPr/>
          <p:nvPr/>
        </p:nvSpPr>
        <p:spPr>
          <a:xfrm>
            <a:off x="805524" y="3745195"/>
            <a:ext cx="7344816" cy="206210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Library Counter is another best Real Life Example of Queue; here first person visits first on counter for issuing book and exit first.</a:t>
            </a:r>
            <a:endParaRPr/>
          </a:p>
          <a:p>
            <a:pPr indent="-184150" lvl="0" marL="285750" marR="0" rtl="0" algn="l">
              <a:spcBef>
                <a:spcPts val="0"/>
              </a:spcBef>
              <a:spcAft>
                <a:spcPts val="0"/>
              </a:spcAft>
              <a:buClr>
                <a:schemeClr val="dk1"/>
              </a:buClr>
              <a:buSzPts val="1600"/>
              <a:buFont typeface="Arial"/>
              <a:buNone/>
            </a:pPr>
            <a:r>
              <a:t/>
            </a:r>
            <a:endParaRPr b="0" i="0" sz="1600" u="none" cap="none" strike="noStrike">
              <a:solidFill>
                <a:schemeClr val="dk1"/>
              </a:solidFill>
              <a:latin typeface="Century Gothic"/>
              <a:ea typeface="Century Gothic"/>
              <a:cs typeface="Century Gothic"/>
              <a:sym typeface="Century Gothic"/>
            </a:endParaRPr>
          </a:p>
          <a:p>
            <a:pPr indent="-184150" lvl="0" marL="285750" marR="0" rtl="0" algn="l">
              <a:spcBef>
                <a:spcPts val="0"/>
              </a:spcBef>
              <a:spcAft>
                <a:spcPts val="0"/>
              </a:spcAft>
              <a:buClr>
                <a:schemeClr val="dk1"/>
              </a:buClr>
              <a:buSzPts val="1600"/>
              <a:buFont typeface="Arial"/>
              <a:buNone/>
            </a:pPr>
            <a:r>
              <a:t/>
            </a:r>
            <a:endParaRPr b="0" i="0" sz="1600" u="none" cap="none" strike="noStrike">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A common example of queue is movie theatre ticket counter, </a:t>
            </a:r>
            <a:endParaRPr b="0" i="0" sz="1600" u="none" cap="none" strike="noStrike">
              <a:solidFill>
                <a:schemeClr val="dk1"/>
              </a:solidFill>
              <a:latin typeface="Century Gothic"/>
              <a:ea typeface="Century Gothic"/>
              <a:cs typeface="Century Gothic"/>
              <a:sym typeface="Century Gothic"/>
            </a:endParaRPr>
          </a:p>
          <a:p>
            <a:pPr indent="-285750" lvl="1" marL="7429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the first person who stand in front of ticket window take ticket first and remove from line and </a:t>
            </a:r>
            <a:endParaRPr b="0" i="0" sz="1600" u="none" cap="none" strike="noStrike">
              <a:solidFill>
                <a:schemeClr val="dk1"/>
              </a:solidFill>
              <a:latin typeface="Century Gothic"/>
              <a:ea typeface="Century Gothic"/>
              <a:cs typeface="Century Gothic"/>
              <a:sym typeface="Century Gothic"/>
            </a:endParaRPr>
          </a:p>
          <a:p>
            <a:pPr indent="-285750" lvl="1" marL="742950" marR="0" rtl="0" algn="l">
              <a:spcBef>
                <a:spcPts val="0"/>
              </a:spcBef>
              <a:spcAft>
                <a:spcPts val="0"/>
              </a:spcAft>
              <a:buClr>
                <a:schemeClr val="dk1"/>
              </a:buClr>
              <a:buSzPts val="1600"/>
              <a:buFont typeface="Arial"/>
              <a:buChar char="•"/>
            </a:pPr>
            <a:r>
              <a:rPr b="0" i="0" lang="en-IN" sz="1600" u="none" cap="none" strike="noStrike">
                <a:solidFill>
                  <a:schemeClr val="dk1"/>
                </a:solidFill>
                <a:latin typeface="Century Gothic"/>
                <a:ea typeface="Century Gothic"/>
                <a:cs typeface="Century Gothic"/>
                <a:sym typeface="Century Gothic"/>
              </a:rPr>
              <a:t>new person always stand in line from end.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6"/>
          <p:cNvSpPr txBox="1"/>
          <p:nvPr>
            <p:ph type="title"/>
          </p:nvPr>
        </p:nvSpPr>
        <p:spPr>
          <a:xfrm>
            <a:off x="971600" y="404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Century Gothic"/>
              <a:buNone/>
            </a:pPr>
            <a:r>
              <a:rPr lang="en-IN" sz="2400"/>
              <a:t>Typical uses of queues are in simulations and operating systems</a:t>
            </a:r>
            <a:endParaRPr sz="2400"/>
          </a:p>
        </p:txBody>
      </p:sp>
      <p:sp>
        <p:nvSpPr>
          <p:cNvPr id="310" name="Google Shape;310;p6"/>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b="1" lang="en-IN" sz="1800"/>
              <a:t>Ready Queue:-</a:t>
            </a:r>
            <a:r>
              <a:rPr lang="en-IN" sz="1800"/>
              <a:t>Operating systems often maintain a queue of processes that are ready to execute or that are waiting for a particular event to occur. </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b="1" lang="en-IN" sz="1800"/>
              <a:t>Buffer:-</a:t>
            </a:r>
            <a:r>
              <a:rPr lang="en-IN" sz="1800"/>
              <a:t>Computer systems must often provide a “holding area” for messages between two internal processes or programs, or between two systems over a network. </a:t>
            </a:r>
            <a:endParaRPr sz="1800"/>
          </a:p>
          <a:p>
            <a:pPr indent="-274320" lvl="1" marL="640080" rtl="0" algn="l">
              <a:spcBef>
                <a:spcPts val="320"/>
              </a:spcBef>
              <a:spcAft>
                <a:spcPts val="0"/>
              </a:spcAft>
              <a:buSzPts val="1216"/>
              <a:buChar char="🞇"/>
            </a:pPr>
            <a:r>
              <a:rPr lang="en-IN" sz="1600"/>
              <a:t>This holding area is usually called a “buffer” and is often implemented as a queue, because we want the message time order to be retained. </a:t>
            </a:r>
            <a:endParaRPr/>
          </a:p>
          <a:p>
            <a:pPr indent="-187452" lvl="0" marL="342900" rtl="0" algn="l">
              <a:spcBef>
                <a:spcPts val="360"/>
              </a:spcBef>
              <a:spcAft>
                <a:spcPts val="0"/>
              </a:spcAft>
              <a:buSzPts val="1368"/>
              <a:buNone/>
            </a:pPr>
            <a:r>
              <a:t/>
            </a:r>
            <a:endParaRPr sz="1800"/>
          </a:p>
        </p:txBody>
      </p:sp>
      <p:sp>
        <p:nvSpPr>
          <p:cNvPr id="311" name="Google Shape;311;p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312" name="Google Shape;312;p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13" name="Google Shape;313;p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9"/>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Working of Queue</a:t>
            </a:r>
            <a:endParaRPr sz="2800"/>
          </a:p>
        </p:txBody>
      </p:sp>
      <p:pic>
        <p:nvPicPr>
          <p:cNvPr id="319" name="Google Shape;319;p9"/>
          <p:cNvPicPr preferRelativeResize="0"/>
          <p:nvPr>
            <p:ph idx="1" type="body"/>
          </p:nvPr>
        </p:nvPicPr>
        <p:blipFill rotWithShape="1">
          <a:blip r:embed="rId3">
            <a:alphaModFix/>
          </a:blip>
          <a:srcRect b="19736" l="4727" r="6716" t="45511"/>
          <a:stretch/>
        </p:blipFill>
        <p:spPr>
          <a:xfrm>
            <a:off x="936219" y="1124744"/>
            <a:ext cx="4142510" cy="1368152"/>
          </a:xfrm>
          <a:prstGeom prst="rect">
            <a:avLst/>
          </a:prstGeom>
          <a:noFill/>
          <a:ln>
            <a:noFill/>
          </a:ln>
        </p:spPr>
      </p:pic>
      <p:pic>
        <p:nvPicPr>
          <p:cNvPr id="320" name="Google Shape;320;p9"/>
          <p:cNvPicPr preferRelativeResize="0"/>
          <p:nvPr/>
        </p:nvPicPr>
        <p:blipFill rotWithShape="1">
          <a:blip r:embed="rId4">
            <a:alphaModFix/>
          </a:blip>
          <a:srcRect b="79595" l="17799" r="23211" t="3434"/>
          <a:stretch/>
        </p:blipFill>
        <p:spPr>
          <a:xfrm>
            <a:off x="955544" y="2852936"/>
            <a:ext cx="4237709" cy="1368152"/>
          </a:xfrm>
          <a:prstGeom prst="rect">
            <a:avLst/>
          </a:prstGeom>
          <a:noFill/>
          <a:ln>
            <a:noFill/>
          </a:ln>
        </p:spPr>
      </p:pic>
      <p:pic>
        <p:nvPicPr>
          <p:cNvPr id="321" name="Google Shape;321;p9"/>
          <p:cNvPicPr preferRelativeResize="0"/>
          <p:nvPr/>
        </p:nvPicPr>
        <p:blipFill rotWithShape="1">
          <a:blip r:embed="rId5">
            <a:alphaModFix/>
          </a:blip>
          <a:srcRect b="60808" l="18754" r="23333" t="24040"/>
          <a:stretch/>
        </p:blipFill>
        <p:spPr>
          <a:xfrm>
            <a:off x="955544" y="4653136"/>
            <a:ext cx="4237709" cy="1296144"/>
          </a:xfrm>
          <a:prstGeom prst="rect">
            <a:avLst/>
          </a:prstGeom>
          <a:noFill/>
          <a:ln>
            <a:noFill/>
          </a:ln>
        </p:spPr>
      </p:pic>
      <p:sp>
        <p:nvSpPr>
          <p:cNvPr id="322" name="Google Shape;322;p9"/>
          <p:cNvSpPr txBox="1"/>
          <p:nvPr/>
        </p:nvSpPr>
        <p:spPr>
          <a:xfrm>
            <a:off x="5724128" y="1196752"/>
            <a:ext cx="28803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Century Gothic"/>
                <a:ea typeface="Century Gothic"/>
                <a:cs typeface="Century Gothic"/>
                <a:sym typeface="Century Gothic"/>
              </a:rPr>
              <a:t>Initially Queue is empty</a:t>
            </a:r>
            <a:endParaRPr sz="1800">
              <a:solidFill>
                <a:schemeClr val="dk1"/>
              </a:solidFill>
              <a:latin typeface="Century Gothic"/>
              <a:ea typeface="Century Gothic"/>
              <a:cs typeface="Century Gothic"/>
              <a:sym typeface="Century Gothic"/>
            </a:endParaRPr>
          </a:p>
        </p:txBody>
      </p:sp>
      <p:sp>
        <p:nvSpPr>
          <p:cNvPr id="323" name="Google Shape;323;p9"/>
          <p:cNvSpPr txBox="1"/>
          <p:nvPr/>
        </p:nvSpPr>
        <p:spPr>
          <a:xfrm>
            <a:off x="5856312" y="2708920"/>
            <a:ext cx="28803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Adding 1st element, both front and rear pointing to the First element</a:t>
            </a:r>
            <a:endParaRPr sz="1800">
              <a:solidFill>
                <a:schemeClr val="dk1"/>
              </a:solidFill>
              <a:latin typeface="Century Gothic"/>
              <a:ea typeface="Century Gothic"/>
              <a:cs typeface="Century Gothic"/>
              <a:sym typeface="Century Gothic"/>
            </a:endParaRPr>
          </a:p>
        </p:txBody>
      </p:sp>
      <p:sp>
        <p:nvSpPr>
          <p:cNvPr id="324" name="Google Shape;324;p9"/>
          <p:cNvSpPr txBox="1"/>
          <p:nvPr/>
        </p:nvSpPr>
        <p:spPr>
          <a:xfrm>
            <a:off x="5856312" y="4424045"/>
            <a:ext cx="288032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Adding 2nd element, </a:t>
            </a:r>
            <a:endParaRPr/>
          </a:p>
          <a:p>
            <a:pPr indent="-342900" lvl="0" marL="342900" marR="0" rtl="0" algn="l">
              <a:spcBef>
                <a:spcPts val="0"/>
              </a:spcBef>
              <a:spcAft>
                <a:spcPts val="0"/>
              </a:spcAft>
              <a:buClr>
                <a:schemeClr val="accent1"/>
              </a:buClr>
              <a:buSzPts val="1800"/>
              <a:buFont typeface="Century Gothic"/>
              <a:buAutoNum type="arabicParenR"/>
            </a:pPr>
            <a:r>
              <a:rPr lang="en-IN" sz="1800">
                <a:solidFill>
                  <a:schemeClr val="accent1"/>
                </a:solidFill>
                <a:latin typeface="Century Gothic"/>
                <a:ea typeface="Century Gothic"/>
                <a:cs typeface="Century Gothic"/>
                <a:sym typeface="Century Gothic"/>
              </a:rPr>
              <a:t>Rear gets incremented, </a:t>
            </a:r>
            <a:endParaRPr/>
          </a:p>
          <a:p>
            <a:pPr indent="-342900" lvl="0" marL="342900" marR="0" rtl="0" algn="l">
              <a:spcBef>
                <a:spcPts val="0"/>
              </a:spcBef>
              <a:spcAft>
                <a:spcPts val="0"/>
              </a:spcAft>
              <a:buClr>
                <a:schemeClr val="accent1"/>
              </a:buClr>
              <a:buSzPts val="1800"/>
              <a:buFont typeface="Century Gothic"/>
              <a:buAutoNum type="arabicParenR"/>
            </a:pPr>
            <a:r>
              <a:rPr lang="en-IN" sz="1800">
                <a:solidFill>
                  <a:schemeClr val="accent1"/>
                </a:solidFill>
                <a:latin typeface="Century Gothic"/>
                <a:ea typeface="Century Gothic"/>
                <a:cs typeface="Century Gothic"/>
                <a:sym typeface="Century Gothic"/>
              </a:rPr>
              <a:t>Insertion takes place at rear end.</a:t>
            </a:r>
            <a:endParaRPr sz="1800">
              <a:solidFill>
                <a:schemeClr val="accent1"/>
              </a:solidFill>
              <a:latin typeface="Century Gothic"/>
              <a:ea typeface="Century Gothic"/>
              <a:cs typeface="Century Gothic"/>
              <a:sym typeface="Century Gothic"/>
            </a:endParaRPr>
          </a:p>
        </p:txBody>
      </p:sp>
      <p:sp>
        <p:nvSpPr>
          <p:cNvPr id="325" name="Google Shape;325;p9"/>
          <p:cNvSpPr/>
          <p:nvPr/>
        </p:nvSpPr>
        <p:spPr>
          <a:xfrm>
            <a:off x="1259632" y="5661541"/>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6" name="Google Shape;326;p9"/>
          <p:cNvSpPr/>
          <p:nvPr/>
        </p:nvSpPr>
        <p:spPr>
          <a:xfrm>
            <a:off x="2051720" y="5661540"/>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7" name="Google Shape;327;p9"/>
          <p:cNvSpPr/>
          <p:nvPr/>
        </p:nvSpPr>
        <p:spPr>
          <a:xfrm>
            <a:off x="1238641" y="4168453"/>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8" name="Google Shape;328;p9"/>
          <p:cNvSpPr/>
          <p:nvPr/>
        </p:nvSpPr>
        <p:spPr>
          <a:xfrm>
            <a:off x="1547664" y="4171236"/>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9" name="Google Shape;329;p9"/>
          <p:cNvSpPr/>
          <p:nvPr/>
        </p:nvSpPr>
        <p:spPr>
          <a:xfrm>
            <a:off x="1043608" y="2132856"/>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0" name="Google Shape;330;p9"/>
          <p:cNvSpPr/>
          <p:nvPr/>
        </p:nvSpPr>
        <p:spPr>
          <a:xfrm>
            <a:off x="1352631" y="2135639"/>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31" name="Google Shape;331;p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332" name="Google Shape;332;p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33" name="Google Shape;333;p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0"/>
          <p:cNvSpPr txBox="1"/>
          <p:nvPr>
            <p:ph type="title"/>
          </p:nvPr>
        </p:nvSpPr>
        <p:spPr>
          <a:xfrm>
            <a:off x="452762" y="332656"/>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Working of Queue</a:t>
            </a:r>
            <a:endParaRPr sz="2800"/>
          </a:p>
        </p:txBody>
      </p:sp>
      <p:pic>
        <p:nvPicPr>
          <p:cNvPr id="339" name="Google Shape;339;p10"/>
          <p:cNvPicPr preferRelativeResize="0"/>
          <p:nvPr/>
        </p:nvPicPr>
        <p:blipFill rotWithShape="1">
          <a:blip r:embed="rId3">
            <a:alphaModFix/>
          </a:blip>
          <a:srcRect b="43939" l="19356" r="23270" t="40707"/>
          <a:stretch/>
        </p:blipFill>
        <p:spPr>
          <a:xfrm>
            <a:off x="1133097" y="908720"/>
            <a:ext cx="4176464" cy="1224136"/>
          </a:xfrm>
          <a:prstGeom prst="rect">
            <a:avLst/>
          </a:prstGeom>
          <a:noFill/>
          <a:ln>
            <a:noFill/>
          </a:ln>
        </p:spPr>
      </p:pic>
      <p:pic>
        <p:nvPicPr>
          <p:cNvPr id="340" name="Google Shape;340;p10"/>
          <p:cNvPicPr preferRelativeResize="0"/>
          <p:nvPr/>
        </p:nvPicPr>
        <p:blipFill rotWithShape="1">
          <a:blip r:embed="rId4">
            <a:alphaModFix/>
          </a:blip>
          <a:srcRect b="7700" l="19354" r="23271" t="75836"/>
          <a:stretch/>
        </p:blipFill>
        <p:spPr>
          <a:xfrm>
            <a:off x="1133097" y="4509120"/>
            <a:ext cx="4176464" cy="1273161"/>
          </a:xfrm>
          <a:prstGeom prst="rect">
            <a:avLst/>
          </a:prstGeom>
          <a:noFill/>
          <a:ln>
            <a:noFill/>
          </a:ln>
        </p:spPr>
      </p:pic>
      <p:pic>
        <p:nvPicPr>
          <p:cNvPr id="341" name="Google Shape;341;p10"/>
          <p:cNvPicPr preferRelativeResize="0"/>
          <p:nvPr/>
        </p:nvPicPr>
        <p:blipFill rotWithShape="1">
          <a:blip r:embed="rId5">
            <a:alphaModFix/>
          </a:blip>
          <a:srcRect b="26264" l="19620" r="17619" t="57550"/>
          <a:stretch/>
        </p:blipFill>
        <p:spPr>
          <a:xfrm>
            <a:off x="1133097" y="2699970"/>
            <a:ext cx="4176464" cy="1233085"/>
          </a:xfrm>
          <a:prstGeom prst="rect">
            <a:avLst/>
          </a:prstGeom>
          <a:noFill/>
          <a:ln>
            <a:noFill/>
          </a:ln>
        </p:spPr>
      </p:pic>
      <p:sp>
        <p:nvSpPr>
          <p:cNvPr id="342" name="Google Shape;342;p10"/>
          <p:cNvSpPr txBox="1"/>
          <p:nvPr/>
        </p:nvSpPr>
        <p:spPr>
          <a:xfrm>
            <a:off x="5652120" y="980728"/>
            <a:ext cx="28803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Adding 3rd element, Rear gets incremented, As Insertion takes place at rear end.</a:t>
            </a:r>
            <a:endParaRPr sz="1800">
              <a:solidFill>
                <a:schemeClr val="dk1"/>
              </a:solidFill>
              <a:latin typeface="Century Gothic"/>
              <a:ea typeface="Century Gothic"/>
              <a:cs typeface="Century Gothic"/>
              <a:sym typeface="Century Gothic"/>
            </a:endParaRPr>
          </a:p>
        </p:txBody>
      </p:sp>
      <p:sp>
        <p:nvSpPr>
          <p:cNvPr id="343" name="Google Shape;343;p10"/>
          <p:cNvSpPr txBox="1"/>
          <p:nvPr/>
        </p:nvSpPr>
        <p:spPr>
          <a:xfrm>
            <a:off x="5724128" y="2757121"/>
            <a:ext cx="288032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Deleting an element, </a:t>
            </a:r>
            <a:endParaRPr/>
          </a:p>
          <a:p>
            <a:pPr indent="-342900" lvl="0" marL="342900" marR="0" rtl="0" algn="l">
              <a:spcBef>
                <a:spcPts val="0"/>
              </a:spcBef>
              <a:spcAft>
                <a:spcPts val="0"/>
              </a:spcAft>
              <a:buClr>
                <a:schemeClr val="accent1"/>
              </a:buClr>
              <a:buSzPts val="1800"/>
              <a:buFont typeface="Century Gothic"/>
              <a:buAutoNum type="arabicParenR"/>
            </a:pPr>
            <a:r>
              <a:rPr lang="en-IN" sz="1800">
                <a:solidFill>
                  <a:schemeClr val="accent1"/>
                </a:solidFill>
                <a:latin typeface="Century Gothic"/>
                <a:ea typeface="Century Gothic"/>
                <a:cs typeface="Century Gothic"/>
                <a:sym typeface="Century Gothic"/>
              </a:rPr>
              <a:t>Deletion takes place at Front end.</a:t>
            </a:r>
            <a:endParaRPr/>
          </a:p>
          <a:p>
            <a:pPr indent="-342900" lvl="0" marL="342900" marR="0" rtl="0" algn="l">
              <a:spcBef>
                <a:spcPts val="0"/>
              </a:spcBef>
              <a:spcAft>
                <a:spcPts val="0"/>
              </a:spcAft>
              <a:buClr>
                <a:schemeClr val="accent1"/>
              </a:buClr>
              <a:buSzPts val="1800"/>
              <a:buFont typeface="Century Gothic"/>
              <a:buAutoNum type="arabicParenR"/>
            </a:pPr>
            <a:r>
              <a:rPr lang="en-IN" sz="1800">
                <a:solidFill>
                  <a:schemeClr val="accent1"/>
                </a:solidFill>
                <a:latin typeface="Century Gothic"/>
                <a:ea typeface="Century Gothic"/>
                <a:cs typeface="Century Gothic"/>
                <a:sym typeface="Century Gothic"/>
              </a:rPr>
              <a:t>Front gets incremented, </a:t>
            </a:r>
            <a:endParaRPr/>
          </a:p>
        </p:txBody>
      </p:sp>
      <p:sp>
        <p:nvSpPr>
          <p:cNvPr id="344" name="Google Shape;344;p10"/>
          <p:cNvSpPr txBox="1"/>
          <p:nvPr/>
        </p:nvSpPr>
        <p:spPr>
          <a:xfrm>
            <a:off x="5724128" y="4581128"/>
            <a:ext cx="28803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Adding other element, Rear gets incremented, As Insertion takes place at rear end.</a:t>
            </a:r>
            <a:endParaRPr/>
          </a:p>
        </p:txBody>
      </p:sp>
      <p:sp>
        <p:nvSpPr>
          <p:cNvPr id="345" name="Google Shape;345;p10"/>
          <p:cNvSpPr/>
          <p:nvPr/>
        </p:nvSpPr>
        <p:spPr>
          <a:xfrm>
            <a:off x="1331640" y="2060848"/>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6" name="Google Shape;346;p10"/>
          <p:cNvSpPr/>
          <p:nvPr/>
        </p:nvSpPr>
        <p:spPr>
          <a:xfrm>
            <a:off x="2925269" y="2109049"/>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7" name="Google Shape;347;p10"/>
          <p:cNvSpPr/>
          <p:nvPr/>
        </p:nvSpPr>
        <p:spPr>
          <a:xfrm>
            <a:off x="2195736" y="5781457"/>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8" name="Google Shape;348;p10"/>
          <p:cNvSpPr/>
          <p:nvPr/>
        </p:nvSpPr>
        <p:spPr>
          <a:xfrm>
            <a:off x="3851920" y="5781455"/>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49" name="Google Shape;349;p10"/>
          <p:cNvSpPr/>
          <p:nvPr/>
        </p:nvSpPr>
        <p:spPr>
          <a:xfrm>
            <a:off x="1979712" y="3909249"/>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50" name="Google Shape;350;p10"/>
          <p:cNvSpPr/>
          <p:nvPr/>
        </p:nvSpPr>
        <p:spPr>
          <a:xfrm>
            <a:off x="2771800" y="3909248"/>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51" name="Google Shape;351;p1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352" name="Google Shape;352;p1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53" name="Google Shape;353;p1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1"/>
          <p:cNvSpPr txBox="1"/>
          <p:nvPr>
            <p:ph type="title"/>
          </p:nvPr>
        </p:nvSpPr>
        <p:spPr>
          <a:xfrm>
            <a:off x="452762" y="332656"/>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Working of Queue</a:t>
            </a:r>
            <a:endParaRPr sz="2800"/>
          </a:p>
        </p:txBody>
      </p:sp>
      <p:pic>
        <p:nvPicPr>
          <p:cNvPr id="359" name="Google Shape;359;p11"/>
          <p:cNvPicPr preferRelativeResize="0"/>
          <p:nvPr/>
        </p:nvPicPr>
        <p:blipFill rotWithShape="1">
          <a:blip r:embed="rId3">
            <a:alphaModFix/>
          </a:blip>
          <a:srcRect b="7700" l="19354" r="23271" t="75836"/>
          <a:stretch/>
        </p:blipFill>
        <p:spPr>
          <a:xfrm>
            <a:off x="1147842" y="1052736"/>
            <a:ext cx="4176464" cy="1273161"/>
          </a:xfrm>
          <a:prstGeom prst="rect">
            <a:avLst/>
          </a:prstGeom>
          <a:noFill/>
          <a:ln>
            <a:noFill/>
          </a:ln>
        </p:spPr>
      </p:pic>
      <p:sp>
        <p:nvSpPr>
          <p:cNvPr id="360" name="Google Shape;360;p11"/>
          <p:cNvSpPr txBox="1"/>
          <p:nvPr/>
        </p:nvSpPr>
        <p:spPr>
          <a:xfrm>
            <a:off x="5756239" y="1056939"/>
            <a:ext cx="288032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Delete 10</a:t>
            </a:r>
            <a:endParaRPr/>
          </a:p>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Delete 12</a:t>
            </a:r>
            <a:endParaRPr/>
          </a:p>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Delete 16</a:t>
            </a:r>
            <a:endParaRPr b="1" sz="1800">
              <a:solidFill>
                <a:schemeClr val="dk1"/>
              </a:solidFill>
              <a:latin typeface="Century Gothic"/>
              <a:ea typeface="Century Gothic"/>
              <a:cs typeface="Century Gothic"/>
              <a:sym typeface="Century Gothic"/>
            </a:endParaRPr>
          </a:p>
        </p:txBody>
      </p:sp>
      <p:sp>
        <p:nvSpPr>
          <p:cNvPr id="361" name="Google Shape;361;p11"/>
          <p:cNvSpPr/>
          <p:nvPr/>
        </p:nvSpPr>
        <p:spPr>
          <a:xfrm>
            <a:off x="2195736" y="2325073"/>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62" name="Google Shape;362;p11"/>
          <p:cNvSpPr/>
          <p:nvPr/>
        </p:nvSpPr>
        <p:spPr>
          <a:xfrm>
            <a:off x="3851920" y="2325071"/>
            <a:ext cx="288032" cy="383847"/>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63" name="Google Shape;363;p1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364" name="Google Shape;364;p1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65" name="Google Shape;365;p1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2"/>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Array Representation of Queue </a:t>
            </a:r>
            <a:endParaRPr/>
          </a:p>
        </p:txBody>
      </p:sp>
      <p:sp>
        <p:nvSpPr>
          <p:cNvPr id="371" name="Google Shape;371;p12"/>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372" name="Google Shape;372;p12"/>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373" name="Google Shape;373;p12"/>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374" name="Google Shape;374;p12"/>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3"/>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Queue Implementation using Arrays</a:t>
            </a:r>
            <a:endParaRPr sz="2800"/>
          </a:p>
        </p:txBody>
      </p:sp>
      <p:sp>
        <p:nvSpPr>
          <p:cNvPr id="380" name="Google Shape;380;p13"/>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Two Variables Needed- </a:t>
            </a:r>
            <a:endParaRPr sz="2000"/>
          </a:p>
          <a:p>
            <a:pPr indent="-274320" lvl="0" marL="342900" rtl="0" algn="l">
              <a:spcBef>
                <a:spcPts val="400"/>
              </a:spcBef>
              <a:spcAft>
                <a:spcPts val="0"/>
              </a:spcAft>
              <a:buSzPts val="1520"/>
              <a:buChar char="🞇"/>
            </a:pPr>
            <a:r>
              <a:rPr b="1" lang="en-IN" sz="2000"/>
              <a:t>Rear</a:t>
            </a:r>
            <a:endParaRPr/>
          </a:p>
          <a:p>
            <a:pPr indent="-274320" lvl="1" marL="640080" rtl="0" algn="l">
              <a:spcBef>
                <a:spcPts val="360"/>
              </a:spcBef>
              <a:spcAft>
                <a:spcPts val="0"/>
              </a:spcAft>
              <a:buSzPts val="1368"/>
              <a:buChar char="🞇"/>
            </a:pPr>
            <a:r>
              <a:rPr lang="en-IN" sz="1800"/>
              <a:t>Keeps the status of </a:t>
            </a:r>
            <a:r>
              <a:rPr b="1" lang="en-IN" sz="1800"/>
              <a:t>Last element added </a:t>
            </a:r>
            <a:r>
              <a:rPr lang="en-IN" sz="1800"/>
              <a:t>in the queue</a:t>
            </a:r>
            <a:endParaRPr/>
          </a:p>
          <a:p>
            <a:pPr indent="-274320" lvl="0" marL="342900" rtl="0" algn="l">
              <a:spcBef>
                <a:spcPts val="400"/>
              </a:spcBef>
              <a:spcAft>
                <a:spcPts val="0"/>
              </a:spcAft>
              <a:buSzPts val="1520"/>
              <a:buChar char="🞇"/>
            </a:pPr>
            <a:r>
              <a:rPr b="1" lang="en-IN" sz="2000"/>
              <a:t>Front</a:t>
            </a:r>
            <a:endParaRPr b="1" sz="2000"/>
          </a:p>
          <a:p>
            <a:pPr indent="-274320" lvl="1" marL="640080" rtl="0" algn="l">
              <a:spcBef>
                <a:spcPts val="360"/>
              </a:spcBef>
              <a:spcAft>
                <a:spcPts val="0"/>
              </a:spcAft>
              <a:buSzPts val="1368"/>
              <a:buChar char="🞇"/>
            </a:pPr>
            <a:r>
              <a:rPr lang="en-IN" sz="1800"/>
              <a:t>Keeps the status of </a:t>
            </a:r>
            <a:r>
              <a:rPr b="1" lang="en-IN" sz="1800"/>
              <a:t>First element </a:t>
            </a:r>
            <a:r>
              <a:rPr lang="en-IN" sz="1800"/>
              <a:t>of the queue</a:t>
            </a:r>
            <a:endParaRPr/>
          </a:p>
          <a:p>
            <a:pPr indent="-177800" lvl="0" marL="342900" rtl="0" algn="l">
              <a:spcBef>
                <a:spcPts val="400"/>
              </a:spcBef>
              <a:spcAft>
                <a:spcPts val="0"/>
              </a:spcAft>
              <a:buSzPts val="1520"/>
              <a:buNone/>
            </a:pPr>
            <a:r>
              <a:t/>
            </a:r>
            <a:endParaRPr sz="2000"/>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p:txBody>
      </p:sp>
      <p:sp>
        <p:nvSpPr>
          <p:cNvPr id="381" name="Google Shape;381;p1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382" name="Google Shape;382;p1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83" name="Google Shape;383;p1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4"/>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Conditions-</a:t>
            </a:r>
            <a:endParaRPr/>
          </a:p>
        </p:txBody>
      </p:sp>
      <p:sp>
        <p:nvSpPr>
          <p:cNvPr id="389" name="Google Shape;389;p14"/>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Queue Overflow condition,</a:t>
            </a:r>
            <a:endParaRPr/>
          </a:p>
          <a:p>
            <a:pPr indent="-274320" lvl="1" marL="640080" rtl="0" algn="l">
              <a:spcBef>
                <a:spcPts val="360"/>
              </a:spcBef>
              <a:spcAft>
                <a:spcPts val="0"/>
              </a:spcAft>
              <a:buSzPts val="1368"/>
              <a:buChar char="🞇"/>
            </a:pPr>
            <a:r>
              <a:rPr lang="en-IN" sz="1800"/>
              <a:t>There is no place for adding elements in queue.</a:t>
            </a:r>
            <a:endParaRPr/>
          </a:p>
          <a:p>
            <a:pPr indent="-274320" lvl="1" marL="640080" rtl="0" algn="l">
              <a:spcBef>
                <a:spcPts val="360"/>
              </a:spcBef>
              <a:spcAft>
                <a:spcPts val="0"/>
              </a:spcAft>
              <a:buSzPts val="1368"/>
              <a:buChar char="🞇"/>
            </a:pPr>
            <a:r>
              <a:rPr lang="en-IN" sz="1800"/>
              <a:t>So need to </a:t>
            </a:r>
            <a:r>
              <a:rPr b="1" lang="en-IN" sz="1800"/>
              <a:t>check the Value of rear with the size of array</a:t>
            </a:r>
            <a:endParaRPr/>
          </a:p>
          <a:p>
            <a:pPr indent="-187452" lvl="1" marL="640080" rtl="0" algn="l">
              <a:spcBef>
                <a:spcPts val="360"/>
              </a:spcBef>
              <a:spcAft>
                <a:spcPts val="0"/>
              </a:spcAft>
              <a:buSzPts val="1368"/>
              <a:buNone/>
            </a:pPr>
            <a:r>
              <a:t/>
            </a:r>
            <a:endParaRPr sz="1800"/>
          </a:p>
          <a:p>
            <a:pPr indent="0" lvl="0" marL="68580" rtl="0" algn="l">
              <a:spcBef>
                <a:spcPts val="360"/>
              </a:spcBef>
              <a:spcAft>
                <a:spcPts val="0"/>
              </a:spcAft>
              <a:buSzPts val="1368"/>
              <a:buNone/>
            </a:pPr>
            <a:r>
              <a:rPr b="1" lang="en-IN" sz="1800"/>
              <a:t>if (rear==MAX-1)</a:t>
            </a:r>
            <a:endParaRPr/>
          </a:p>
          <a:p>
            <a:pPr indent="0" lvl="0" marL="68580" rtl="0" algn="l">
              <a:spcBef>
                <a:spcPts val="360"/>
              </a:spcBef>
              <a:spcAft>
                <a:spcPts val="0"/>
              </a:spcAft>
              <a:buSzPts val="1368"/>
              <a:buNone/>
            </a:pPr>
            <a:r>
              <a:rPr b="1" lang="en-IN" sz="1800"/>
              <a:t>		{</a:t>
            </a:r>
            <a:endParaRPr b="1" sz="1800"/>
          </a:p>
          <a:p>
            <a:pPr indent="0" lvl="0" marL="68580" rtl="0" algn="l">
              <a:spcBef>
                <a:spcPts val="360"/>
              </a:spcBef>
              <a:spcAft>
                <a:spcPts val="0"/>
              </a:spcAft>
              <a:buSzPts val="1368"/>
              <a:buNone/>
            </a:pPr>
            <a:r>
              <a:rPr b="1" lang="en-IN" sz="1800"/>
              <a:t>		printf("Queue Overflow\n")</a:t>
            </a:r>
            <a:endParaRPr/>
          </a:p>
          <a:p>
            <a:pPr indent="0" lvl="0" marL="68580" rtl="0" algn="l">
              <a:spcBef>
                <a:spcPts val="360"/>
              </a:spcBef>
              <a:spcAft>
                <a:spcPts val="0"/>
              </a:spcAft>
              <a:buSzPts val="1368"/>
              <a:buNone/>
            </a:pPr>
            <a:r>
              <a:rPr b="1" lang="en-IN" sz="1800"/>
              <a:t>		}</a:t>
            </a:r>
            <a:endParaRPr sz="1200"/>
          </a:p>
          <a:p>
            <a:pPr indent="-177800" lvl="0" marL="342900" rtl="0" algn="l">
              <a:spcBef>
                <a:spcPts val="400"/>
              </a:spcBef>
              <a:spcAft>
                <a:spcPts val="0"/>
              </a:spcAft>
              <a:buSzPts val="1520"/>
              <a:buNone/>
            </a:pPr>
            <a:r>
              <a:t/>
            </a:r>
            <a:endParaRPr sz="2000"/>
          </a:p>
        </p:txBody>
      </p:sp>
      <p:sp>
        <p:nvSpPr>
          <p:cNvPr id="390" name="Google Shape;390;p1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391" name="Google Shape;391;p1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92" name="Google Shape;392;p1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5"/>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Conditions-</a:t>
            </a:r>
            <a:endParaRPr/>
          </a:p>
        </p:txBody>
      </p:sp>
      <p:sp>
        <p:nvSpPr>
          <p:cNvPr id="398" name="Google Shape;398;p1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fontScale="92500" lnSpcReduction="10000"/>
          </a:bodyPr>
          <a:lstStyle/>
          <a:p>
            <a:pPr indent="-274344" lvl="0" marL="342900" rtl="0" algn="l">
              <a:spcBef>
                <a:spcPts val="0"/>
              </a:spcBef>
              <a:spcAft>
                <a:spcPts val="0"/>
              </a:spcAft>
              <a:buSzPct val="76000"/>
              <a:buChar char="🞇"/>
            </a:pPr>
            <a:r>
              <a:rPr b="1" lang="en-IN" sz="1900"/>
              <a:t>Queue Underflow condition,</a:t>
            </a:r>
            <a:endParaRPr/>
          </a:p>
          <a:p>
            <a:pPr indent="-274344" lvl="1" marL="640080" rtl="0" algn="l">
              <a:spcBef>
                <a:spcPts val="351"/>
              </a:spcBef>
              <a:spcAft>
                <a:spcPts val="0"/>
              </a:spcAft>
              <a:buSzPct val="76000"/>
              <a:buChar char="🞇"/>
            </a:pPr>
            <a:r>
              <a:rPr lang="en-IN" sz="1900"/>
              <a:t>If there is no element in queue.</a:t>
            </a:r>
            <a:endParaRPr/>
          </a:p>
          <a:p>
            <a:pPr indent="-274344" lvl="1" marL="640080" rtl="0" algn="l">
              <a:spcBef>
                <a:spcPts val="351"/>
              </a:spcBef>
              <a:spcAft>
                <a:spcPts val="0"/>
              </a:spcAft>
              <a:buSzPct val="76000"/>
              <a:buChar char="🞇"/>
            </a:pPr>
            <a:r>
              <a:rPr lang="en-IN" sz="1900"/>
              <a:t>Either:</a:t>
            </a:r>
            <a:endParaRPr/>
          </a:p>
          <a:p>
            <a:pPr indent="-228624" lvl="2" marL="914400" rtl="0" algn="l">
              <a:spcBef>
                <a:spcPts val="351"/>
              </a:spcBef>
              <a:spcAft>
                <a:spcPts val="0"/>
              </a:spcAft>
              <a:buSzPct val="76000"/>
              <a:buChar char="🞇"/>
            </a:pPr>
            <a:r>
              <a:rPr lang="en-IN" sz="1900"/>
              <a:t>The value of </a:t>
            </a:r>
            <a:r>
              <a:rPr b="1" lang="en-IN" sz="1900"/>
              <a:t>front and rear will be -1 or</a:t>
            </a:r>
            <a:endParaRPr/>
          </a:p>
          <a:p>
            <a:pPr indent="-228624" lvl="2" marL="914400" rtl="0" algn="l">
              <a:spcBef>
                <a:spcPts val="351"/>
              </a:spcBef>
              <a:spcAft>
                <a:spcPts val="0"/>
              </a:spcAft>
              <a:buSzPct val="76000"/>
              <a:buChar char="🞇"/>
            </a:pPr>
            <a:r>
              <a:rPr b="1" lang="en-IN" sz="1900"/>
              <a:t>Front will be greater than rear.</a:t>
            </a:r>
            <a:endParaRPr b="1" sz="1900"/>
          </a:p>
          <a:p>
            <a:pPr indent="-189527" lvl="1" marL="640080" rtl="0" algn="l">
              <a:spcBef>
                <a:spcPts val="351"/>
              </a:spcBef>
              <a:spcAft>
                <a:spcPts val="0"/>
              </a:spcAft>
              <a:buSzPct val="76000"/>
              <a:buNone/>
            </a:pPr>
            <a:r>
              <a:t/>
            </a:r>
            <a:endParaRPr sz="1900"/>
          </a:p>
          <a:p>
            <a:pPr indent="0" lvl="0" marL="68580" rtl="0" algn="l">
              <a:spcBef>
                <a:spcPts val="351"/>
              </a:spcBef>
              <a:spcAft>
                <a:spcPts val="0"/>
              </a:spcAft>
              <a:buSzPct val="76000"/>
              <a:buNone/>
            </a:pPr>
            <a:r>
              <a:rPr b="1" lang="en-IN" sz="1900"/>
              <a:t>if (front == -1 || front &gt; rear)</a:t>
            </a:r>
            <a:endParaRPr b="1" sz="1900"/>
          </a:p>
          <a:p>
            <a:pPr indent="0" lvl="0" marL="68580" rtl="0" algn="l">
              <a:spcBef>
                <a:spcPts val="351"/>
              </a:spcBef>
              <a:spcAft>
                <a:spcPts val="0"/>
              </a:spcAft>
              <a:buSzPct val="76000"/>
              <a:buNone/>
            </a:pPr>
            <a:r>
              <a:rPr b="1" lang="en-IN" sz="1900"/>
              <a:t>	{</a:t>
            </a:r>
            <a:endParaRPr b="1" sz="1900"/>
          </a:p>
          <a:p>
            <a:pPr indent="0" lvl="0" marL="68580" rtl="0" algn="l">
              <a:spcBef>
                <a:spcPts val="351"/>
              </a:spcBef>
              <a:spcAft>
                <a:spcPts val="0"/>
              </a:spcAft>
              <a:buSzPct val="76000"/>
              <a:buNone/>
            </a:pPr>
            <a:r>
              <a:rPr b="1" lang="en-IN" sz="1900"/>
              <a:t>		printf("Queue Underflow\n");</a:t>
            </a:r>
            <a:endParaRPr b="1" sz="1900"/>
          </a:p>
          <a:p>
            <a:pPr indent="0" lvl="0" marL="68580" rtl="0" algn="l">
              <a:spcBef>
                <a:spcPts val="351"/>
              </a:spcBef>
              <a:spcAft>
                <a:spcPts val="0"/>
              </a:spcAft>
              <a:buSzPct val="76000"/>
              <a:buNone/>
            </a:pPr>
            <a:r>
              <a:rPr b="1" lang="en-IN" sz="1900"/>
              <a:t>		return ;</a:t>
            </a:r>
            <a:endParaRPr b="1" sz="1900"/>
          </a:p>
          <a:p>
            <a:pPr indent="0" lvl="0" marL="68580" rtl="0" algn="l">
              <a:spcBef>
                <a:spcPts val="351"/>
              </a:spcBef>
              <a:spcAft>
                <a:spcPts val="0"/>
              </a:spcAft>
              <a:buSzPct val="76000"/>
              <a:buNone/>
            </a:pPr>
            <a:r>
              <a:rPr b="1" lang="en-IN" sz="1900"/>
              <a:t>	}</a:t>
            </a:r>
            <a:endParaRPr b="1" sz="1900"/>
          </a:p>
          <a:p>
            <a:pPr indent="0" lvl="0" marL="68580" rtl="0" algn="l">
              <a:spcBef>
                <a:spcPts val="351"/>
              </a:spcBef>
              <a:spcAft>
                <a:spcPts val="0"/>
              </a:spcAft>
              <a:buSzPct val="76000"/>
              <a:buNone/>
            </a:pPr>
            <a:r>
              <a:t/>
            </a:r>
            <a:endParaRPr sz="1900"/>
          </a:p>
          <a:p>
            <a:pPr indent="-185039" lvl="0" marL="342900" rtl="0" algn="l">
              <a:spcBef>
                <a:spcPts val="370"/>
              </a:spcBef>
              <a:spcAft>
                <a:spcPts val="0"/>
              </a:spcAft>
              <a:buSzPct val="76000"/>
              <a:buNone/>
            </a:pPr>
            <a:r>
              <a:t/>
            </a:r>
            <a:endParaRPr sz="2000"/>
          </a:p>
        </p:txBody>
      </p:sp>
      <p:sp>
        <p:nvSpPr>
          <p:cNvPr id="399" name="Google Shape;399;p1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00" name="Google Shape;400;p1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01" name="Google Shape;401;p1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6"/>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Queue Implementation using Arrays</a:t>
            </a:r>
            <a:endParaRPr sz="2800"/>
          </a:p>
        </p:txBody>
      </p:sp>
      <p:sp>
        <p:nvSpPr>
          <p:cNvPr id="407" name="Google Shape;407;p16"/>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#define MAX 5</a:t>
            </a:r>
            <a:endParaRPr sz="2000"/>
          </a:p>
          <a:p>
            <a:pPr indent="0" lvl="0" marL="68580" rtl="0" algn="l">
              <a:spcBef>
                <a:spcPts val="400"/>
              </a:spcBef>
              <a:spcAft>
                <a:spcPts val="0"/>
              </a:spcAft>
              <a:buSzPts val="1520"/>
              <a:buNone/>
            </a:pPr>
            <a:r>
              <a:rPr lang="en-IN" sz="2000"/>
              <a:t>int queue_arr[MAX];</a:t>
            </a:r>
            <a:endParaRPr sz="2000"/>
          </a:p>
          <a:p>
            <a:pPr indent="0" lvl="0" marL="68580" rtl="0" algn="l">
              <a:spcBef>
                <a:spcPts val="400"/>
              </a:spcBef>
              <a:spcAft>
                <a:spcPts val="0"/>
              </a:spcAft>
              <a:buSzPts val="1520"/>
              <a:buNone/>
            </a:pPr>
            <a:r>
              <a:rPr lang="en-IN" sz="2000"/>
              <a:t>int rear = -1;</a:t>
            </a:r>
            <a:endParaRPr sz="2000"/>
          </a:p>
          <a:p>
            <a:pPr indent="0" lvl="0" marL="68580" rtl="0" algn="l">
              <a:spcBef>
                <a:spcPts val="400"/>
              </a:spcBef>
              <a:spcAft>
                <a:spcPts val="0"/>
              </a:spcAft>
              <a:buSzPts val="1520"/>
              <a:buNone/>
            </a:pPr>
            <a:r>
              <a:rPr lang="en-IN" sz="2000"/>
              <a:t>int front = -1;</a:t>
            </a:r>
            <a:endParaRPr sz="2000"/>
          </a:p>
          <a:p>
            <a:pPr indent="0" lvl="0" marL="68580" rtl="0" algn="l">
              <a:spcBef>
                <a:spcPts val="400"/>
              </a:spcBef>
              <a:spcAft>
                <a:spcPts val="0"/>
              </a:spcAft>
              <a:buSzPts val="1520"/>
              <a:buNone/>
            </a:pPr>
            <a:r>
              <a:rPr lang="en-IN" sz="2000"/>
              <a:t> </a:t>
            </a:r>
            <a:endParaRPr sz="2000"/>
          </a:p>
          <a:p>
            <a:pPr indent="0" lvl="0" marL="68580" rtl="0" algn="l">
              <a:spcBef>
                <a:spcPts val="400"/>
              </a:spcBef>
              <a:spcAft>
                <a:spcPts val="0"/>
              </a:spcAft>
              <a:buSzPts val="1520"/>
              <a:buNone/>
            </a:pPr>
            <a:r>
              <a:t/>
            </a:r>
            <a:endParaRPr sz="2000"/>
          </a:p>
        </p:txBody>
      </p:sp>
      <p:sp>
        <p:nvSpPr>
          <p:cNvPr id="408" name="Google Shape;408;p1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09" name="Google Shape;409;p1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10" name="Google Shape;410;p1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7"/>
          <p:cNvSpPr txBox="1"/>
          <p:nvPr>
            <p:ph type="title"/>
          </p:nvPr>
        </p:nvSpPr>
        <p:spPr>
          <a:xfrm>
            <a:off x="755576" y="548680"/>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a:t>
            </a:r>
            <a:endParaRPr sz="2800"/>
          </a:p>
        </p:txBody>
      </p:sp>
      <p:sp>
        <p:nvSpPr>
          <p:cNvPr id="416" name="Google Shape;416;p17"/>
          <p:cNvSpPr txBox="1"/>
          <p:nvPr>
            <p:ph idx="1" type="body"/>
          </p:nvPr>
        </p:nvSpPr>
        <p:spPr>
          <a:xfrm>
            <a:off x="755576" y="1196752"/>
            <a:ext cx="7488832" cy="4248472"/>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lang="en-IN" sz="1600"/>
              <a:t>insert()</a:t>
            </a:r>
            <a:endParaRPr sz="1600"/>
          </a:p>
          <a:p>
            <a:pPr indent="0" lvl="0" marL="68580" rtl="0" algn="l">
              <a:spcBef>
                <a:spcPts val="320"/>
              </a:spcBef>
              <a:spcAft>
                <a:spcPts val="0"/>
              </a:spcAft>
              <a:buSzPts val="1216"/>
              <a:buNone/>
            </a:pPr>
            <a:r>
              <a:rPr lang="en-IN" sz="1600"/>
              <a:t>{</a:t>
            </a:r>
            <a:endParaRPr sz="1600"/>
          </a:p>
          <a:p>
            <a:pPr indent="0" lvl="0" marL="68580" rtl="0" algn="l">
              <a:spcBef>
                <a:spcPts val="320"/>
              </a:spcBef>
              <a:spcAft>
                <a:spcPts val="0"/>
              </a:spcAft>
              <a:buSzPts val="1216"/>
              <a:buNone/>
            </a:pPr>
            <a:r>
              <a:rPr lang="en-IN" sz="1600"/>
              <a:t>	int added_item;</a:t>
            </a:r>
            <a:endParaRPr sz="1600"/>
          </a:p>
          <a:p>
            <a:pPr indent="0" lvl="0" marL="68580" rtl="0" algn="l">
              <a:spcBef>
                <a:spcPts val="320"/>
              </a:spcBef>
              <a:spcAft>
                <a:spcPts val="0"/>
              </a:spcAft>
              <a:buSzPts val="1216"/>
              <a:buNone/>
            </a:pPr>
            <a:r>
              <a:rPr lang="en-IN" sz="1600"/>
              <a:t>	if (rear==MAX-1)</a:t>
            </a:r>
            <a:endParaRPr sz="1600"/>
          </a:p>
          <a:p>
            <a:pPr indent="0" lvl="0" marL="68580" rtl="0" algn="l">
              <a:spcBef>
                <a:spcPts val="320"/>
              </a:spcBef>
              <a:spcAft>
                <a:spcPts val="0"/>
              </a:spcAft>
              <a:buSzPts val="1216"/>
              <a:buNone/>
            </a:pPr>
            <a:r>
              <a:rPr lang="en-IN" sz="1600"/>
              <a:t>		printf("Queue Overflow\n");</a:t>
            </a:r>
            <a:endParaRPr sz="1600"/>
          </a:p>
          <a:p>
            <a:pPr indent="0" lvl="0" marL="68580" rtl="0" algn="l">
              <a:spcBef>
                <a:spcPts val="320"/>
              </a:spcBef>
              <a:spcAft>
                <a:spcPts val="0"/>
              </a:spcAft>
              <a:buSzPts val="1216"/>
              <a:buNone/>
            </a:pPr>
            <a:r>
              <a:rPr lang="en-IN" sz="1600"/>
              <a:t>	else</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if (front==-1)  	               /*If queue is initially empty */</a:t>
            </a:r>
            <a:endParaRPr sz="1600"/>
          </a:p>
          <a:p>
            <a:pPr indent="0" lvl="0" marL="68580" rtl="0" algn="l">
              <a:spcBef>
                <a:spcPts val="320"/>
              </a:spcBef>
              <a:spcAft>
                <a:spcPts val="0"/>
              </a:spcAft>
              <a:buSzPts val="1216"/>
              <a:buNone/>
            </a:pPr>
            <a:r>
              <a:rPr lang="en-IN" sz="1600"/>
              <a:t>			front=0;</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printf("Input the element for adding in queue : ");</a:t>
            </a:r>
            <a:endParaRPr sz="1600"/>
          </a:p>
          <a:p>
            <a:pPr indent="0" lvl="0" marL="68580" rtl="0" algn="l">
              <a:spcBef>
                <a:spcPts val="320"/>
              </a:spcBef>
              <a:spcAft>
                <a:spcPts val="0"/>
              </a:spcAft>
              <a:buSzPts val="1216"/>
              <a:buNone/>
            </a:pPr>
            <a:r>
              <a:rPr lang="en-IN" sz="1600"/>
              <a:t>		scanf("%d", &amp;added_item);</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rear=rear+1;</a:t>
            </a:r>
            <a:endParaRPr sz="1600"/>
          </a:p>
          <a:p>
            <a:pPr indent="0" lvl="0" marL="68580" rtl="0" algn="l">
              <a:spcBef>
                <a:spcPts val="320"/>
              </a:spcBef>
              <a:spcAft>
                <a:spcPts val="0"/>
              </a:spcAft>
              <a:buSzPts val="1216"/>
              <a:buNone/>
            </a:pPr>
            <a:r>
              <a:rPr lang="en-IN" sz="1600"/>
              <a:t>		queue_arr[rear] = added_item ;</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}/*End of insert()*/</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a:t>
            </a:r>
            <a:endParaRPr sz="1600"/>
          </a:p>
          <a:p>
            <a:pPr indent="-206755" lvl="0" marL="342900" rtl="0" algn="l">
              <a:spcBef>
                <a:spcPts val="280"/>
              </a:spcBef>
              <a:spcAft>
                <a:spcPts val="0"/>
              </a:spcAft>
              <a:buSzPts val="1064"/>
              <a:buNone/>
            </a:pPr>
            <a:r>
              <a:t/>
            </a:r>
            <a:endParaRPr sz="1400"/>
          </a:p>
        </p:txBody>
      </p:sp>
      <p:sp>
        <p:nvSpPr>
          <p:cNvPr id="417" name="Google Shape;417;p17"/>
          <p:cNvSpPr txBox="1"/>
          <p:nvPr/>
        </p:nvSpPr>
        <p:spPr>
          <a:xfrm>
            <a:off x="5868144" y="4908020"/>
            <a:ext cx="2880320" cy="83099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600"/>
              <a:buFont typeface="Century Gothic"/>
              <a:buAutoNum type="arabicParenR"/>
            </a:pPr>
            <a:r>
              <a:rPr lang="en-IN" sz="1600">
                <a:solidFill>
                  <a:schemeClr val="accent1"/>
                </a:solidFill>
                <a:latin typeface="Century Gothic"/>
                <a:ea typeface="Century Gothic"/>
                <a:cs typeface="Century Gothic"/>
                <a:sym typeface="Century Gothic"/>
              </a:rPr>
              <a:t>Rear gets incremented, </a:t>
            </a:r>
            <a:endParaRPr/>
          </a:p>
          <a:p>
            <a:pPr indent="-342900" lvl="0" marL="342900" marR="0" rtl="0" algn="l">
              <a:spcBef>
                <a:spcPts val="0"/>
              </a:spcBef>
              <a:spcAft>
                <a:spcPts val="0"/>
              </a:spcAft>
              <a:buClr>
                <a:schemeClr val="accent1"/>
              </a:buClr>
              <a:buSzPts val="1600"/>
              <a:buFont typeface="Century Gothic"/>
              <a:buAutoNum type="arabicParenR"/>
            </a:pPr>
            <a:r>
              <a:rPr lang="en-IN" sz="1600">
                <a:solidFill>
                  <a:schemeClr val="accent1"/>
                </a:solidFill>
                <a:latin typeface="Century Gothic"/>
                <a:ea typeface="Century Gothic"/>
                <a:cs typeface="Century Gothic"/>
                <a:sym typeface="Century Gothic"/>
              </a:rPr>
              <a:t>Insertion takes place at rear end.</a:t>
            </a:r>
            <a:endParaRPr sz="1600">
              <a:solidFill>
                <a:schemeClr val="accent1"/>
              </a:solidFill>
              <a:latin typeface="Century Gothic"/>
              <a:ea typeface="Century Gothic"/>
              <a:cs typeface="Century Gothic"/>
              <a:sym typeface="Century Gothic"/>
            </a:endParaRPr>
          </a:p>
        </p:txBody>
      </p:sp>
      <p:sp>
        <p:nvSpPr>
          <p:cNvPr id="418" name="Google Shape;418;p1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19" name="Google Shape;419;p1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20" name="Google Shape;420;p1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18"/>
          <p:cNvSpPr txBox="1"/>
          <p:nvPr>
            <p:ph type="title"/>
          </p:nvPr>
        </p:nvSpPr>
        <p:spPr>
          <a:xfrm>
            <a:off x="467544"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Operation</a:t>
            </a:r>
            <a:endParaRPr sz="2800"/>
          </a:p>
        </p:txBody>
      </p:sp>
      <p:sp>
        <p:nvSpPr>
          <p:cNvPr id="426" name="Google Shape;426;p18"/>
          <p:cNvSpPr txBox="1"/>
          <p:nvPr>
            <p:ph idx="1" type="body"/>
          </p:nvPr>
        </p:nvSpPr>
        <p:spPr>
          <a:xfrm>
            <a:off x="611560" y="1556792"/>
            <a:ext cx="7848872" cy="3987805"/>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lang="en-IN" sz="1600"/>
              <a:t>del()</a:t>
            </a:r>
            <a:endParaRPr sz="1600"/>
          </a:p>
          <a:p>
            <a:pPr indent="0" lvl="0" marL="68580" rtl="0" algn="l">
              <a:spcBef>
                <a:spcPts val="320"/>
              </a:spcBef>
              <a:spcAft>
                <a:spcPts val="0"/>
              </a:spcAft>
              <a:buSzPts val="1216"/>
              <a:buNone/>
            </a:pPr>
            <a:r>
              <a:rPr lang="en-IN" sz="1600"/>
              <a:t>{</a:t>
            </a:r>
            <a:endParaRPr sz="1600"/>
          </a:p>
          <a:p>
            <a:pPr indent="0" lvl="0" marL="68580" rtl="0" algn="l">
              <a:spcBef>
                <a:spcPts val="320"/>
              </a:spcBef>
              <a:spcAft>
                <a:spcPts val="0"/>
              </a:spcAft>
              <a:buSzPts val="1216"/>
              <a:buNone/>
            </a:pPr>
            <a:r>
              <a:rPr lang="en-IN" sz="1600"/>
              <a:t>	if (front == -1 || front &gt; rear)</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printf("Queue Underflow\n");</a:t>
            </a:r>
            <a:endParaRPr sz="1600"/>
          </a:p>
          <a:p>
            <a:pPr indent="0" lvl="0" marL="68580" rtl="0" algn="l">
              <a:spcBef>
                <a:spcPts val="320"/>
              </a:spcBef>
              <a:spcAft>
                <a:spcPts val="0"/>
              </a:spcAft>
              <a:buSzPts val="1216"/>
              <a:buNone/>
            </a:pPr>
            <a:r>
              <a:rPr lang="en-IN" sz="1600"/>
              <a:t>		return ;</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else</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printf("Element deleted from queue is : %d\n", queue_arr[front]);</a:t>
            </a:r>
            <a:endParaRPr sz="1600"/>
          </a:p>
          <a:p>
            <a:pPr indent="0" lvl="0" marL="68580" rtl="0" algn="l">
              <a:spcBef>
                <a:spcPts val="320"/>
              </a:spcBef>
              <a:spcAft>
                <a:spcPts val="0"/>
              </a:spcAft>
              <a:buSzPts val="1216"/>
              <a:buNone/>
            </a:pPr>
            <a:r>
              <a:rPr lang="en-IN" sz="1600"/>
              <a:t>		front=front+1;</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}/*End of del() */ </a:t>
            </a:r>
            <a:endParaRPr sz="1600"/>
          </a:p>
          <a:p>
            <a:pPr indent="-197104" lvl="0" marL="342900" rtl="0" algn="l">
              <a:spcBef>
                <a:spcPts val="320"/>
              </a:spcBef>
              <a:spcAft>
                <a:spcPts val="0"/>
              </a:spcAft>
              <a:buSzPts val="1216"/>
              <a:buNone/>
            </a:pPr>
            <a:r>
              <a:t/>
            </a:r>
            <a:endParaRPr sz="1600"/>
          </a:p>
        </p:txBody>
      </p:sp>
      <p:sp>
        <p:nvSpPr>
          <p:cNvPr id="427" name="Google Shape;427;p18"/>
          <p:cNvSpPr txBox="1"/>
          <p:nvPr/>
        </p:nvSpPr>
        <p:spPr>
          <a:xfrm>
            <a:off x="5706469" y="4509120"/>
            <a:ext cx="2880320" cy="83099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600"/>
              <a:buFont typeface="Century Gothic"/>
              <a:buAutoNum type="arabicParenR"/>
            </a:pPr>
            <a:r>
              <a:rPr lang="en-IN" sz="1600">
                <a:solidFill>
                  <a:schemeClr val="accent1"/>
                </a:solidFill>
                <a:latin typeface="Century Gothic"/>
                <a:ea typeface="Century Gothic"/>
                <a:cs typeface="Century Gothic"/>
                <a:sym typeface="Century Gothic"/>
              </a:rPr>
              <a:t>Deletion takes place at Front end.</a:t>
            </a:r>
            <a:endParaRPr/>
          </a:p>
          <a:p>
            <a:pPr indent="-342900" lvl="0" marL="342900" marR="0" rtl="0" algn="l">
              <a:spcBef>
                <a:spcPts val="0"/>
              </a:spcBef>
              <a:spcAft>
                <a:spcPts val="0"/>
              </a:spcAft>
              <a:buClr>
                <a:schemeClr val="accent1"/>
              </a:buClr>
              <a:buSzPts val="1600"/>
              <a:buFont typeface="Century Gothic"/>
              <a:buAutoNum type="arabicParenR"/>
            </a:pPr>
            <a:r>
              <a:rPr lang="en-IN" sz="1600">
                <a:solidFill>
                  <a:schemeClr val="accent1"/>
                </a:solidFill>
                <a:latin typeface="Century Gothic"/>
                <a:ea typeface="Century Gothic"/>
                <a:cs typeface="Century Gothic"/>
                <a:sym typeface="Century Gothic"/>
              </a:rPr>
              <a:t>Front gets incremented, </a:t>
            </a:r>
            <a:endParaRPr/>
          </a:p>
        </p:txBody>
      </p:sp>
      <p:sp>
        <p:nvSpPr>
          <p:cNvPr id="428" name="Google Shape;428;p1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29" name="Google Shape;429;p1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30" name="Google Shape;430;p1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9"/>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Display Operation</a:t>
            </a:r>
            <a:endParaRPr sz="2800"/>
          </a:p>
        </p:txBody>
      </p:sp>
      <p:sp>
        <p:nvSpPr>
          <p:cNvPr id="436" name="Google Shape;436;p19"/>
          <p:cNvSpPr txBox="1"/>
          <p:nvPr>
            <p:ph idx="1" type="body"/>
          </p:nvPr>
        </p:nvSpPr>
        <p:spPr>
          <a:xfrm>
            <a:off x="1043608" y="1844824"/>
            <a:ext cx="6777317" cy="3508977"/>
          </a:xfrm>
          <a:prstGeom prst="rect">
            <a:avLst/>
          </a:prstGeom>
          <a:noFill/>
          <a:ln>
            <a:noFill/>
          </a:ln>
        </p:spPr>
        <p:txBody>
          <a:bodyPr anchorCtr="0" anchor="t" bIns="45700" lIns="91425" spcFirstLastPara="1" rIns="91425" wrap="square" tIns="45700">
            <a:normAutofit fontScale="70000" lnSpcReduction="20000"/>
          </a:bodyPr>
          <a:lstStyle/>
          <a:p>
            <a:pPr indent="0" lvl="0" marL="68580" rtl="0" algn="l">
              <a:spcBef>
                <a:spcPts val="0"/>
              </a:spcBef>
              <a:spcAft>
                <a:spcPts val="0"/>
              </a:spcAft>
              <a:buSzPct val="76000"/>
              <a:buNone/>
            </a:pPr>
            <a:r>
              <a:rPr lang="en-IN"/>
              <a:t>display()</a:t>
            </a:r>
            <a:endParaRPr/>
          </a:p>
          <a:p>
            <a:pPr indent="0" lvl="0" marL="68580" rtl="0" algn="l">
              <a:spcBef>
                <a:spcPts val="336"/>
              </a:spcBef>
              <a:spcAft>
                <a:spcPts val="0"/>
              </a:spcAft>
              <a:buSzPct val="76000"/>
              <a:buNone/>
            </a:pPr>
            <a:r>
              <a:rPr lang="en-IN"/>
              <a:t>{</a:t>
            </a:r>
            <a:endParaRPr/>
          </a:p>
          <a:p>
            <a:pPr indent="0" lvl="0" marL="68580" rtl="0" algn="l">
              <a:spcBef>
                <a:spcPts val="336"/>
              </a:spcBef>
              <a:spcAft>
                <a:spcPts val="0"/>
              </a:spcAft>
              <a:buSzPct val="76000"/>
              <a:buNone/>
            </a:pPr>
            <a:r>
              <a:rPr lang="en-IN"/>
              <a:t>	int i;</a:t>
            </a:r>
            <a:endParaRPr/>
          </a:p>
          <a:p>
            <a:pPr indent="0" lvl="0" marL="68580" rtl="0" algn="l">
              <a:spcBef>
                <a:spcPts val="336"/>
              </a:spcBef>
              <a:spcAft>
                <a:spcPts val="0"/>
              </a:spcAft>
              <a:buSzPct val="76000"/>
              <a:buNone/>
            </a:pPr>
            <a:r>
              <a:rPr lang="en-IN"/>
              <a:t>	if (front == -1)</a:t>
            </a:r>
            <a:endParaRPr/>
          </a:p>
          <a:p>
            <a:pPr indent="0" lvl="0" marL="68580" rtl="0" algn="l">
              <a:spcBef>
                <a:spcPts val="336"/>
              </a:spcBef>
              <a:spcAft>
                <a:spcPts val="0"/>
              </a:spcAft>
              <a:buSzPct val="76000"/>
              <a:buNone/>
            </a:pPr>
            <a:r>
              <a:rPr lang="en-IN"/>
              <a:t>		printf("Queue is empty\n");</a:t>
            </a:r>
            <a:endParaRPr/>
          </a:p>
          <a:p>
            <a:pPr indent="0" lvl="0" marL="68580" rtl="0" algn="l">
              <a:spcBef>
                <a:spcPts val="336"/>
              </a:spcBef>
              <a:spcAft>
                <a:spcPts val="0"/>
              </a:spcAft>
              <a:buSzPct val="76000"/>
              <a:buNone/>
            </a:pPr>
            <a:r>
              <a:rPr lang="en-IN"/>
              <a:t>	else</a:t>
            </a:r>
            <a:endParaRPr/>
          </a:p>
          <a:p>
            <a:pPr indent="0" lvl="0" marL="68580" rtl="0" algn="l">
              <a:spcBef>
                <a:spcPts val="336"/>
              </a:spcBef>
              <a:spcAft>
                <a:spcPts val="0"/>
              </a:spcAft>
              <a:buSzPct val="76000"/>
              <a:buNone/>
            </a:pPr>
            <a:r>
              <a:rPr lang="en-IN"/>
              <a:t>	{</a:t>
            </a:r>
            <a:endParaRPr/>
          </a:p>
          <a:p>
            <a:pPr indent="0" lvl="0" marL="68580" rtl="0" algn="l">
              <a:spcBef>
                <a:spcPts val="336"/>
              </a:spcBef>
              <a:spcAft>
                <a:spcPts val="0"/>
              </a:spcAft>
              <a:buSzPct val="76000"/>
              <a:buNone/>
            </a:pPr>
            <a:r>
              <a:rPr lang="en-IN"/>
              <a:t>		printf("Queue is :\n");</a:t>
            </a:r>
            <a:endParaRPr/>
          </a:p>
          <a:p>
            <a:pPr indent="0" lvl="0" marL="68580" rtl="0" algn="l">
              <a:spcBef>
                <a:spcPts val="336"/>
              </a:spcBef>
              <a:spcAft>
                <a:spcPts val="0"/>
              </a:spcAft>
              <a:buSzPct val="76000"/>
              <a:buNone/>
            </a:pPr>
            <a:r>
              <a:rPr lang="en-IN"/>
              <a:t>		for(i=front;  i&lt;= rear;   i++)</a:t>
            </a:r>
            <a:endParaRPr/>
          </a:p>
          <a:p>
            <a:pPr indent="0" lvl="0" marL="68580" rtl="0" algn="l">
              <a:spcBef>
                <a:spcPts val="336"/>
              </a:spcBef>
              <a:spcAft>
                <a:spcPts val="0"/>
              </a:spcAft>
              <a:buSzPct val="76000"/>
              <a:buNone/>
            </a:pPr>
            <a:r>
              <a:rPr lang="en-IN"/>
              <a:t>			printf("%d  ",queue_arr[i]);</a:t>
            </a:r>
            <a:endParaRPr/>
          </a:p>
          <a:p>
            <a:pPr indent="0" lvl="0" marL="68580" rtl="0" algn="l">
              <a:spcBef>
                <a:spcPts val="336"/>
              </a:spcBef>
              <a:spcAft>
                <a:spcPts val="0"/>
              </a:spcAft>
              <a:buSzPct val="76000"/>
              <a:buNone/>
            </a:pPr>
            <a:r>
              <a:rPr lang="en-IN"/>
              <a:t>		printf("\n");</a:t>
            </a:r>
            <a:endParaRPr/>
          </a:p>
          <a:p>
            <a:pPr indent="0" lvl="0" marL="68580" rtl="0" algn="l">
              <a:spcBef>
                <a:spcPts val="336"/>
              </a:spcBef>
              <a:spcAft>
                <a:spcPts val="0"/>
              </a:spcAft>
              <a:buSzPct val="76000"/>
              <a:buNone/>
            </a:pPr>
            <a:r>
              <a:rPr lang="en-IN"/>
              <a:t>	}</a:t>
            </a:r>
            <a:endParaRPr/>
          </a:p>
          <a:p>
            <a:pPr indent="0" lvl="0" marL="68580" rtl="0" algn="l">
              <a:spcBef>
                <a:spcPts val="336"/>
              </a:spcBef>
              <a:spcAft>
                <a:spcPts val="0"/>
              </a:spcAft>
              <a:buSzPct val="76000"/>
              <a:buNone/>
            </a:pPr>
            <a:r>
              <a:rPr lang="en-IN"/>
              <a:t>}/*End of display() */</a:t>
            </a:r>
            <a:endParaRPr/>
          </a:p>
          <a:p>
            <a:pPr indent="0" lvl="0" marL="68580" rtl="0" algn="l">
              <a:spcBef>
                <a:spcPts val="336"/>
              </a:spcBef>
              <a:spcAft>
                <a:spcPts val="0"/>
              </a:spcAft>
              <a:buSzPct val="76000"/>
              <a:buNone/>
            </a:pPr>
            <a:r>
              <a:t/>
            </a:r>
            <a:endParaRPr/>
          </a:p>
          <a:p>
            <a:pPr indent="0" lvl="0" marL="68580" rtl="0" algn="l">
              <a:spcBef>
                <a:spcPts val="336"/>
              </a:spcBef>
              <a:spcAft>
                <a:spcPts val="0"/>
              </a:spcAft>
              <a:buSzPct val="76000"/>
              <a:buNone/>
            </a:pPr>
            <a:r>
              <a:t/>
            </a:r>
            <a:endParaRPr/>
          </a:p>
          <a:p>
            <a:pPr indent="0" lvl="0" marL="68580" rtl="0" algn="l">
              <a:spcBef>
                <a:spcPts val="336"/>
              </a:spcBef>
              <a:spcAft>
                <a:spcPts val="0"/>
              </a:spcAft>
              <a:buSzPct val="76000"/>
              <a:buNone/>
            </a:pPr>
            <a:r>
              <a:t/>
            </a:r>
            <a:endParaRPr/>
          </a:p>
          <a:p>
            <a:pPr indent="0" lvl="0" marL="68580" rtl="0" algn="l">
              <a:spcBef>
                <a:spcPts val="336"/>
              </a:spcBef>
              <a:spcAft>
                <a:spcPts val="0"/>
              </a:spcAft>
              <a:buSzPct val="76000"/>
              <a:buNone/>
            </a:pPr>
            <a:r>
              <a:t/>
            </a:r>
            <a:endParaRPr/>
          </a:p>
          <a:p>
            <a:pPr indent="0" lvl="0" marL="68580" rtl="0" algn="l">
              <a:spcBef>
                <a:spcPts val="336"/>
              </a:spcBef>
              <a:spcAft>
                <a:spcPts val="0"/>
              </a:spcAft>
              <a:buSzPct val="76000"/>
              <a:buNone/>
            </a:pPr>
            <a:r>
              <a:t/>
            </a:r>
            <a:endParaRPr/>
          </a:p>
          <a:p>
            <a:pPr indent="0" lvl="0" marL="68580" rtl="0" algn="l">
              <a:spcBef>
                <a:spcPts val="336"/>
              </a:spcBef>
              <a:spcAft>
                <a:spcPts val="0"/>
              </a:spcAft>
              <a:buSzPct val="76000"/>
              <a:buNone/>
            </a:pPr>
            <a:r>
              <a:t/>
            </a:r>
            <a:endParaRPr/>
          </a:p>
          <a:p>
            <a:pPr indent="0" lvl="0" marL="68580" rtl="0" algn="l">
              <a:spcBef>
                <a:spcPts val="336"/>
              </a:spcBef>
              <a:spcAft>
                <a:spcPts val="0"/>
              </a:spcAft>
              <a:buSzPct val="76000"/>
              <a:buNone/>
            </a:pPr>
            <a:r>
              <a:t/>
            </a:r>
            <a:endParaRPr/>
          </a:p>
          <a:p>
            <a:pPr indent="0" lvl="0" marL="68580" rtl="0" algn="l">
              <a:spcBef>
                <a:spcPts val="336"/>
              </a:spcBef>
              <a:spcAft>
                <a:spcPts val="0"/>
              </a:spcAft>
              <a:buSzPct val="76000"/>
              <a:buNone/>
            </a:pPr>
            <a:r>
              <a:t/>
            </a:r>
            <a:endParaRPr/>
          </a:p>
          <a:p>
            <a:pPr indent="0" lvl="0" marL="68580" rtl="0" algn="l">
              <a:spcBef>
                <a:spcPts val="336"/>
              </a:spcBef>
              <a:spcAft>
                <a:spcPts val="0"/>
              </a:spcAft>
              <a:buSzPct val="76000"/>
              <a:buNone/>
            </a:pPr>
            <a:r>
              <a:t/>
            </a:r>
            <a:endParaRPr/>
          </a:p>
        </p:txBody>
      </p:sp>
      <p:sp>
        <p:nvSpPr>
          <p:cNvPr id="437" name="Google Shape;437;p1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38" name="Google Shape;438;p1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39" name="Google Shape;439;p1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0"/>
          <p:cNvSpPr txBox="1"/>
          <p:nvPr>
            <p:ph type="title"/>
          </p:nvPr>
        </p:nvSpPr>
        <p:spPr>
          <a:xfrm>
            <a:off x="755576" y="76470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Problem-</a:t>
            </a:r>
            <a:endParaRPr b="1" sz="2800"/>
          </a:p>
        </p:txBody>
      </p:sp>
      <p:sp>
        <p:nvSpPr>
          <p:cNvPr id="445" name="Google Shape;445;p20"/>
          <p:cNvSpPr txBox="1"/>
          <p:nvPr>
            <p:ph idx="1" type="body"/>
          </p:nvPr>
        </p:nvSpPr>
        <p:spPr>
          <a:xfrm>
            <a:off x="1043608" y="1484784"/>
            <a:ext cx="6777317" cy="48051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A situation arises when </a:t>
            </a:r>
            <a:endParaRPr/>
          </a:p>
          <a:p>
            <a:pPr indent="-274320" lvl="1" marL="640080" rtl="0" algn="l">
              <a:spcBef>
                <a:spcPts val="360"/>
              </a:spcBef>
              <a:spcAft>
                <a:spcPts val="0"/>
              </a:spcAft>
              <a:buSzPts val="1368"/>
              <a:buChar char="🞇"/>
            </a:pPr>
            <a:r>
              <a:rPr lang="en-IN" sz="1800"/>
              <a:t>rear is at the last position of array and </a:t>
            </a:r>
            <a:endParaRPr/>
          </a:p>
          <a:p>
            <a:pPr indent="-274320" lvl="1" marL="640080" rtl="0" algn="l">
              <a:spcBef>
                <a:spcPts val="360"/>
              </a:spcBef>
              <a:spcAft>
                <a:spcPts val="0"/>
              </a:spcAft>
              <a:buSzPts val="1368"/>
              <a:buChar char="🞇"/>
            </a:pPr>
            <a:r>
              <a:rPr lang="en-IN" sz="1800"/>
              <a:t>front is not at the 0</a:t>
            </a:r>
            <a:r>
              <a:rPr baseline="30000" lang="en-IN" sz="1800"/>
              <a:t>th</a:t>
            </a:r>
            <a:r>
              <a:rPr lang="en-IN" sz="1800"/>
              <a:t> position.</a:t>
            </a:r>
            <a:endParaRPr/>
          </a:p>
          <a:p>
            <a:pPr indent="-177800" lvl="0" marL="342900" rtl="0" algn="l">
              <a:spcBef>
                <a:spcPts val="400"/>
              </a:spcBef>
              <a:spcAft>
                <a:spcPts val="0"/>
              </a:spcAft>
              <a:buSzPts val="1520"/>
              <a:buNone/>
            </a:pPr>
            <a:r>
              <a:t/>
            </a:r>
            <a:endParaRPr sz="2000"/>
          </a:p>
        </p:txBody>
      </p:sp>
      <p:sp>
        <p:nvSpPr>
          <p:cNvPr id="446" name="Google Shape;446;p2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47" name="Google Shape;447;p2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48" name="Google Shape;448;p2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1"/>
          <p:cNvSpPr txBox="1"/>
          <p:nvPr>
            <p:ph type="title"/>
          </p:nvPr>
        </p:nvSpPr>
        <p:spPr>
          <a:xfrm>
            <a:off x="755576" y="76470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Problem-</a:t>
            </a:r>
            <a:endParaRPr b="1" sz="2800"/>
          </a:p>
        </p:txBody>
      </p:sp>
      <p:sp>
        <p:nvSpPr>
          <p:cNvPr id="454" name="Google Shape;454;p21"/>
          <p:cNvSpPr txBox="1"/>
          <p:nvPr>
            <p:ph idx="1" type="body"/>
          </p:nvPr>
        </p:nvSpPr>
        <p:spPr>
          <a:xfrm>
            <a:off x="1043608" y="1484784"/>
            <a:ext cx="6777317" cy="48051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A situation arises when </a:t>
            </a:r>
            <a:endParaRPr/>
          </a:p>
          <a:p>
            <a:pPr indent="-274320" lvl="1" marL="640080" rtl="0" algn="l">
              <a:spcBef>
                <a:spcPts val="360"/>
              </a:spcBef>
              <a:spcAft>
                <a:spcPts val="0"/>
              </a:spcAft>
              <a:buSzPts val="1368"/>
              <a:buChar char="🞇"/>
            </a:pPr>
            <a:r>
              <a:rPr lang="en-IN" sz="1800"/>
              <a:t>rear is at the last position of array and </a:t>
            </a:r>
            <a:endParaRPr/>
          </a:p>
          <a:p>
            <a:pPr indent="-274320" lvl="1" marL="640080" rtl="0" algn="l">
              <a:spcBef>
                <a:spcPts val="360"/>
              </a:spcBef>
              <a:spcAft>
                <a:spcPts val="0"/>
              </a:spcAft>
              <a:buSzPts val="1368"/>
              <a:buChar char="🞇"/>
            </a:pPr>
            <a:r>
              <a:rPr lang="en-IN" sz="1800"/>
              <a:t>front is not at the 0</a:t>
            </a:r>
            <a:r>
              <a:rPr baseline="30000" lang="en-IN" sz="1800"/>
              <a:t>th</a:t>
            </a:r>
            <a:r>
              <a:rPr lang="en-IN" sz="1800"/>
              <a:t> position.</a:t>
            </a:r>
            <a:endParaRPr/>
          </a:p>
          <a:p>
            <a:pPr indent="-177800" lvl="0" marL="342900" rtl="0" algn="l">
              <a:spcBef>
                <a:spcPts val="40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177800" lvl="1" marL="640080" rtl="0" algn="l">
              <a:spcBef>
                <a:spcPts val="400"/>
              </a:spcBef>
              <a:spcAft>
                <a:spcPts val="0"/>
              </a:spcAft>
              <a:buSzPts val="1520"/>
              <a:buNone/>
            </a:pPr>
            <a:r>
              <a:t/>
            </a:r>
            <a:endParaRPr sz="2000"/>
          </a:p>
        </p:txBody>
      </p:sp>
      <p:pic>
        <p:nvPicPr>
          <p:cNvPr id="455" name="Google Shape;455;p21"/>
          <p:cNvPicPr preferRelativeResize="0"/>
          <p:nvPr/>
        </p:nvPicPr>
        <p:blipFill rotWithShape="1">
          <a:blip r:embed="rId3">
            <a:alphaModFix/>
          </a:blip>
          <a:srcRect b="34140" l="5909" r="14696" t="47273"/>
          <a:stretch/>
        </p:blipFill>
        <p:spPr>
          <a:xfrm>
            <a:off x="1062755" y="2852936"/>
            <a:ext cx="7259782" cy="1152128"/>
          </a:xfrm>
          <a:prstGeom prst="rect">
            <a:avLst/>
          </a:prstGeom>
          <a:noFill/>
          <a:ln>
            <a:noFill/>
          </a:ln>
        </p:spPr>
      </p:pic>
      <p:sp>
        <p:nvSpPr>
          <p:cNvPr id="456" name="Google Shape;456;p2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57" name="Google Shape;457;p2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58" name="Google Shape;458;p2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2"/>
          <p:cNvSpPr txBox="1"/>
          <p:nvPr>
            <p:ph type="title"/>
          </p:nvPr>
        </p:nvSpPr>
        <p:spPr>
          <a:xfrm>
            <a:off x="755576" y="76470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Problem-</a:t>
            </a:r>
            <a:endParaRPr b="1" sz="2800"/>
          </a:p>
        </p:txBody>
      </p:sp>
      <p:sp>
        <p:nvSpPr>
          <p:cNvPr id="464" name="Google Shape;464;p22"/>
          <p:cNvSpPr txBox="1"/>
          <p:nvPr>
            <p:ph idx="1" type="body"/>
          </p:nvPr>
        </p:nvSpPr>
        <p:spPr>
          <a:xfrm>
            <a:off x="1043608" y="1484784"/>
            <a:ext cx="6777317" cy="48051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There are 2 spaces for adding elements in queue</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But we cannot add element any element in queue because rear is at the n-1th position/last position of the array.</a:t>
            </a:r>
            <a:endParaRPr/>
          </a:p>
          <a:p>
            <a:pPr indent="-177800" lvl="0" marL="34290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p:txBody>
      </p:sp>
      <p:pic>
        <p:nvPicPr>
          <p:cNvPr id="465" name="Google Shape;465;p22"/>
          <p:cNvPicPr preferRelativeResize="0"/>
          <p:nvPr/>
        </p:nvPicPr>
        <p:blipFill rotWithShape="1">
          <a:blip r:embed="rId3">
            <a:alphaModFix/>
          </a:blip>
          <a:srcRect b="34140" l="5909" r="14696" t="47273"/>
          <a:stretch/>
        </p:blipFill>
        <p:spPr>
          <a:xfrm>
            <a:off x="899592" y="3429000"/>
            <a:ext cx="7259782" cy="1152128"/>
          </a:xfrm>
          <a:prstGeom prst="rect">
            <a:avLst/>
          </a:prstGeom>
          <a:noFill/>
          <a:ln>
            <a:noFill/>
          </a:ln>
        </p:spPr>
      </p:pic>
      <p:sp>
        <p:nvSpPr>
          <p:cNvPr id="466" name="Google Shape;466;p2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67" name="Google Shape;467;p2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68" name="Google Shape;468;p2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3"/>
          <p:cNvSpPr txBox="1"/>
          <p:nvPr>
            <p:ph type="title"/>
          </p:nvPr>
        </p:nvSpPr>
        <p:spPr>
          <a:xfrm>
            <a:off x="755576" y="76470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Solution-</a:t>
            </a:r>
            <a:endParaRPr b="1" sz="2800"/>
          </a:p>
        </p:txBody>
      </p:sp>
      <p:sp>
        <p:nvSpPr>
          <p:cNvPr id="474" name="Google Shape;474;p23"/>
          <p:cNvSpPr txBox="1"/>
          <p:nvPr>
            <p:ph idx="1" type="body"/>
          </p:nvPr>
        </p:nvSpPr>
        <p:spPr>
          <a:xfrm>
            <a:off x="1043608" y="1484784"/>
            <a:ext cx="6777317" cy="48051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Ist Approach</a:t>
            </a:r>
            <a:endParaRPr/>
          </a:p>
          <a:p>
            <a:pPr indent="-274320" lvl="1" marL="640080" rtl="0" algn="l">
              <a:spcBef>
                <a:spcPts val="400"/>
              </a:spcBef>
              <a:spcAft>
                <a:spcPts val="0"/>
              </a:spcAft>
              <a:buSzPts val="1520"/>
              <a:buChar char="🞇"/>
            </a:pPr>
            <a:r>
              <a:rPr lang="en-IN" sz="2000"/>
              <a:t>Shift all elements of array to left and change the position of front and rear but it is not practically good approach</a:t>
            </a:r>
            <a:endParaRPr/>
          </a:p>
          <a:p>
            <a:pPr indent="-177800" lvl="1" marL="640080" rtl="0" algn="l">
              <a:spcBef>
                <a:spcPts val="400"/>
              </a:spcBef>
              <a:spcAft>
                <a:spcPts val="0"/>
              </a:spcAft>
              <a:buSzPts val="1520"/>
              <a:buNone/>
            </a:pPr>
            <a:r>
              <a:t/>
            </a:r>
            <a:endParaRPr sz="2000"/>
          </a:p>
          <a:p>
            <a:pPr indent="-177800" lvl="1" marL="640080" rtl="0" algn="l">
              <a:spcBef>
                <a:spcPts val="400"/>
              </a:spcBef>
              <a:spcAft>
                <a:spcPts val="0"/>
              </a:spcAft>
              <a:buSzPts val="1520"/>
              <a:buNone/>
            </a:pPr>
            <a:r>
              <a:t/>
            </a:r>
            <a:endParaRPr sz="2000"/>
          </a:p>
          <a:p>
            <a:pPr indent="-177800" lvl="1" marL="640080" rtl="0" algn="l">
              <a:spcBef>
                <a:spcPts val="400"/>
              </a:spcBef>
              <a:spcAft>
                <a:spcPts val="0"/>
              </a:spcAft>
              <a:buSzPts val="1520"/>
              <a:buNone/>
            </a:pPr>
            <a:r>
              <a:t/>
            </a:r>
            <a:endParaRPr sz="2000"/>
          </a:p>
          <a:p>
            <a:pPr indent="-177800" lvl="1" marL="640080" rtl="0" algn="l">
              <a:spcBef>
                <a:spcPts val="400"/>
              </a:spcBef>
              <a:spcAft>
                <a:spcPts val="0"/>
              </a:spcAft>
              <a:buSzPts val="1520"/>
              <a:buNone/>
            </a:pPr>
            <a:r>
              <a:t/>
            </a:r>
            <a:endParaRPr sz="2000"/>
          </a:p>
          <a:p>
            <a:pPr indent="-177800" lvl="1" marL="640080" rtl="0" algn="l">
              <a:spcBef>
                <a:spcPts val="400"/>
              </a:spcBef>
              <a:spcAft>
                <a:spcPts val="0"/>
              </a:spcAft>
              <a:buSzPts val="1520"/>
              <a:buNone/>
            </a:pPr>
            <a:r>
              <a:t/>
            </a:r>
            <a:endParaRPr sz="2000"/>
          </a:p>
          <a:p>
            <a:pPr indent="-177800" lvl="1" marL="640080" rtl="0" algn="l">
              <a:spcBef>
                <a:spcPts val="400"/>
              </a:spcBef>
              <a:spcAft>
                <a:spcPts val="0"/>
              </a:spcAft>
              <a:buSzPts val="1520"/>
              <a:buNone/>
            </a:pPr>
            <a:r>
              <a:t/>
            </a:r>
            <a:endParaRPr sz="2000"/>
          </a:p>
        </p:txBody>
      </p:sp>
      <p:pic>
        <p:nvPicPr>
          <p:cNvPr id="475" name="Google Shape;475;p23"/>
          <p:cNvPicPr preferRelativeResize="0"/>
          <p:nvPr/>
        </p:nvPicPr>
        <p:blipFill rotWithShape="1">
          <a:blip r:embed="rId3">
            <a:alphaModFix/>
          </a:blip>
          <a:srcRect b="34140" l="5909" r="14696" t="47273"/>
          <a:stretch/>
        </p:blipFill>
        <p:spPr>
          <a:xfrm>
            <a:off x="971600" y="3212976"/>
            <a:ext cx="7259782" cy="1152128"/>
          </a:xfrm>
          <a:prstGeom prst="rect">
            <a:avLst/>
          </a:prstGeom>
          <a:noFill/>
          <a:ln>
            <a:noFill/>
          </a:ln>
        </p:spPr>
      </p:pic>
      <p:sp>
        <p:nvSpPr>
          <p:cNvPr id="476" name="Google Shape;476;p2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77" name="Google Shape;477;p2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78" name="Google Shape;478;p2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24"/>
          <p:cNvSpPr txBox="1"/>
          <p:nvPr>
            <p:ph type="title"/>
          </p:nvPr>
        </p:nvSpPr>
        <p:spPr>
          <a:xfrm>
            <a:off x="755576" y="76470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Solution-</a:t>
            </a:r>
            <a:endParaRPr b="1" sz="2800"/>
          </a:p>
        </p:txBody>
      </p:sp>
      <p:sp>
        <p:nvSpPr>
          <p:cNvPr id="484" name="Google Shape;484;p24"/>
          <p:cNvSpPr txBox="1"/>
          <p:nvPr>
            <p:ph idx="1" type="body"/>
          </p:nvPr>
        </p:nvSpPr>
        <p:spPr>
          <a:xfrm>
            <a:off x="1043608" y="1484784"/>
            <a:ext cx="6777317" cy="48051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Other approach-</a:t>
            </a:r>
            <a:endParaRPr/>
          </a:p>
          <a:p>
            <a:pPr indent="-274320" lvl="1" marL="640080" rtl="0" algn="l">
              <a:spcBef>
                <a:spcPts val="400"/>
              </a:spcBef>
              <a:spcAft>
                <a:spcPts val="0"/>
              </a:spcAft>
              <a:buSzPts val="1520"/>
              <a:buChar char="🞇"/>
            </a:pPr>
            <a:r>
              <a:rPr b="1" lang="en-IN" sz="2000"/>
              <a:t>Use the concept of Circular queue</a:t>
            </a:r>
            <a:endParaRPr b="1" sz="2000"/>
          </a:p>
        </p:txBody>
      </p:sp>
      <p:pic>
        <p:nvPicPr>
          <p:cNvPr id="485" name="Google Shape;485;p24"/>
          <p:cNvPicPr preferRelativeResize="0"/>
          <p:nvPr/>
        </p:nvPicPr>
        <p:blipFill rotWithShape="1">
          <a:blip r:embed="rId3">
            <a:alphaModFix/>
          </a:blip>
          <a:srcRect b="34140" l="5909" r="14696" t="47273"/>
          <a:stretch/>
        </p:blipFill>
        <p:spPr>
          <a:xfrm>
            <a:off x="971600" y="3212976"/>
            <a:ext cx="7259782" cy="1152128"/>
          </a:xfrm>
          <a:prstGeom prst="rect">
            <a:avLst/>
          </a:prstGeom>
          <a:noFill/>
          <a:ln>
            <a:noFill/>
          </a:ln>
        </p:spPr>
      </p:pic>
      <p:sp>
        <p:nvSpPr>
          <p:cNvPr id="486" name="Google Shape;486;p2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87" name="Google Shape;487;p2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88" name="Google Shape;488;p2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5"/>
          <p:cNvSpPr txBox="1"/>
          <p:nvPr>
            <p:ph idx="1" type="body"/>
          </p:nvPr>
        </p:nvSpPr>
        <p:spPr>
          <a:xfrm>
            <a:off x="1043608" y="908720"/>
            <a:ext cx="6777317" cy="47078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ISRO | ISRO CS 2017 | Question 53</a:t>
            </a:r>
            <a:endParaRPr/>
          </a:p>
          <a:p>
            <a:pPr indent="0" lvl="0" marL="68580" rtl="0" algn="l">
              <a:spcBef>
                <a:spcPts val="480"/>
              </a:spcBef>
              <a:spcAft>
                <a:spcPts val="0"/>
              </a:spcAft>
              <a:buSzPts val="1520"/>
              <a:buNone/>
            </a:pPr>
            <a:r>
              <a:rPr lang="en-IN" sz="2000"/>
              <a:t>The minimum number of stacks needed to implement a queue is</a:t>
            </a:r>
            <a:br>
              <a:rPr lang="en-IN" sz="2000"/>
            </a:br>
            <a:r>
              <a:rPr b="1" lang="en-IN" sz="2000"/>
              <a:t>(A)</a:t>
            </a:r>
            <a:r>
              <a:rPr lang="en-IN" sz="2000"/>
              <a:t> 3</a:t>
            </a:r>
            <a:br>
              <a:rPr lang="en-IN" sz="2000"/>
            </a:br>
            <a:r>
              <a:rPr b="1" lang="en-IN" sz="2000"/>
              <a:t>(B)</a:t>
            </a:r>
            <a:r>
              <a:rPr lang="en-IN" sz="2000"/>
              <a:t> 1</a:t>
            </a:r>
            <a:br>
              <a:rPr lang="en-IN" sz="2000"/>
            </a:br>
            <a:r>
              <a:rPr b="1" lang="en-IN" sz="2000"/>
              <a:t>(C)</a:t>
            </a:r>
            <a:r>
              <a:rPr lang="en-IN" sz="2000"/>
              <a:t> 2</a:t>
            </a:r>
            <a:br>
              <a:rPr lang="en-IN" sz="2000"/>
            </a:br>
            <a:r>
              <a:rPr b="1" lang="en-IN" sz="2000"/>
              <a:t>(D)</a:t>
            </a:r>
            <a:r>
              <a:rPr lang="en-IN" sz="2000"/>
              <a:t> 4</a:t>
            </a:r>
            <a:br>
              <a:rPr lang="en-IN" sz="2000"/>
            </a:br>
            <a:br>
              <a:rPr lang="en-IN" sz="2000"/>
            </a:br>
            <a:br>
              <a:rPr lang="en-IN"/>
            </a:br>
            <a:endParaRPr/>
          </a:p>
        </p:txBody>
      </p:sp>
      <p:sp>
        <p:nvSpPr>
          <p:cNvPr id="494" name="Google Shape;494;p2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495" name="Google Shape;495;p2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96" name="Google Shape;496;p2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6"/>
          <p:cNvSpPr txBox="1"/>
          <p:nvPr>
            <p:ph idx="1" type="body"/>
          </p:nvPr>
        </p:nvSpPr>
        <p:spPr>
          <a:xfrm>
            <a:off x="1043608" y="908720"/>
            <a:ext cx="6777317" cy="47078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ISRO | ISRO CS 2017 | Question 53</a:t>
            </a:r>
            <a:endParaRPr/>
          </a:p>
          <a:p>
            <a:pPr indent="0" lvl="0" marL="68580" rtl="0" algn="l">
              <a:spcBef>
                <a:spcPts val="480"/>
              </a:spcBef>
              <a:spcAft>
                <a:spcPts val="0"/>
              </a:spcAft>
              <a:buSzPts val="1520"/>
              <a:buNone/>
            </a:pPr>
            <a:r>
              <a:rPr lang="en-IN" sz="2000"/>
              <a:t>The minimum number of stacks needed to implement a queue is</a:t>
            </a:r>
            <a:br>
              <a:rPr lang="en-IN" sz="2000"/>
            </a:br>
            <a:r>
              <a:rPr b="1" lang="en-IN" sz="2000"/>
              <a:t>(A)</a:t>
            </a:r>
            <a:r>
              <a:rPr lang="en-IN" sz="2000"/>
              <a:t> 3</a:t>
            </a:r>
            <a:br>
              <a:rPr lang="en-IN" sz="2000"/>
            </a:br>
            <a:r>
              <a:rPr b="1" lang="en-IN" sz="2000"/>
              <a:t>(B)</a:t>
            </a:r>
            <a:r>
              <a:rPr lang="en-IN" sz="2000"/>
              <a:t> 1</a:t>
            </a:r>
            <a:br>
              <a:rPr lang="en-IN" sz="2000"/>
            </a:br>
            <a:r>
              <a:rPr b="1" lang="en-IN" sz="2000"/>
              <a:t>(C)</a:t>
            </a:r>
            <a:r>
              <a:rPr lang="en-IN" sz="2000"/>
              <a:t> 2</a:t>
            </a:r>
            <a:br>
              <a:rPr lang="en-IN" sz="2000"/>
            </a:br>
            <a:r>
              <a:rPr b="1" lang="en-IN" sz="2000"/>
              <a:t>(D)</a:t>
            </a:r>
            <a:r>
              <a:rPr lang="en-IN" sz="2000"/>
              <a:t> 4</a:t>
            </a:r>
            <a:br>
              <a:rPr lang="en-IN" sz="2000"/>
            </a:br>
            <a:br>
              <a:rPr lang="en-IN" sz="2000"/>
            </a:br>
            <a:br>
              <a:rPr lang="en-IN"/>
            </a:br>
            <a:endParaRPr/>
          </a:p>
        </p:txBody>
      </p:sp>
      <p:sp>
        <p:nvSpPr>
          <p:cNvPr id="502" name="Google Shape;502;p2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03" name="Google Shape;503;p2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04" name="Google Shape;504;p2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27"/>
          <p:cNvSpPr txBox="1"/>
          <p:nvPr>
            <p:ph idx="1" type="body"/>
          </p:nvPr>
        </p:nvSpPr>
        <p:spPr>
          <a:xfrm>
            <a:off x="1043492" y="1124744"/>
            <a:ext cx="6777317" cy="4707885"/>
          </a:xfrm>
          <a:prstGeom prst="rect">
            <a:avLst/>
          </a:prstGeom>
          <a:noFill/>
          <a:ln>
            <a:noFill/>
          </a:ln>
        </p:spPr>
        <p:txBody>
          <a:bodyPr anchorCtr="0" anchor="t" bIns="45700" lIns="91425" spcFirstLastPara="1" rIns="91425" wrap="square" tIns="45700">
            <a:normAutofit fontScale="85000" lnSpcReduction="20000"/>
          </a:bodyPr>
          <a:lstStyle/>
          <a:p>
            <a:pPr indent="0" lvl="0" marL="68580" rtl="0" algn="l">
              <a:spcBef>
                <a:spcPts val="0"/>
              </a:spcBef>
              <a:spcAft>
                <a:spcPts val="0"/>
              </a:spcAft>
              <a:buSzPct val="76000"/>
              <a:buNone/>
            </a:pPr>
            <a:r>
              <a:rPr b="1" lang="en-IN"/>
              <a:t>ISRO | ISRO CS 2017 | Question 53</a:t>
            </a:r>
            <a:endParaRPr/>
          </a:p>
          <a:p>
            <a:pPr indent="0" lvl="0" marL="68580" rtl="0" algn="l">
              <a:spcBef>
                <a:spcPts val="408"/>
              </a:spcBef>
              <a:spcAft>
                <a:spcPts val="0"/>
              </a:spcAft>
              <a:buSzPct val="76000"/>
              <a:buNone/>
            </a:pPr>
            <a:r>
              <a:rPr lang="en-IN"/>
              <a:t>The minimum number of stacks needed to implement a queue is</a:t>
            </a:r>
            <a:br>
              <a:rPr lang="en-IN"/>
            </a:br>
            <a:r>
              <a:rPr b="1" lang="en-IN"/>
              <a:t>(A)</a:t>
            </a:r>
            <a:r>
              <a:rPr lang="en-IN"/>
              <a:t> 3</a:t>
            </a:r>
            <a:br>
              <a:rPr lang="en-IN"/>
            </a:br>
            <a:r>
              <a:rPr b="1" lang="en-IN"/>
              <a:t>(B)</a:t>
            </a:r>
            <a:r>
              <a:rPr lang="en-IN"/>
              <a:t> 1</a:t>
            </a:r>
            <a:br>
              <a:rPr lang="en-IN"/>
            </a:br>
            <a:r>
              <a:rPr b="1" lang="en-IN"/>
              <a:t>(C)</a:t>
            </a:r>
            <a:r>
              <a:rPr lang="en-IN"/>
              <a:t> 2</a:t>
            </a:r>
            <a:br>
              <a:rPr lang="en-IN"/>
            </a:br>
            <a:r>
              <a:rPr b="1" lang="en-IN"/>
              <a:t>(D)</a:t>
            </a:r>
            <a:r>
              <a:rPr lang="en-IN"/>
              <a:t> 4</a:t>
            </a:r>
            <a:br>
              <a:rPr lang="en-IN"/>
            </a:br>
            <a:br>
              <a:rPr lang="en-IN"/>
            </a:br>
            <a:br>
              <a:rPr lang="en-IN"/>
            </a:br>
            <a:r>
              <a:rPr b="1" lang="en-IN"/>
              <a:t>Answer:</a:t>
            </a:r>
            <a:r>
              <a:rPr lang="en-IN"/>
              <a:t> </a:t>
            </a:r>
            <a:r>
              <a:rPr b="1" lang="en-IN"/>
              <a:t>(C)</a:t>
            </a:r>
            <a:endParaRPr/>
          </a:p>
          <a:p>
            <a:pPr indent="0" lvl="0" marL="68580" rtl="0" algn="l">
              <a:spcBef>
                <a:spcPts val="408"/>
              </a:spcBef>
              <a:spcAft>
                <a:spcPts val="0"/>
              </a:spcAft>
              <a:buSzPct val="76000"/>
              <a:buNone/>
            </a:pPr>
            <a:r>
              <a:rPr lang="en-IN"/>
              <a:t>Keep 2 stacks, let's call them inbox and outbox.</a:t>
            </a:r>
            <a:endParaRPr/>
          </a:p>
          <a:p>
            <a:pPr indent="0" lvl="0" marL="68580" rtl="0" algn="l">
              <a:spcBef>
                <a:spcPts val="408"/>
              </a:spcBef>
              <a:spcAft>
                <a:spcPts val="0"/>
              </a:spcAft>
              <a:buSzPct val="76000"/>
              <a:buNone/>
            </a:pPr>
            <a:r>
              <a:rPr b="1" lang="en-IN"/>
              <a:t>Enqueue</a:t>
            </a:r>
            <a:r>
              <a:rPr lang="en-IN"/>
              <a:t>:</a:t>
            </a:r>
            <a:endParaRPr/>
          </a:p>
          <a:p>
            <a:pPr indent="0" lvl="0" marL="68580" rtl="0" algn="l">
              <a:spcBef>
                <a:spcPts val="408"/>
              </a:spcBef>
              <a:spcAft>
                <a:spcPts val="0"/>
              </a:spcAft>
              <a:buSzPct val="76000"/>
              <a:buNone/>
            </a:pPr>
            <a:r>
              <a:rPr lang="en-IN"/>
              <a:t>Push the new element onto inbox</a:t>
            </a:r>
            <a:endParaRPr/>
          </a:p>
          <a:p>
            <a:pPr indent="0" lvl="0" marL="68580" rtl="0" algn="l">
              <a:spcBef>
                <a:spcPts val="408"/>
              </a:spcBef>
              <a:spcAft>
                <a:spcPts val="0"/>
              </a:spcAft>
              <a:buSzPct val="76000"/>
              <a:buNone/>
            </a:pPr>
            <a:r>
              <a:rPr b="1" lang="en-IN"/>
              <a:t>Dequeue</a:t>
            </a:r>
            <a:r>
              <a:rPr lang="en-IN"/>
              <a:t>:</a:t>
            </a:r>
            <a:endParaRPr/>
          </a:p>
          <a:p>
            <a:pPr indent="0" lvl="0" marL="68580" rtl="0" algn="l">
              <a:spcBef>
                <a:spcPts val="408"/>
              </a:spcBef>
              <a:spcAft>
                <a:spcPts val="0"/>
              </a:spcAft>
              <a:buSzPct val="76000"/>
              <a:buNone/>
            </a:pPr>
            <a:r>
              <a:rPr lang="en-IN"/>
              <a:t>If outbox is empty, refill it by popping each element from inbox and pushing it onto outbox</a:t>
            </a:r>
            <a:endParaRPr/>
          </a:p>
          <a:p>
            <a:pPr indent="0" lvl="0" marL="68580" rtl="0" algn="l">
              <a:spcBef>
                <a:spcPts val="408"/>
              </a:spcBef>
              <a:spcAft>
                <a:spcPts val="0"/>
              </a:spcAft>
              <a:buSzPct val="76000"/>
              <a:buNone/>
            </a:pPr>
            <a:r>
              <a:rPr lang="en-IN"/>
              <a:t>Pop and return the top element from outbox</a:t>
            </a:r>
            <a:endParaRPr/>
          </a:p>
          <a:p>
            <a:pPr indent="-175869" lvl="0" marL="342900" rtl="0" algn="l">
              <a:spcBef>
                <a:spcPts val="408"/>
              </a:spcBef>
              <a:spcAft>
                <a:spcPts val="0"/>
              </a:spcAft>
              <a:buSzPct val="76000"/>
              <a:buNone/>
            </a:pPr>
            <a:r>
              <a:t/>
            </a:r>
            <a:endParaRPr/>
          </a:p>
        </p:txBody>
      </p:sp>
      <p:sp>
        <p:nvSpPr>
          <p:cNvPr id="510" name="Google Shape;510;p2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11" name="Google Shape;511;p2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12" name="Google Shape;512;p2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8"/>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Linked List Representation of Queues</a:t>
            </a:r>
            <a:endParaRPr/>
          </a:p>
        </p:txBody>
      </p:sp>
      <p:sp>
        <p:nvSpPr>
          <p:cNvPr id="518" name="Google Shape;518;p28"/>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519" name="Google Shape;519;p28"/>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520" name="Google Shape;520;p28"/>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521" name="Google Shape;521;p28"/>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9"/>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Linked List Representation of Queues</a:t>
            </a:r>
            <a:endParaRPr/>
          </a:p>
        </p:txBody>
      </p:sp>
      <p:sp>
        <p:nvSpPr>
          <p:cNvPr id="527" name="Google Shape;527;p29"/>
          <p:cNvSpPr txBox="1"/>
          <p:nvPr>
            <p:ph idx="1" type="body"/>
          </p:nvPr>
        </p:nvSpPr>
        <p:spPr>
          <a:xfrm>
            <a:off x="1043608" y="1844824"/>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Queue can also be implemented through linked list.</a:t>
            </a:r>
            <a:endParaRPr/>
          </a:p>
          <a:p>
            <a:pPr indent="-274320" lvl="0" marL="342900" rtl="0" algn="l">
              <a:spcBef>
                <a:spcPts val="400"/>
              </a:spcBef>
              <a:spcAft>
                <a:spcPts val="0"/>
              </a:spcAft>
              <a:buSzPts val="1520"/>
              <a:buChar char="🞇"/>
            </a:pPr>
            <a:r>
              <a:rPr lang="en-IN" sz="2000"/>
              <a:t>The structure of the node will be as:</a:t>
            </a:r>
            <a:endParaRPr/>
          </a:p>
          <a:p>
            <a:pPr indent="0" lvl="4" marL="1051560" rtl="0" algn="l">
              <a:spcBef>
                <a:spcPts val="400"/>
              </a:spcBef>
              <a:spcAft>
                <a:spcPts val="0"/>
              </a:spcAft>
              <a:buSzPts val="1520"/>
              <a:buNone/>
            </a:pPr>
            <a:r>
              <a:rPr b="1" lang="en-IN" sz="2000"/>
              <a:t>struct node</a:t>
            </a:r>
            <a:endParaRPr/>
          </a:p>
          <a:p>
            <a:pPr indent="0" lvl="5" marL="1243584" rtl="0" algn="l">
              <a:spcBef>
                <a:spcPts val="400"/>
              </a:spcBef>
              <a:spcAft>
                <a:spcPts val="0"/>
              </a:spcAft>
              <a:buSzPts val="1520"/>
              <a:buNone/>
            </a:pPr>
            <a:r>
              <a:rPr b="1" lang="en-IN" sz="2000"/>
              <a:t>{</a:t>
            </a:r>
            <a:endParaRPr/>
          </a:p>
          <a:p>
            <a:pPr indent="0" lvl="5" marL="1243584" rtl="0" algn="l">
              <a:spcBef>
                <a:spcPts val="400"/>
              </a:spcBef>
              <a:spcAft>
                <a:spcPts val="0"/>
              </a:spcAft>
              <a:buSzPts val="1520"/>
              <a:buNone/>
            </a:pPr>
            <a:r>
              <a:rPr b="1" lang="en-IN" sz="2000"/>
              <a:t>int data;</a:t>
            </a:r>
            <a:endParaRPr/>
          </a:p>
          <a:p>
            <a:pPr indent="0" lvl="5" marL="1243584" rtl="0" algn="l">
              <a:spcBef>
                <a:spcPts val="400"/>
              </a:spcBef>
              <a:spcAft>
                <a:spcPts val="0"/>
              </a:spcAft>
              <a:buSzPts val="1520"/>
              <a:buNone/>
            </a:pPr>
            <a:r>
              <a:rPr b="1" lang="en-IN" sz="2000"/>
              <a:t>struct node*link;</a:t>
            </a:r>
            <a:endParaRPr/>
          </a:p>
          <a:p>
            <a:pPr indent="0" lvl="5" marL="1243584" rtl="0" algn="l">
              <a:spcBef>
                <a:spcPts val="400"/>
              </a:spcBef>
              <a:spcAft>
                <a:spcPts val="0"/>
              </a:spcAft>
              <a:buSzPts val="1520"/>
              <a:buNone/>
            </a:pPr>
            <a:r>
              <a:rPr b="1" lang="en-IN" sz="2000"/>
              <a:t>}</a:t>
            </a:r>
            <a:endParaRPr/>
          </a:p>
          <a:p>
            <a:pPr indent="0" lvl="0" marL="68580" rtl="0" algn="l">
              <a:spcBef>
                <a:spcPts val="480"/>
              </a:spcBef>
              <a:spcAft>
                <a:spcPts val="0"/>
              </a:spcAft>
              <a:buSzPts val="1824"/>
              <a:buNone/>
            </a:pPr>
            <a:r>
              <a:t/>
            </a:r>
            <a:endParaRPr b="1"/>
          </a:p>
          <a:p>
            <a:pPr indent="0" lvl="0" marL="68580" rtl="0" algn="l">
              <a:spcBef>
                <a:spcPts val="480"/>
              </a:spcBef>
              <a:spcAft>
                <a:spcPts val="0"/>
              </a:spcAft>
              <a:buSzPts val="1824"/>
              <a:buNone/>
            </a:pPr>
            <a:r>
              <a:t/>
            </a:r>
            <a:endParaRPr b="1"/>
          </a:p>
          <a:p>
            <a:pPr indent="0" lvl="0" marL="68580" rtl="0" algn="l">
              <a:spcBef>
                <a:spcPts val="480"/>
              </a:spcBef>
              <a:spcAft>
                <a:spcPts val="0"/>
              </a:spcAft>
              <a:buSzPts val="1824"/>
              <a:buNone/>
            </a:pPr>
            <a:r>
              <a:t/>
            </a:r>
            <a:endParaRPr/>
          </a:p>
          <a:p>
            <a:pPr indent="0" lvl="0" marL="68580" rtl="0" algn="l">
              <a:spcBef>
                <a:spcPts val="480"/>
              </a:spcBef>
              <a:spcAft>
                <a:spcPts val="0"/>
              </a:spcAft>
              <a:buSzPts val="1824"/>
              <a:buNone/>
            </a:pPr>
            <a:r>
              <a:t/>
            </a:r>
            <a:endParaRPr/>
          </a:p>
          <a:p>
            <a:pPr indent="0" lvl="0" marL="68580" rtl="0" algn="l">
              <a:spcBef>
                <a:spcPts val="480"/>
              </a:spcBef>
              <a:spcAft>
                <a:spcPts val="0"/>
              </a:spcAft>
              <a:buSzPts val="1824"/>
              <a:buNone/>
            </a:pPr>
            <a:r>
              <a:t/>
            </a:r>
            <a:endParaRPr/>
          </a:p>
          <a:p>
            <a:pPr indent="0" lvl="0" marL="68580" rtl="0" algn="l">
              <a:spcBef>
                <a:spcPts val="480"/>
              </a:spcBef>
              <a:spcAft>
                <a:spcPts val="0"/>
              </a:spcAft>
              <a:buSzPts val="1824"/>
              <a:buNone/>
            </a:pPr>
            <a:r>
              <a:t/>
            </a:r>
            <a:endParaRPr/>
          </a:p>
          <a:p>
            <a:pPr indent="0" lvl="0" marL="68580" rtl="0" algn="l">
              <a:spcBef>
                <a:spcPts val="480"/>
              </a:spcBef>
              <a:spcAft>
                <a:spcPts val="0"/>
              </a:spcAft>
              <a:buSzPts val="1824"/>
              <a:buNone/>
            </a:pPr>
            <a:r>
              <a:t/>
            </a:r>
            <a:endParaRPr/>
          </a:p>
          <a:p>
            <a:pPr indent="0" lvl="0" marL="68580" rtl="0" algn="l">
              <a:spcBef>
                <a:spcPts val="480"/>
              </a:spcBef>
              <a:spcAft>
                <a:spcPts val="0"/>
              </a:spcAft>
              <a:buSzPts val="1824"/>
              <a:buNone/>
            </a:pPr>
            <a:r>
              <a:t/>
            </a:r>
            <a:endParaRPr/>
          </a:p>
        </p:txBody>
      </p:sp>
      <p:sp>
        <p:nvSpPr>
          <p:cNvPr id="528" name="Google Shape;528;p2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29" name="Google Shape;529;p2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30" name="Google Shape;530;p2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0"/>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800"/>
              <a:t>Queue Implementation using Singly Linked List</a:t>
            </a:r>
            <a:endParaRPr b="1" sz="2800"/>
          </a:p>
        </p:txBody>
      </p:sp>
      <p:sp>
        <p:nvSpPr>
          <p:cNvPr id="536" name="Google Shape;536;p30"/>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Two Pointers Needed- </a:t>
            </a:r>
            <a:endParaRPr sz="2000"/>
          </a:p>
          <a:p>
            <a:pPr indent="-274320" lvl="0" marL="342900" rtl="0" algn="l">
              <a:spcBef>
                <a:spcPts val="400"/>
              </a:spcBef>
              <a:spcAft>
                <a:spcPts val="0"/>
              </a:spcAft>
              <a:buSzPts val="1520"/>
              <a:buChar char="🞇"/>
            </a:pPr>
            <a:r>
              <a:rPr b="1" lang="en-IN" sz="2000"/>
              <a:t>Front</a:t>
            </a:r>
            <a:endParaRPr/>
          </a:p>
          <a:p>
            <a:pPr indent="-274320" lvl="1" marL="640080" rtl="0" algn="l">
              <a:spcBef>
                <a:spcPts val="360"/>
              </a:spcBef>
              <a:spcAft>
                <a:spcPts val="0"/>
              </a:spcAft>
              <a:buSzPts val="1368"/>
              <a:buChar char="🞇"/>
            </a:pPr>
            <a:r>
              <a:rPr lang="en-IN" sz="1800"/>
              <a:t>Will point to the 1</a:t>
            </a:r>
            <a:r>
              <a:rPr baseline="30000" lang="en-IN" sz="1800"/>
              <a:t>st</a:t>
            </a:r>
            <a:r>
              <a:rPr lang="en-IN" sz="1800"/>
              <a:t> node of the linked list</a:t>
            </a:r>
            <a:endParaRPr/>
          </a:p>
          <a:p>
            <a:pPr indent="-274320" lvl="0" marL="342900" rtl="0" algn="l">
              <a:spcBef>
                <a:spcPts val="400"/>
              </a:spcBef>
              <a:spcAft>
                <a:spcPts val="0"/>
              </a:spcAft>
              <a:buSzPts val="1520"/>
              <a:buChar char="🞇"/>
            </a:pPr>
            <a:r>
              <a:rPr b="1" lang="en-IN" sz="2000"/>
              <a:t>Rear</a:t>
            </a:r>
            <a:endParaRPr b="1" sz="2000"/>
          </a:p>
          <a:p>
            <a:pPr indent="-274320" lvl="1" marL="640080" rtl="0" algn="l">
              <a:spcBef>
                <a:spcPts val="360"/>
              </a:spcBef>
              <a:spcAft>
                <a:spcPts val="0"/>
              </a:spcAft>
              <a:buSzPts val="1368"/>
              <a:buChar char="🞇"/>
            </a:pPr>
            <a:r>
              <a:rPr lang="en-IN" sz="1800"/>
              <a:t>Will point to the last node of linked list</a:t>
            </a:r>
            <a:endParaRPr sz="1800"/>
          </a:p>
          <a:p>
            <a:pPr indent="-177800" lvl="0" marL="342900" rtl="0" algn="l">
              <a:spcBef>
                <a:spcPts val="400"/>
              </a:spcBef>
              <a:spcAft>
                <a:spcPts val="0"/>
              </a:spcAft>
              <a:buSzPts val="1520"/>
              <a:buNone/>
            </a:pPr>
            <a:r>
              <a:t/>
            </a:r>
            <a:endParaRPr sz="2000"/>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p:txBody>
      </p:sp>
      <p:sp>
        <p:nvSpPr>
          <p:cNvPr id="537" name="Google Shape;537;p3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38" name="Google Shape;538;p3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39" name="Google Shape;539;p3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id="544" name="Google Shape;544;p31"/>
          <p:cNvPicPr preferRelativeResize="0"/>
          <p:nvPr>
            <p:ph idx="1" type="body"/>
          </p:nvPr>
        </p:nvPicPr>
        <p:blipFill rotWithShape="1">
          <a:blip r:embed="rId3">
            <a:alphaModFix/>
          </a:blip>
          <a:srcRect b="0" l="0" r="0" t="0"/>
          <a:stretch/>
        </p:blipFill>
        <p:spPr>
          <a:xfrm>
            <a:off x="1042988" y="1700808"/>
            <a:ext cx="7273428" cy="3168352"/>
          </a:xfrm>
          <a:prstGeom prst="rect">
            <a:avLst/>
          </a:prstGeom>
          <a:noFill/>
          <a:ln>
            <a:noFill/>
          </a:ln>
        </p:spPr>
      </p:pic>
      <p:sp>
        <p:nvSpPr>
          <p:cNvPr id="545" name="Google Shape;545;p3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46" name="Google Shape;546;p3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47" name="Google Shape;547;p3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pic>
        <p:nvPicPr>
          <p:cNvPr id="552" name="Google Shape;552;p32"/>
          <p:cNvPicPr preferRelativeResize="0"/>
          <p:nvPr>
            <p:ph idx="1" type="body"/>
          </p:nvPr>
        </p:nvPicPr>
        <p:blipFill rotWithShape="1">
          <a:blip r:embed="rId3">
            <a:alphaModFix/>
          </a:blip>
          <a:srcRect b="0" l="0" r="0" t="0"/>
          <a:stretch/>
        </p:blipFill>
        <p:spPr>
          <a:xfrm>
            <a:off x="1129679" y="1268760"/>
            <a:ext cx="4738465" cy="1304925"/>
          </a:xfrm>
          <a:prstGeom prst="rect">
            <a:avLst/>
          </a:prstGeom>
          <a:noFill/>
          <a:ln>
            <a:noFill/>
          </a:ln>
        </p:spPr>
      </p:pic>
      <p:pic>
        <p:nvPicPr>
          <p:cNvPr id="553" name="Google Shape;553;p32"/>
          <p:cNvPicPr preferRelativeResize="0"/>
          <p:nvPr/>
        </p:nvPicPr>
        <p:blipFill rotWithShape="1">
          <a:blip r:embed="rId4">
            <a:alphaModFix/>
          </a:blip>
          <a:srcRect b="0" l="0" r="0" t="0"/>
          <a:stretch/>
        </p:blipFill>
        <p:spPr>
          <a:xfrm>
            <a:off x="1139205" y="2780928"/>
            <a:ext cx="4728939" cy="1584176"/>
          </a:xfrm>
          <a:prstGeom prst="rect">
            <a:avLst/>
          </a:prstGeom>
          <a:noFill/>
          <a:ln>
            <a:noFill/>
          </a:ln>
        </p:spPr>
      </p:pic>
      <p:pic>
        <p:nvPicPr>
          <p:cNvPr id="554" name="Google Shape;554;p32"/>
          <p:cNvPicPr preferRelativeResize="0"/>
          <p:nvPr/>
        </p:nvPicPr>
        <p:blipFill rotWithShape="1">
          <a:blip r:embed="rId5">
            <a:alphaModFix/>
          </a:blip>
          <a:srcRect b="0" l="0" r="0" t="0"/>
          <a:stretch/>
        </p:blipFill>
        <p:spPr>
          <a:xfrm>
            <a:off x="1139205" y="4797153"/>
            <a:ext cx="4728939" cy="1584176"/>
          </a:xfrm>
          <a:prstGeom prst="rect">
            <a:avLst/>
          </a:prstGeom>
          <a:noFill/>
          <a:ln>
            <a:noFill/>
          </a:ln>
        </p:spPr>
      </p:pic>
      <p:sp>
        <p:nvSpPr>
          <p:cNvPr id="555" name="Google Shape;555;p32"/>
          <p:cNvSpPr/>
          <p:nvPr/>
        </p:nvSpPr>
        <p:spPr>
          <a:xfrm>
            <a:off x="1139204" y="548680"/>
            <a:ext cx="343279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accent1"/>
                </a:solidFill>
                <a:latin typeface="Century Gothic"/>
                <a:ea typeface="Century Gothic"/>
                <a:cs typeface="Century Gothic"/>
                <a:sym typeface="Century Gothic"/>
              </a:rPr>
              <a:t>Working of Queues</a:t>
            </a:r>
            <a:endParaRPr b="1" sz="2400">
              <a:solidFill>
                <a:schemeClr val="accent1"/>
              </a:solidFill>
              <a:latin typeface="Century Gothic"/>
              <a:ea typeface="Century Gothic"/>
              <a:cs typeface="Century Gothic"/>
              <a:sym typeface="Century Gothic"/>
            </a:endParaRPr>
          </a:p>
        </p:txBody>
      </p:sp>
      <p:sp>
        <p:nvSpPr>
          <p:cNvPr id="556" name="Google Shape;556;p3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57" name="Google Shape;557;p3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58" name="Google Shape;558;p3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33"/>
          <p:cNvPicPr preferRelativeResize="0"/>
          <p:nvPr/>
        </p:nvPicPr>
        <p:blipFill rotWithShape="1">
          <a:blip r:embed="rId3">
            <a:alphaModFix/>
          </a:blip>
          <a:srcRect b="0" l="0" r="0" t="0"/>
          <a:stretch/>
        </p:blipFill>
        <p:spPr>
          <a:xfrm>
            <a:off x="1043608" y="1052737"/>
            <a:ext cx="4648200" cy="1440160"/>
          </a:xfrm>
          <a:prstGeom prst="rect">
            <a:avLst/>
          </a:prstGeom>
          <a:noFill/>
          <a:ln>
            <a:noFill/>
          </a:ln>
        </p:spPr>
      </p:pic>
      <p:pic>
        <p:nvPicPr>
          <p:cNvPr id="564" name="Google Shape;564;p33"/>
          <p:cNvPicPr preferRelativeResize="0"/>
          <p:nvPr/>
        </p:nvPicPr>
        <p:blipFill rotWithShape="1">
          <a:blip r:embed="rId4">
            <a:alphaModFix/>
          </a:blip>
          <a:srcRect b="0" l="0" r="0" t="0"/>
          <a:stretch/>
        </p:blipFill>
        <p:spPr>
          <a:xfrm>
            <a:off x="1049435" y="3187055"/>
            <a:ext cx="4642373" cy="1538089"/>
          </a:xfrm>
          <a:prstGeom prst="rect">
            <a:avLst/>
          </a:prstGeom>
          <a:noFill/>
          <a:ln>
            <a:noFill/>
          </a:ln>
        </p:spPr>
      </p:pic>
      <p:sp>
        <p:nvSpPr>
          <p:cNvPr id="565" name="Google Shape;565;p33"/>
          <p:cNvSpPr/>
          <p:nvPr/>
        </p:nvSpPr>
        <p:spPr>
          <a:xfrm>
            <a:off x="1139204" y="548680"/>
            <a:ext cx="343279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accent1"/>
                </a:solidFill>
                <a:latin typeface="Century Gothic"/>
                <a:ea typeface="Century Gothic"/>
                <a:cs typeface="Century Gothic"/>
                <a:sym typeface="Century Gothic"/>
              </a:rPr>
              <a:t>Working of Queues</a:t>
            </a:r>
            <a:endParaRPr b="1" sz="2400">
              <a:solidFill>
                <a:schemeClr val="accent1"/>
              </a:solidFill>
              <a:latin typeface="Century Gothic"/>
              <a:ea typeface="Century Gothic"/>
              <a:cs typeface="Century Gothic"/>
              <a:sym typeface="Century Gothic"/>
            </a:endParaRPr>
          </a:p>
        </p:txBody>
      </p:sp>
      <p:sp>
        <p:nvSpPr>
          <p:cNvPr id="566" name="Google Shape;566;p3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67" name="Google Shape;567;p3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68" name="Google Shape;568;p3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34"/>
          <p:cNvPicPr preferRelativeResize="0"/>
          <p:nvPr/>
        </p:nvPicPr>
        <p:blipFill rotWithShape="1">
          <a:blip r:embed="rId3">
            <a:alphaModFix/>
          </a:blip>
          <a:srcRect b="0" l="0" r="0" t="0"/>
          <a:stretch/>
        </p:blipFill>
        <p:spPr>
          <a:xfrm>
            <a:off x="978852" y="3861048"/>
            <a:ext cx="4605633" cy="1656184"/>
          </a:xfrm>
          <a:prstGeom prst="rect">
            <a:avLst/>
          </a:prstGeom>
          <a:noFill/>
          <a:ln>
            <a:noFill/>
          </a:ln>
        </p:spPr>
      </p:pic>
      <p:pic>
        <p:nvPicPr>
          <p:cNvPr id="574" name="Google Shape;574;p34"/>
          <p:cNvPicPr preferRelativeResize="0"/>
          <p:nvPr/>
        </p:nvPicPr>
        <p:blipFill rotWithShape="1">
          <a:blip r:embed="rId4">
            <a:alphaModFix/>
          </a:blip>
          <a:srcRect b="0" l="0" r="0" t="0"/>
          <a:stretch/>
        </p:blipFill>
        <p:spPr>
          <a:xfrm>
            <a:off x="976829" y="1124744"/>
            <a:ext cx="4552950" cy="2088232"/>
          </a:xfrm>
          <a:prstGeom prst="rect">
            <a:avLst/>
          </a:prstGeom>
          <a:noFill/>
          <a:ln>
            <a:noFill/>
          </a:ln>
        </p:spPr>
      </p:pic>
      <p:sp>
        <p:nvSpPr>
          <p:cNvPr id="575" name="Google Shape;575;p34"/>
          <p:cNvSpPr/>
          <p:nvPr/>
        </p:nvSpPr>
        <p:spPr>
          <a:xfrm>
            <a:off x="1139204" y="548680"/>
            <a:ext cx="343279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400">
                <a:solidFill>
                  <a:schemeClr val="accent1"/>
                </a:solidFill>
                <a:latin typeface="Century Gothic"/>
                <a:ea typeface="Century Gothic"/>
                <a:cs typeface="Century Gothic"/>
                <a:sym typeface="Century Gothic"/>
              </a:rPr>
              <a:t>Working of Queues</a:t>
            </a:r>
            <a:endParaRPr b="1" sz="2400">
              <a:solidFill>
                <a:schemeClr val="accent1"/>
              </a:solidFill>
              <a:latin typeface="Century Gothic"/>
              <a:ea typeface="Century Gothic"/>
              <a:cs typeface="Century Gothic"/>
              <a:sym typeface="Century Gothic"/>
            </a:endParaRPr>
          </a:p>
        </p:txBody>
      </p:sp>
      <p:sp>
        <p:nvSpPr>
          <p:cNvPr id="576" name="Google Shape;576;p3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77" name="Google Shape;577;p3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78" name="Google Shape;578;p3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5"/>
          <p:cNvSpPr txBox="1"/>
          <p:nvPr>
            <p:ph type="title"/>
          </p:nvPr>
        </p:nvSpPr>
        <p:spPr>
          <a:xfrm>
            <a:off x="48356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a:t>
            </a:r>
            <a:endParaRPr sz="2800"/>
          </a:p>
        </p:txBody>
      </p:sp>
      <p:sp>
        <p:nvSpPr>
          <p:cNvPr id="584" name="Google Shape;584;p3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For Insertion in Queue,</a:t>
            </a:r>
            <a:endParaRPr/>
          </a:p>
          <a:p>
            <a:pPr indent="-274320" lvl="1" marL="640080" rtl="0" algn="l">
              <a:spcBef>
                <a:spcPts val="440"/>
              </a:spcBef>
              <a:spcAft>
                <a:spcPts val="0"/>
              </a:spcAft>
              <a:buSzPts val="1672"/>
              <a:buChar char="🞇"/>
            </a:pPr>
            <a:r>
              <a:rPr lang="en-IN"/>
              <a:t>We add element at the end of the linked list.</a:t>
            </a:r>
            <a:endParaRPr/>
          </a:p>
          <a:p>
            <a:pPr indent="-168148" lvl="1" marL="640080" rtl="0" algn="l">
              <a:spcBef>
                <a:spcPts val="440"/>
              </a:spcBef>
              <a:spcAft>
                <a:spcPts val="0"/>
              </a:spcAft>
              <a:buSzPts val="1672"/>
              <a:buNone/>
            </a:pPr>
            <a:r>
              <a:t/>
            </a:r>
            <a:endParaRPr/>
          </a:p>
        </p:txBody>
      </p:sp>
      <p:sp>
        <p:nvSpPr>
          <p:cNvPr id="585" name="Google Shape;585;p3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86" name="Google Shape;586;p3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87" name="Google Shape;587;p3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36"/>
          <p:cNvSpPr txBox="1"/>
          <p:nvPr>
            <p:ph type="title"/>
          </p:nvPr>
        </p:nvSpPr>
        <p:spPr>
          <a:xfrm>
            <a:off x="48356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a:t>
            </a:r>
            <a:endParaRPr sz="2800"/>
          </a:p>
        </p:txBody>
      </p:sp>
      <p:pic>
        <p:nvPicPr>
          <p:cNvPr id="593" name="Google Shape;593;p36"/>
          <p:cNvPicPr preferRelativeResize="0"/>
          <p:nvPr/>
        </p:nvPicPr>
        <p:blipFill rotWithShape="1">
          <a:blip r:embed="rId3">
            <a:alphaModFix/>
          </a:blip>
          <a:srcRect b="20437" l="19856" r="66261" t="54381"/>
          <a:stretch/>
        </p:blipFill>
        <p:spPr>
          <a:xfrm>
            <a:off x="969399" y="1556792"/>
            <a:ext cx="4898745" cy="1656184"/>
          </a:xfrm>
          <a:prstGeom prst="rect">
            <a:avLst/>
          </a:prstGeom>
          <a:noFill/>
          <a:ln>
            <a:noFill/>
          </a:ln>
        </p:spPr>
      </p:pic>
      <p:sp>
        <p:nvSpPr>
          <p:cNvPr id="594" name="Google Shape;594;p36"/>
          <p:cNvSpPr txBox="1"/>
          <p:nvPr>
            <p:ph idx="1" type="body"/>
          </p:nvPr>
        </p:nvSpPr>
        <p:spPr>
          <a:xfrm>
            <a:off x="969399" y="4149080"/>
            <a:ext cx="6777317" cy="827599"/>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lang="en-IN" sz="2000"/>
              <a:t>If the linked list is empty,</a:t>
            </a:r>
            <a:endParaRPr/>
          </a:p>
          <a:p>
            <a:pPr indent="0" lvl="1" marL="365760" rtl="0" algn="l">
              <a:spcBef>
                <a:spcPts val="400"/>
              </a:spcBef>
              <a:spcAft>
                <a:spcPts val="0"/>
              </a:spcAft>
              <a:buSzPts val="1520"/>
              <a:buNone/>
            </a:pPr>
            <a:r>
              <a:rPr lang="en-IN" sz="2000"/>
              <a:t>front=NULL</a:t>
            </a:r>
            <a:endParaRPr/>
          </a:p>
          <a:p>
            <a:pPr indent="0" lvl="1" marL="365760" rtl="0" algn="l">
              <a:spcBef>
                <a:spcPts val="400"/>
              </a:spcBef>
              <a:spcAft>
                <a:spcPts val="0"/>
              </a:spcAft>
              <a:buSzPts val="1520"/>
              <a:buNone/>
            </a:pPr>
            <a:r>
              <a:rPr lang="en-IN" sz="2000"/>
              <a:t>rear=NULL</a:t>
            </a:r>
            <a:endParaRPr/>
          </a:p>
          <a:p>
            <a:pPr indent="-274320" lvl="0" marL="342900" rtl="0" algn="l">
              <a:spcBef>
                <a:spcPts val="400"/>
              </a:spcBef>
              <a:spcAft>
                <a:spcPts val="0"/>
              </a:spcAft>
              <a:buSzPts val="1520"/>
              <a:buChar char="🞇"/>
            </a:pPr>
            <a:r>
              <a:rPr lang="en-IN" sz="2000"/>
              <a:t>After insertion, Both rear and front will point to the newly inserted node</a:t>
            </a:r>
            <a:endParaRPr sz="2000"/>
          </a:p>
        </p:txBody>
      </p:sp>
      <p:sp>
        <p:nvSpPr>
          <p:cNvPr id="595" name="Google Shape;595;p3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596" name="Google Shape;596;p3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97" name="Google Shape;597;p3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7"/>
          <p:cNvSpPr txBox="1"/>
          <p:nvPr>
            <p:ph type="title"/>
          </p:nvPr>
        </p:nvSpPr>
        <p:spPr>
          <a:xfrm>
            <a:off x="48356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a:t>
            </a:r>
            <a:endParaRPr sz="2800"/>
          </a:p>
        </p:txBody>
      </p:sp>
      <p:pic>
        <p:nvPicPr>
          <p:cNvPr id="603" name="Google Shape;603;p37"/>
          <p:cNvPicPr preferRelativeResize="0"/>
          <p:nvPr>
            <p:ph idx="1" type="body"/>
          </p:nvPr>
        </p:nvPicPr>
        <p:blipFill rotWithShape="1">
          <a:blip r:embed="rId3">
            <a:alphaModFix/>
          </a:blip>
          <a:srcRect b="0" l="0" r="0" t="0"/>
          <a:stretch/>
        </p:blipFill>
        <p:spPr>
          <a:xfrm>
            <a:off x="899591" y="980728"/>
            <a:ext cx="4749243" cy="1312540"/>
          </a:xfrm>
          <a:prstGeom prst="rect">
            <a:avLst/>
          </a:prstGeom>
          <a:noFill/>
          <a:ln>
            <a:noFill/>
          </a:ln>
        </p:spPr>
      </p:pic>
      <p:grpSp>
        <p:nvGrpSpPr>
          <p:cNvPr id="604" name="Google Shape;604;p37"/>
          <p:cNvGrpSpPr/>
          <p:nvPr/>
        </p:nvGrpSpPr>
        <p:grpSpPr>
          <a:xfrm>
            <a:off x="875508" y="2555612"/>
            <a:ext cx="4773327" cy="1422498"/>
            <a:chOff x="875509" y="2555612"/>
            <a:chExt cx="4248472" cy="1422498"/>
          </a:xfrm>
        </p:grpSpPr>
        <p:pic>
          <p:nvPicPr>
            <p:cNvPr id="605" name="Google Shape;605;p37"/>
            <p:cNvPicPr preferRelativeResize="0"/>
            <p:nvPr/>
          </p:nvPicPr>
          <p:blipFill rotWithShape="1">
            <a:blip r:embed="rId4">
              <a:alphaModFix/>
            </a:blip>
            <a:srcRect b="0" l="0" r="0" t="0"/>
            <a:stretch/>
          </p:blipFill>
          <p:spPr>
            <a:xfrm>
              <a:off x="875509" y="2555612"/>
              <a:ext cx="4248472" cy="1422498"/>
            </a:xfrm>
            <a:prstGeom prst="rect">
              <a:avLst/>
            </a:prstGeom>
            <a:noFill/>
            <a:ln>
              <a:noFill/>
            </a:ln>
          </p:spPr>
        </p:pic>
        <p:sp>
          <p:nvSpPr>
            <p:cNvPr id="606" name="Google Shape;606;p37"/>
            <p:cNvSpPr txBox="1"/>
            <p:nvPr/>
          </p:nvSpPr>
          <p:spPr>
            <a:xfrm>
              <a:off x="3211011" y="3670333"/>
              <a:ext cx="7920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a:solidFill>
                    <a:schemeClr val="dk1"/>
                  </a:solidFill>
                  <a:latin typeface="Century Gothic"/>
                  <a:ea typeface="Century Gothic"/>
                  <a:cs typeface="Century Gothic"/>
                  <a:sym typeface="Century Gothic"/>
                </a:rPr>
                <a:t>temp</a:t>
              </a:r>
              <a:endParaRPr sz="1400">
                <a:solidFill>
                  <a:schemeClr val="dk1"/>
                </a:solidFill>
                <a:latin typeface="Century Gothic"/>
                <a:ea typeface="Century Gothic"/>
                <a:cs typeface="Century Gothic"/>
                <a:sym typeface="Century Gothic"/>
              </a:endParaRPr>
            </a:p>
          </p:txBody>
        </p:sp>
      </p:grpSp>
      <p:grpSp>
        <p:nvGrpSpPr>
          <p:cNvPr id="607" name="Google Shape;607;p37"/>
          <p:cNvGrpSpPr/>
          <p:nvPr/>
        </p:nvGrpSpPr>
        <p:grpSpPr>
          <a:xfrm>
            <a:off x="875509" y="4469234"/>
            <a:ext cx="4773327" cy="1656184"/>
            <a:chOff x="875509" y="4469234"/>
            <a:chExt cx="4773327" cy="1656184"/>
          </a:xfrm>
        </p:grpSpPr>
        <p:pic>
          <p:nvPicPr>
            <p:cNvPr id="608" name="Google Shape;608;p37"/>
            <p:cNvPicPr preferRelativeResize="0"/>
            <p:nvPr/>
          </p:nvPicPr>
          <p:blipFill rotWithShape="1">
            <a:blip r:embed="rId5">
              <a:alphaModFix/>
            </a:blip>
            <a:srcRect b="0" l="0" r="0" t="0"/>
            <a:stretch/>
          </p:blipFill>
          <p:spPr>
            <a:xfrm>
              <a:off x="875509" y="4469234"/>
              <a:ext cx="4773327" cy="1656184"/>
            </a:xfrm>
            <a:prstGeom prst="rect">
              <a:avLst/>
            </a:prstGeom>
            <a:noFill/>
            <a:ln>
              <a:noFill/>
            </a:ln>
          </p:spPr>
        </p:pic>
        <p:sp>
          <p:nvSpPr>
            <p:cNvPr id="609" name="Google Shape;609;p37"/>
            <p:cNvSpPr txBox="1"/>
            <p:nvPr/>
          </p:nvSpPr>
          <p:spPr>
            <a:xfrm>
              <a:off x="3548464" y="5817641"/>
              <a:ext cx="7920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a:solidFill>
                    <a:schemeClr val="dk1"/>
                  </a:solidFill>
                  <a:latin typeface="Century Gothic"/>
                  <a:ea typeface="Century Gothic"/>
                  <a:cs typeface="Century Gothic"/>
                  <a:sym typeface="Century Gothic"/>
                </a:rPr>
                <a:t>temp</a:t>
              </a:r>
              <a:endParaRPr sz="1400">
                <a:solidFill>
                  <a:schemeClr val="dk1"/>
                </a:solidFill>
                <a:latin typeface="Century Gothic"/>
                <a:ea typeface="Century Gothic"/>
                <a:cs typeface="Century Gothic"/>
                <a:sym typeface="Century Gothic"/>
              </a:endParaRPr>
            </a:p>
          </p:txBody>
        </p:sp>
      </p:grpSp>
      <p:sp>
        <p:nvSpPr>
          <p:cNvPr id="610" name="Google Shape;610;p37"/>
          <p:cNvSpPr txBox="1"/>
          <p:nvPr/>
        </p:nvSpPr>
        <p:spPr>
          <a:xfrm>
            <a:off x="5796136" y="1052736"/>
            <a:ext cx="3102708" cy="827599"/>
          </a:xfrm>
          <a:prstGeom prst="rect">
            <a:avLst/>
          </a:prstGeom>
          <a:noFill/>
          <a:ln>
            <a:noFill/>
          </a:ln>
        </p:spPr>
        <p:txBody>
          <a:bodyPr anchorCtr="0" anchor="t" bIns="45700" lIns="91425" spcFirstLastPara="1" rIns="91425" wrap="square" tIns="45700">
            <a:noAutofit/>
          </a:bodyPr>
          <a:lstStyle/>
          <a:p>
            <a:pPr indent="0" lvl="0" marL="68580" marR="0" rtl="0" algn="l">
              <a:spcBef>
                <a:spcPts val="0"/>
              </a:spcBef>
              <a:spcAft>
                <a:spcPts val="0"/>
              </a:spcAft>
              <a:buClr>
                <a:schemeClr val="accent1"/>
              </a:buClr>
              <a:buSzPts val="1520"/>
              <a:buFont typeface="Noto Sans Symbols"/>
              <a:buNone/>
            </a:pPr>
            <a:r>
              <a:rPr b="1" lang="en-IN" sz="2000">
                <a:solidFill>
                  <a:schemeClr val="dk2"/>
                </a:solidFill>
                <a:latin typeface="Century Gothic"/>
                <a:ea typeface="Century Gothic"/>
                <a:cs typeface="Century Gothic"/>
                <a:sym typeface="Century Gothic"/>
              </a:rPr>
              <a:t>If the linked list is not empty,</a:t>
            </a:r>
            <a:endParaRPr/>
          </a:p>
          <a:p>
            <a:pPr indent="-274320" lvl="0" marL="342900" marR="0" rtl="0" algn="l">
              <a:spcBef>
                <a:spcPts val="400"/>
              </a:spcBef>
              <a:spcAft>
                <a:spcPts val="0"/>
              </a:spcAft>
              <a:buClr>
                <a:schemeClr val="accent1"/>
              </a:buClr>
              <a:buSzPts val="1520"/>
              <a:buFont typeface="Noto Sans Symbols"/>
              <a:buChar char="🞇"/>
            </a:pPr>
            <a:r>
              <a:rPr lang="en-IN" sz="2000">
                <a:solidFill>
                  <a:schemeClr val="dk2"/>
                </a:solidFill>
                <a:latin typeface="Century Gothic"/>
                <a:ea typeface="Century Gothic"/>
                <a:cs typeface="Century Gothic"/>
                <a:sym typeface="Century Gothic"/>
              </a:rPr>
              <a:t>Rear will point to the newly inserted node </a:t>
            </a:r>
            <a:endParaRPr sz="2000">
              <a:solidFill>
                <a:schemeClr val="dk2"/>
              </a:solidFill>
              <a:latin typeface="Century Gothic"/>
              <a:ea typeface="Century Gothic"/>
              <a:cs typeface="Century Gothic"/>
              <a:sym typeface="Century Gothic"/>
            </a:endParaRPr>
          </a:p>
        </p:txBody>
      </p:sp>
      <p:sp>
        <p:nvSpPr>
          <p:cNvPr id="611" name="Google Shape;611;p3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612" name="Google Shape;612;p3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13" name="Google Shape;613;p3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38"/>
          <p:cNvSpPr txBox="1"/>
          <p:nvPr>
            <p:ph type="title"/>
          </p:nvPr>
        </p:nvSpPr>
        <p:spPr>
          <a:xfrm>
            <a:off x="755576" y="548680"/>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a:t>
            </a:r>
            <a:endParaRPr sz="2800"/>
          </a:p>
        </p:txBody>
      </p:sp>
      <p:sp>
        <p:nvSpPr>
          <p:cNvPr id="619" name="Google Shape;619;p38"/>
          <p:cNvSpPr txBox="1"/>
          <p:nvPr>
            <p:ph idx="1" type="body"/>
          </p:nvPr>
        </p:nvSpPr>
        <p:spPr>
          <a:xfrm>
            <a:off x="827584" y="1412776"/>
            <a:ext cx="7488832" cy="4248472"/>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lang="en-IN" sz="1600"/>
              <a:t>insert()</a:t>
            </a:r>
            <a:endParaRPr/>
          </a:p>
          <a:p>
            <a:pPr indent="0" lvl="0" marL="68580" rtl="0" algn="l">
              <a:spcBef>
                <a:spcPts val="320"/>
              </a:spcBef>
              <a:spcAft>
                <a:spcPts val="0"/>
              </a:spcAft>
              <a:buSzPts val="1216"/>
              <a:buNone/>
            </a:pPr>
            <a:r>
              <a:rPr lang="en-IN" sz="1600"/>
              <a:t>{</a:t>
            </a:r>
            <a:endParaRPr/>
          </a:p>
          <a:p>
            <a:pPr indent="0" lvl="0" marL="68580" rtl="0" algn="l">
              <a:spcBef>
                <a:spcPts val="320"/>
              </a:spcBef>
              <a:spcAft>
                <a:spcPts val="0"/>
              </a:spcAft>
              <a:buSzPts val="1216"/>
              <a:buNone/>
            </a:pPr>
            <a:r>
              <a:rPr lang="en-IN" sz="1600"/>
              <a:t>	struct node *tmp;</a:t>
            </a:r>
            <a:endParaRPr/>
          </a:p>
          <a:p>
            <a:pPr indent="0" lvl="0" marL="68580" rtl="0" algn="l">
              <a:spcBef>
                <a:spcPts val="320"/>
              </a:spcBef>
              <a:spcAft>
                <a:spcPts val="0"/>
              </a:spcAft>
              <a:buSzPts val="1216"/>
              <a:buNone/>
            </a:pPr>
            <a:r>
              <a:rPr lang="en-IN" sz="1600"/>
              <a:t>	int added_item;</a:t>
            </a:r>
            <a:endParaRPr/>
          </a:p>
          <a:p>
            <a:pPr indent="0" lvl="0" marL="68580" rtl="0" algn="l">
              <a:spcBef>
                <a:spcPts val="320"/>
              </a:spcBef>
              <a:spcAft>
                <a:spcPts val="0"/>
              </a:spcAft>
              <a:buSzPts val="1216"/>
              <a:buNone/>
            </a:pPr>
            <a:r>
              <a:rPr lang="en-IN" sz="1600"/>
              <a:t>	tmp = (struct node *)malloc(sizeof(struct node));</a:t>
            </a:r>
            <a:endParaRPr/>
          </a:p>
          <a:p>
            <a:pPr indent="0" lvl="0" marL="68580" rtl="0" algn="l">
              <a:spcBef>
                <a:spcPts val="320"/>
              </a:spcBef>
              <a:spcAft>
                <a:spcPts val="0"/>
              </a:spcAft>
              <a:buSzPts val="1216"/>
              <a:buNone/>
            </a:pPr>
            <a:r>
              <a:rPr lang="en-IN" sz="1600"/>
              <a:t>	printf("Input the element for adding in queue : ");</a:t>
            </a:r>
            <a:endParaRPr/>
          </a:p>
          <a:p>
            <a:pPr indent="0" lvl="0" marL="68580" rtl="0" algn="l">
              <a:spcBef>
                <a:spcPts val="320"/>
              </a:spcBef>
              <a:spcAft>
                <a:spcPts val="0"/>
              </a:spcAft>
              <a:buSzPts val="1216"/>
              <a:buNone/>
            </a:pPr>
            <a:r>
              <a:rPr lang="en-IN" sz="1600"/>
              <a:t>	scanf("%d",&amp;added_item);</a:t>
            </a:r>
            <a:endParaRPr/>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b="1" lang="en-IN" sz="1600"/>
              <a:t>	tmp-&gt;info = added_item;</a:t>
            </a:r>
            <a:endParaRPr/>
          </a:p>
          <a:p>
            <a:pPr indent="0" lvl="0" marL="68580" rtl="0" algn="l">
              <a:spcBef>
                <a:spcPts val="320"/>
              </a:spcBef>
              <a:spcAft>
                <a:spcPts val="0"/>
              </a:spcAft>
              <a:buSzPts val="1216"/>
              <a:buNone/>
            </a:pPr>
            <a:r>
              <a:rPr b="1" lang="en-IN" sz="1600"/>
              <a:t>	tmp-&gt;link=NULL;</a:t>
            </a:r>
            <a:endParaRPr/>
          </a:p>
          <a:p>
            <a:pPr indent="0" lvl="0" marL="68580" rtl="0" algn="l">
              <a:spcBef>
                <a:spcPts val="320"/>
              </a:spcBef>
              <a:spcAft>
                <a:spcPts val="0"/>
              </a:spcAft>
              <a:buSzPts val="1216"/>
              <a:buNone/>
            </a:pPr>
            <a:r>
              <a:rPr b="1" lang="en-IN" sz="1600"/>
              <a:t>	if(front==NULL)		 /*If Queue is empty*/</a:t>
            </a:r>
            <a:endParaRPr/>
          </a:p>
          <a:p>
            <a:pPr indent="0" lvl="0" marL="68580" rtl="0" algn="l">
              <a:spcBef>
                <a:spcPts val="320"/>
              </a:spcBef>
              <a:spcAft>
                <a:spcPts val="0"/>
              </a:spcAft>
              <a:buSzPts val="1216"/>
              <a:buNone/>
            </a:pPr>
            <a:r>
              <a:rPr b="1" lang="en-IN" sz="1600"/>
              <a:t>		front=tmp;</a:t>
            </a:r>
            <a:endParaRPr/>
          </a:p>
          <a:p>
            <a:pPr indent="0" lvl="0" marL="68580" rtl="0" algn="l">
              <a:spcBef>
                <a:spcPts val="320"/>
              </a:spcBef>
              <a:spcAft>
                <a:spcPts val="0"/>
              </a:spcAft>
              <a:buSzPts val="1216"/>
              <a:buNone/>
            </a:pPr>
            <a:r>
              <a:rPr b="1" lang="en-IN" sz="1600"/>
              <a:t>		rear=tmp;</a:t>
            </a:r>
            <a:endParaRPr b="1" sz="1600"/>
          </a:p>
          <a:p>
            <a:pPr indent="0" lvl="0" marL="68580" rtl="0" algn="l">
              <a:spcBef>
                <a:spcPts val="320"/>
              </a:spcBef>
              <a:spcAft>
                <a:spcPts val="0"/>
              </a:spcAft>
              <a:buSzPts val="1216"/>
              <a:buNone/>
            </a:pPr>
            <a:r>
              <a:rPr b="1" lang="en-IN" sz="1600"/>
              <a:t>	else</a:t>
            </a:r>
            <a:endParaRPr/>
          </a:p>
          <a:p>
            <a:pPr indent="0" lvl="0" marL="68580" rtl="0" algn="l">
              <a:spcBef>
                <a:spcPts val="320"/>
              </a:spcBef>
              <a:spcAft>
                <a:spcPts val="0"/>
              </a:spcAft>
              <a:buSzPts val="1216"/>
              <a:buNone/>
            </a:pPr>
            <a:r>
              <a:rPr b="1" lang="en-IN" sz="1600"/>
              <a:t>		rear-&gt;link=tmp;</a:t>
            </a:r>
            <a:endParaRPr/>
          </a:p>
          <a:p>
            <a:pPr indent="0" lvl="0" marL="68580" rtl="0" algn="l">
              <a:spcBef>
                <a:spcPts val="320"/>
              </a:spcBef>
              <a:spcAft>
                <a:spcPts val="0"/>
              </a:spcAft>
              <a:buSzPts val="1216"/>
              <a:buNone/>
            </a:pPr>
            <a:r>
              <a:rPr b="1" lang="en-IN" sz="1600"/>
              <a:t>	rear=tmp;</a:t>
            </a:r>
            <a:endParaRPr/>
          </a:p>
          <a:p>
            <a:pPr indent="0" lvl="0" marL="68580" rtl="0" algn="l">
              <a:spcBef>
                <a:spcPts val="320"/>
              </a:spcBef>
              <a:spcAft>
                <a:spcPts val="0"/>
              </a:spcAft>
              <a:buSzPts val="1216"/>
              <a:buNone/>
            </a:pPr>
            <a:r>
              <a:rPr lang="en-IN" sz="1600"/>
              <a:t>}/*End of insert()*/</a:t>
            </a:r>
            <a:endParaRPr/>
          </a:p>
          <a:p>
            <a:pPr indent="-206755" lvl="0" marL="342900" rtl="0" algn="l">
              <a:spcBef>
                <a:spcPts val="280"/>
              </a:spcBef>
              <a:spcAft>
                <a:spcPts val="0"/>
              </a:spcAft>
              <a:buSzPts val="1064"/>
              <a:buNone/>
            </a:pPr>
            <a:r>
              <a:t/>
            </a:r>
            <a:endParaRPr sz="1400"/>
          </a:p>
        </p:txBody>
      </p:sp>
      <p:sp>
        <p:nvSpPr>
          <p:cNvPr id="620" name="Google Shape;620;p3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621" name="Google Shape;621;p3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22" name="Google Shape;622;p3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39"/>
          <p:cNvSpPr txBox="1"/>
          <p:nvPr>
            <p:ph type="title"/>
          </p:nvPr>
        </p:nvSpPr>
        <p:spPr>
          <a:xfrm>
            <a:off x="48356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Operation</a:t>
            </a:r>
            <a:endParaRPr sz="2800"/>
          </a:p>
        </p:txBody>
      </p:sp>
      <p:sp>
        <p:nvSpPr>
          <p:cNvPr id="628" name="Google Shape;628;p39"/>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For Deletion in Queue,</a:t>
            </a:r>
            <a:endParaRPr/>
          </a:p>
          <a:p>
            <a:pPr indent="-274320" lvl="1" marL="640080" rtl="0" algn="l">
              <a:spcBef>
                <a:spcPts val="440"/>
              </a:spcBef>
              <a:spcAft>
                <a:spcPts val="0"/>
              </a:spcAft>
              <a:buSzPts val="1672"/>
              <a:buChar char="🞇"/>
            </a:pPr>
            <a:r>
              <a:rPr lang="en-IN"/>
              <a:t>We delete the first node of the linked list</a:t>
            </a:r>
            <a:endParaRPr/>
          </a:p>
        </p:txBody>
      </p:sp>
      <p:sp>
        <p:nvSpPr>
          <p:cNvPr id="629" name="Google Shape;629;p3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630" name="Google Shape;630;p3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31" name="Google Shape;631;p3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40"/>
          <p:cNvSpPr txBox="1"/>
          <p:nvPr>
            <p:ph type="title"/>
          </p:nvPr>
        </p:nvSpPr>
        <p:spPr>
          <a:xfrm>
            <a:off x="48356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Deletion Operation</a:t>
            </a:r>
            <a:endParaRPr sz="2800"/>
          </a:p>
        </p:txBody>
      </p:sp>
      <p:pic>
        <p:nvPicPr>
          <p:cNvPr id="637" name="Google Shape;637;p40"/>
          <p:cNvPicPr preferRelativeResize="0"/>
          <p:nvPr/>
        </p:nvPicPr>
        <p:blipFill rotWithShape="1">
          <a:blip r:embed="rId3">
            <a:alphaModFix/>
          </a:blip>
          <a:srcRect b="0" l="0" r="0" t="0"/>
          <a:stretch/>
        </p:blipFill>
        <p:spPr>
          <a:xfrm>
            <a:off x="889122" y="2132856"/>
            <a:ext cx="4707339" cy="1104900"/>
          </a:xfrm>
          <a:prstGeom prst="rect">
            <a:avLst/>
          </a:prstGeom>
          <a:noFill/>
          <a:ln>
            <a:noFill/>
          </a:ln>
        </p:spPr>
      </p:pic>
      <p:pic>
        <p:nvPicPr>
          <p:cNvPr id="638" name="Google Shape;638;p40"/>
          <p:cNvPicPr preferRelativeResize="0"/>
          <p:nvPr/>
        </p:nvPicPr>
        <p:blipFill rotWithShape="1">
          <a:blip r:embed="rId4">
            <a:alphaModFix/>
          </a:blip>
          <a:srcRect b="0" l="0" r="0" t="0"/>
          <a:stretch/>
        </p:blipFill>
        <p:spPr>
          <a:xfrm>
            <a:off x="816999" y="1094538"/>
            <a:ext cx="4779462" cy="752475"/>
          </a:xfrm>
          <a:prstGeom prst="rect">
            <a:avLst/>
          </a:prstGeom>
          <a:noFill/>
          <a:ln>
            <a:noFill/>
          </a:ln>
        </p:spPr>
      </p:pic>
      <p:pic>
        <p:nvPicPr>
          <p:cNvPr id="639" name="Google Shape;639;p40"/>
          <p:cNvPicPr preferRelativeResize="0"/>
          <p:nvPr/>
        </p:nvPicPr>
        <p:blipFill rotWithShape="1">
          <a:blip r:embed="rId5">
            <a:alphaModFix/>
          </a:blip>
          <a:srcRect b="0" l="0" r="0" t="0"/>
          <a:stretch/>
        </p:blipFill>
        <p:spPr>
          <a:xfrm>
            <a:off x="920877" y="3645025"/>
            <a:ext cx="4675585" cy="1224136"/>
          </a:xfrm>
          <a:prstGeom prst="rect">
            <a:avLst/>
          </a:prstGeom>
          <a:noFill/>
          <a:ln>
            <a:noFill/>
          </a:ln>
        </p:spPr>
      </p:pic>
      <p:pic>
        <p:nvPicPr>
          <p:cNvPr id="640" name="Google Shape;640;p40"/>
          <p:cNvPicPr preferRelativeResize="0"/>
          <p:nvPr/>
        </p:nvPicPr>
        <p:blipFill rotWithShape="1">
          <a:blip r:embed="rId6">
            <a:alphaModFix/>
          </a:blip>
          <a:srcRect b="0" l="54258" r="1230" t="59610"/>
          <a:stretch/>
        </p:blipFill>
        <p:spPr>
          <a:xfrm>
            <a:off x="894059" y="5085184"/>
            <a:ext cx="4702403" cy="1323528"/>
          </a:xfrm>
          <a:prstGeom prst="rect">
            <a:avLst/>
          </a:prstGeom>
          <a:noFill/>
          <a:ln>
            <a:noFill/>
          </a:ln>
        </p:spPr>
      </p:pic>
      <p:sp>
        <p:nvSpPr>
          <p:cNvPr id="641" name="Google Shape;641;p4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642" name="Google Shape;642;p4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43" name="Google Shape;643;p4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41"/>
          <p:cNvSpPr txBox="1"/>
          <p:nvPr>
            <p:ph type="title"/>
          </p:nvPr>
        </p:nvSpPr>
        <p:spPr>
          <a:xfrm>
            <a:off x="467544"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Operation</a:t>
            </a:r>
            <a:endParaRPr sz="2800"/>
          </a:p>
        </p:txBody>
      </p:sp>
      <p:sp>
        <p:nvSpPr>
          <p:cNvPr id="649" name="Google Shape;649;p41"/>
          <p:cNvSpPr txBox="1"/>
          <p:nvPr>
            <p:ph idx="1" type="body"/>
          </p:nvPr>
        </p:nvSpPr>
        <p:spPr>
          <a:xfrm>
            <a:off x="971600" y="1556792"/>
            <a:ext cx="6777317" cy="3987805"/>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lang="en-IN" sz="1600"/>
              <a:t>del()</a:t>
            </a:r>
            <a:endParaRPr/>
          </a:p>
          <a:p>
            <a:pPr indent="0" lvl="0" marL="68580" rtl="0" algn="l">
              <a:spcBef>
                <a:spcPts val="320"/>
              </a:spcBef>
              <a:spcAft>
                <a:spcPts val="0"/>
              </a:spcAft>
              <a:buSzPts val="1216"/>
              <a:buNone/>
            </a:pPr>
            <a:r>
              <a:rPr lang="en-IN" sz="1600"/>
              <a:t>{</a:t>
            </a:r>
            <a:endParaRPr/>
          </a:p>
          <a:p>
            <a:pPr indent="0" lvl="0" marL="68580" rtl="0" algn="l">
              <a:spcBef>
                <a:spcPts val="320"/>
              </a:spcBef>
              <a:spcAft>
                <a:spcPts val="0"/>
              </a:spcAft>
              <a:buSzPts val="1216"/>
              <a:buNone/>
            </a:pPr>
            <a:r>
              <a:rPr lang="en-IN" sz="1600"/>
              <a:t>	struct node *tmp;</a:t>
            </a:r>
            <a:endParaRPr/>
          </a:p>
          <a:p>
            <a:pPr indent="0" lvl="0" marL="68580" rtl="0" algn="l">
              <a:spcBef>
                <a:spcPts val="320"/>
              </a:spcBef>
              <a:spcAft>
                <a:spcPts val="0"/>
              </a:spcAft>
              <a:buSzPts val="1216"/>
              <a:buNone/>
            </a:pPr>
            <a:r>
              <a:rPr lang="en-IN" sz="1600"/>
              <a:t>	if(front == NULL)</a:t>
            </a:r>
            <a:endParaRPr/>
          </a:p>
          <a:p>
            <a:pPr indent="0" lvl="0" marL="68580" rtl="0" algn="l">
              <a:spcBef>
                <a:spcPts val="320"/>
              </a:spcBef>
              <a:spcAft>
                <a:spcPts val="0"/>
              </a:spcAft>
              <a:buSzPts val="1216"/>
              <a:buNone/>
            </a:pPr>
            <a:r>
              <a:rPr lang="en-IN" sz="1600"/>
              <a:t>		printf("Queue Underflow\n");</a:t>
            </a:r>
            <a:endParaRPr/>
          </a:p>
          <a:p>
            <a:pPr indent="0" lvl="0" marL="68580" rtl="0" algn="l">
              <a:spcBef>
                <a:spcPts val="320"/>
              </a:spcBef>
              <a:spcAft>
                <a:spcPts val="0"/>
              </a:spcAft>
              <a:buSzPts val="1216"/>
              <a:buNone/>
            </a:pPr>
            <a:r>
              <a:rPr lang="en-IN" sz="1600"/>
              <a:t>	else</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a:t>
            </a:r>
            <a:r>
              <a:rPr b="1" lang="en-IN" sz="1600"/>
              <a:t>tmp=front;</a:t>
            </a:r>
            <a:endParaRPr/>
          </a:p>
          <a:p>
            <a:pPr indent="0" lvl="0" marL="68580" rtl="0" algn="l">
              <a:spcBef>
                <a:spcPts val="320"/>
              </a:spcBef>
              <a:spcAft>
                <a:spcPts val="0"/>
              </a:spcAft>
              <a:buSzPts val="1216"/>
              <a:buNone/>
            </a:pPr>
            <a:r>
              <a:rPr b="1" lang="en-IN" sz="1600"/>
              <a:t>		printf("Deleted element is  %d\n",tmp-&gt;info);</a:t>
            </a:r>
            <a:endParaRPr/>
          </a:p>
          <a:p>
            <a:pPr indent="0" lvl="0" marL="68580" rtl="0" algn="l">
              <a:spcBef>
                <a:spcPts val="320"/>
              </a:spcBef>
              <a:spcAft>
                <a:spcPts val="0"/>
              </a:spcAft>
              <a:buSzPts val="1216"/>
              <a:buNone/>
            </a:pPr>
            <a:r>
              <a:rPr b="1" lang="en-IN" sz="1600"/>
              <a:t>		front=front-&gt;link;</a:t>
            </a:r>
            <a:endParaRPr/>
          </a:p>
          <a:p>
            <a:pPr indent="0" lvl="0" marL="68580" rtl="0" algn="l">
              <a:spcBef>
                <a:spcPts val="320"/>
              </a:spcBef>
              <a:spcAft>
                <a:spcPts val="0"/>
              </a:spcAft>
              <a:buSzPts val="1216"/>
              <a:buNone/>
            </a:pPr>
            <a:r>
              <a:rPr b="1" lang="en-IN" sz="1600"/>
              <a:t>		free(tmp);</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}/*End of del()*/</a:t>
            </a:r>
            <a:endParaRPr/>
          </a:p>
          <a:p>
            <a:pPr indent="0" lvl="0" marL="68580" rtl="0" algn="l">
              <a:spcBef>
                <a:spcPts val="320"/>
              </a:spcBef>
              <a:spcAft>
                <a:spcPts val="0"/>
              </a:spcAft>
              <a:buSzPts val="1216"/>
              <a:buNone/>
            </a:pPr>
            <a:r>
              <a:t/>
            </a:r>
            <a:endParaRPr sz="1600"/>
          </a:p>
          <a:p>
            <a:pPr indent="-197104" lvl="0" marL="342900" rtl="0" algn="l">
              <a:spcBef>
                <a:spcPts val="320"/>
              </a:spcBef>
              <a:spcAft>
                <a:spcPts val="0"/>
              </a:spcAft>
              <a:buSzPts val="1216"/>
              <a:buNone/>
            </a:pPr>
            <a:r>
              <a:t/>
            </a:r>
            <a:endParaRPr sz="1600"/>
          </a:p>
        </p:txBody>
      </p:sp>
      <p:sp>
        <p:nvSpPr>
          <p:cNvPr id="650" name="Google Shape;650;p4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651" name="Google Shape;651;p4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52" name="Google Shape;652;p4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2"/>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Display Operation</a:t>
            </a:r>
            <a:endParaRPr sz="2800"/>
          </a:p>
        </p:txBody>
      </p:sp>
      <p:sp>
        <p:nvSpPr>
          <p:cNvPr id="658" name="Google Shape;658;p42"/>
          <p:cNvSpPr txBox="1"/>
          <p:nvPr>
            <p:ph idx="1" type="body"/>
          </p:nvPr>
        </p:nvSpPr>
        <p:spPr>
          <a:xfrm>
            <a:off x="1043492" y="1844824"/>
            <a:ext cx="6777317" cy="3987805"/>
          </a:xfrm>
          <a:prstGeom prst="rect">
            <a:avLst/>
          </a:prstGeom>
          <a:noFill/>
          <a:ln>
            <a:noFill/>
          </a:ln>
        </p:spPr>
        <p:txBody>
          <a:bodyPr anchorCtr="0" anchor="t" bIns="45700" lIns="91425" spcFirstLastPara="1" rIns="91425" wrap="square" tIns="45700">
            <a:normAutofit fontScale="62500" lnSpcReduction="20000"/>
          </a:bodyPr>
          <a:lstStyle/>
          <a:p>
            <a:pPr indent="0" lvl="0" marL="68580" rtl="0" algn="l">
              <a:spcBef>
                <a:spcPts val="0"/>
              </a:spcBef>
              <a:spcAft>
                <a:spcPts val="0"/>
              </a:spcAft>
              <a:buSzPct val="76000"/>
              <a:buNone/>
            </a:pPr>
            <a:r>
              <a:rPr lang="en-IN"/>
              <a:t>display()</a:t>
            </a:r>
            <a:endParaRPr/>
          </a:p>
          <a:p>
            <a:pPr indent="0" lvl="0" marL="68580" rtl="0" algn="l">
              <a:spcBef>
                <a:spcPts val="300"/>
              </a:spcBef>
              <a:spcAft>
                <a:spcPts val="0"/>
              </a:spcAft>
              <a:buSzPct val="76000"/>
              <a:buNone/>
            </a:pPr>
            <a:r>
              <a:rPr lang="en-IN"/>
              <a:t>{</a:t>
            </a:r>
            <a:endParaRPr/>
          </a:p>
          <a:p>
            <a:pPr indent="0" lvl="0" marL="68580" rtl="0" algn="l">
              <a:spcBef>
                <a:spcPts val="300"/>
              </a:spcBef>
              <a:spcAft>
                <a:spcPts val="0"/>
              </a:spcAft>
              <a:buSzPct val="76000"/>
              <a:buNone/>
            </a:pPr>
            <a:r>
              <a:rPr lang="en-IN"/>
              <a:t>	struct node *ptr;</a:t>
            </a:r>
            <a:endParaRPr/>
          </a:p>
          <a:p>
            <a:pPr indent="0" lvl="0" marL="68580" rtl="0" algn="l">
              <a:spcBef>
                <a:spcPts val="300"/>
              </a:spcBef>
              <a:spcAft>
                <a:spcPts val="0"/>
              </a:spcAft>
              <a:buSzPct val="76000"/>
              <a:buNone/>
            </a:pPr>
            <a:r>
              <a:rPr lang="en-IN"/>
              <a:t>	ptr = front;</a:t>
            </a:r>
            <a:endParaRPr/>
          </a:p>
          <a:p>
            <a:pPr indent="0" lvl="0" marL="68580" rtl="0" algn="l">
              <a:spcBef>
                <a:spcPts val="300"/>
              </a:spcBef>
              <a:spcAft>
                <a:spcPts val="0"/>
              </a:spcAft>
              <a:buSzPct val="76000"/>
              <a:buNone/>
            </a:pPr>
            <a:r>
              <a:rPr lang="en-IN"/>
              <a:t>	if(front == NULL)</a:t>
            </a:r>
            <a:endParaRPr/>
          </a:p>
          <a:p>
            <a:pPr indent="0" lvl="0" marL="68580" rtl="0" algn="l">
              <a:spcBef>
                <a:spcPts val="300"/>
              </a:spcBef>
              <a:spcAft>
                <a:spcPts val="0"/>
              </a:spcAft>
              <a:buSzPct val="76000"/>
              <a:buNone/>
            </a:pPr>
            <a:r>
              <a:rPr lang="en-IN"/>
              <a:t>		printf("Queue is empty\n");</a:t>
            </a:r>
            <a:endParaRPr/>
          </a:p>
          <a:p>
            <a:pPr indent="0" lvl="0" marL="68580" rtl="0" algn="l">
              <a:spcBef>
                <a:spcPts val="300"/>
              </a:spcBef>
              <a:spcAft>
                <a:spcPts val="0"/>
              </a:spcAft>
              <a:buSzPct val="76000"/>
              <a:buNone/>
            </a:pPr>
            <a:r>
              <a:rPr lang="en-IN"/>
              <a:t>	else</a:t>
            </a:r>
            <a:endParaRPr/>
          </a:p>
          <a:p>
            <a:pPr indent="0" lvl="0" marL="68580" rtl="0" algn="l">
              <a:spcBef>
                <a:spcPts val="300"/>
              </a:spcBef>
              <a:spcAft>
                <a:spcPts val="0"/>
              </a:spcAft>
              <a:buSzPct val="76000"/>
              <a:buNone/>
            </a:pPr>
            <a:r>
              <a:rPr lang="en-IN"/>
              <a:t>	{</a:t>
            </a:r>
            <a:endParaRPr/>
          </a:p>
          <a:p>
            <a:pPr indent="0" lvl="0" marL="68580" rtl="0" algn="l">
              <a:spcBef>
                <a:spcPts val="300"/>
              </a:spcBef>
              <a:spcAft>
                <a:spcPts val="0"/>
              </a:spcAft>
              <a:buSzPct val="76000"/>
              <a:buNone/>
            </a:pPr>
            <a:r>
              <a:rPr lang="en-IN"/>
              <a:t>		printf("Queue elements :\n");</a:t>
            </a:r>
            <a:endParaRPr/>
          </a:p>
          <a:p>
            <a:pPr indent="0" lvl="0" marL="68580" rtl="0" algn="l">
              <a:spcBef>
                <a:spcPts val="300"/>
              </a:spcBef>
              <a:spcAft>
                <a:spcPts val="0"/>
              </a:spcAft>
              <a:buSzPct val="76000"/>
              <a:buNone/>
            </a:pPr>
            <a:r>
              <a:rPr lang="en-IN"/>
              <a:t>		</a:t>
            </a:r>
            <a:r>
              <a:rPr b="1" lang="en-IN"/>
              <a:t>while(ptr != NULL)</a:t>
            </a:r>
            <a:endParaRPr/>
          </a:p>
          <a:p>
            <a:pPr indent="0" lvl="0" marL="68580" rtl="0" algn="l">
              <a:spcBef>
                <a:spcPts val="300"/>
              </a:spcBef>
              <a:spcAft>
                <a:spcPts val="0"/>
              </a:spcAft>
              <a:buSzPct val="76000"/>
              <a:buNone/>
            </a:pPr>
            <a:r>
              <a:rPr b="1" lang="en-IN"/>
              <a:t>		{</a:t>
            </a:r>
            <a:endParaRPr/>
          </a:p>
          <a:p>
            <a:pPr indent="0" lvl="0" marL="68580" rtl="0" algn="l">
              <a:spcBef>
                <a:spcPts val="300"/>
              </a:spcBef>
              <a:spcAft>
                <a:spcPts val="0"/>
              </a:spcAft>
              <a:buSzPct val="76000"/>
              <a:buNone/>
            </a:pPr>
            <a:r>
              <a:rPr b="1" lang="en-IN"/>
              <a:t>			printf("%d ",ptr-&gt;info);</a:t>
            </a:r>
            <a:endParaRPr/>
          </a:p>
          <a:p>
            <a:pPr indent="0" lvl="0" marL="68580" rtl="0" algn="l">
              <a:spcBef>
                <a:spcPts val="300"/>
              </a:spcBef>
              <a:spcAft>
                <a:spcPts val="0"/>
              </a:spcAft>
              <a:buSzPct val="76000"/>
              <a:buNone/>
            </a:pPr>
            <a:r>
              <a:rPr b="1" lang="en-IN"/>
              <a:t>			ptr = ptr-&gt;link;</a:t>
            </a:r>
            <a:endParaRPr/>
          </a:p>
          <a:p>
            <a:pPr indent="0" lvl="0" marL="68580" rtl="0" algn="l">
              <a:spcBef>
                <a:spcPts val="300"/>
              </a:spcBef>
              <a:spcAft>
                <a:spcPts val="0"/>
              </a:spcAft>
              <a:buSzPct val="76000"/>
              <a:buNone/>
            </a:pPr>
            <a:r>
              <a:rPr b="1" lang="en-IN"/>
              <a:t>		}</a:t>
            </a:r>
            <a:endParaRPr/>
          </a:p>
          <a:p>
            <a:pPr indent="0" lvl="0" marL="68580" rtl="0" algn="l">
              <a:spcBef>
                <a:spcPts val="300"/>
              </a:spcBef>
              <a:spcAft>
                <a:spcPts val="0"/>
              </a:spcAft>
              <a:buSzPct val="76000"/>
              <a:buNone/>
            </a:pPr>
            <a:r>
              <a:rPr lang="en-IN"/>
              <a:t>		printf("\n");</a:t>
            </a:r>
            <a:endParaRPr/>
          </a:p>
          <a:p>
            <a:pPr indent="0" lvl="0" marL="68580" rtl="0" algn="l">
              <a:spcBef>
                <a:spcPts val="300"/>
              </a:spcBef>
              <a:spcAft>
                <a:spcPts val="0"/>
              </a:spcAft>
              <a:buSzPct val="76000"/>
              <a:buNone/>
            </a:pPr>
            <a:r>
              <a:rPr lang="en-IN"/>
              <a:t>	}/*End of else*/</a:t>
            </a:r>
            <a:endParaRPr/>
          </a:p>
          <a:p>
            <a:pPr indent="0" lvl="0" marL="68580" rtl="0" algn="l">
              <a:spcBef>
                <a:spcPts val="300"/>
              </a:spcBef>
              <a:spcAft>
                <a:spcPts val="0"/>
              </a:spcAft>
              <a:buSzPct val="76000"/>
              <a:buNone/>
            </a:pPr>
            <a:r>
              <a:rPr lang="en-IN"/>
              <a:t>}/*End of display()*/</a:t>
            </a:r>
            <a:endParaRPr/>
          </a:p>
        </p:txBody>
      </p:sp>
      <p:sp>
        <p:nvSpPr>
          <p:cNvPr id="659" name="Google Shape;659;p4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660" name="Google Shape;660;p4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61" name="Google Shape;661;p4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43"/>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Circular Queue</a:t>
            </a:r>
            <a:endParaRPr/>
          </a:p>
        </p:txBody>
      </p:sp>
      <p:sp>
        <p:nvSpPr>
          <p:cNvPr id="667" name="Google Shape;667;p43"/>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668" name="Google Shape;668;p43"/>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669" name="Google Shape;669;p43"/>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670" name="Google Shape;670;p43"/>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44"/>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Circular Queue</a:t>
            </a:r>
            <a:endParaRPr/>
          </a:p>
        </p:txBody>
      </p:sp>
      <p:sp>
        <p:nvSpPr>
          <p:cNvPr id="676" name="Google Shape;676;p44"/>
          <p:cNvSpPr txBox="1"/>
          <p:nvPr>
            <p:ph idx="1" type="body"/>
          </p:nvPr>
        </p:nvSpPr>
        <p:spPr>
          <a:xfrm>
            <a:off x="1043608" y="1844824"/>
            <a:ext cx="6777317" cy="4104456"/>
          </a:xfrm>
          <a:prstGeom prst="rect">
            <a:avLst/>
          </a:prstGeom>
          <a:noFill/>
          <a:ln>
            <a:noFill/>
          </a:ln>
        </p:spPr>
        <p:txBody>
          <a:bodyPr anchorCtr="0" anchor="t" bIns="45700" lIns="91425" spcFirstLastPara="1" rIns="91425" wrap="square" tIns="45700">
            <a:normAutofit fontScale="92500" lnSpcReduction="20000"/>
          </a:bodyPr>
          <a:lstStyle/>
          <a:p>
            <a:pPr indent="-274320" lvl="0" marL="342900" rtl="0" algn="l">
              <a:spcBef>
                <a:spcPts val="0"/>
              </a:spcBef>
              <a:spcAft>
                <a:spcPts val="0"/>
              </a:spcAft>
              <a:buSzPct val="76000"/>
              <a:buChar char="🞇"/>
            </a:pPr>
            <a:r>
              <a:rPr lang="en-IN" sz="2000"/>
              <a:t>As in a circle, after last element, first element occurs</a:t>
            </a:r>
            <a:endParaRPr/>
          </a:p>
          <a:p>
            <a:pPr indent="-274320" lvl="0" marL="342900" rtl="0" algn="l">
              <a:spcBef>
                <a:spcPts val="370"/>
              </a:spcBef>
              <a:spcAft>
                <a:spcPts val="0"/>
              </a:spcAft>
              <a:buSzPct val="76000"/>
              <a:buChar char="🞇"/>
            </a:pPr>
            <a:r>
              <a:rPr lang="en-IN" sz="2000"/>
              <a:t>Similarly we assume that after last element of queue, the 1</a:t>
            </a:r>
            <a:r>
              <a:rPr baseline="30000" lang="en-IN" sz="2000"/>
              <a:t>st</a:t>
            </a:r>
            <a:r>
              <a:rPr lang="en-IN" sz="2000"/>
              <a:t> element will occur</a:t>
            </a:r>
            <a:endParaRPr/>
          </a:p>
          <a:p>
            <a:pPr indent="0" lvl="0" marL="68580" rtl="0" algn="l">
              <a:spcBef>
                <a:spcPts val="370"/>
              </a:spcBef>
              <a:spcAft>
                <a:spcPts val="0"/>
              </a:spcAft>
              <a:buSzPct val="76000"/>
              <a:buNone/>
            </a:pPr>
            <a:r>
              <a:t/>
            </a:r>
            <a:endParaRPr b="1" sz="2000"/>
          </a:p>
          <a:p>
            <a:pPr indent="-185039" lvl="0" marL="342900" rtl="0" algn="l">
              <a:spcBef>
                <a:spcPts val="370"/>
              </a:spcBef>
              <a:spcAft>
                <a:spcPts val="0"/>
              </a:spcAft>
              <a:buSzPct val="76000"/>
              <a:buNone/>
            </a:pPr>
            <a:r>
              <a:t/>
            </a:r>
            <a:endParaRPr sz="2000"/>
          </a:p>
          <a:p>
            <a:pPr indent="-185039" lvl="0" marL="342900" rtl="0" algn="l">
              <a:spcBef>
                <a:spcPts val="370"/>
              </a:spcBef>
              <a:spcAft>
                <a:spcPts val="0"/>
              </a:spcAft>
              <a:buSzPct val="76000"/>
              <a:buNone/>
            </a:pPr>
            <a:r>
              <a:t/>
            </a:r>
            <a:endParaRPr b="1" sz="2000"/>
          </a:p>
          <a:p>
            <a:pPr indent="-185039" lvl="0" marL="342900" rtl="0" algn="l">
              <a:spcBef>
                <a:spcPts val="370"/>
              </a:spcBef>
              <a:spcAft>
                <a:spcPts val="0"/>
              </a:spcAft>
              <a:buSzPct val="76000"/>
              <a:buNone/>
            </a:pPr>
            <a:r>
              <a:t/>
            </a:r>
            <a:endParaRPr b="1" sz="2000"/>
          </a:p>
          <a:p>
            <a:pPr indent="-185039" lvl="0" marL="342900" rtl="0" algn="l">
              <a:spcBef>
                <a:spcPts val="370"/>
              </a:spcBef>
              <a:spcAft>
                <a:spcPts val="0"/>
              </a:spcAft>
              <a:buSzPct val="76000"/>
              <a:buNone/>
            </a:pPr>
            <a:r>
              <a:t/>
            </a:r>
            <a:endParaRPr b="1" sz="2000"/>
          </a:p>
          <a:p>
            <a:pPr indent="-185039" lvl="0" marL="342900" rtl="0" algn="l">
              <a:spcBef>
                <a:spcPts val="370"/>
              </a:spcBef>
              <a:spcAft>
                <a:spcPts val="0"/>
              </a:spcAft>
              <a:buSzPct val="76000"/>
              <a:buNone/>
            </a:pPr>
            <a:r>
              <a:t/>
            </a:r>
            <a:endParaRPr b="1" sz="2000"/>
          </a:p>
          <a:p>
            <a:pPr indent="-185039" lvl="0" marL="342900" rtl="0" algn="l">
              <a:spcBef>
                <a:spcPts val="370"/>
              </a:spcBef>
              <a:spcAft>
                <a:spcPts val="0"/>
              </a:spcAft>
              <a:buSzPct val="76000"/>
              <a:buNone/>
            </a:pPr>
            <a:r>
              <a:t/>
            </a:r>
            <a:endParaRPr b="1" sz="2000"/>
          </a:p>
          <a:p>
            <a:pPr indent="-185039" lvl="0" marL="342900" rtl="0" algn="l">
              <a:spcBef>
                <a:spcPts val="370"/>
              </a:spcBef>
              <a:spcAft>
                <a:spcPts val="0"/>
              </a:spcAft>
              <a:buSzPct val="76000"/>
              <a:buNone/>
            </a:pPr>
            <a:r>
              <a:t/>
            </a:r>
            <a:endParaRPr b="1" sz="2000"/>
          </a:p>
          <a:p>
            <a:pPr indent="-185039" lvl="0" marL="342900" rtl="0" algn="l">
              <a:spcBef>
                <a:spcPts val="370"/>
              </a:spcBef>
              <a:spcAft>
                <a:spcPts val="0"/>
              </a:spcAft>
              <a:buSzPct val="76000"/>
              <a:buNone/>
            </a:pPr>
            <a:r>
              <a:t/>
            </a:r>
            <a:endParaRPr b="1" sz="2000"/>
          </a:p>
          <a:p>
            <a:pPr indent="-185039" lvl="0" marL="342900" rtl="0" algn="l">
              <a:spcBef>
                <a:spcPts val="370"/>
              </a:spcBef>
              <a:spcAft>
                <a:spcPts val="0"/>
              </a:spcAft>
              <a:buSzPct val="76000"/>
              <a:buNone/>
            </a:pPr>
            <a:r>
              <a:t/>
            </a:r>
            <a:endParaRPr sz="2000"/>
          </a:p>
          <a:p>
            <a:pPr indent="-274320" lvl="0" marL="342900" rtl="0" algn="l">
              <a:spcBef>
                <a:spcPts val="370"/>
              </a:spcBef>
              <a:spcAft>
                <a:spcPts val="0"/>
              </a:spcAft>
              <a:buSzPct val="76000"/>
              <a:buChar char="🞇"/>
            </a:pPr>
            <a:r>
              <a:rPr lang="en-IN" sz="2000"/>
              <a:t>After n-1the element, 0</a:t>
            </a:r>
            <a:r>
              <a:rPr baseline="30000" lang="en-IN" sz="2000"/>
              <a:t>th</a:t>
            </a:r>
            <a:r>
              <a:rPr lang="en-IN" sz="2000"/>
              <a:t> element occurs.</a:t>
            </a:r>
            <a:endParaRPr/>
          </a:p>
          <a:p>
            <a:pPr indent="0" lvl="0" marL="68580" rtl="0" algn="l">
              <a:spcBef>
                <a:spcPts val="444"/>
              </a:spcBef>
              <a:spcAft>
                <a:spcPts val="0"/>
              </a:spcAft>
              <a:buSzPct val="76000"/>
              <a:buNone/>
            </a:pPr>
            <a:r>
              <a:t/>
            </a:r>
            <a:endParaRPr b="1"/>
          </a:p>
          <a:p>
            <a:pPr indent="0" lvl="0" marL="68580" rtl="0" algn="l">
              <a:spcBef>
                <a:spcPts val="444"/>
              </a:spcBef>
              <a:spcAft>
                <a:spcPts val="0"/>
              </a:spcAft>
              <a:buSzPct val="76000"/>
              <a:buNone/>
            </a:pPr>
            <a:r>
              <a:t/>
            </a:r>
            <a:endParaRPr/>
          </a:p>
          <a:p>
            <a:pPr indent="0" lvl="0" marL="68580" rtl="0" algn="l">
              <a:spcBef>
                <a:spcPts val="444"/>
              </a:spcBef>
              <a:spcAft>
                <a:spcPts val="0"/>
              </a:spcAft>
              <a:buSzPct val="76000"/>
              <a:buNone/>
            </a:pPr>
            <a:r>
              <a:t/>
            </a:r>
            <a:endParaRPr/>
          </a:p>
          <a:p>
            <a:pPr indent="0" lvl="0" marL="68580" rtl="0" algn="l">
              <a:spcBef>
                <a:spcPts val="444"/>
              </a:spcBef>
              <a:spcAft>
                <a:spcPts val="0"/>
              </a:spcAft>
              <a:buSzPct val="76000"/>
              <a:buNone/>
            </a:pPr>
            <a:r>
              <a:t/>
            </a:r>
            <a:endParaRPr/>
          </a:p>
          <a:p>
            <a:pPr indent="0" lvl="0" marL="68580" rtl="0" algn="l">
              <a:spcBef>
                <a:spcPts val="444"/>
              </a:spcBef>
              <a:spcAft>
                <a:spcPts val="0"/>
              </a:spcAft>
              <a:buSzPct val="76000"/>
              <a:buNone/>
            </a:pPr>
            <a:r>
              <a:t/>
            </a:r>
            <a:endParaRPr/>
          </a:p>
          <a:p>
            <a:pPr indent="0" lvl="0" marL="68580" rtl="0" algn="l">
              <a:spcBef>
                <a:spcPts val="444"/>
              </a:spcBef>
              <a:spcAft>
                <a:spcPts val="0"/>
              </a:spcAft>
              <a:buSzPct val="76000"/>
              <a:buNone/>
            </a:pPr>
            <a:r>
              <a:t/>
            </a:r>
            <a:endParaRPr/>
          </a:p>
          <a:p>
            <a:pPr indent="0" lvl="0" marL="68580" rtl="0" algn="l">
              <a:spcBef>
                <a:spcPts val="444"/>
              </a:spcBef>
              <a:spcAft>
                <a:spcPts val="0"/>
              </a:spcAft>
              <a:buSzPct val="76000"/>
              <a:buNone/>
            </a:pPr>
            <a:r>
              <a:t/>
            </a:r>
            <a:endParaRPr/>
          </a:p>
        </p:txBody>
      </p:sp>
      <p:pic>
        <p:nvPicPr>
          <p:cNvPr id="677" name="Google Shape;677;p44"/>
          <p:cNvPicPr preferRelativeResize="0"/>
          <p:nvPr/>
        </p:nvPicPr>
        <p:blipFill rotWithShape="1">
          <a:blip r:embed="rId3">
            <a:alphaModFix/>
          </a:blip>
          <a:srcRect b="20606" l="15792" r="29258" t="38182"/>
          <a:stretch/>
        </p:blipFill>
        <p:spPr>
          <a:xfrm>
            <a:off x="2771799" y="2780928"/>
            <a:ext cx="2826327" cy="2322271"/>
          </a:xfrm>
          <a:prstGeom prst="rect">
            <a:avLst/>
          </a:prstGeom>
          <a:noFill/>
          <a:ln>
            <a:noFill/>
          </a:ln>
        </p:spPr>
      </p:pic>
      <p:sp>
        <p:nvSpPr>
          <p:cNvPr id="678" name="Google Shape;678;p4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679" name="Google Shape;679;p4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80" name="Google Shape;680;p4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45"/>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Circular Queue </a:t>
            </a:r>
            <a:endParaRPr sz="2800"/>
          </a:p>
        </p:txBody>
      </p:sp>
      <p:pic>
        <p:nvPicPr>
          <p:cNvPr id="686" name="Google Shape;686;p45"/>
          <p:cNvPicPr preferRelativeResize="0"/>
          <p:nvPr/>
        </p:nvPicPr>
        <p:blipFill rotWithShape="1">
          <a:blip r:embed="rId3">
            <a:alphaModFix/>
          </a:blip>
          <a:srcRect b="8384" l="13598" r="17446" t="71010"/>
          <a:stretch/>
        </p:blipFill>
        <p:spPr>
          <a:xfrm>
            <a:off x="666203" y="3933056"/>
            <a:ext cx="3211643" cy="1552367"/>
          </a:xfrm>
          <a:prstGeom prst="rect">
            <a:avLst/>
          </a:prstGeom>
          <a:noFill/>
          <a:ln>
            <a:noFill/>
          </a:ln>
        </p:spPr>
      </p:pic>
      <p:pic>
        <p:nvPicPr>
          <p:cNvPr id="687" name="Google Shape;687;p45"/>
          <p:cNvPicPr preferRelativeResize="0"/>
          <p:nvPr/>
        </p:nvPicPr>
        <p:blipFill rotWithShape="1">
          <a:blip r:embed="rId4">
            <a:alphaModFix/>
          </a:blip>
          <a:srcRect b="33332" l="12944" r="17560" t="48687"/>
          <a:stretch/>
        </p:blipFill>
        <p:spPr>
          <a:xfrm>
            <a:off x="615187" y="1556792"/>
            <a:ext cx="3236734" cy="1631122"/>
          </a:xfrm>
          <a:prstGeom prst="rect">
            <a:avLst/>
          </a:prstGeom>
          <a:noFill/>
          <a:ln>
            <a:noFill/>
          </a:ln>
        </p:spPr>
      </p:pic>
      <p:pic>
        <p:nvPicPr>
          <p:cNvPr id="688" name="Google Shape;688;p45"/>
          <p:cNvPicPr preferRelativeResize="0"/>
          <p:nvPr/>
        </p:nvPicPr>
        <p:blipFill rotWithShape="1">
          <a:blip r:embed="rId5">
            <a:alphaModFix/>
          </a:blip>
          <a:srcRect b="18284" l="41714" r="37185" t="16464"/>
          <a:stretch/>
        </p:blipFill>
        <p:spPr>
          <a:xfrm rot="-5400000">
            <a:off x="5632020" y="3017051"/>
            <a:ext cx="1552366" cy="3384377"/>
          </a:xfrm>
          <a:prstGeom prst="rect">
            <a:avLst/>
          </a:prstGeom>
          <a:noFill/>
          <a:ln>
            <a:noFill/>
          </a:ln>
        </p:spPr>
      </p:pic>
      <p:pic>
        <p:nvPicPr>
          <p:cNvPr id="689" name="Google Shape;689;p45"/>
          <p:cNvPicPr preferRelativeResize="0"/>
          <p:nvPr/>
        </p:nvPicPr>
        <p:blipFill rotWithShape="1">
          <a:blip r:embed="rId6">
            <a:alphaModFix/>
          </a:blip>
          <a:srcRect b="19897" l="66206" r="15215" t="16667"/>
          <a:stretch/>
        </p:blipFill>
        <p:spPr>
          <a:xfrm rot="-5400000">
            <a:off x="5600474" y="687999"/>
            <a:ext cx="1615454" cy="3384375"/>
          </a:xfrm>
          <a:prstGeom prst="rect">
            <a:avLst/>
          </a:prstGeom>
          <a:noFill/>
          <a:ln>
            <a:noFill/>
          </a:ln>
        </p:spPr>
      </p:pic>
      <p:sp>
        <p:nvSpPr>
          <p:cNvPr id="690" name="Google Shape;690;p45"/>
          <p:cNvSpPr/>
          <p:nvPr/>
        </p:nvSpPr>
        <p:spPr>
          <a:xfrm>
            <a:off x="4139952" y="1700808"/>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691" name="Google Shape;691;p45"/>
          <p:cNvSpPr/>
          <p:nvPr/>
        </p:nvSpPr>
        <p:spPr>
          <a:xfrm>
            <a:off x="8244408" y="1700808"/>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692" name="Google Shape;692;p4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693" name="Google Shape;693;p4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94" name="Google Shape;694;p4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46"/>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Circular Queue </a:t>
            </a:r>
            <a:endParaRPr sz="2800"/>
          </a:p>
        </p:txBody>
      </p:sp>
      <p:pic>
        <p:nvPicPr>
          <p:cNvPr id="700" name="Google Shape;700;p46"/>
          <p:cNvPicPr preferRelativeResize="0"/>
          <p:nvPr/>
        </p:nvPicPr>
        <p:blipFill rotWithShape="1">
          <a:blip r:embed="rId3">
            <a:alphaModFix/>
          </a:blip>
          <a:srcRect b="8384" l="13598" r="17446" t="71010"/>
          <a:stretch/>
        </p:blipFill>
        <p:spPr>
          <a:xfrm>
            <a:off x="666203" y="3933056"/>
            <a:ext cx="3211643" cy="1552367"/>
          </a:xfrm>
          <a:prstGeom prst="rect">
            <a:avLst/>
          </a:prstGeom>
          <a:noFill/>
          <a:ln>
            <a:noFill/>
          </a:ln>
        </p:spPr>
      </p:pic>
      <p:pic>
        <p:nvPicPr>
          <p:cNvPr id="701" name="Google Shape;701;p46"/>
          <p:cNvPicPr preferRelativeResize="0"/>
          <p:nvPr/>
        </p:nvPicPr>
        <p:blipFill rotWithShape="1">
          <a:blip r:embed="rId4">
            <a:alphaModFix/>
          </a:blip>
          <a:srcRect b="33332" l="12944" r="17560" t="48687"/>
          <a:stretch/>
        </p:blipFill>
        <p:spPr>
          <a:xfrm>
            <a:off x="615187" y="1556792"/>
            <a:ext cx="3236734" cy="1631122"/>
          </a:xfrm>
          <a:prstGeom prst="rect">
            <a:avLst/>
          </a:prstGeom>
          <a:noFill/>
          <a:ln>
            <a:noFill/>
          </a:ln>
        </p:spPr>
      </p:pic>
      <p:sp>
        <p:nvSpPr>
          <p:cNvPr id="702" name="Google Shape;702;p46"/>
          <p:cNvSpPr/>
          <p:nvPr/>
        </p:nvSpPr>
        <p:spPr>
          <a:xfrm>
            <a:off x="4139952" y="1700808"/>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03" name="Google Shape;703;p4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704" name="Google Shape;704;p4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05" name="Google Shape;705;p4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47"/>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Circular Queue </a:t>
            </a:r>
            <a:endParaRPr sz="2800"/>
          </a:p>
        </p:txBody>
      </p:sp>
      <p:pic>
        <p:nvPicPr>
          <p:cNvPr id="711" name="Google Shape;711;p47"/>
          <p:cNvPicPr preferRelativeResize="0"/>
          <p:nvPr/>
        </p:nvPicPr>
        <p:blipFill rotWithShape="1">
          <a:blip r:embed="rId3">
            <a:alphaModFix/>
          </a:blip>
          <a:srcRect b="18284" l="41714" r="37185" t="16464"/>
          <a:stretch/>
        </p:blipFill>
        <p:spPr>
          <a:xfrm rot="-5400000">
            <a:off x="1527567" y="3017051"/>
            <a:ext cx="1552366" cy="3384377"/>
          </a:xfrm>
          <a:prstGeom prst="rect">
            <a:avLst/>
          </a:prstGeom>
          <a:noFill/>
          <a:ln>
            <a:noFill/>
          </a:ln>
        </p:spPr>
      </p:pic>
      <p:pic>
        <p:nvPicPr>
          <p:cNvPr id="712" name="Google Shape;712;p47"/>
          <p:cNvPicPr preferRelativeResize="0"/>
          <p:nvPr/>
        </p:nvPicPr>
        <p:blipFill rotWithShape="1">
          <a:blip r:embed="rId4">
            <a:alphaModFix/>
          </a:blip>
          <a:srcRect b="19897" l="66206" r="15215" t="16667"/>
          <a:stretch/>
        </p:blipFill>
        <p:spPr>
          <a:xfrm rot="-5400000">
            <a:off x="1496021" y="687999"/>
            <a:ext cx="1615454" cy="3384375"/>
          </a:xfrm>
          <a:prstGeom prst="rect">
            <a:avLst/>
          </a:prstGeom>
          <a:noFill/>
          <a:ln>
            <a:noFill/>
          </a:ln>
        </p:spPr>
      </p:pic>
      <p:sp>
        <p:nvSpPr>
          <p:cNvPr id="713" name="Google Shape;713;p47"/>
          <p:cNvSpPr/>
          <p:nvPr/>
        </p:nvSpPr>
        <p:spPr>
          <a:xfrm>
            <a:off x="4139952" y="1700808"/>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14" name="Google Shape;714;p4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715" name="Google Shape;715;p4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16" name="Google Shape;716;p4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717" name="Google Shape;717;p47"/>
          <p:cNvSpPr txBox="1"/>
          <p:nvPr/>
        </p:nvSpPr>
        <p:spPr>
          <a:xfrm>
            <a:off x="5148064" y="1412776"/>
            <a:ext cx="30963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CIRCULAR EFFECT</a:t>
            </a:r>
            <a:endParaRPr b="1" sz="1800">
              <a:solidFill>
                <a:schemeClr val="dk1"/>
              </a:solidFill>
              <a:latin typeface="Century Gothic"/>
              <a:ea typeface="Century Gothic"/>
              <a:cs typeface="Century Gothic"/>
              <a:sym typeface="Century Gothic"/>
            </a:endParaRPr>
          </a:p>
        </p:txBody>
      </p:sp>
      <p:sp>
        <p:nvSpPr>
          <p:cNvPr id="718" name="Google Shape;718;p47"/>
          <p:cNvSpPr txBox="1"/>
          <p:nvPr/>
        </p:nvSpPr>
        <p:spPr>
          <a:xfrm>
            <a:off x="5148064" y="3933056"/>
            <a:ext cx="309634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Rear comes and stands just behind front </a:t>
            </a:r>
            <a:endParaRPr/>
          </a:p>
          <a:p>
            <a:pPr indent="0" lvl="0" marL="0" marR="0" rtl="0" algn="l">
              <a:spcBef>
                <a:spcPts val="0"/>
              </a:spcBef>
              <a:spcAft>
                <a:spcPts val="0"/>
              </a:spcAft>
              <a:buNone/>
            </a:pPr>
            <a:r>
              <a:t/>
            </a:r>
            <a:endParaRPr b="1"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a:t>
            </a:r>
            <a:endParaRPr b="1" sz="1800">
              <a:solidFill>
                <a:schemeClr val="dk1"/>
              </a:solidFill>
              <a:latin typeface="Century Gothic"/>
              <a:ea typeface="Century Gothic"/>
              <a:cs typeface="Century Gothic"/>
              <a:sym typeface="Century Gothic"/>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48"/>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Circular Queue </a:t>
            </a:r>
            <a:endParaRPr sz="2800"/>
          </a:p>
        </p:txBody>
      </p:sp>
      <p:sp>
        <p:nvSpPr>
          <p:cNvPr id="724" name="Google Shape;724;p48"/>
          <p:cNvSpPr/>
          <p:nvPr/>
        </p:nvSpPr>
        <p:spPr>
          <a:xfrm>
            <a:off x="4139952" y="1700808"/>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725" name="Google Shape;725;p48"/>
          <p:cNvPicPr preferRelativeResize="0"/>
          <p:nvPr/>
        </p:nvPicPr>
        <p:blipFill rotWithShape="1">
          <a:blip r:embed="rId3">
            <a:alphaModFix/>
          </a:blip>
          <a:srcRect b="20706" l="49157" r="32020" t="21313"/>
          <a:stretch/>
        </p:blipFill>
        <p:spPr>
          <a:xfrm rot="-5400000">
            <a:off x="1299190" y="3056754"/>
            <a:ext cx="1937109" cy="3312371"/>
          </a:xfrm>
          <a:prstGeom prst="rect">
            <a:avLst/>
          </a:prstGeom>
          <a:noFill/>
          <a:ln>
            <a:noFill/>
          </a:ln>
        </p:spPr>
      </p:pic>
      <p:pic>
        <p:nvPicPr>
          <p:cNvPr id="726" name="Google Shape;726;p48"/>
          <p:cNvPicPr preferRelativeResize="0"/>
          <p:nvPr/>
        </p:nvPicPr>
        <p:blipFill rotWithShape="1">
          <a:blip r:embed="rId4">
            <a:alphaModFix/>
          </a:blip>
          <a:srcRect b="20706" l="72349" r="11536" t="21313"/>
          <a:stretch/>
        </p:blipFill>
        <p:spPr>
          <a:xfrm rot="-5400000">
            <a:off x="1321518" y="702819"/>
            <a:ext cx="1892454" cy="3312370"/>
          </a:xfrm>
          <a:prstGeom prst="rect">
            <a:avLst/>
          </a:prstGeom>
          <a:noFill/>
          <a:ln>
            <a:noFill/>
          </a:ln>
        </p:spPr>
      </p:pic>
      <p:sp>
        <p:nvSpPr>
          <p:cNvPr id="727" name="Google Shape;727;p4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728" name="Google Shape;728;p4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29" name="Google Shape;729;p4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730" name="Google Shape;730;p48"/>
          <p:cNvSpPr txBox="1"/>
          <p:nvPr/>
        </p:nvSpPr>
        <p:spPr>
          <a:xfrm>
            <a:off x="5148064" y="1412776"/>
            <a:ext cx="30963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CIRCULAR EFFECT</a:t>
            </a:r>
            <a:endParaRPr b="1" sz="1800">
              <a:solidFill>
                <a:schemeClr val="dk1"/>
              </a:solidFill>
              <a:latin typeface="Century Gothic"/>
              <a:ea typeface="Century Gothic"/>
              <a:cs typeface="Century Gothic"/>
              <a:sym typeface="Century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49"/>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Circular Queue </a:t>
            </a:r>
            <a:endParaRPr sz="2800"/>
          </a:p>
        </p:txBody>
      </p:sp>
      <p:sp>
        <p:nvSpPr>
          <p:cNvPr id="736" name="Google Shape;736;p49"/>
          <p:cNvSpPr/>
          <p:nvPr/>
        </p:nvSpPr>
        <p:spPr>
          <a:xfrm>
            <a:off x="4139952" y="1700808"/>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37" name="Google Shape;737;p49"/>
          <p:cNvSpPr/>
          <p:nvPr/>
        </p:nvSpPr>
        <p:spPr>
          <a:xfrm>
            <a:off x="8244408" y="1700808"/>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738" name="Google Shape;738;p49"/>
          <p:cNvPicPr preferRelativeResize="0"/>
          <p:nvPr/>
        </p:nvPicPr>
        <p:blipFill rotWithShape="1">
          <a:blip r:embed="rId3">
            <a:alphaModFix/>
          </a:blip>
          <a:srcRect b="20706" l="49157" r="32020" t="21313"/>
          <a:stretch/>
        </p:blipFill>
        <p:spPr>
          <a:xfrm rot="-5400000">
            <a:off x="1299190" y="3056754"/>
            <a:ext cx="1937109" cy="3312371"/>
          </a:xfrm>
          <a:prstGeom prst="rect">
            <a:avLst/>
          </a:prstGeom>
          <a:noFill/>
          <a:ln>
            <a:noFill/>
          </a:ln>
        </p:spPr>
      </p:pic>
      <p:pic>
        <p:nvPicPr>
          <p:cNvPr id="739" name="Google Shape;739;p49"/>
          <p:cNvPicPr preferRelativeResize="0"/>
          <p:nvPr/>
        </p:nvPicPr>
        <p:blipFill rotWithShape="1">
          <a:blip r:embed="rId4">
            <a:alphaModFix/>
          </a:blip>
          <a:srcRect b="20706" l="72349" r="11536" t="21313"/>
          <a:stretch/>
        </p:blipFill>
        <p:spPr>
          <a:xfrm rot="-5400000">
            <a:off x="1321518" y="702819"/>
            <a:ext cx="1892454" cy="3312370"/>
          </a:xfrm>
          <a:prstGeom prst="rect">
            <a:avLst/>
          </a:prstGeom>
          <a:noFill/>
          <a:ln>
            <a:noFill/>
          </a:ln>
        </p:spPr>
      </p:pic>
      <p:pic>
        <p:nvPicPr>
          <p:cNvPr id="740" name="Google Shape;740;p49"/>
          <p:cNvPicPr preferRelativeResize="0"/>
          <p:nvPr/>
        </p:nvPicPr>
        <p:blipFill rotWithShape="1">
          <a:blip r:embed="rId5">
            <a:alphaModFix/>
          </a:blip>
          <a:srcRect b="20706" l="27651" r="54139" t="21313"/>
          <a:stretch/>
        </p:blipFill>
        <p:spPr>
          <a:xfrm rot="-5400000">
            <a:off x="5383859" y="796694"/>
            <a:ext cx="1892455" cy="3228140"/>
          </a:xfrm>
          <a:prstGeom prst="rect">
            <a:avLst/>
          </a:prstGeom>
          <a:noFill/>
          <a:ln>
            <a:noFill/>
          </a:ln>
        </p:spPr>
      </p:pic>
      <p:pic>
        <p:nvPicPr>
          <p:cNvPr id="741" name="Google Shape;741;p49"/>
          <p:cNvPicPr preferRelativeResize="0"/>
          <p:nvPr/>
        </p:nvPicPr>
        <p:blipFill rotWithShape="1">
          <a:blip r:embed="rId6">
            <a:alphaModFix/>
          </a:blip>
          <a:srcRect b="14830" l="4091" r="78935" t="9451"/>
          <a:stretch/>
        </p:blipFill>
        <p:spPr>
          <a:xfrm rot="-5400000">
            <a:off x="5361532" y="3150628"/>
            <a:ext cx="1937109" cy="3228142"/>
          </a:xfrm>
          <a:prstGeom prst="rect">
            <a:avLst/>
          </a:prstGeom>
          <a:noFill/>
          <a:ln>
            <a:noFill/>
          </a:ln>
        </p:spPr>
      </p:pic>
      <p:sp>
        <p:nvSpPr>
          <p:cNvPr id="742" name="Google Shape;742;p4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743" name="Google Shape;743;p4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44" name="Google Shape;744;p4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0"/>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sz="2800"/>
              <a:t>Circular Queue Implementation using Arrays</a:t>
            </a:r>
            <a:endParaRPr sz="2800"/>
          </a:p>
        </p:txBody>
      </p:sp>
      <p:sp>
        <p:nvSpPr>
          <p:cNvPr id="750" name="Google Shape;750;p50"/>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 define MAX 5</a:t>
            </a:r>
            <a:endParaRPr sz="2000"/>
          </a:p>
          <a:p>
            <a:pPr indent="0" lvl="0" marL="68580" rtl="0" algn="l">
              <a:spcBef>
                <a:spcPts val="400"/>
              </a:spcBef>
              <a:spcAft>
                <a:spcPts val="0"/>
              </a:spcAft>
              <a:buSzPts val="1520"/>
              <a:buNone/>
            </a:pPr>
            <a:r>
              <a:rPr lang="en-IN" sz="2000"/>
              <a:t>int cqueue_arr[MAX];</a:t>
            </a:r>
            <a:endParaRPr/>
          </a:p>
          <a:p>
            <a:pPr indent="0" lvl="0" marL="68580" rtl="0" algn="l">
              <a:spcBef>
                <a:spcPts val="400"/>
              </a:spcBef>
              <a:spcAft>
                <a:spcPts val="0"/>
              </a:spcAft>
              <a:buSzPts val="1520"/>
              <a:buNone/>
            </a:pPr>
            <a:r>
              <a:rPr lang="en-IN" sz="2000"/>
              <a:t>int front = -1;</a:t>
            </a:r>
            <a:endParaRPr/>
          </a:p>
          <a:p>
            <a:pPr indent="0" lvl="0" marL="68580" rtl="0" algn="l">
              <a:spcBef>
                <a:spcPts val="400"/>
              </a:spcBef>
              <a:spcAft>
                <a:spcPts val="0"/>
              </a:spcAft>
              <a:buSzPts val="1520"/>
              <a:buNone/>
            </a:pPr>
            <a:r>
              <a:rPr lang="en-IN" sz="2000"/>
              <a:t>int rear = -1;</a:t>
            </a:r>
            <a:endParaRPr/>
          </a:p>
          <a:p>
            <a:pPr indent="0" lvl="0" marL="68580" rtl="0" algn="l">
              <a:spcBef>
                <a:spcPts val="400"/>
              </a:spcBef>
              <a:spcAft>
                <a:spcPts val="0"/>
              </a:spcAft>
              <a:buSzPts val="1520"/>
              <a:buNone/>
            </a:pPr>
            <a:r>
              <a:rPr lang="en-IN" sz="2000"/>
              <a:t> </a:t>
            </a:r>
            <a:endParaRPr sz="2000"/>
          </a:p>
          <a:p>
            <a:pPr indent="0" lvl="0" marL="68580" rtl="0" algn="l">
              <a:spcBef>
                <a:spcPts val="400"/>
              </a:spcBef>
              <a:spcAft>
                <a:spcPts val="0"/>
              </a:spcAft>
              <a:buSzPts val="1520"/>
              <a:buNone/>
            </a:pPr>
            <a:r>
              <a:t/>
            </a:r>
            <a:endParaRPr sz="2000"/>
          </a:p>
        </p:txBody>
      </p:sp>
      <p:sp>
        <p:nvSpPr>
          <p:cNvPr id="751" name="Google Shape;751;p5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752" name="Google Shape;752;p5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53" name="Google Shape;753;p5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51"/>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 In Circular Queue</a:t>
            </a:r>
            <a:endParaRPr sz="2800"/>
          </a:p>
        </p:txBody>
      </p:sp>
      <p:sp>
        <p:nvSpPr>
          <p:cNvPr id="759" name="Google Shape;759;p51"/>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760" name="Google Shape;760;p51"/>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761" name="Google Shape;761;p51"/>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762" name="Google Shape;762;p51"/>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52"/>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Overflow Condition  in Circular Queue</a:t>
            </a:r>
            <a:endParaRPr sz="2800"/>
          </a:p>
        </p:txBody>
      </p:sp>
      <p:pic>
        <p:nvPicPr>
          <p:cNvPr id="768" name="Google Shape;768;p52"/>
          <p:cNvPicPr preferRelativeResize="0"/>
          <p:nvPr>
            <p:ph idx="1" type="body"/>
          </p:nvPr>
        </p:nvPicPr>
        <p:blipFill rotWithShape="1">
          <a:blip r:embed="rId3">
            <a:alphaModFix/>
          </a:blip>
          <a:srcRect b="18284" l="41714" r="37185" t="16464"/>
          <a:stretch/>
        </p:blipFill>
        <p:spPr>
          <a:xfrm rot="-5400000">
            <a:off x="3257701" y="98476"/>
            <a:ext cx="1044425" cy="5616622"/>
          </a:xfrm>
          <a:prstGeom prst="rect">
            <a:avLst/>
          </a:prstGeom>
          <a:noFill/>
          <a:ln>
            <a:noFill/>
          </a:ln>
        </p:spPr>
      </p:pic>
      <p:sp>
        <p:nvSpPr>
          <p:cNvPr id="769" name="Google Shape;769;p52"/>
          <p:cNvSpPr txBox="1"/>
          <p:nvPr/>
        </p:nvSpPr>
        <p:spPr>
          <a:xfrm>
            <a:off x="1027437" y="3711160"/>
            <a:ext cx="7432995" cy="2022096"/>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520"/>
              <a:buFont typeface="Noto Sans Symbols"/>
              <a:buNone/>
            </a:pPr>
            <a:r>
              <a:rPr b="1" lang="en-IN" sz="2000">
                <a:solidFill>
                  <a:schemeClr val="dk2"/>
                </a:solidFill>
                <a:latin typeface="Century Gothic"/>
                <a:ea typeface="Century Gothic"/>
                <a:cs typeface="Century Gothic"/>
                <a:sym typeface="Century Gothic"/>
              </a:rPr>
              <a:t>If Front=Rear + 1			CIRCULAR EFFECT</a:t>
            </a:r>
            <a:endParaRPr/>
          </a:p>
          <a:p>
            <a:pPr indent="0" lvl="0" marL="68580" marR="0" rtl="0" algn="l">
              <a:spcBef>
                <a:spcPts val="400"/>
              </a:spcBef>
              <a:spcAft>
                <a:spcPts val="0"/>
              </a:spcAft>
              <a:buClr>
                <a:schemeClr val="accent1"/>
              </a:buClr>
              <a:buSzPts val="1520"/>
              <a:buFont typeface="Noto Sans Symbols"/>
              <a:buNone/>
            </a:pPr>
            <a:r>
              <a:t/>
            </a:r>
            <a:endParaRPr b="1" sz="2000">
              <a:solidFill>
                <a:schemeClr val="dk2"/>
              </a:solidFill>
              <a:latin typeface="Century Gothic"/>
              <a:ea typeface="Century Gothic"/>
              <a:cs typeface="Century Gothic"/>
              <a:sym typeface="Century Gothic"/>
            </a:endParaRPr>
          </a:p>
          <a:p>
            <a:pPr indent="0" lvl="0" marL="68580" marR="0" rtl="0" algn="l">
              <a:spcBef>
                <a:spcPts val="400"/>
              </a:spcBef>
              <a:spcAft>
                <a:spcPts val="0"/>
              </a:spcAft>
              <a:buClr>
                <a:schemeClr val="accent1"/>
              </a:buClr>
              <a:buSzPts val="1520"/>
              <a:buFont typeface="Noto Sans Symbols"/>
              <a:buNone/>
            </a:pPr>
            <a:r>
              <a:rPr b="1" lang="en-IN" sz="2000">
                <a:solidFill>
                  <a:schemeClr val="dk2"/>
                </a:solidFill>
                <a:latin typeface="Century Gothic"/>
                <a:ea typeface="Century Gothic"/>
                <a:cs typeface="Century Gothic"/>
                <a:sym typeface="Century Gothic"/>
              </a:rPr>
              <a:t>Or </a:t>
            </a:r>
            <a:endParaRPr/>
          </a:p>
          <a:p>
            <a:pPr indent="0" lvl="0" marL="68580" marR="0" rtl="0" algn="l">
              <a:spcBef>
                <a:spcPts val="400"/>
              </a:spcBef>
              <a:spcAft>
                <a:spcPts val="0"/>
              </a:spcAft>
              <a:buClr>
                <a:schemeClr val="accent1"/>
              </a:buClr>
              <a:buSzPts val="1520"/>
              <a:buFont typeface="Noto Sans Symbols"/>
              <a:buNone/>
            </a:pPr>
            <a:r>
              <a:t/>
            </a:r>
            <a:endParaRPr b="1" sz="2000">
              <a:solidFill>
                <a:schemeClr val="dk2"/>
              </a:solidFill>
              <a:latin typeface="Century Gothic"/>
              <a:ea typeface="Century Gothic"/>
              <a:cs typeface="Century Gothic"/>
              <a:sym typeface="Century Gothic"/>
            </a:endParaRPr>
          </a:p>
          <a:p>
            <a:pPr indent="0" lvl="0" marL="68580" marR="0" rtl="0" algn="l">
              <a:spcBef>
                <a:spcPts val="400"/>
              </a:spcBef>
              <a:spcAft>
                <a:spcPts val="0"/>
              </a:spcAft>
              <a:buClr>
                <a:schemeClr val="accent1"/>
              </a:buClr>
              <a:buSzPts val="1520"/>
              <a:buFont typeface="Noto Sans Symbols"/>
              <a:buNone/>
            </a:pPr>
            <a:r>
              <a:rPr b="1" lang="en-IN" sz="2000">
                <a:solidFill>
                  <a:schemeClr val="dk2"/>
                </a:solidFill>
                <a:latin typeface="Century Gothic"/>
                <a:ea typeface="Century Gothic"/>
                <a:cs typeface="Century Gothic"/>
                <a:sym typeface="Century Gothic"/>
              </a:rPr>
              <a:t>IF Front =0 and Rear=Maxsize-1 </a:t>
            </a:r>
            <a:endParaRPr b="1" sz="2000">
              <a:solidFill>
                <a:schemeClr val="dk2"/>
              </a:solidFill>
              <a:latin typeface="Century Gothic"/>
              <a:ea typeface="Century Gothic"/>
              <a:cs typeface="Century Gothic"/>
              <a:sym typeface="Century Gothic"/>
            </a:endParaRPr>
          </a:p>
        </p:txBody>
      </p:sp>
      <p:sp>
        <p:nvSpPr>
          <p:cNvPr id="770" name="Google Shape;770;p5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771" name="Google Shape;771;p5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72" name="Google Shape;772;p5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53"/>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Overflow Condition  in Circular Queue</a:t>
            </a:r>
            <a:endParaRPr sz="2800"/>
          </a:p>
        </p:txBody>
      </p:sp>
      <p:sp>
        <p:nvSpPr>
          <p:cNvPr id="778" name="Google Shape;778;p53"/>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if((front == 0 &amp;&amp; rear == MAX-1) || (front == rear+1))</a:t>
            </a:r>
            <a:endParaRPr/>
          </a:p>
          <a:p>
            <a:pPr indent="0" lvl="0" marL="68580" rtl="0" algn="l">
              <a:spcBef>
                <a:spcPts val="400"/>
              </a:spcBef>
              <a:spcAft>
                <a:spcPts val="0"/>
              </a:spcAft>
              <a:buSzPts val="1520"/>
              <a:buNone/>
            </a:pPr>
            <a:r>
              <a:rPr lang="en-IN" sz="2000"/>
              <a:t>    {</a:t>
            </a:r>
            <a:endParaRPr/>
          </a:p>
          <a:p>
            <a:pPr indent="0" lvl="0" marL="68580" rtl="0" algn="l">
              <a:spcBef>
                <a:spcPts val="400"/>
              </a:spcBef>
              <a:spcAft>
                <a:spcPts val="0"/>
              </a:spcAft>
              <a:buSzPts val="1520"/>
              <a:buNone/>
            </a:pPr>
            <a:r>
              <a:rPr lang="en-IN" sz="2000"/>
              <a:t>        printf("Queue Overflow \n");</a:t>
            </a:r>
            <a:endParaRPr/>
          </a:p>
          <a:p>
            <a:pPr indent="0" lvl="0" marL="68580" rtl="0" algn="l">
              <a:spcBef>
                <a:spcPts val="400"/>
              </a:spcBef>
              <a:spcAft>
                <a:spcPts val="0"/>
              </a:spcAft>
              <a:buSzPts val="1520"/>
              <a:buNone/>
            </a:pPr>
            <a:r>
              <a:rPr lang="en-IN" sz="2000"/>
              <a:t>        return;</a:t>
            </a:r>
            <a:endParaRPr/>
          </a:p>
          <a:p>
            <a:pPr indent="0" lvl="0" marL="68580" rtl="0" algn="l">
              <a:spcBef>
                <a:spcPts val="400"/>
              </a:spcBef>
              <a:spcAft>
                <a:spcPts val="0"/>
              </a:spcAft>
              <a:buSzPts val="1520"/>
              <a:buNone/>
            </a:pPr>
            <a:r>
              <a:rPr lang="en-IN" sz="2000"/>
              <a:t>    }</a:t>
            </a:r>
            <a:endParaRPr/>
          </a:p>
        </p:txBody>
      </p:sp>
      <p:sp>
        <p:nvSpPr>
          <p:cNvPr id="779" name="Google Shape;779;p5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780" name="Google Shape;780;p5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81" name="Google Shape;781;p5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54"/>
          <p:cNvSpPr txBox="1"/>
          <p:nvPr>
            <p:ph type="title"/>
          </p:nvPr>
        </p:nvSpPr>
        <p:spPr>
          <a:xfrm>
            <a:off x="683568" y="476672"/>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Add operation in Circular Queue</a:t>
            </a:r>
            <a:endParaRPr sz="2800"/>
          </a:p>
        </p:txBody>
      </p:sp>
      <p:sp>
        <p:nvSpPr>
          <p:cNvPr id="787" name="Google Shape;787;p54"/>
          <p:cNvSpPr txBox="1"/>
          <p:nvPr>
            <p:ph idx="1" type="body"/>
          </p:nvPr>
        </p:nvSpPr>
        <p:spPr>
          <a:xfrm>
            <a:off x="1043492" y="2323652"/>
            <a:ext cx="6777317" cy="4273700"/>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Queue is initially empty, </a:t>
            </a:r>
            <a:endParaRPr/>
          </a:p>
          <a:p>
            <a:pPr indent="-274320" lvl="1" marL="640080" rtl="0" algn="l">
              <a:spcBef>
                <a:spcPts val="400"/>
              </a:spcBef>
              <a:spcAft>
                <a:spcPts val="0"/>
              </a:spcAft>
              <a:buSzPts val="1520"/>
              <a:buChar char="🞇"/>
            </a:pPr>
            <a:r>
              <a:rPr lang="en-IN" sz="2000"/>
              <a:t>Then we set front =0 and rear =0</a:t>
            </a:r>
            <a:endParaRPr/>
          </a:p>
          <a:p>
            <a:pPr indent="-274320" lvl="1" marL="640080" rtl="0" algn="l">
              <a:spcBef>
                <a:spcPts val="400"/>
              </a:spcBef>
              <a:spcAft>
                <a:spcPts val="0"/>
              </a:spcAft>
              <a:buSzPts val="1520"/>
              <a:buChar char="🞇"/>
            </a:pPr>
            <a:r>
              <a:rPr lang="en-IN" sz="2000"/>
              <a:t>Then add the element in the queue</a:t>
            </a:r>
            <a:endParaRPr/>
          </a:p>
          <a:p>
            <a:pPr indent="-177800" lvl="1" marL="640080" rtl="0" algn="l">
              <a:spcBef>
                <a:spcPts val="400"/>
              </a:spcBef>
              <a:spcAft>
                <a:spcPts val="0"/>
              </a:spcAft>
              <a:buSzPts val="1520"/>
              <a:buNone/>
            </a:pPr>
            <a:r>
              <a:t/>
            </a:r>
            <a:endParaRPr sz="2000"/>
          </a:p>
          <a:p>
            <a:pPr indent="-177800" lvl="1" marL="640080" rtl="0" algn="l">
              <a:spcBef>
                <a:spcPts val="40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Otherwise </a:t>
            </a:r>
            <a:endParaRPr/>
          </a:p>
          <a:p>
            <a:pPr indent="-274320" lvl="1" marL="640080" rtl="0" algn="l">
              <a:spcBef>
                <a:spcPts val="400"/>
              </a:spcBef>
              <a:spcAft>
                <a:spcPts val="0"/>
              </a:spcAft>
              <a:buSzPts val="1520"/>
              <a:buChar char="🞇"/>
            </a:pPr>
            <a:r>
              <a:rPr lang="en-IN" sz="2000"/>
              <a:t>we increase the values of rear only and </a:t>
            </a:r>
            <a:endParaRPr/>
          </a:p>
          <a:p>
            <a:pPr indent="-274320" lvl="1" marL="640080" rtl="0" algn="l">
              <a:spcBef>
                <a:spcPts val="400"/>
              </a:spcBef>
              <a:spcAft>
                <a:spcPts val="0"/>
              </a:spcAft>
              <a:buSzPts val="1520"/>
              <a:buChar char="🞇"/>
            </a:pPr>
            <a:r>
              <a:rPr lang="en-IN" sz="2000"/>
              <a:t>then the element will be added in queue</a:t>
            </a:r>
            <a:endParaRPr sz="2000"/>
          </a:p>
        </p:txBody>
      </p:sp>
      <p:pic>
        <p:nvPicPr>
          <p:cNvPr id="788" name="Google Shape;788;p54"/>
          <p:cNvPicPr preferRelativeResize="0"/>
          <p:nvPr/>
        </p:nvPicPr>
        <p:blipFill rotWithShape="1">
          <a:blip r:embed="rId3">
            <a:alphaModFix/>
          </a:blip>
          <a:srcRect b="14830" l="8400" r="78935" t="9451"/>
          <a:stretch/>
        </p:blipFill>
        <p:spPr>
          <a:xfrm rot="-5400000">
            <a:off x="3623036" y="-1094645"/>
            <a:ext cx="961825" cy="5688634"/>
          </a:xfrm>
          <a:prstGeom prst="rect">
            <a:avLst/>
          </a:prstGeom>
          <a:noFill/>
          <a:ln>
            <a:noFill/>
          </a:ln>
        </p:spPr>
      </p:pic>
      <p:pic>
        <p:nvPicPr>
          <p:cNvPr id="789" name="Google Shape;789;p54"/>
          <p:cNvPicPr preferRelativeResize="0"/>
          <p:nvPr/>
        </p:nvPicPr>
        <p:blipFill rotWithShape="1">
          <a:blip r:embed="rId4">
            <a:alphaModFix/>
          </a:blip>
          <a:srcRect b="20706" l="54799" r="32020" t="21313"/>
          <a:stretch/>
        </p:blipFill>
        <p:spPr>
          <a:xfrm rot="-5400000">
            <a:off x="3573182" y="1442849"/>
            <a:ext cx="852233" cy="5544617"/>
          </a:xfrm>
          <a:prstGeom prst="rect">
            <a:avLst/>
          </a:prstGeom>
          <a:noFill/>
          <a:ln>
            <a:noFill/>
          </a:ln>
        </p:spPr>
      </p:pic>
      <p:sp>
        <p:nvSpPr>
          <p:cNvPr id="790" name="Google Shape;790;p5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791" name="Google Shape;791;p5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92" name="Google Shape;792;p5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55"/>
          <p:cNvSpPr txBox="1"/>
          <p:nvPr>
            <p:ph type="title"/>
          </p:nvPr>
        </p:nvSpPr>
        <p:spPr>
          <a:xfrm>
            <a:off x="395536" y="1196752"/>
            <a:ext cx="8208912"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sz="2800"/>
              <a:t>Add operation in Circular Queue/</a:t>
            </a:r>
            <a:r>
              <a:rPr b="1" lang="en-IN" sz="3600"/>
              <a:t>Circular Effect</a:t>
            </a:r>
            <a:endParaRPr b="1" sz="2800"/>
          </a:p>
        </p:txBody>
      </p:sp>
      <p:sp>
        <p:nvSpPr>
          <p:cNvPr id="798" name="Google Shape;798;p5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Rear=N-1, then we set the values of Rear =0</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add the element at the 0th position of the array </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otherwise element will be added </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same as in simple queue</a:t>
            </a:r>
            <a:endParaRPr sz="1800"/>
          </a:p>
        </p:txBody>
      </p:sp>
      <p:sp>
        <p:nvSpPr>
          <p:cNvPr id="799" name="Google Shape;799;p5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800" name="Google Shape;800;p5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01" name="Google Shape;801;p5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56"/>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a:t>
            </a:r>
            <a:endParaRPr sz="2800"/>
          </a:p>
        </p:txBody>
      </p:sp>
      <p:sp>
        <p:nvSpPr>
          <p:cNvPr id="807" name="Google Shape;807;p56"/>
          <p:cNvSpPr txBox="1"/>
          <p:nvPr>
            <p:ph idx="1" type="body"/>
          </p:nvPr>
        </p:nvSpPr>
        <p:spPr>
          <a:xfrm>
            <a:off x="683568" y="980728"/>
            <a:ext cx="3419856" cy="475252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lang="en-IN" sz="1600"/>
              <a:t>insert()</a:t>
            </a:r>
            <a:endParaRPr/>
          </a:p>
          <a:p>
            <a:pPr indent="0" lvl="0" marL="68580" rtl="0" algn="l">
              <a:spcBef>
                <a:spcPts val="320"/>
              </a:spcBef>
              <a:spcAft>
                <a:spcPts val="0"/>
              </a:spcAft>
              <a:buSzPts val="1216"/>
              <a:buNone/>
            </a:pPr>
            <a:r>
              <a:rPr lang="en-IN" sz="1600"/>
              <a:t>{</a:t>
            </a:r>
            <a:endParaRPr/>
          </a:p>
          <a:p>
            <a:pPr indent="0" lvl="0" marL="68580" rtl="0" algn="l">
              <a:spcBef>
                <a:spcPts val="320"/>
              </a:spcBef>
              <a:spcAft>
                <a:spcPts val="0"/>
              </a:spcAft>
              <a:buSzPts val="1216"/>
              <a:buNone/>
            </a:pPr>
            <a:r>
              <a:rPr lang="en-IN" sz="1600"/>
              <a:t>    int added_item;</a:t>
            </a:r>
            <a:endParaRPr/>
          </a:p>
          <a:p>
            <a:pPr indent="0" lvl="0" marL="68580" rtl="0" algn="l">
              <a:spcBef>
                <a:spcPts val="320"/>
              </a:spcBef>
              <a:spcAft>
                <a:spcPts val="0"/>
              </a:spcAft>
              <a:buSzPts val="1216"/>
              <a:buNone/>
            </a:pPr>
            <a:r>
              <a:rPr lang="en-IN" sz="1600"/>
              <a:t>    if((front == 0 &amp;&amp; rear == MAX-1) || (front == rear+1))</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printf("Queue Overflow \n");</a:t>
            </a:r>
            <a:endParaRPr/>
          </a:p>
          <a:p>
            <a:pPr indent="0" lvl="0" marL="68580" rtl="0" algn="l">
              <a:spcBef>
                <a:spcPts val="320"/>
              </a:spcBef>
              <a:spcAft>
                <a:spcPts val="0"/>
              </a:spcAft>
              <a:buSzPts val="1216"/>
              <a:buNone/>
            </a:pPr>
            <a:r>
              <a:rPr lang="en-IN" sz="1600"/>
              <a:t>        return;</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if (front == -1)  /*If queue is empty */</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front = 0;</a:t>
            </a:r>
            <a:endParaRPr/>
          </a:p>
          <a:p>
            <a:pPr indent="0" lvl="0" marL="68580" rtl="0" algn="l">
              <a:spcBef>
                <a:spcPts val="320"/>
              </a:spcBef>
              <a:spcAft>
                <a:spcPts val="0"/>
              </a:spcAft>
              <a:buSzPts val="1216"/>
              <a:buNone/>
            </a:pPr>
            <a:r>
              <a:rPr lang="en-IN" sz="1600"/>
              <a:t>        rear = 0;</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a:t>
            </a:r>
            <a:endParaRPr sz="1400"/>
          </a:p>
        </p:txBody>
      </p:sp>
      <p:sp>
        <p:nvSpPr>
          <p:cNvPr id="808" name="Google Shape;808;p56"/>
          <p:cNvSpPr txBox="1"/>
          <p:nvPr>
            <p:ph idx="2" type="body"/>
          </p:nvPr>
        </p:nvSpPr>
        <p:spPr>
          <a:xfrm>
            <a:off x="4644008" y="1052736"/>
            <a:ext cx="3419856" cy="439248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216"/>
              <a:buNone/>
            </a:pPr>
            <a:r>
              <a:rPr lang="en-IN" sz="1600"/>
              <a:t>else</a:t>
            </a:r>
            <a:endParaRPr/>
          </a:p>
          <a:p>
            <a:pPr indent="0" lvl="0" marL="68580" rtl="0" algn="l">
              <a:spcBef>
                <a:spcPts val="320"/>
              </a:spcBef>
              <a:spcAft>
                <a:spcPts val="0"/>
              </a:spcAft>
              <a:buSzPts val="1216"/>
              <a:buNone/>
            </a:pPr>
            <a:r>
              <a:rPr lang="en-IN" sz="1600"/>
              <a:t>        if(rear == MAX-1)/*rear is at last position of queue */</a:t>
            </a:r>
            <a:endParaRPr/>
          </a:p>
          <a:p>
            <a:pPr indent="0" lvl="0" marL="68580" rtl="0" algn="l">
              <a:spcBef>
                <a:spcPts val="320"/>
              </a:spcBef>
              <a:spcAft>
                <a:spcPts val="0"/>
              </a:spcAft>
              <a:buSzPts val="1216"/>
              <a:buNone/>
            </a:pPr>
            <a:r>
              <a:rPr lang="en-IN" sz="1600"/>
              <a:t>            rear = 0;</a:t>
            </a:r>
            <a:endParaRPr/>
          </a:p>
          <a:p>
            <a:pPr indent="0" lvl="0" marL="68580" rtl="0" algn="l">
              <a:spcBef>
                <a:spcPts val="320"/>
              </a:spcBef>
              <a:spcAft>
                <a:spcPts val="0"/>
              </a:spcAft>
              <a:buSzPts val="1216"/>
              <a:buNone/>
            </a:pPr>
            <a:r>
              <a:rPr lang="en-IN" sz="1600"/>
              <a:t>        else</a:t>
            </a:r>
            <a:endParaRPr/>
          </a:p>
          <a:p>
            <a:pPr indent="0" lvl="0" marL="68580" rtl="0" algn="l">
              <a:spcBef>
                <a:spcPts val="320"/>
              </a:spcBef>
              <a:spcAft>
                <a:spcPts val="0"/>
              </a:spcAft>
              <a:buSzPts val="1216"/>
              <a:buNone/>
            </a:pPr>
            <a:r>
              <a:rPr lang="en-IN" sz="1600"/>
              <a:t>            rear = rear+1;</a:t>
            </a:r>
            <a:endParaRPr/>
          </a:p>
          <a:p>
            <a:pPr indent="0" lvl="0" marL="68580" rtl="0" algn="l">
              <a:spcBef>
                <a:spcPts val="320"/>
              </a:spcBef>
              <a:spcAft>
                <a:spcPts val="0"/>
              </a:spcAft>
              <a:buSzPts val="1216"/>
              <a:buNone/>
            </a:pPr>
            <a:r>
              <a:rPr lang="en-IN" sz="1600"/>
              <a:t>    printf("Input the element for insertion in queue : ");</a:t>
            </a:r>
            <a:endParaRPr/>
          </a:p>
          <a:p>
            <a:pPr indent="0" lvl="0" marL="68580" rtl="0" algn="l">
              <a:spcBef>
                <a:spcPts val="320"/>
              </a:spcBef>
              <a:spcAft>
                <a:spcPts val="0"/>
              </a:spcAft>
              <a:buSzPts val="1216"/>
              <a:buNone/>
            </a:pPr>
            <a:r>
              <a:rPr lang="en-IN" sz="1600"/>
              <a:t>    scanf("%d", &amp;added_item);</a:t>
            </a:r>
            <a:endParaRPr/>
          </a:p>
          <a:p>
            <a:pPr indent="0" lvl="0" marL="68580" rtl="0" algn="l">
              <a:spcBef>
                <a:spcPts val="320"/>
              </a:spcBef>
              <a:spcAft>
                <a:spcPts val="0"/>
              </a:spcAft>
              <a:buSzPts val="1216"/>
              <a:buNone/>
            </a:pPr>
            <a:r>
              <a:rPr lang="en-IN" sz="1600"/>
              <a:t>    cqueue_arr[rear] = added_item ;</a:t>
            </a:r>
            <a:endParaRPr/>
          </a:p>
          <a:p>
            <a:pPr indent="0" lvl="0" marL="68580" rtl="0" algn="l">
              <a:spcBef>
                <a:spcPts val="320"/>
              </a:spcBef>
              <a:spcAft>
                <a:spcPts val="0"/>
              </a:spcAft>
              <a:buSzPts val="1216"/>
              <a:buNone/>
            </a:pPr>
            <a:r>
              <a:rPr lang="en-IN" sz="1600"/>
              <a:t>}/*End of insert()*/</a:t>
            </a:r>
            <a:endParaRPr/>
          </a:p>
          <a:p>
            <a:pPr indent="-197104" lvl="0" marL="342900" rtl="0" algn="l">
              <a:spcBef>
                <a:spcPts val="320"/>
              </a:spcBef>
              <a:spcAft>
                <a:spcPts val="0"/>
              </a:spcAft>
              <a:buSzPts val="1216"/>
              <a:buNone/>
            </a:pPr>
            <a:r>
              <a:t/>
            </a:r>
            <a:endParaRPr sz="1600"/>
          </a:p>
          <a:p>
            <a:pPr indent="-197104" lvl="0" marL="342900" rtl="0" algn="l">
              <a:spcBef>
                <a:spcPts val="320"/>
              </a:spcBef>
              <a:spcAft>
                <a:spcPts val="0"/>
              </a:spcAft>
              <a:buSzPts val="1216"/>
              <a:buNone/>
            </a:pPr>
            <a:r>
              <a:t/>
            </a:r>
            <a:endParaRPr sz="1600"/>
          </a:p>
        </p:txBody>
      </p:sp>
      <p:sp>
        <p:nvSpPr>
          <p:cNvPr id="809" name="Google Shape;809;p5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810" name="Google Shape;810;p5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11" name="Google Shape;811;p5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57"/>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Operation In Circular Queue</a:t>
            </a:r>
            <a:endParaRPr sz="2800"/>
          </a:p>
        </p:txBody>
      </p:sp>
      <p:sp>
        <p:nvSpPr>
          <p:cNvPr id="817" name="Google Shape;817;p57"/>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818" name="Google Shape;818;p57"/>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819" name="Google Shape;819;p57"/>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820" name="Google Shape;820;p57"/>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58"/>
          <p:cNvSpPr txBox="1"/>
          <p:nvPr>
            <p:ph type="title"/>
          </p:nvPr>
        </p:nvSpPr>
        <p:spPr>
          <a:xfrm>
            <a:off x="774361" y="40466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Underflow Condition  in Circular Queue</a:t>
            </a:r>
            <a:endParaRPr sz="2800"/>
          </a:p>
        </p:txBody>
      </p:sp>
      <p:sp>
        <p:nvSpPr>
          <p:cNvPr id="826" name="Google Shape;826;p58"/>
          <p:cNvSpPr txBox="1"/>
          <p:nvPr/>
        </p:nvSpPr>
        <p:spPr>
          <a:xfrm>
            <a:off x="1020122" y="2852937"/>
            <a:ext cx="6777317" cy="1296144"/>
          </a:xfrm>
          <a:prstGeom prst="rect">
            <a:avLst/>
          </a:prstGeom>
          <a:noFill/>
          <a:ln>
            <a:noFill/>
          </a:ln>
        </p:spPr>
        <p:txBody>
          <a:bodyPr anchorCtr="0" anchor="t" bIns="45700" lIns="91425" spcFirstLastPara="1" rIns="91425" wrap="square" tIns="45700">
            <a:normAutofit fontScale="92500" lnSpcReduction="20000"/>
          </a:bodyPr>
          <a:lstStyle/>
          <a:p>
            <a:pPr indent="0" lvl="0" marL="68580" marR="0" rtl="0" algn="l">
              <a:spcBef>
                <a:spcPts val="0"/>
              </a:spcBef>
              <a:spcAft>
                <a:spcPts val="0"/>
              </a:spcAft>
              <a:buClr>
                <a:schemeClr val="accent1"/>
              </a:buClr>
              <a:buSzPct val="76000"/>
              <a:buFont typeface="Noto Sans Symbols"/>
              <a:buNone/>
            </a:pPr>
            <a:r>
              <a:t/>
            </a:r>
            <a:endParaRPr sz="2000">
              <a:solidFill>
                <a:schemeClr val="dk2"/>
              </a:solidFill>
              <a:latin typeface="Century Gothic"/>
              <a:ea typeface="Century Gothic"/>
              <a:cs typeface="Century Gothic"/>
              <a:sym typeface="Century Gothic"/>
            </a:endParaRPr>
          </a:p>
          <a:p>
            <a:pPr indent="0" lvl="0" marL="68580" marR="0" rtl="0" algn="l">
              <a:spcBef>
                <a:spcPts val="370"/>
              </a:spcBef>
              <a:spcAft>
                <a:spcPts val="0"/>
              </a:spcAft>
              <a:buClr>
                <a:schemeClr val="accent1"/>
              </a:buClr>
              <a:buSzPct val="76000"/>
              <a:buFont typeface="Noto Sans Symbols"/>
              <a:buNone/>
            </a:pPr>
            <a:r>
              <a:rPr lang="en-IN" sz="2000">
                <a:solidFill>
                  <a:schemeClr val="dk2"/>
                </a:solidFill>
                <a:latin typeface="Century Gothic"/>
                <a:ea typeface="Century Gothic"/>
                <a:cs typeface="Century Gothic"/>
                <a:sym typeface="Century Gothic"/>
              </a:rPr>
              <a:t>If Front=-1</a:t>
            </a:r>
            <a:endParaRPr/>
          </a:p>
          <a:p>
            <a:pPr indent="0" lvl="0" marL="68580" marR="0" rtl="0" algn="l">
              <a:spcBef>
                <a:spcPts val="370"/>
              </a:spcBef>
              <a:spcAft>
                <a:spcPts val="0"/>
              </a:spcAft>
              <a:buClr>
                <a:schemeClr val="accent1"/>
              </a:buClr>
              <a:buSzPct val="76000"/>
              <a:buFont typeface="Noto Sans Symbols"/>
              <a:buNone/>
            </a:pPr>
            <a:r>
              <a:t/>
            </a:r>
            <a:endParaRPr sz="2000">
              <a:solidFill>
                <a:schemeClr val="dk2"/>
              </a:solidFill>
              <a:latin typeface="Century Gothic"/>
              <a:ea typeface="Century Gothic"/>
              <a:cs typeface="Century Gothic"/>
              <a:sym typeface="Century Gothic"/>
            </a:endParaRPr>
          </a:p>
          <a:p>
            <a:pPr indent="0" lvl="0" marL="68580" marR="0" rtl="0" algn="l">
              <a:spcBef>
                <a:spcPts val="370"/>
              </a:spcBef>
              <a:spcAft>
                <a:spcPts val="0"/>
              </a:spcAft>
              <a:buClr>
                <a:schemeClr val="accent1"/>
              </a:buClr>
              <a:buSzPct val="76000"/>
              <a:buFont typeface="Noto Sans Symbols"/>
              <a:buNone/>
            </a:pPr>
            <a:r>
              <a:rPr lang="en-IN" sz="2000">
                <a:solidFill>
                  <a:schemeClr val="dk2"/>
                </a:solidFill>
                <a:latin typeface="Century Gothic"/>
                <a:ea typeface="Century Gothic"/>
                <a:cs typeface="Century Gothic"/>
                <a:sym typeface="Century Gothic"/>
              </a:rPr>
              <a:t>Queue is empty </a:t>
            </a:r>
            <a:endParaRPr/>
          </a:p>
          <a:p>
            <a:pPr indent="0" lvl="0" marL="68580" marR="0" rtl="0" algn="l">
              <a:spcBef>
                <a:spcPts val="370"/>
              </a:spcBef>
              <a:spcAft>
                <a:spcPts val="0"/>
              </a:spcAft>
              <a:buClr>
                <a:schemeClr val="accent1"/>
              </a:buClr>
              <a:buSzPct val="76000"/>
              <a:buFont typeface="Noto Sans Symbols"/>
              <a:buNone/>
            </a:pPr>
            <a:r>
              <a:t/>
            </a:r>
            <a:endParaRPr sz="2000">
              <a:solidFill>
                <a:schemeClr val="dk2"/>
              </a:solidFill>
              <a:latin typeface="Century Gothic"/>
              <a:ea typeface="Century Gothic"/>
              <a:cs typeface="Century Gothic"/>
              <a:sym typeface="Century Gothic"/>
            </a:endParaRPr>
          </a:p>
        </p:txBody>
      </p:sp>
      <p:pic>
        <p:nvPicPr>
          <p:cNvPr id="827" name="Google Shape;827;p58"/>
          <p:cNvPicPr preferRelativeResize="0"/>
          <p:nvPr/>
        </p:nvPicPr>
        <p:blipFill rotWithShape="1">
          <a:blip r:embed="rId3">
            <a:alphaModFix/>
          </a:blip>
          <a:srcRect b="14830" l="4091" r="78935" t="9451"/>
          <a:stretch/>
        </p:blipFill>
        <p:spPr>
          <a:xfrm rot="-5400000">
            <a:off x="3481044" y="-1040830"/>
            <a:ext cx="1296144" cy="6203357"/>
          </a:xfrm>
          <a:prstGeom prst="rect">
            <a:avLst/>
          </a:prstGeom>
          <a:noFill/>
          <a:ln>
            <a:noFill/>
          </a:ln>
        </p:spPr>
      </p:pic>
      <p:sp>
        <p:nvSpPr>
          <p:cNvPr id="828" name="Google Shape;828;p5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829" name="Google Shape;829;p5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30" name="Google Shape;830;p5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59"/>
          <p:cNvSpPr txBox="1"/>
          <p:nvPr>
            <p:ph type="title"/>
          </p:nvPr>
        </p:nvSpPr>
        <p:spPr>
          <a:xfrm>
            <a:off x="395536" y="1196752"/>
            <a:ext cx="8208912"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sz="2800"/>
              <a:t>Delete  operation in Circular Queue/</a:t>
            </a:r>
            <a:r>
              <a:rPr b="1" lang="en-IN" sz="3600"/>
              <a:t>Circular Effect</a:t>
            </a:r>
            <a:endParaRPr b="1" sz="2800"/>
          </a:p>
        </p:txBody>
      </p:sp>
      <p:sp>
        <p:nvSpPr>
          <p:cNvPr id="836" name="Google Shape;836;p59"/>
          <p:cNvSpPr txBox="1"/>
          <p:nvPr>
            <p:ph idx="1" type="body"/>
          </p:nvPr>
        </p:nvSpPr>
        <p:spPr>
          <a:xfrm>
            <a:off x="539552" y="2041656"/>
            <a:ext cx="46805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Front=N-1, then </a:t>
            </a:r>
            <a:endParaRPr/>
          </a:p>
          <a:p>
            <a:pPr indent="-274320" lvl="1" marL="640080" rtl="0" algn="l">
              <a:spcBef>
                <a:spcPts val="360"/>
              </a:spcBef>
              <a:spcAft>
                <a:spcPts val="0"/>
              </a:spcAft>
              <a:buSzPts val="1368"/>
              <a:buChar char="🞇"/>
            </a:pPr>
            <a:r>
              <a:rPr lang="en-IN" sz="1800"/>
              <a:t>we delete the element and </a:t>
            </a:r>
            <a:endParaRPr/>
          </a:p>
          <a:p>
            <a:pPr indent="-274320" lvl="1" marL="640080" rtl="0" algn="l">
              <a:spcBef>
                <a:spcPts val="360"/>
              </a:spcBef>
              <a:spcAft>
                <a:spcPts val="0"/>
              </a:spcAft>
              <a:buSzPts val="1368"/>
              <a:buChar char="🞇"/>
            </a:pPr>
            <a:r>
              <a:rPr lang="en-IN" sz="1800"/>
              <a:t>set the values of Front =0</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otherwise element will be deleted </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same as in simple queue</a:t>
            </a:r>
            <a:endParaRPr sz="1800"/>
          </a:p>
        </p:txBody>
      </p:sp>
      <p:pic>
        <p:nvPicPr>
          <p:cNvPr id="837" name="Google Shape;837;p59"/>
          <p:cNvPicPr preferRelativeResize="0"/>
          <p:nvPr/>
        </p:nvPicPr>
        <p:blipFill rotWithShape="1">
          <a:blip r:embed="rId3">
            <a:alphaModFix/>
          </a:blip>
          <a:srcRect b="20706" l="49157" r="32020" t="21313"/>
          <a:stretch/>
        </p:blipFill>
        <p:spPr>
          <a:xfrm rot="-5400000">
            <a:off x="5907700" y="3108515"/>
            <a:ext cx="1937109" cy="3312371"/>
          </a:xfrm>
          <a:prstGeom prst="rect">
            <a:avLst/>
          </a:prstGeom>
          <a:noFill/>
          <a:ln>
            <a:noFill/>
          </a:ln>
        </p:spPr>
      </p:pic>
      <p:pic>
        <p:nvPicPr>
          <p:cNvPr id="838" name="Google Shape;838;p59"/>
          <p:cNvPicPr preferRelativeResize="0"/>
          <p:nvPr/>
        </p:nvPicPr>
        <p:blipFill rotWithShape="1">
          <a:blip r:embed="rId4">
            <a:alphaModFix/>
          </a:blip>
          <a:srcRect b="20706" l="72349" r="11536" t="21313"/>
          <a:stretch/>
        </p:blipFill>
        <p:spPr>
          <a:xfrm rot="-5400000">
            <a:off x="5930028" y="754580"/>
            <a:ext cx="1892454" cy="3312370"/>
          </a:xfrm>
          <a:prstGeom prst="rect">
            <a:avLst/>
          </a:prstGeom>
          <a:noFill/>
          <a:ln>
            <a:noFill/>
          </a:ln>
        </p:spPr>
      </p:pic>
      <p:sp>
        <p:nvSpPr>
          <p:cNvPr id="839" name="Google Shape;839;p5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840" name="Google Shape;840;p5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41" name="Google Shape;841;p5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60"/>
          <p:cNvSpPr txBox="1"/>
          <p:nvPr>
            <p:ph type="title"/>
          </p:nvPr>
        </p:nvSpPr>
        <p:spPr>
          <a:xfrm>
            <a:off x="467544" y="404664"/>
            <a:ext cx="8136903"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If  there is only One element in Circular Queue</a:t>
            </a:r>
            <a:endParaRPr b="1" sz="2800"/>
          </a:p>
        </p:txBody>
      </p:sp>
      <p:sp>
        <p:nvSpPr>
          <p:cNvPr id="847" name="Google Shape;847;p60"/>
          <p:cNvSpPr txBox="1"/>
          <p:nvPr/>
        </p:nvSpPr>
        <p:spPr>
          <a:xfrm>
            <a:off x="899592" y="4149080"/>
            <a:ext cx="7216971" cy="2224430"/>
          </a:xfrm>
          <a:prstGeom prst="rect">
            <a:avLst/>
          </a:prstGeom>
          <a:noFill/>
          <a:ln>
            <a:noFill/>
          </a:ln>
        </p:spPr>
        <p:txBody>
          <a:bodyPr anchorCtr="0" anchor="t" bIns="45700" lIns="91425" spcFirstLastPara="1" rIns="91425" wrap="square" tIns="45700">
            <a:normAutofit fontScale="92500" lnSpcReduction="20000"/>
          </a:bodyPr>
          <a:lstStyle/>
          <a:p>
            <a:pPr indent="-274320" lvl="0" marL="342900" marR="0" rtl="0" algn="l">
              <a:spcBef>
                <a:spcPts val="0"/>
              </a:spcBef>
              <a:spcAft>
                <a:spcPts val="0"/>
              </a:spcAft>
              <a:buClr>
                <a:schemeClr val="accent1"/>
              </a:buClr>
              <a:buSzPct val="76000"/>
              <a:buFont typeface="Noto Sans Symbols"/>
              <a:buChar char="🞇"/>
            </a:pPr>
            <a:r>
              <a:rPr b="1" lang="en-IN" sz="2000">
                <a:solidFill>
                  <a:schemeClr val="dk2"/>
                </a:solidFill>
                <a:latin typeface="Century Gothic"/>
                <a:ea typeface="Century Gothic"/>
                <a:cs typeface="Century Gothic"/>
                <a:sym typeface="Century Gothic"/>
              </a:rPr>
              <a:t>Whenever front and rear are equal and value is other than -1</a:t>
            </a:r>
            <a:r>
              <a:rPr lang="en-IN" sz="2000">
                <a:solidFill>
                  <a:schemeClr val="dk2"/>
                </a:solidFill>
                <a:latin typeface="Century Gothic"/>
                <a:ea typeface="Century Gothic"/>
                <a:cs typeface="Century Gothic"/>
                <a:sym typeface="Century Gothic"/>
              </a:rPr>
              <a:t>,</a:t>
            </a:r>
            <a:endParaRPr/>
          </a:p>
          <a:p>
            <a:pPr indent="-193967" lvl="1" marL="640080" marR="0" rtl="0" algn="l">
              <a:spcBef>
                <a:spcPts val="333"/>
              </a:spcBef>
              <a:spcAft>
                <a:spcPts val="0"/>
              </a:spcAft>
              <a:buClr>
                <a:schemeClr val="accent1"/>
              </a:buClr>
              <a:buSzPct val="76000"/>
              <a:buFont typeface="Noto Sans Symbols"/>
              <a:buNone/>
            </a:pPr>
            <a:r>
              <a:t/>
            </a:r>
            <a:endParaRPr b="0" i="0" sz="1800" u="none" cap="none" strike="noStrike">
              <a:solidFill>
                <a:schemeClr val="dk2"/>
              </a:solidFill>
              <a:latin typeface="Century Gothic"/>
              <a:ea typeface="Century Gothic"/>
              <a:cs typeface="Century Gothic"/>
              <a:sym typeface="Century Gothic"/>
            </a:endParaRPr>
          </a:p>
          <a:p>
            <a:pPr indent="-274320" lvl="1" marL="640080" marR="0" rtl="0" algn="l">
              <a:spcBef>
                <a:spcPts val="333"/>
              </a:spcBef>
              <a:spcAft>
                <a:spcPts val="0"/>
              </a:spcAft>
              <a:buClr>
                <a:schemeClr val="accent1"/>
              </a:buClr>
              <a:buSzPct val="76000"/>
              <a:buFont typeface="Noto Sans Symbols"/>
              <a:buChar char="🞇"/>
            </a:pPr>
            <a:r>
              <a:rPr b="0" i="0" lang="en-IN" sz="1800" u="none" cap="none" strike="noStrike">
                <a:solidFill>
                  <a:schemeClr val="dk2"/>
                </a:solidFill>
                <a:latin typeface="Century Gothic"/>
                <a:ea typeface="Century Gothic"/>
                <a:cs typeface="Century Gothic"/>
                <a:sym typeface="Century Gothic"/>
              </a:rPr>
              <a:t>It means only one element if left in the Queue,</a:t>
            </a:r>
            <a:endParaRPr/>
          </a:p>
          <a:p>
            <a:pPr indent="-193967" lvl="1" marL="640080" marR="0" rtl="0" algn="l">
              <a:spcBef>
                <a:spcPts val="333"/>
              </a:spcBef>
              <a:spcAft>
                <a:spcPts val="0"/>
              </a:spcAft>
              <a:buClr>
                <a:schemeClr val="accent1"/>
              </a:buClr>
              <a:buSzPct val="76000"/>
              <a:buFont typeface="Noto Sans Symbols"/>
              <a:buNone/>
            </a:pPr>
            <a:r>
              <a:t/>
            </a:r>
            <a:endParaRPr b="0" i="0" sz="1800" u="none" cap="none" strike="noStrike">
              <a:solidFill>
                <a:schemeClr val="dk2"/>
              </a:solidFill>
              <a:latin typeface="Century Gothic"/>
              <a:ea typeface="Century Gothic"/>
              <a:cs typeface="Century Gothic"/>
              <a:sym typeface="Century Gothic"/>
            </a:endParaRPr>
          </a:p>
          <a:p>
            <a:pPr indent="-274320" lvl="0" marL="342900" marR="0" rtl="0" algn="l">
              <a:spcBef>
                <a:spcPts val="370"/>
              </a:spcBef>
              <a:spcAft>
                <a:spcPts val="0"/>
              </a:spcAft>
              <a:buClr>
                <a:schemeClr val="accent1"/>
              </a:buClr>
              <a:buSzPct val="76000"/>
              <a:buFont typeface="Noto Sans Symbols"/>
              <a:buChar char="🞇"/>
            </a:pPr>
            <a:r>
              <a:rPr lang="en-IN" sz="2000">
                <a:solidFill>
                  <a:schemeClr val="dk2"/>
                </a:solidFill>
                <a:latin typeface="Century Gothic"/>
                <a:ea typeface="Century Gothic"/>
                <a:cs typeface="Century Gothic"/>
                <a:sym typeface="Century Gothic"/>
              </a:rPr>
              <a:t>So , On deletion, the Queue becomes empty, </a:t>
            </a:r>
            <a:endParaRPr/>
          </a:p>
          <a:p>
            <a:pPr indent="-193967" lvl="1" marL="640080" marR="0" rtl="0" algn="l">
              <a:spcBef>
                <a:spcPts val="333"/>
              </a:spcBef>
              <a:spcAft>
                <a:spcPts val="0"/>
              </a:spcAft>
              <a:buClr>
                <a:schemeClr val="accent1"/>
              </a:buClr>
              <a:buSzPct val="76000"/>
              <a:buFont typeface="Noto Sans Symbols"/>
              <a:buNone/>
            </a:pPr>
            <a:r>
              <a:t/>
            </a:r>
            <a:endParaRPr b="1" i="0" sz="1800" u="none" cap="none" strike="noStrike">
              <a:solidFill>
                <a:schemeClr val="dk2"/>
              </a:solidFill>
              <a:latin typeface="Century Gothic"/>
              <a:ea typeface="Century Gothic"/>
              <a:cs typeface="Century Gothic"/>
              <a:sym typeface="Century Gothic"/>
            </a:endParaRPr>
          </a:p>
          <a:p>
            <a:pPr indent="-274320" lvl="1" marL="640080" marR="0" rtl="0" algn="l">
              <a:spcBef>
                <a:spcPts val="333"/>
              </a:spcBef>
              <a:spcAft>
                <a:spcPts val="0"/>
              </a:spcAft>
              <a:buClr>
                <a:schemeClr val="accent1"/>
              </a:buClr>
              <a:buSzPct val="76000"/>
              <a:buFont typeface="Noto Sans Symbols"/>
              <a:buChar char="🞇"/>
            </a:pPr>
            <a:r>
              <a:rPr b="1" i="0" lang="en-IN" sz="1800" u="none" cap="none" strike="noStrike">
                <a:solidFill>
                  <a:schemeClr val="dk2"/>
                </a:solidFill>
                <a:latin typeface="Century Gothic"/>
                <a:ea typeface="Century Gothic"/>
                <a:cs typeface="Century Gothic"/>
                <a:sym typeface="Century Gothic"/>
              </a:rPr>
              <a:t>Thus Both Front and Rear become  -1</a:t>
            </a:r>
            <a:endParaRPr/>
          </a:p>
          <a:p>
            <a:pPr indent="-185039" lvl="0" marL="342900" marR="0" rtl="0" algn="l">
              <a:spcBef>
                <a:spcPts val="370"/>
              </a:spcBef>
              <a:spcAft>
                <a:spcPts val="0"/>
              </a:spcAft>
              <a:buClr>
                <a:schemeClr val="accent1"/>
              </a:buClr>
              <a:buSzPct val="76000"/>
              <a:buFont typeface="Noto Sans Symbols"/>
              <a:buNone/>
            </a:pPr>
            <a:r>
              <a:t/>
            </a:r>
            <a:endParaRPr sz="2000">
              <a:solidFill>
                <a:schemeClr val="dk2"/>
              </a:solidFill>
              <a:latin typeface="Century Gothic"/>
              <a:ea typeface="Century Gothic"/>
              <a:cs typeface="Century Gothic"/>
              <a:sym typeface="Century Gothic"/>
            </a:endParaRPr>
          </a:p>
        </p:txBody>
      </p:sp>
      <p:pic>
        <p:nvPicPr>
          <p:cNvPr id="848" name="Google Shape;848;p60"/>
          <p:cNvPicPr preferRelativeResize="0"/>
          <p:nvPr/>
        </p:nvPicPr>
        <p:blipFill rotWithShape="1">
          <a:blip r:embed="rId3">
            <a:alphaModFix/>
          </a:blip>
          <a:srcRect b="14830" l="4091" r="78935" t="9451"/>
          <a:stretch/>
        </p:blipFill>
        <p:spPr>
          <a:xfrm rot="-5400000">
            <a:off x="3481044" y="255314"/>
            <a:ext cx="1296144" cy="6203357"/>
          </a:xfrm>
          <a:prstGeom prst="rect">
            <a:avLst/>
          </a:prstGeom>
          <a:noFill/>
          <a:ln>
            <a:noFill/>
          </a:ln>
        </p:spPr>
      </p:pic>
      <p:pic>
        <p:nvPicPr>
          <p:cNvPr id="849" name="Google Shape;849;p60"/>
          <p:cNvPicPr preferRelativeResize="0"/>
          <p:nvPr/>
        </p:nvPicPr>
        <p:blipFill rotWithShape="1">
          <a:blip r:embed="rId4">
            <a:alphaModFix/>
          </a:blip>
          <a:srcRect b="20706" l="27651" r="54139" t="21313"/>
          <a:stretch/>
        </p:blipFill>
        <p:spPr>
          <a:xfrm rot="-5400000">
            <a:off x="3483797" y="-1331614"/>
            <a:ext cx="1296143" cy="6208859"/>
          </a:xfrm>
          <a:prstGeom prst="rect">
            <a:avLst/>
          </a:prstGeom>
          <a:noFill/>
          <a:ln>
            <a:noFill/>
          </a:ln>
        </p:spPr>
      </p:pic>
      <p:sp>
        <p:nvSpPr>
          <p:cNvPr id="850" name="Google Shape;850;p6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851" name="Google Shape;851;p6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52" name="Google Shape;852;p6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61"/>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Operation</a:t>
            </a:r>
            <a:endParaRPr sz="2800"/>
          </a:p>
        </p:txBody>
      </p:sp>
      <p:sp>
        <p:nvSpPr>
          <p:cNvPr id="858" name="Google Shape;858;p61"/>
          <p:cNvSpPr txBox="1"/>
          <p:nvPr>
            <p:ph idx="1" type="body"/>
          </p:nvPr>
        </p:nvSpPr>
        <p:spPr>
          <a:xfrm>
            <a:off x="611560" y="1916832"/>
            <a:ext cx="3851904" cy="34930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lang="en-IN" sz="1600"/>
              <a:t>del()</a:t>
            </a:r>
            <a:endParaRPr/>
          </a:p>
          <a:p>
            <a:pPr indent="0" lvl="0" marL="68580" rtl="0" algn="l">
              <a:spcBef>
                <a:spcPts val="320"/>
              </a:spcBef>
              <a:spcAft>
                <a:spcPts val="0"/>
              </a:spcAft>
              <a:buSzPts val="1216"/>
              <a:buNone/>
            </a:pPr>
            <a:r>
              <a:rPr lang="en-IN" sz="1600"/>
              <a:t>{</a:t>
            </a:r>
            <a:endParaRPr/>
          </a:p>
          <a:p>
            <a:pPr indent="0" lvl="0" marL="68580" rtl="0" algn="l">
              <a:spcBef>
                <a:spcPts val="320"/>
              </a:spcBef>
              <a:spcAft>
                <a:spcPts val="0"/>
              </a:spcAft>
              <a:buSzPts val="1216"/>
              <a:buNone/>
            </a:pPr>
            <a:r>
              <a:rPr lang="en-IN" sz="1600"/>
              <a:t>    if (front == -1)</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printf("Queue Underflow\n");</a:t>
            </a:r>
            <a:endParaRPr/>
          </a:p>
          <a:p>
            <a:pPr indent="0" lvl="0" marL="68580" rtl="0" algn="l">
              <a:spcBef>
                <a:spcPts val="320"/>
              </a:spcBef>
              <a:spcAft>
                <a:spcPts val="0"/>
              </a:spcAft>
              <a:buSzPts val="1216"/>
              <a:buNone/>
            </a:pPr>
            <a:r>
              <a:rPr lang="en-IN" sz="1600"/>
              <a:t>        return ;</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printf("Element deleted from queue is : %d\n",cqueue_arr[front]);</a:t>
            </a:r>
            <a:endParaRPr/>
          </a:p>
          <a:p>
            <a:pPr indent="0" lvl="0" marL="68580" rtl="0" algn="l">
              <a:spcBef>
                <a:spcPts val="320"/>
              </a:spcBef>
              <a:spcAft>
                <a:spcPts val="0"/>
              </a:spcAft>
              <a:buSzPts val="1216"/>
              <a:buNone/>
            </a:pPr>
            <a:r>
              <a:rPr lang="en-IN" sz="1600"/>
              <a:t>    </a:t>
            </a:r>
            <a:endParaRPr/>
          </a:p>
          <a:p>
            <a:pPr indent="-197104" lvl="0" marL="342900" rtl="0" algn="l">
              <a:spcBef>
                <a:spcPts val="320"/>
              </a:spcBef>
              <a:spcAft>
                <a:spcPts val="0"/>
              </a:spcAft>
              <a:buSzPts val="1216"/>
              <a:buNone/>
            </a:pPr>
            <a:r>
              <a:t/>
            </a:r>
            <a:endParaRPr sz="1600"/>
          </a:p>
        </p:txBody>
      </p:sp>
      <p:sp>
        <p:nvSpPr>
          <p:cNvPr id="859" name="Google Shape;859;p61"/>
          <p:cNvSpPr txBox="1"/>
          <p:nvPr>
            <p:ph idx="2" type="body"/>
          </p:nvPr>
        </p:nvSpPr>
        <p:spPr>
          <a:xfrm>
            <a:off x="4645152" y="1988840"/>
            <a:ext cx="3419856" cy="34930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lang="en-IN" sz="1600"/>
              <a:t> if(front == rear) /* queue has only one element */</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front = -1;</a:t>
            </a:r>
            <a:endParaRPr/>
          </a:p>
          <a:p>
            <a:pPr indent="0" lvl="0" marL="68580" rtl="0" algn="l">
              <a:spcBef>
                <a:spcPts val="320"/>
              </a:spcBef>
              <a:spcAft>
                <a:spcPts val="0"/>
              </a:spcAft>
              <a:buSzPts val="1216"/>
              <a:buNone/>
            </a:pPr>
            <a:r>
              <a:rPr lang="en-IN" sz="1600"/>
              <a:t>        rear=-1;</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else</a:t>
            </a:r>
            <a:endParaRPr sz="1600"/>
          </a:p>
          <a:p>
            <a:pPr indent="0" lvl="0" marL="68580" rtl="0" algn="l">
              <a:spcBef>
                <a:spcPts val="320"/>
              </a:spcBef>
              <a:spcAft>
                <a:spcPts val="0"/>
              </a:spcAft>
              <a:buSzPts val="1216"/>
              <a:buNone/>
            </a:pPr>
            <a:r>
              <a:rPr lang="en-IN" sz="1600"/>
              <a:t>        if(front == MAX-1)</a:t>
            </a:r>
            <a:endParaRPr/>
          </a:p>
          <a:p>
            <a:pPr indent="0" lvl="0" marL="68580" rtl="0" algn="l">
              <a:spcBef>
                <a:spcPts val="320"/>
              </a:spcBef>
              <a:spcAft>
                <a:spcPts val="0"/>
              </a:spcAft>
              <a:buSzPts val="1216"/>
              <a:buNone/>
            </a:pPr>
            <a:r>
              <a:rPr lang="en-IN" sz="1600"/>
              <a:t>            front = 0;</a:t>
            </a:r>
            <a:endParaRPr/>
          </a:p>
          <a:p>
            <a:pPr indent="0" lvl="0" marL="68580" rtl="0" algn="l">
              <a:spcBef>
                <a:spcPts val="320"/>
              </a:spcBef>
              <a:spcAft>
                <a:spcPts val="0"/>
              </a:spcAft>
              <a:buSzPts val="1216"/>
              <a:buNone/>
            </a:pPr>
            <a:r>
              <a:rPr lang="en-IN" sz="1600"/>
              <a:t>        else</a:t>
            </a:r>
            <a:endParaRPr/>
          </a:p>
          <a:p>
            <a:pPr indent="0" lvl="0" marL="68580" rtl="0" algn="l">
              <a:spcBef>
                <a:spcPts val="320"/>
              </a:spcBef>
              <a:spcAft>
                <a:spcPts val="0"/>
              </a:spcAft>
              <a:buSzPts val="1216"/>
              <a:buNone/>
            </a:pPr>
            <a:r>
              <a:rPr lang="en-IN" sz="1600"/>
              <a:t>            front = front+1;</a:t>
            </a:r>
            <a:endParaRPr/>
          </a:p>
          <a:p>
            <a:pPr indent="0" lvl="0" marL="68580" rtl="0" algn="l">
              <a:spcBef>
                <a:spcPts val="320"/>
              </a:spcBef>
              <a:spcAft>
                <a:spcPts val="0"/>
              </a:spcAft>
              <a:buSzPts val="1216"/>
              <a:buNone/>
            </a:pPr>
            <a:r>
              <a:rPr lang="en-IN" sz="1600"/>
              <a:t>}/*End of del() */</a:t>
            </a:r>
            <a:endParaRPr/>
          </a:p>
          <a:p>
            <a:pPr indent="0" lvl="0" marL="68580" rtl="0" algn="l">
              <a:spcBef>
                <a:spcPts val="320"/>
              </a:spcBef>
              <a:spcAft>
                <a:spcPts val="0"/>
              </a:spcAft>
              <a:buSzPts val="1216"/>
              <a:buNone/>
            </a:pPr>
            <a:r>
              <a:t/>
            </a:r>
            <a:endParaRPr sz="1600"/>
          </a:p>
          <a:p>
            <a:pPr indent="-197104" lvl="0" marL="342900" rtl="0" algn="l">
              <a:spcBef>
                <a:spcPts val="320"/>
              </a:spcBef>
              <a:spcAft>
                <a:spcPts val="0"/>
              </a:spcAft>
              <a:buSzPts val="1216"/>
              <a:buNone/>
            </a:pPr>
            <a:r>
              <a:t/>
            </a:r>
            <a:endParaRPr sz="1600"/>
          </a:p>
        </p:txBody>
      </p:sp>
      <p:sp>
        <p:nvSpPr>
          <p:cNvPr id="860" name="Google Shape;860;p6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861" name="Google Shape;861;p6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62" name="Google Shape;862;p6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62"/>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Display Operation In Circular Queue</a:t>
            </a:r>
            <a:endParaRPr sz="2800"/>
          </a:p>
        </p:txBody>
      </p:sp>
      <p:sp>
        <p:nvSpPr>
          <p:cNvPr id="868" name="Google Shape;868;p62"/>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869" name="Google Shape;869;p62"/>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870" name="Google Shape;870;p62"/>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871" name="Google Shape;871;p62"/>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63"/>
          <p:cNvSpPr txBox="1"/>
          <p:nvPr>
            <p:ph type="title"/>
          </p:nvPr>
        </p:nvSpPr>
        <p:spPr>
          <a:xfrm>
            <a:off x="467544" y="332656"/>
            <a:ext cx="6624736"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Display operation in Circular Queue</a:t>
            </a:r>
            <a:endParaRPr b="1" sz="2800"/>
          </a:p>
        </p:txBody>
      </p:sp>
      <p:sp>
        <p:nvSpPr>
          <p:cNvPr id="877" name="Google Shape;877;p63"/>
          <p:cNvSpPr txBox="1"/>
          <p:nvPr>
            <p:ph idx="1" type="body"/>
          </p:nvPr>
        </p:nvSpPr>
        <p:spPr>
          <a:xfrm>
            <a:off x="1058773" y="2492895"/>
            <a:ext cx="6768868" cy="3580985"/>
          </a:xfrm>
          <a:prstGeom prst="rect">
            <a:avLst/>
          </a:prstGeom>
          <a:noFill/>
          <a:ln>
            <a:noFill/>
          </a:ln>
        </p:spPr>
        <p:txBody>
          <a:bodyPr anchorCtr="0" anchor="t" bIns="45700" lIns="91425" spcFirstLastPara="1" rIns="91425" wrap="square" tIns="45700">
            <a:normAutofit fontScale="92500" lnSpcReduction="10000"/>
          </a:bodyPr>
          <a:lstStyle/>
          <a:p>
            <a:pPr indent="0" lvl="0" marL="68580" rtl="0" algn="l">
              <a:spcBef>
                <a:spcPts val="0"/>
              </a:spcBef>
              <a:spcAft>
                <a:spcPts val="0"/>
              </a:spcAft>
              <a:buSzPct val="76000"/>
              <a:buNone/>
            </a:pPr>
            <a:r>
              <a:rPr b="1" lang="en-IN" sz="2000">
                <a:solidFill>
                  <a:schemeClr val="accent1"/>
                </a:solidFill>
              </a:rPr>
              <a:t>Case 1:</a:t>
            </a:r>
            <a:endParaRPr/>
          </a:p>
          <a:p>
            <a:pPr indent="-274320" lvl="0" marL="342900" rtl="0" algn="l">
              <a:spcBef>
                <a:spcPts val="370"/>
              </a:spcBef>
              <a:spcAft>
                <a:spcPts val="0"/>
              </a:spcAft>
              <a:buSzPct val="76000"/>
              <a:buChar char="🞇"/>
            </a:pPr>
            <a:r>
              <a:rPr lang="en-IN" sz="2000"/>
              <a:t>First check Queue Underflow condition i.e. Queue is empty-</a:t>
            </a:r>
            <a:endParaRPr/>
          </a:p>
          <a:p>
            <a:pPr indent="0" lvl="0" marL="68580" rtl="0" algn="l">
              <a:spcBef>
                <a:spcPts val="370"/>
              </a:spcBef>
              <a:spcAft>
                <a:spcPts val="0"/>
              </a:spcAft>
              <a:buSzPct val="76000"/>
              <a:buNone/>
            </a:pPr>
            <a:r>
              <a:t/>
            </a:r>
            <a:endParaRPr sz="2000"/>
          </a:p>
          <a:p>
            <a:pPr indent="0" lvl="0" marL="68580" rtl="0" algn="l">
              <a:spcBef>
                <a:spcPts val="370"/>
              </a:spcBef>
              <a:spcAft>
                <a:spcPts val="0"/>
              </a:spcAft>
              <a:buSzPct val="76000"/>
              <a:buNone/>
            </a:pPr>
            <a:r>
              <a:rPr lang="en-IN" sz="2000"/>
              <a:t>	int front_pos = front,rear_pos = rear;</a:t>
            </a:r>
            <a:endParaRPr sz="2000"/>
          </a:p>
          <a:p>
            <a:pPr indent="0" lvl="0" marL="68580" rtl="0" algn="l">
              <a:spcBef>
                <a:spcPts val="370"/>
              </a:spcBef>
              <a:spcAft>
                <a:spcPts val="0"/>
              </a:spcAft>
              <a:buSzPct val="76000"/>
              <a:buNone/>
            </a:pPr>
            <a:r>
              <a:rPr lang="en-IN" sz="2000"/>
              <a:t>	if(front == -1)</a:t>
            </a:r>
            <a:endParaRPr sz="2000"/>
          </a:p>
          <a:p>
            <a:pPr indent="0" lvl="0" marL="68580" rtl="0" algn="l">
              <a:spcBef>
                <a:spcPts val="370"/>
              </a:spcBef>
              <a:spcAft>
                <a:spcPts val="0"/>
              </a:spcAft>
              <a:buSzPct val="76000"/>
              <a:buNone/>
            </a:pPr>
            <a:r>
              <a:rPr lang="en-IN" sz="2000"/>
              <a:t>	{</a:t>
            </a:r>
            <a:endParaRPr sz="2000"/>
          </a:p>
          <a:p>
            <a:pPr indent="0" lvl="0" marL="68580" rtl="0" algn="l">
              <a:spcBef>
                <a:spcPts val="370"/>
              </a:spcBef>
              <a:spcAft>
                <a:spcPts val="0"/>
              </a:spcAft>
              <a:buSzPct val="76000"/>
              <a:buNone/>
            </a:pPr>
            <a:r>
              <a:rPr lang="en-IN" sz="2000"/>
              <a:t>		printf("Queue is empty\n");</a:t>
            </a:r>
            <a:endParaRPr sz="2000"/>
          </a:p>
          <a:p>
            <a:pPr indent="0" lvl="0" marL="68580" rtl="0" algn="l">
              <a:spcBef>
                <a:spcPts val="370"/>
              </a:spcBef>
              <a:spcAft>
                <a:spcPts val="0"/>
              </a:spcAft>
              <a:buSzPct val="76000"/>
              <a:buNone/>
            </a:pPr>
            <a:r>
              <a:rPr lang="en-IN" sz="2000"/>
              <a:t>		return;</a:t>
            </a:r>
            <a:endParaRPr sz="2000"/>
          </a:p>
          <a:p>
            <a:pPr indent="0" lvl="0" marL="68580" rtl="0" algn="l">
              <a:spcBef>
                <a:spcPts val="370"/>
              </a:spcBef>
              <a:spcAft>
                <a:spcPts val="0"/>
              </a:spcAft>
              <a:buSzPct val="76000"/>
              <a:buNone/>
            </a:pPr>
            <a:r>
              <a:rPr lang="en-IN" sz="2000"/>
              <a:t>	}</a:t>
            </a:r>
            <a:endParaRPr sz="2000"/>
          </a:p>
          <a:p>
            <a:pPr indent="0" lvl="0" marL="68580" rtl="0" algn="l">
              <a:spcBef>
                <a:spcPts val="370"/>
              </a:spcBef>
              <a:spcAft>
                <a:spcPts val="0"/>
              </a:spcAft>
              <a:buSzPct val="76000"/>
              <a:buNone/>
            </a:pPr>
            <a:r>
              <a:rPr lang="en-IN" sz="2000"/>
              <a:t>	</a:t>
            </a:r>
            <a:endParaRPr sz="2000"/>
          </a:p>
        </p:txBody>
      </p:sp>
      <p:pic>
        <p:nvPicPr>
          <p:cNvPr id="878" name="Google Shape;878;p63"/>
          <p:cNvPicPr preferRelativeResize="0"/>
          <p:nvPr/>
        </p:nvPicPr>
        <p:blipFill rotWithShape="1">
          <a:blip r:embed="rId3">
            <a:alphaModFix/>
          </a:blip>
          <a:srcRect b="14830" l="8248" r="78935" t="9451"/>
          <a:stretch/>
        </p:blipFill>
        <p:spPr>
          <a:xfrm rot="-5400000">
            <a:off x="3406247" y="-1403661"/>
            <a:ext cx="1445738" cy="6203357"/>
          </a:xfrm>
          <a:prstGeom prst="rect">
            <a:avLst/>
          </a:prstGeom>
          <a:noFill/>
          <a:ln>
            <a:noFill/>
          </a:ln>
        </p:spPr>
      </p:pic>
      <p:sp>
        <p:nvSpPr>
          <p:cNvPr id="879" name="Google Shape;879;p6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880" name="Google Shape;880;p6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81" name="Google Shape;881;p6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4"/>
          <p:cNvSpPr txBox="1"/>
          <p:nvPr>
            <p:ph type="title"/>
          </p:nvPr>
        </p:nvSpPr>
        <p:spPr>
          <a:xfrm>
            <a:off x="504351" y="349067"/>
            <a:ext cx="6624736"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Display operation in Circular Queue</a:t>
            </a:r>
            <a:endParaRPr b="1" sz="2800"/>
          </a:p>
        </p:txBody>
      </p:sp>
      <p:sp>
        <p:nvSpPr>
          <p:cNvPr id="887" name="Google Shape;887;p64"/>
          <p:cNvSpPr txBox="1"/>
          <p:nvPr>
            <p:ph idx="1" type="body"/>
          </p:nvPr>
        </p:nvSpPr>
        <p:spPr>
          <a:xfrm>
            <a:off x="755576" y="2755866"/>
            <a:ext cx="7560840" cy="340943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solidFill>
                  <a:schemeClr val="accent1"/>
                </a:solidFill>
              </a:rPr>
              <a:t>Case 2: </a:t>
            </a:r>
            <a:endParaRPr/>
          </a:p>
          <a:p>
            <a:pPr indent="0" lvl="0" marL="68580" rtl="0" algn="l">
              <a:spcBef>
                <a:spcPts val="400"/>
              </a:spcBef>
              <a:spcAft>
                <a:spcPts val="0"/>
              </a:spcAft>
              <a:buSzPts val="1520"/>
              <a:buNone/>
            </a:pPr>
            <a:r>
              <a:rPr lang="en-IN" sz="2000"/>
              <a:t>	printf("Queue elements :\n");</a:t>
            </a:r>
            <a:endParaRPr sz="2000"/>
          </a:p>
          <a:p>
            <a:pPr indent="0" lvl="0" marL="68580" rtl="0" algn="l">
              <a:spcBef>
                <a:spcPts val="400"/>
              </a:spcBef>
              <a:spcAft>
                <a:spcPts val="0"/>
              </a:spcAft>
              <a:buSzPts val="1520"/>
              <a:buNone/>
            </a:pPr>
            <a:r>
              <a:rPr lang="en-IN" sz="2000"/>
              <a:t>	if( front_pos &lt;= rear_pos )</a:t>
            </a:r>
            <a:endParaRPr sz="2000"/>
          </a:p>
          <a:p>
            <a:pPr indent="0" lvl="0" marL="68580" rtl="0" algn="l">
              <a:spcBef>
                <a:spcPts val="400"/>
              </a:spcBef>
              <a:spcAft>
                <a:spcPts val="0"/>
              </a:spcAft>
              <a:buSzPts val="1520"/>
              <a:buNone/>
            </a:pPr>
            <a:r>
              <a:rPr lang="en-IN" sz="2000"/>
              <a:t>		while(front_pos &lt;= rear_pos)</a:t>
            </a:r>
            <a:endParaRPr sz="2000"/>
          </a:p>
          <a:p>
            <a:pPr indent="0" lvl="0" marL="68580" rtl="0" algn="l">
              <a:spcBef>
                <a:spcPts val="400"/>
              </a:spcBef>
              <a:spcAft>
                <a:spcPts val="0"/>
              </a:spcAft>
              <a:buSzPts val="1520"/>
              <a:buNone/>
            </a:pPr>
            <a:r>
              <a:rPr lang="en-IN" sz="2000"/>
              <a:t>		{</a:t>
            </a:r>
            <a:endParaRPr sz="2000"/>
          </a:p>
          <a:p>
            <a:pPr indent="0" lvl="0" marL="68580" rtl="0" algn="l">
              <a:spcBef>
                <a:spcPts val="400"/>
              </a:spcBef>
              <a:spcAft>
                <a:spcPts val="0"/>
              </a:spcAft>
              <a:buSzPts val="1520"/>
              <a:buNone/>
            </a:pPr>
            <a:r>
              <a:rPr lang="en-IN" sz="2000"/>
              <a:t>			printf("%d ",cqueue_arr[front_pos]);</a:t>
            </a:r>
            <a:endParaRPr sz="2000"/>
          </a:p>
          <a:p>
            <a:pPr indent="0" lvl="0" marL="68580" rtl="0" algn="l">
              <a:spcBef>
                <a:spcPts val="400"/>
              </a:spcBef>
              <a:spcAft>
                <a:spcPts val="0"/>
              </a:spcAft>
              <a:buSzPts val="1520"/>
              <a:buNone/>
            </a:pPr>
            <a:r>
              <a:rPr lang="en-IN" sz="2000"/>
              <a:t>			front_pos++;</a:t>
            </a:r>
            <a:endParaRPr sz="2000"/>
          </a:p>
          <a:p>
            <a:pPr indent="0" lvl="0" marL="68580" rtl="0" algn="l">
              <a:spcBef>
                <a:spcPts val="400"/>
              </a:spcBef>
              <a:spcAft>
                <a:spcPts val="0"/>
              </a:spcAft>
              <a:buSzPts val="1520"/>
              <a:buNone/>
            </a:pPr>
            <a:r>
              <a:rPr lang="en-IN" sz="2000"/>
              <a:t>		}</a:t>
            </a:r>
            <a:endParaRPr sz="2000"/>
          </a:p>
        </p:txBody>
      </p:sp>
      <p:pic>
        <p:nvPicPr>
          <p:cNvPr id="888" name="Google Shape;888;p64"/>
          <p:cNvPicPr preferRelativeResize="0"/>
          <p:nvPr/>
        </p:nvPicPr>
        <p:blipFill rotWithShape="1">
          <a:blip r:embed="rId3">
            <a:alphaModFix/>
          </a:blip>
          <a:srcRect b="33332" l="12944" r="17560" t="48687"/>
          <a:stretch/>
        </p:blipFill>
        <p:spPr>
          <a:xfrm>
            <a:off x="903219" y="1124744"/>
            <a:ext cx="6189061" cy="1631122"/>
          </a:xfrm>
          <a:prstGeom prst="rect">
            <a:avLst/>
          </a:prstGeom>
          <a:noFill/>
          <a:ln>
            <a:noFill/>
          </a:ln>
        </p:spPr>
      </p:pic>
      <p:sp>
        <p:nvSpPr>
          <p:cNvPr id="889" name="Google Shape;889;p6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890" name="Google Shape;890;p6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91" name="Google Shape;891;p6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65"/>
          <p:cNvSpPr txBox="1"/>
          <p:nvPr>
            <p:ph type="title"/>
          </p:nvPr>
        </p:nvSpPr>
        <p:spPr>
          <a:xfrm>
            <a:off x="467544" y="332656"/>
            <a:ext cx="6624736"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Display operation in Circular Queue</a:t>
            </a:r>
            <a:endParaRPr b="1" sz="2800"/>
          </a:p>
        </p:txBody>
      </p:sp>
      <p:sp>
        <p:nvSpPr>
          <p:cNvPr id="897" name="Google Shape;897;p65"/>
          <p:cNvSpPr txBox="1"/>
          <p:nvPr>
            <p:ph idx="1" type="body"/>
          </p:nvPr>
        </p:nvSpPr>
        <p:spPr>
          <a:xfrm>
            <a:off x="1043610" y="2060850"/>
            <a:ext cx="6768868" cy="4320478"/>
          </a:xfrm>
          <a:prstGeom prst="rect">
            <a:avLst/>
          </a:prstGeom>
          <a:noFill/>
          <a:ln>
            <a:noFill/>
          </a:ln>
        </p:spPr>
        <p:txBody>
          <a:bodyPr anchorCtr="0" anchor="t" bIns="45700" lIns="91425" spcFirstLastPara="1" rIns="91425" wrap="square" tIns="45700">
            <a:normAutofit fontScale="70000" lnSpcReduction="20000"/>
          </a:bodyPr>
          <a:lstStyle/>
          <a:p>
            <a:pPr indent="0" lvl="0" marL="68580" rtl="0" algn="l">
              <a:spcBef>
                <a:spcPts val="0"/>
              </a:spcBef>
              <a:spcAft>
                <a:spcPts val="0"/>
              </a:spcAft>
              <a:buSzPct val="76000"/>
              <a:buNone/>
            </a:pPr>
            <a:r>
              <a:rPr b="1" lang="en-IN" sz="3600">
                <a:solidFill>
                  <a:schemeClr val="accent1"/>
                </a:solidFill>
              </a:rPr>
              <a:t>Case 3:</a:t>
            </a:r>
            <a:endParaRPr/>
          </a:p>
          <a:p>
            <a:pPr indent="0" lvl="0" marL="68580" rtl="0" algn="l">
              <a:spcBef>
                <a:spcPts val="322"/>
              </a:spcBef>
              <a:spcAft>
                <a:spcPts val="0"/>
              </a:spcAft>
              <a:buSzPct val="76000"/>
              <a:buNone/>
            </a:pPr>
            <a:r>
              <a:rPr lang="en-IN" sz="2000"/>
              <a:t>	</a:t>
            </a:r>
            <a:r>
              <a:rPr lang="en-IN" sz="2300"/>
              <a:t>else</a:t>
            </a:r>
            <a:endParaRPr sz="2300"/>
          </a:p>
          <a:p>
            <a:pPr indent="0" lvl="0" marL="68580" rtl="0" algn="l">
              <a:spcBef>
                <a:spcPts val="322"/>
              </a:spcBef>
              <a:spcAft>
                <a:spcPts val="0"/>
              </a:spcAft>
              <a:buSzPct val="76000"/>
              <a:buNone/>
            </a:pPr>
            <a:r>
              <a:rPr lang="en-IN" sz="2300"/>
              <a:t>	{</a:t>
            </a:r>
            <a:endParaRPr sz="2300"/>
          </a:p>
          <a:p>
            <a:pPr indent="0" lvl="0" marL="68580" rtl="0" algn="l">
              <a:spcBef>
                <a:spcPts val="322"/>
              </a:spcBef>
              <a:spcAft>
                <a:spcPts val="0"/>
              </a:spcAft>
              <a:buSzPct val="76000"/>
              <a:buNone/>
            </a:pPr>
            <a:r>
              <a:rPr lang="en-IN" sz="2300"/>
              <a:t>		while(front_pos &lt;= MAX-1)</a:t>
            </a:r>
            <a:endParaRPr sz="2300"/>
          </a:p>
          <a:p>
            <a:pPr indent="0" lvl="0" marL="68580" rtl="0" algn="l">
              <a:spcBef>
                <a:spcPts val="322"/>
              </a:spcBef>
              <a:spcAft>
                <a:spcPts val="0"/>
              </a:spcAft>
              <a:buSzPct val="76000"/>
              <a:buNone/>
            </a:pPr>
            <a:r>
              <a:rPr lang="en-IN" sz="2300"/>
              <a:t>		{</a:t>
            </a:r>
            <a:endParaRPr sz="2300"/>
          </a:p>
          <a:p>
            <a:pPr indent="0" lvl="0" marL="68580" rtl="0" algn="l">
              <a:spcBef>
                <a:spcPts val="322"/>
              </a:spcBef>
              <a:spcAft>
                <a:spcPts val="0"/>
              </a:spcAft>
              <a:buSzPct val="76000"/>
              <a:buNone/>
            </a:pPr>
            <a:r>
              <a:rPr lang="en-IN" sz="2300"/>
              <a:t>			printf("%d ",cqueue_arr[front_pos]);</a:t>
            </a:r>
            <a:endParaRPr sz="2300"/>
          </a:p>
          <a:p>
            <a:pPr indent="0" lvl="0" marL="68580" rtl="0" algn="l">
              <a:spcBef>
                <a:spcPts val="322"/>
              </a:spcBef>
              <a:spcAft>
                <a:spcPts val="0"/>
              </a:spcAft>
              <a:buSzPct val="76000"/>
              <a:buNone/>
            </a:pPr>
            <a:r>
              <a:rPr lang="en-IN" sz="2300"/>
              <a:t>			front_pos++;</a:t>
            </a:r>
            <a:endParaRPr sz="2300"/>
          </a:p>
          <a:p>
            <a:pPr indent="0" lvl="0" marL="68580" rtl="0" algn="l">
              <a:spcBef>
                <a:spcPts val="322"/>
              </a:spcBef>
              <a:spcAft>
                <a:spcPts val="0"/>
              </a:spcAft>
              <a:buSzPct val="76000"/>
              <a:buNone/>
            </a:pPr>
            <a:r>
              <a:rPr lang="en-IN" sz="2300"/>
              <a:t>		}</a:t>
            </a:r>
            <a:endParaRPr sz="2300"/>
          </a:p>
          <a:p>
            <a:pPr indent="0" lvl="0" marL="68580" rtl="0" algn="l">
              <a:spcBef>
                <a:spcPts val="322"/>
              </a:spcBef>
              <a:spcAft>
                <a:spcPts val="0"/>
              </a:spcAft>
              <a:buSzPct val="76000"/>
              <a:buNone/>
            </a:pPr>
            <a:r>
              <a:rPr lang="en-IN" sz="2300"/>
              <a:t>		front_pos = 0;</a:t>
            </a:r>
            <a:endParaRPr sz="2300"/>
          </a:p>
          <a:p>
            <a:pPr indent="0" lvl="0" marL="68580" rtl="0" algn="l">
              <a:spcBef>
                <a:spcPts val="322"/>
              </a:spcBef>
              <a:spcAft>
                <a:spcPts val="0"/>
              </a:spcAft>
              <a:buSzPct val="76000"/>
              <a:buNone/>
            </a:pPr>
            <a:r>
              <a:rPr lang="en-IN" sz="2300"/>
              <a:t>		while(front_pos &lt;= rear_pos)</a:t>
            </a:r>
            <a:endParaRPr sz="2300"/>
          </a:p>
          <a:p>
            <a:pPr indent="0" lvl="0" marL="68580" rtl="0" algn="l">
              <a:spcBef>
                <a:spcPts val="322"/>
              </a:spcBef>
              <a:spcAft>
                <a:spcPts val="0"/>
              </a:spcAft>
              <a:buSzPct val="76000"/>
              <a:buNone/>
            </a:pPr>
            <a:r>
              <a:rPr lang="en-IN" sz="2300"/>
              <a:t>		{</a:t>
            </a:r>
            <a:endParaRPr sz="2300"/>
          </a:p>
          <a:p>
            <a:pPr indent="0" lvl="0" marL="68580" rtl="0" algn="l">
              <a:spcBef>
                <a:spcPts val="322"/>
              </a:spcBef>
              <a:spcAft>
                <a:spcPts val="0"/>
              </a:spcAft>
              <a:buSzPct val="76000"/>
              <a:buNone/>
            </a:pPr>
            <a:r>
              <a:rPr lang="en-IN" sz="2300"/>
              <a:t>			printf("%d ",cqueue_arr[front_pos]);</a:t>
            </a:r>
            <a:endParaRPr sz="2300"/>
          </a:p>
          <a:p>
            <a:pPr indent="0" lvl="0" marL="68580" rtl="0" algn="l">
              <a:spcBef>
                <a:spcPts val="322"/>
              </a:spcBef>
              <a:spcAft>
                <a:spcPts val="0"/>
              </a:spcAft>
              <a:buSzPct val="76000"/>
              <a:buNone/>
            </a:pPr>
            <a:r>
              <a:rPr lang="en-IN" sz="2300"/>
              <a:t>			front_pos++;</a:t>
            </a:r>
            <a:endParaRPr sz="2300"/>
          </a:p>
          <a:p>
            <a:pPr indent="0" lvl="0" marL="68580" rtl="0" algn="l">
              <a:spcBef>
                <a:spcPts val="322"/>
              </a:spcBef>
              <a:spcAft>
                <a:spcPts val="0"/>
              </a:spcAft>
              <a:buSzPct val="76000"/>
              <a:buNone/>
            </a:pPr>
            <a:r>
              <a:rPr lang="en-IN" sz="2300"/>
              <a:t>		}</a:t>
            </a:r>
            <a:endParaRPr sz="2300"/>
          </a:p>
          <a:p>
            <a:pPr indent="0" lvl="0" marL="68580" rtl="0" algn="l">
              <a:spcBef>
                <a:spcPts val="322"/>
              </a:spcBef>
              <a:spcAft>
                <a:spcPts val="0"/>
              </a:spcAft>
              <a:buSzPct val="76000"/>
              <a:buNone/>
            </a:pPr>
            <a:r>
              <a:rPr lang="en-IN" sz="2300"/>
              <a:t>	}/*End of else */</a:t>
            </a:r>
            <a:endParaRPr sz="2300"/>
          </a:p>
          <a:p>
            <a:pPr indent="0" lvl="0" marL="68580" rtl="0" algn="l">
              <a:spcBef>
                <a:spcPts val="322"/>
              </a:spcBef>
              <a:spcAft>
                <a:spcPts val="0"/>
              </a:spcAft>
              <a:buSzPct val="76000"/>
              <a:buNone/>
            </a:pPr>
            <a:r>
              <a:t/>
            </a:r>
            <a:endParaRPr sz="2300"/>
          </a:p>
        </p:txBody>
      </p:sp>
      <p:pic>
        <p:nvPicPr>
          <p:cNvPr id="898" name="Google Shape;898;p65"/>
          <p:cNvPicPr preferRelativeResize="0"/>
          <p:nvPr/>
        </p:nvPicPr>
        <p:blipFill rotWithShape="1">
          <a:blip r:embed="rId3">
            <a:alphaModFix/>
          </a:blip>
          <a:srcRect b="18284" l="41714" r="37185" t="16464"/>
          <a:stretch/>
        </p:blipFill>
        <p:spPr>
          <a:xfrm rot="-5400000">
            <a:off x="3707906" y="-1755575"/>
            <a:ext cx="1080120" cy="6408712"/>
          </a:xfrm>
          <a:prstGeom prst="rect">
            <a:avLst/>
          </a:prstGeom>
          <a:noFill/>
          <a:ln>
            <a:noFill/>
          </a:ln>
        </p:spPr>
      </p:pic>
      <p:sp>
        <p:nvSpPr>
          <p:cNvPr id="899" name="Google Shape;899;p6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00" name="Google Shape;900;p6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01" name="Google Shape;901;p6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66"/>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Double ended Queue</a:t>
            </a:r>
            <a:endParaRPr/>
          </a:p>
        </p:txBody>
      </p:sp>
      <p:sp>
        <p:nvSpPr>
          <p:cNvPr id="907" name="Google Shape;907;p66"/>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908" name="Google Shape;908;p66"/>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909" name="Google Shape;909;p66"/>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910" name="Google Shape;910;p66"/>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67"/>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Double ended  Queue</a:t>
            </a:r>
            <a:endParaRPr sz="2800"/>
          </a:p>
        </p:txBody>
      </p:sp>
      <p:sp>
        <p:nvSpPr>
          <p:cNvPr id="916" name="Google Shape;916;p67"/>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Dequeue</a:t>
            </a:r>
            <a:endParaRPr sz="2000"/>
          </a:p>
          <a:p>
            <a:pPr indent="-274320" lvl="0" marL="342900" rtl="0" algn="l">
              <a:spcBef>
                <a:spcPts val="400"/>
              </a:spcBef>
              <a:spcAft>
                <a:spcPts val="0"/>
              </a:spcAft>
              <a:buSzPts val="1520"/>
              <a:buChar char="🞇"/>
            </a:pPr>
            <a:r>
              <a:rPr lang="en-IN" sz="2000"/>
              <a:t>Double Ended Queue</a:t>
            </a:r>
            <a:endParaRPr/>
          </a:p>
          <a:p>
            <a:pPr indent="-274320" lvl="0" marL="342900" rtl="0" algn="l">
              <a:spcBef>
                <a:spcPts val="400"/>
              </a:spcBef>
              <a:spcAft>
                <a:spcPts val="0"/>
              </a:spcAft>
              <a:buSzPts val="1520"/>
              <a:buChar char="🞇"/>
            </a:pPr>
            <a:r>
              <a:rPr lang="en-IN" sz="2000"/>
              <a:t>We can add or delete the element from both sides.</a:t>
            </a:r>
            <a:endParaRPr/>
          </a:p>
        </p:txBody>
      </p:sp>
      <p:pic>
        <p:nvPicPr>
          <p:cNvPr descr="double ended queue data structure" id="917" name="Google Shape;917;p67"/>
          <p:cNvPicPr preferRelativeResize="0"/>
          <p:nvPr/>
        </p:nvPicPr>
        <p:blipFill rotWithShape="1">
          <a:blip r:embed="rId3">
            <a:alphaModFix/>
          </a:blip>
          <a:srcRect b="0" l="0" r="0" t="0"/>
          <a:stretch/>
        </p:blipFill>
        <p:spPr>
          <a:xfrm>
            <a:off x="1216868" y="3861048"/>
            <a:ext cx="6667500" cy="2448272"/>
          </a:xfrm>
          <a:prstGeom prst="rect">
            <a:avLst/>
          </a:prstGeom>
          <a:noFill/>
          <a:ln>
            <a:noFill/>
          </a:ln>
        </p:spPr>
      </p:pic>
      <p:sp>
        <p:nvSpPr>
          <p:cNvPr id="918" name="Google Shape;918;p6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19" name="Google Shape;919;p6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20" name="Google Shape;920;p6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68"/>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Double ended  Queue</a:t>
            </a:r>
            <a:endParaRPr sz="2800"/>
          </a:p>
        </p:txBody>
      </p:sp>
      <p:sp>
        <p:nvSpPr>
          <p:cNvPr id="926" name="Google Shape;926;p68"/>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Dequeue can be of 2 types-</a:t>
            </a:r>
            <a:endParaRPr/>
          </a:p>
          <a:p>
            <a:pPr indent="-342900" lvl="1" marL="708660" rtl="0" algn="l">
              <a:spcBef>
                <a:spcPts val="360"/>
              </a:spcBef>
              <a:spcAft>
                <a:spcPts val="0"/>
              </a:spcAft>
              <a:buSzPts val="1368"/>
              <a:buFont typeface="Century Gothic"/>
              <a:buAutoNum type="arabicPeriod"/>
            </a:pPr>
            <a:r>
              <a:rPr lang="en-IN" sz="1800"/>
              <a:t>Input Restricted</a:t>
            </a:r>
            <a:endParaRPr/>
          </a:p>
          <a:p>
            <a:pPr indent="-342900" lvl="1" marL="708660" rtl="0" algn="l">
              <a:spcBef>
                <a:spcPts val="360"/>
              </a:spcBef>
              <a:spcAft>
                <a:spcPts val="0"/>
              </a:spcAft>
              <a:buSzPts val="1368"/>
              <a:buFont typeface="Century Gothic"/>
              <a:buAutoNum type="arabicPeriod"/>
            </a:pPr>
            <a:r>
              <a:rPr lang="en-IN" sz="1800"/>
              <a:t>Output restricted</a:t>
            </a:r>
            <a:endParaRPr/>
          </a:p>
          <a:p>
            <a:pPr indent="0" lvl="0" marL="68580" rtl="0" algn="l">
              <a:spcBef>
                <a:spcPts val="400"/>
              </a:spcBef>
              <a:spcAft>
                <a:spcPts val="0"/>
              </a:spcAft>
              <a:buSzPts val="1520"/>
              <a:buNone/>
            </a:pPr>
            <a:r>
              <a:t/>
            </a:r>
            <a:endParaRPr sz="2000"/>
          </a:p>
        </p:txBody>
      </p:sp>
      <p:sp>
        <p:nvSpPr>
          <p:cNvPr id="927" name="Google Shape;927;p6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28" name="Google Shape;928;p6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29" name="Google Shape;929;p6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69"/>
          <p:cNvSpPr txBox="1"/>
          <p:nvPr>
            <p:ph type="title"/>
          </p:nvPr>
        </p:nvSpPr>
        <p:spPr>
          <a:xfrm>
            <a:off x="755576" y="40466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Double ended  Queue</a:t>
            </a:r>
            <a:endParaRPr sz="2800"/>
          </a:p>
        </p:txBody>
      </p:sp>
      <p:sp>
        <p:nvSpPr>
          <p:cNvPr id="935" name="Google Shape;935;p69"/>
          <p:cNvSpPr txBox="1"/>
          <p:nvPr>
            <p:ph idx="1" type="body"/>
          </p:nvPr>
        </p:nvSpPr>
        <p:spPr>
          <a:xfrm>
            <a:off x="928836" y="1124744"/>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Input Restricted Dequeue-</a:t>
            </a:r>
            <a:endParaRPr/>
          </a:p>
          <a:p>
            <a:pPr indent="-274320" lvl="1" marL="640080" rtl="0" algn="l">
              <a:spcBef>
                <a:spcPts val="360"/>
              </a:spcBef>
              <a:spcAft>
                <a:spcPts val="0"/>
              </a:spcAft>
              <a:buSzPts val="1368"/>
              <a:buChar char="🞇"/>
            </a:pPr>
            <a:r>
              <a:rPr lang="en-IN" sz="1800"/>
              <a:t>Element can be added at only one end but element can be deleted from both sides.</a:t>
            </a:r>
            <a:endParaRPr/>
          </a:p>
          <a:p>
            <a:pPr indent="-187452" lvl="1" marL="640080" rtl="0" algn="l">
              <a:spcBef>
                <a:spcPts val="360"/>
              </a:spcBef>
              <a:spcAft>
                <a:spcPts val="0"/>
              </a:spcAft>
              <a:buSzPts val="1368"/>
              <a:buNone/>
            </a:pPr>
            <a:r>
              <a:t/>
            </a:r>
            <a:endParaRPr sz="1800"/>
          </a:p>
          <a:p>
            <a:pPr indent="-187452" lvl="1" marL="640080" rtl="0" algn="l">
              <a:spcBef>
                <a:spcPts val="360"/>
              </a:spcBef>
              <a:spcAft>
                <a:spcPts val="0"/>
              </a:spcAft>
              <a:buSzPts val="1368"/>
              <a:buNone/>
            </a:pPr>
            <a:r>
              <a:t/>
            </a:r>
            <a:endParaRPr sz="1800"/>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Output restricted Dequeue</a:t>
            </a:r>
            <a:endParaRPr sz="2000"/>
          </a:p>
          <a:p>
            <a:pPr indent="-274320" lvl="1" marL="640080" rtl="0" algn="l">
              <a:spcBef>
                <a:spcPts val="360"/>
              </a:spcBef>
              <a:spcAft>
                <a:spcPts val="0"/>
              </a:spcAft>
              <a:buSzPts val="1368"/>
              <a:buChar char="🞇"/>
            </a:pPr>
            <a:r>
              <a:rPr lang="en-IN" sz="1800"/>
              <a:t>Element can be added from both sides but deletion is allowed only at one end</a:t>
            </a:r>
            <a:endParaRPr/>
          </a:p>
        </p:txBody>
      </p:sp>
      <p:pic>
        <p:nvPicPr>
          <p:cNvPr descr="input restricted double ended queue" id="936" name="Google Shape;936;p69"/>
          <p:cNvPicPr preferRelativeResize="0"/>
          <p:nvPr/>
        </p:nvPicPr>
        <p:blipFill rotWithShape="1">
          <a:blip r:embed="rId3">
            <a:alphaModFix/>
          </a:blip>
          <a:srcRect b="0" l="0" r="0" t="0"/>
          <a:stretch/>
        </p:blipFill>
        <p:spPr>
          <a:xfrm>
            <a:off x="928836" y="2100064"/>
            <a:ext cx="6667500" cy="1905000"/>
          </a:xfrm>
          <a:prstGeom prst="rect">
            <a:avLst/>
          </a:prstGeom>
          <a:noFill/>
          <a:ln>
            <a:noFill/>
          </a:ln>
        </p:spPr>
      </p:pic>
      <p:pic>
        <p:nvPicPr>
          <p:cNvPr descr="output restricted double ended queue" id="937" name="Google Shape;937;p69"/>
          <p:cNvPicPr preferRelativeResize="0"/>
          <p:nvPr/>
        </p:nvPicPr>
        <p:blipFill rotWithShape="1">
          <a:blip r:embed="rId4">
            <a:alphaModFix/>
          </a:blip>
          <a:srcRect b="0" l="0" r="0" t="0"/>
          <a:stretch/>
        </p:blipFill>
        <p:spPr>
          <a:xfrm>
            <a:off x="928836" y="4581128"/>
            <a:ext cx="6667500" cy="1905000"/>
          </a:xfrm>
          <a:prstGeom prst="rect">
            <a:avLst/>
          </a:prstGeom>
          <a:noFill/>
          <a:ln>
            <a:noFill/>
          </a:ln>
        </p:spPr>
      </p:pic>
      <p:sp>
        <p:nvSpPr>
          <p:cNvPr id="938" name="Google Shape;938;p6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39" name="Google Shape;939;p6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40" name="Google Shape;940;p6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70"/>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Double ended  Queue</a:t>
            </a:r>
            <a:endParaRPr sz="2800"/>
          </a:p>
        </p:txBody>
      </p:sp>
      <p:sp>
        <p:nvSpPr>
          <p:cNvPr id="946" name="Google Shape;946;p70"/>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Dequeue can be of 2 types-</a:t>
            </a:r>
            <a:endParaRPr/>
          </a:p>
          <a:p>
            <a:pPr indent="-256032" lvl="1" marL="708660" rtl="0" algn="l">
              <a:spcBef>
                <a:spcPts val="360"/>
              </a:spcBef>
              <a:spcAft>
                <a:spcPts val="0"/>
              </a:spcAft>
              <a:buSzPts val="1368"/>
              <a:buFont typeface="Century Gothic"/>
              <a:buNone/>
            </a:pPr>
            <a:r>
              <a:t/>
            </a:r>
            <a:endParaRPr sz="1800"/>
          </a:p>
          <a:p>
            <a:pPr indent="-342900" lvl="1" marL="708660" rtl="0" algn="l">
              <a:spcBef>
                <a:spcPts val="360"/>
              </a:spcBef>
              <a:spcAft>
                <a:spcPts val="0"/>
              </a:spcAft>
              <a:buSzPts val="1368"/>
              <a:buFont typeface="Century Gothic"/>
              <a:buAutoNum type="arabicPeriod"/>
            </a:pPr>
            <a:r>
              <a:rPr lang="en-IN" sz="1800"/>
              <a:t>Input Restricted-</a:t>
            </a:r>
            <a:endParaRPr/>
          </a:p>
          <a:p>
            <a:pPr indent="-274320" lvl="1" marL="640080" rtl="0" algn="l">
              <a:spcBef>
                <a:spcPts val="360"/>
              </a:spcBef>
              <a:spcAft>
                <a:spcPts val="0"/>
              </a:spcAft>
              <a:buSzPts val="1368"/>
              <a:buChar char="🞇"/>
            </a:pPr>
            <a:r>
              <a:rPr lang="en-IN" sz="1800"/>
              <a:t>Right Input Restricted</a:t>
            </a:r>
            <a:endParaRPr/>
          </a:p>
          <a:p>
            <a:pPr indent="-274320" lvl="1" marL="640080" rtl="0" algn="l">
              <a:spcBef>
                <a:spcPts val="360"/>
              </a:spcBef>
              <a:spcAft>
                <a:spcPts val="0"/>
              </a:spcAft>
              <a:buSzPts val="1368"/>
              <a:buChar char="🞇"/>
            </a:pPr>
            <a:r>
              <a:rPr lang="en-IN" sz="1800"/>
              <a:t>Left Input Restricted</a:t>
            </a:r>
            <a:endParaRPr/>
          </a:p>
          <a:p>
            <a:pPr indent="-256032" lvl="1" marL="708660" rtl="0" algn="l">
              <a:spcBef>
                <a:spcPts val="360"/>
              </a:spcBef>
              <a:spcAft>
                <a:spcPts val="0"/>
              </a:spcAft>
              <a:buSzPts val="1368"/>
              <a:buFont typeface="Century Gothic"/>
              <a:buNone/>
            </a:pPr>
            <a:r>
              <a:t/>
            </a:r>
            <a:endParaRPr sz="1800"/>
          </a:p>
          <a:p>
            <a:pPr indent="-342900" lvl="1" marL="708660" rtl="0" algn="l">
              <a:spcBef>
                <a:spcPts val="360"/>
              </a:spcBef>
              <a:spcAft>
                <a:spcPts val="0"/>
              </a:spcAft>
              <a:buSzPts val="1368"/>
              <a:buFont typeface="Century Gothic"/>
              <a:buAutoNum type="arabicParenR" startAt="2"/>
            </a:pPr>
            <a:r>
              <a:rPr lang="en-IN" sz="1800"/>
              <a:t>Output restricted</a:t>
            </a:r>
            <a:endParaRPr/>
          </a:p>
          <a:p>
            <a:pPr indent="-274320" lvl="1" marL="640080" rtl="0" algn="l">
              <a:spcBef>
                <a:spcPts val="360"/>
              </a:spcBef>
              <a:spcAft>
                <a:spcPts val="0"/>
              </a:spcAft>
              <a:buSzPts val="1368"/>
              <a:buChar char="🞇"/>
            </a:pPr>
            <a:r>
              <a:rPr lang="en-IN" sz="1800"/>
              <a:t>Right Output Restricted</a:t>
            </a:r>
            <a:endParaRPr/>
          </a:p>
          <a:p>
            <a:pPr indent="-274320" lvl="1" marL="640080" rtl="0" algn="l">
              <a:spcBef>
                <a:spcPts val="360"/>
              </a:spcBef>
              <a:spcAft>
                <a:spcPts val="0"/>
              </a:spcAft>
              <a:buSzPts val="1368"/>
              <a:buChar char="🞇"/>
            </a:pPr>
            <a:r>
              <a:rPr lang="en-IN" sz="1800"/>
              <a:t>Left Output Restricted</a:t>
            </a:r>
            <a:endParaRPr/>
          </a:p>
          <a:p>
            <a:pPr indent="-256032" lvl="1" marL="708660" rtl="0" algn="l">
              <a:spcBef>
                <a:spcPts val="360"/>
              </a:spcBef>
              <a:spcAft>
                <a:spcPts val="0"/>
              </a:spcAft>
              <a:buSzPts val="1368"/>
              <a:buFont typeface="Century Gothic"/>
              <a:buNone/>
            </a:pPr>
            <a:r>
              <a:t/>
            </a:r>
            <a:endParaRPr sz="1800"/>
          </a:p>
          <a:p>
            <a:pPr indent="0" lvl="0" marL="68580" rtl="0" algn="l">
              <a:spcBef>
                <a:spcPts val="400"/>
              </a:spcBef>
              <a:spcAft>
                <a:spcPts val="0"/>
              </a:spcAft>
              <a:buSzPts val="1520"/>
              <a:buNone/>
            </a:pPr>
            <a:r>
              <a:t/>
            </a:r>
            <a:endParaRPr sz="2000"/>
          </a:p>
        </p:txBody>
      </p:sp>
      <p:sp>
        <p:nvSpPr>
          <p:cNvPr id="947" name="Google Shape;947;p7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48" name="Google Shape;948;p7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49" name="Google Shape;949;p7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71"/>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Double ended  Queue</a:t>
            </a:r>
            <a:endParaRPr sz="2800"/>
          </a:p>
        </p:txBody>
      </p:sp>
      <p:sp>
        <p:nvSpPr>
          <p:cNvPr id="955" name="Google Shape;955;p71"/>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Two Pointer needed-</a:t>
            </a:r>
            <a:endParaRPr/>
          </a:p>
          <a:p>
            <a:pPr indent="-274320" lvl="1" marL="640080" rtl="0" algn="l">
              <a:spcBef>
                <a:spcPts val="400"/>
              </a:spcBef>
              <a:spcAft>
                <a:spcPts val="0"/>
              </a:spcAft>
              <a:buSzPts val="1520"/>
              <a:buChar char="🞇"/>
            </a:pPr>
            <a:r>
              <a:rPr lang="en-IN" sz="2000"/>
              <a:t>Left</a:t>
            </a:r>
            <a:endParaRPr/>
          </a:p>
          <a:p>
            <a:pPr indent="-274320" lvl="1" marL="640080" rtl="0" algn="l">
              <a:spcBef>
                <a:spcPts val="400"/>
              </a:spcBef>
              <a:spcAft>
                <a:spcPts val="0"/>
              </a:spcAft>
              <a:buSzPts val="1520"/>
              <a:buChar char="🞇"/>
            </a:pPr>
            <a:r>
              <a:rPr lang="en-IN" sz="2000"/>
              <a:t>Right</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Left –indicates the left position of the queue</a:t>
            </a:r>
            <a:endParaRPr/>
          </a:p>
          <a:p>
            <a:pPr indent="-274320" lvl="0" marL="342900" rtl="0" algn="l">
              <a:spcBef>
                <a:spcPts val="400"/>
              </a:spcBef>
              <a:spcAft>
                <a:spcPts val="0"/>
              </a:spcAft>
              <a:buSzPts val="1520"/>
              <a:buChar char="🞇"/>
            </a:pPr>
            <a:r>
              <a:rPr lang="en-IN" sz="2000"/>
              <a:t>Right –indicates the right position of the queue</a:t>
            </a:r>
            <a:endParaRPr/>
          </a:p>
          <a:p>
            <a:pPr indent="-177800" lvl="0" marL="342900" rtl="0" algn="l">
              <a:spcBef>
                <a:spcPts val="400"/>
              </a:spcBef>
              <a:spcAft>
                <a:spcPts val="0"/>
              </a:spcAft>
              <a:buSzPts val="1520"/>
              <a:buNone/>
            </a:pPr>
            <a:r>
              <a:t/>
            </a:r>
            <a:endParaRPr sz="2000"/>
          </a:p>
        </p:txBody>
      </p:sp>
      <p:sp>
        <p:nvSpPr>
          <p:cNvPr id="956" name="Google Shape;956;p7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57" name="Google Shape;957;p7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58" name="Google Shape;958;p7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72"/>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Dequeue </a:t>
            </a:r>
            <a:endParaRPr sz="2800"/>
          </a:p>
        </p:txBody>
      </p:sp>
      <p:sp>
        <p:nvSpPr>
          <p:cNvPr id="964" name="Google Shape;964;p72"/>
          <p:cNvSpPr txBox="1"/>
          <p:nvPr/>
        </p:nvSpPr>
        <p:spPr>
          <a:xfrm>
            <a:off x="1115616" y="1700808"/>
            <a:ext cx="7128792" cy="258532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We assume Circular array for addition and deletion operations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Lets take an Right Input restricted Dequeue</a:t>
            </a:r>
            <a:endParaRPr sz="1800">
              <a:solidFill>
                <a:schemeClr val="dk1"/>
              </a:solidFill>
              <a:latin typeface="Century Gothic"/>
              <a:ea typeface="Century Gothic"/>
              <a:cs typeface="Century Gothic"/>
              <a:sym typeface="Century Gothic"/>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We can add element only on the right side of the queue but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entury Gothic"/>
                <a:ea typeface="Century Gothic"/>
                <a:cs typeface="Century Gothic"/>
                <a:sym typeface="Century Gothic"/>
              </a:rPr>
              <a:t>We can delete from both sides</a:t>
            </a:r>
            <a:endParaRPr sz="1800">
              <a:solidFill>
                <a:schemeClr val="dk1"/>
              </a:solidFill>
              <a:latin typeface="Century Gothic"/>
              <a:ea typeface="Century Gothic"/>
              <a:cs typeface="Century Gothic"/>
              <a:sym typeface="Century Gothic"/>
            </a:endParaRPr>
          </a:p>
        </p:txBody>
      </p:sp>
      <p:sp>
        <p:nvSpPr>
          <p:cNvPr id="965" name="Google Shape;965;p7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66" name="Google Shape;966;p7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67" name="Google Shape;967;p7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73"/>
          <p:cNvSpPr txBox="1"/>
          <p:nvPr>
            <p:ph type="title"/>
          </p:nvPr>
        </p:nvSpPr>
        <p:spPr>
          <a:xfrm>
            <a:off x="827584" y="1340768"/>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sz="2800"/>
              <a:t>Double ended  Queue</a:t>
            </a:r>
            <a:endParaRPr sz="2800"/>
          </a:p>
        </p:txBody>
      </p:sp>
      <p:sp>
        <p:nvSpPr>
          <p:cNvPr id="973" name="Google Shape;973;p73"/>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Example of Queue</a:t>
            </a:r>
            <a:endParaRPr/>
          </a:p>
        </p:txBody>
      </p:sp>
      <p:pic>
        <p:nvPicPr>
          <p:cNvPr id="974" name="Google Shape;974;p73"/>
          <p:cNvPicPr preferRelativeResize="0"/>
          <p:nvPr/>
        </p:nvPicPr>
        <p:blipFill rotWithShape="1">
          <a:blip r:embed="rId3">
            <a:alphaModFix/>
          </a:blip>
          <a:srcRect b="14040" l="36666" r="36935" t="2526"/>
          <a:stretch/>
        </p:blipFill>
        <p:spPr>
          <a:xfrm rot="-5400000">
            <a:off x="3520157" y="1369045"/>
            <a:ext cx="1944215" cy="6352159"/>
          </a:xfrm>
          <a:prstGeom prst="rect">
            <a:avLst/>
          </a:prstGeom>
          <a:noFill/>
          <a:ln>
            <a:noFill/>
          </a:ln>
        </p:spPr>
      </p:pic>
      <p:sp>
        <p:nvSpPr>
          <p:cNvPr id="975" name="Google Shape;975;p7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76" name="Google Shape;976;p7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77" name="Google Shape;977;p7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74"/>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Dequeue </a:t>
            </a:r>
            <a:endParaRPr sz="2800"/>
          </a:p>
        </p:txBody>
      </p:sp>
      <p:sp>
        <p:nvSpPr>
          <p:cNvPr id="983" name="Google Shape;983;p74"/>
          <p:cNvSpPr/>
          <p:nvPr/>
        </p:nvSpPr>
        <p:spPr>
          <a:xfrm>
            <a:off x="5652120" y="1700808"/>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984" name="Google Shape;984;p74"/>
          <p:cNvPicPr preferRelativeResize="0"/>
          <p:nvPr/>
        </p:nvPicPr>
        <p:blipFill rotWithShape="1">
          <a:blip r:embed="rId3">
            <a:alphaModFix/>
          </a:blip>
          <a:srcRect b="5533" l="3721" r="80550" t="12111"/>
          <a:stretch/>
        </p:blipFill>
        <p:spPr>
          <a:xfrm rot="5400000">
            <a:off x="2219785" y="-627500"/>
            <a:ext cx="1656183" cy="4872642"/>
          </a:xfrm>
          <a:prstGeom prst="rect">
            <a:avLst/>
          </a:prstGeom>
          <a:noFill/>
          <a:ln>
            <a:noFill/>
          </a:ln>
        </p:spPr>
      </p:pic>
      <p:pic>
        <p:nvPicPr>
          <p:cNvPr id="985" name="Google Shape;985;p74"/>
          <p:cNvPicPr preferRelativeResize="0"/>
          <p:nvPr/>
        </p:nvPicPr>
        <p:blipFill rotWithShape="1">
          <a:blip r:embed="rId4">
            <a:alphaModFix/>
          </a:blip>
          <a:srcRect b="5927" l="19579" r="64239" t="12364"/>
          <a:stretch/>
        </p:blipFill>
        <p:spPr>
          <a:xfrm rot="5400000">
            <a:off x="2189888" y="1286817"/>
            <a:ext cx="1715982" cy="4872639"/>
          </a:xfrm>
          <a:prstGeom prst="rect">
            <a:avLst/>
          </a:prstGeom>
          <a:noFill/>
          <a:ln>
            <a:noFill/>
          </a:ln>
        </p:spPr>
      </p:pic>
      <p:pic>
        <p:nvPicPr>
          <p:cNvPr id="986" name="Google Shape;986;p74"/>
          <p:cNvPicPr preferRelativeResize="0"/>
          <p:nvPr/>
        </p:nvPicPr>
        <p:blipFill rotWithShape="1">
          <a:blip r:embed="rId5">
            <a:alphaModFix/>
          </a:blip>
          <a:srcRect b="5382" l="36979" r="47438" t="10341"/>
          <a:stretch/>
        </p:blipFill>
        <p:spPr>
          <a:xfrm rot="5400000">
            <a:off x="2223292" y="3192429"/>
            <a:ext cx="1649174" cy="4872640"/>
          </a:xfrm>
          <a:prstGeom prst="rect">
            <a:avLst/>
          </a:prstGeom>
          <a:noFill/>
          <a:ln>
            <a:noFill/>
          </a:ln>
        </p:spPr>
      </p:pic>
      <p:sp>
        <p:nvSpPr>
          <p:cNvPr id="987" name="Google Shape;987;p74"/>
          <p:cNvSpPr txBox="1"/>
          <p:nvPr/>
        </p:nvSpPr>
        <p:spPr>
          <a:xfrm>
            <a:off x="6228184" y="1268760"/>
            <a:ext cx="21602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Right=Right+1</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 element at Right</a:t>
            </a:r>
            <a:endParaRPr sz="1800">
              <a:solidFill>
                <a:schemeClr val="dk1"/>
              </a:solidFill>
              <a:latin typeface="Century Gothic"/>
              <a:ea typeface="Century Gothic"/>
              <a:cs typeface="Century Gothic"/>
              <a:sym typeface="Century Gothic"/>
            </a:endParaRPr>
          </a:p>
        </p:txBody>
      </p:sp>
      <p:sp>
        <p:nvSpPr>
          <p:cNvPr id="988" name="Google Shape;988;p74"/>
          <p:cNvSpPr txBox="1"/>
          <p:nvPr/>
        </p:nvSpPr>
        <p:spPr>
          <a:xfrm>
            <a:off x="6300192" y="3140968"/>
            <a:ext cx="21602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Delete element from Left</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Left=Left+1</a:t>
            </a:r>
            <a:endParaRPr sz="1800">
              <a:solidFill>
                <a:schemeClr val="dk1"/>
              </a:solidFill>
              <a:latin typeface="Century Gothic"/>
              <a:ea typeface="Century Gothic"/>
              <a:cs typeface="Century Gothic"/>
              <a:sym typeface="Century Gothic"/>
            </a:endParaRPr>
          </a:p>
        </p:txBody>
      </p:sp>
      <p:sp>
        <p:nvSpPr>
          <p:cNvPr id="989" name="Google Shape;989;p74"/>
          <p:cNvSpPr txBox="1"/>
          <p:nvPr/>
        </p:nvSpPr>
        <p:spPr>
          <a:xfrm>
            <a:off x="6213082" y="4804162"/>
            <a:ext cx="21602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Right=Right+1</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 element at Right</a:t>
            </a:r>
            <a:endParaRPr sz="1800">
              <a:solidFill>
                <a:schemeClr val="dk1"/>
              </a:solidFill>
              <a:latin typeface="Century Gothic"/>
              <a:ea typeface="Century Gothic"/>
              <a:cs typeface="Century Gothic"/>
              <a:sym typeface="Century Gothic"/>
            </a:endParaRPr>
          </a:p>
        </p:txBody>
      </p:sp>
      <p:sp>
        <p:nvSpPr>
          <p:cNvPr id="990" name="Google Shape;990;p7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991" name="Google Shape;991;p7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92" name="Google Shape;992;p7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75"/>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Dequeue </a:t>
            </a:r>
            <a:endParaRPr sz="2800"/>
          </a:p>
        </p:txBody>
      </p:sp>
      <p:sp>
        <p:nvSpPr>
          <p:cNvPr id="998" name="Google Shape;998;p75"/>
          <p:cNvSpPr/>
          <p:nvPr/>
        </p:nvSpPr>
        <p:spPr>
          <a:xfrm>
            <a:off x="5508104" y="1484121"/>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999" name="Google Shape;999;p75"/>
          <p:cNvPicPr preferRelativeResize="0"/>
          <p:nvPr/>
        </p:nvPicPr>
        <p:blipFill rotWithShape="1">
          <a:blip r:embed="rId3">
            <a:alphaModFix/>
          </a:blip>
          <a:srcRect b="5533" l="52561" r="30960" t="5561"/>
          <a:stretch/>
        </p:blipFill>
        <p:spPr>
          <a:xfrm rot="5400000">
            <a:off x="2250992" y="-774121"/>
            <a:ext cx="1506956" cy="4872639"/>
          </a:xfrm>
          <a:prstGeom prst="rect">
            <a:avLst/>
          </a:prstGeom>
          <a:noFill/>
          <a:ln>
            <a:noFill/>
          </a:ln>
        </p:spPr>
      </p:pic>
      <p:pic>
        <p:nvPicPr>
          <p:cNvPr id="1000" name="Google Shape;1000;p75"/>
          <p:cNvPicPr preferRelativeResize="0"/>
          <p:nvPr/>
        </p:nvPicPr>
        <p:blipFill rotWithShape="1">
          <a:blip r:embed="rId4">
            <a:alphaModFix/>
          </a:blip>
          <a:srcRect b="6601" l="55317" r="27582" t="9081"/>
          <a:stretch/>
        </p:blipFill>
        <p:spPr>
          <a:xfrm rot="5400000">
            <a:off x="2136449" y="1132772"/>
            <a:ext cx="1728194" cy="4880489"/>
          </a:xfrm>
          <a:prstGeom prst="rect">
            <a:avLst/>
          </a:prstGeom>
          <a:noFill/>
          <a:ln>
            <a:noFill/>
          </a:ln>
        </p:spPr>
      </p:pic>
      <p:pic>
        <p:nvPicPr>
          <p:cNvPr id="1001" name="Google Shape;1001;p75"/>
          <p:cNvPicPr preferRelativeResize="0"/>
          <p:nvPr/>
        </p:nvPicPr>
        <p:blipFill rotWithShape="1">
          <a:blip r:embed="rId5">
            <a:alphaModFix/>
          </a:blip>
          <a:srcRect b="8383" l="73472" r="10777" t="7576"/>
          <a:stretch/>
        </p:blipFill>
        <p:spPr>
          <a:xfrm rot="5400000">
            <a:off x="2136300" y="3148846"/>
            <a:ext cx="1728192" cy="4880788"/>
          </a:xfrm>
          <a:prstGeom prst="rect">
            <a:avLst/>
          </a:prstGeom>
          <a:noFill/>
          <a:ln>
            <a:noFill/>
          </a:ln>
        </p:spPr>
      </p:pic>
      <p:sp>
        <p:nvSpPr>
          <p:cNvPr id="1002" name="Google Shape;1002;p75"/>
          <p:cNvSpPr txBox="1"/>
          <p:nvPr/>
        </p:nvSpPr>
        <p:spPr>
          <a:xfrm>
            <a:off x="6228184" y="1268760"/>
            <a:ext cx="21602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Right=Right+1</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 element at Right</a:t>
            </a:r>
            <a:endParaRPr sz="1800">
              <a:solidFill>
                <a:schemeClr val="dk1"/>
              </a:solidFill>
              <a:latin typeface="Century Gothic"/>
              <a:ea typeface="Century Gothic"/>
              <a:cs typeface="Century Gothic"/>
              <a:sym typeface="Century Gothic"/>
            </a:endParaRPr>
          </a:p>
        </p:txBody>
      </p:sp>
      <p:sp>
        <p:nvSpPr>
          <p:cNvPr id="1003" name="Google Shape;1003;p75"/>
          <p:cNvSpPr txBox="1"/>
          <p:nvPr/>
        </p:nvSpPr>
        <p:spPr>
          <a:xfrm>
            <a:off x="6300192" y="3140968"/>
            <a:ext cx="21602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Delete element from Right</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Right=Right-1</a:t>
            </a:r>
            <a:endParaRPr sz="1800">
              <a:solidFill>
                <a:schemeClr val="dk1"/>
              </a:solidFill>
              <a:latin typeface="Century Gothic"/>
              <a:ea typeface="Century Gothic"/>
              <a:cs typeface="Century Gothic"/>
              <a:sym typeface="Century Gothic"/>
            </a:endParaRPr>
          </a:p>
        </p:txBody>
      </p:sp>
      <p:sp>
        <p:nvSpPr>
          <p:cNvPr id="1004" name="Google Shape;1004;p75"/>
          <p:cNvSpPr txBox="1"/>
          <p:nvPr/>
        </p:nvSpPr>
        <p:spPr>
          <a:xfrm>
            <a:off x="6260295" y="4742070"/>
            <a:ext cx="21602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Right=Right+1</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 element at Right</a:t>
            </a:r>
            <a:endParaRPr sz="1800">
              <a:solidFill>
                <a:schemeClr val="dk1"/>
              </a:solidFill>
              <a:latin typeface="Century Gothic"/>
              <a:ea typeface="Century Gothic"/>
              <a:cs typeface="Century Gothic"/>
              <a:sym typeface="Century Gothic"/>
            </a:endParaRPr>
          </a:p>
        </p:txBody>
      </p:sp>
      <p:sp>
        <p:nvSpPr>
          <p:cNvPr id="1005" name="Google Shape;1005;p7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06" name="Google Shape;1006;p7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07" name="Google Shape;1007;p7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6"/>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Working of Dequeue </a:t>
            </a:r>
            <a:endParaRPr sz="2800"/>
          </a:p>
        </p:txBody>
      </p:sp>
      <p:sp>
        <p:nvSpPr>
          <p:cNvPr id="1013" name="Google Shape;1013;p76"/>
          <p:cNvSpPr/>
          <p:nvPr/>
        </p:nvSpPr>
        <p:spPr>
          <a:xfrm>
            <a:off x="5900789" y="1655053"/>
            <a:ext cx="288032" cy="3672408"/>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id="1014" name="Google Shape;1014;p76"/>
          <p:cNvPicPr preferRelativeResize="0"/>
          <p:nvPr/>
        </p:nvPicPr>
        <p:blipFill rotWithShape="1">
          <a:blip r:embed="rId3">
            <a:alphaModFix/>
          </a:blip>
          <a:srcRect b="78587" l="0" r="0" t="7675"/>
          <a:stretch/>
        </p:blipFill>
        <p:spPr>
          <a:xfrm>
            <a:off x="572197" y="908721"/>
            <a:ext cx="5143500" cy="1512168"/>
          </a:xfrm>
          <a:prstGeom prst="rect">
            <a:avLst/>
          </a:prstGeom>
          <a:noFill/>
          <a:ln>
            <a:noFill/>
          </a:ln>
        </p:spPr>
      </p:pic>
      <p:pic>
        <p:nvPicPr>
          <p:cNvPr id="1015" name="Google Shape;1015;p76"/>
          <p:cNvPicPr preferRelativeResize="0"/>
          <p:nvPr/>
        </p:nvPicPr>
        <p:blipFill rotWithShape="1">
          <a:blip r:embed="rId4">
            <a:alphaModFix/>
          </a:blip>
          <a:srcRect b="43839" l="0" r="0" t="39377"/>
          <a:stretch/>
        </p:blipFill>
        <p:spPr>
          <a:xfrm>
            <a:off x="539552" y="4579477"/>
            <a:ext cx="5143500" cy="1657835"/>
          </a:xfrm>
          <a:prstGeom prst="rect">
            <a:avLst/>
          </a:prstGeom>
          <a:noFill/>
          <a:ln>
            <a:noFill/>
          </a:ln>
        </p:spPr>
      </p:pic>
      <p:pic>
        <p:nvPicPr>
          <p:cNvPr id="1016" name="Google Shape;1016;p76"/>
          <p:cNvPicPr preferRelativeResize="0"/>
          <p:nvPr/>
        </p:nvPicPr>
        <p:blipFill rotWithShape="1">
          <a:blip r:embed="rId5">
            <a:alphaModFix/>
          </a:blip>
          <a:srcRect b="62223" l="0" r="0" t="20806"/>
          <a:stretch/>
        </p:blipFill>
        <p:spPr>
          <a:xfrm>
            <a:off x="572197" y="2708920"/>
            <a:ext cx="5143500" cy="1584176"/>
          </a:xfrm>
          <a:prstGeom prst="rect">
            <a:avLst/>
          </a:prstGeom>
          <a:noFill/>
          <a:ln>
            <a:noFill/>
          </a:ln>
        </p:spPr>
      </p:pic>
      <p:sp>
        <p:nvSpPr>
          <p:cNvPr id="1017" name="Google Shape;1017;p76"/>
          <p:cNvSpPr txBox="1"/>
          <p:nvPr/>
        </p:nvSpPr>
        <p:spPr>
          <a:xfrm>
            <a:off x="6260295" y="993502"/>
            <a:ext cx="216024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Right=MAX-1</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So Right=0</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 element at Right</a:t>
            </a:r>
            <a:endParaRPr sz="1800">
              <a:solidFill>
                <a:schemeClr val="dk1"/>
              </a:solidFill>
              <a:latin typeface="Century Gothic"/>
              <a:ea typeface="Century Gothic"/>
              <a:cs typeface="Century Gothic"/>
              <a:sym typeface="Century Gothic"/>
            </a:endParaRPr>
          </a:p>
        </p:txBody>
      </p:sp>
      <p:sp>
        <p:nvSpPr>
          <p:cNvPr id="1018" name="Google Shape;1018;p76"/>
          <p:cNvSpPr txBox="1"/>
          <p:nvPr/>
        </p:nvSpPr>
        <p:spPr>
          <a:xfrm>
            <a:off x="6260295" y="2780928"/>
            <a:ext cx="21602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Right=Right+1</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 element at Right</a:t>
            </a:r>
            <a:endParaRPr sz="1800">
              <a:solidFill>
                <a:schemeClr val="dk1"/>
              </a:solidFill>
              <a:latin typeface="Century Gothic"/>
              <a:ea typeface="Century Gothic"/>
              <a:cs typeface="Century Gothic"/>
              <a:sym typeface="Century Gothic"/>
            </a:endParaRPr>
          </a:p>
        </p:txBody>
      </p:sp>
      <p:sp>
        <p:nvSpPr>
          <p:cNvPr id="1019" name="Google Shape;1019;p76"/>
          <p:cNvSpPr txBox="1"/>
          <p:nvPr/>
        </p:nvSpPr>
        <p:spPr>
          <a:xfrm>
            <a:off x="6260295" y="4581128"/>
            <a:ext cx="21602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Right=Right+1</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Add element at Right</a:t>
            </a:r>
            <a:endParaRPr sz="1800">
              <a:solidFill>
                <a:schemeClr val="dk1"/>
              </a:solidFill>
              <a:latin typeface="Century Gothic"/>
              <a:ea typeface="Century Gothic"/>
              <a:cs typeface="Century Gothic"/>
              <a:sym typeface="Century Gothic"/>
            </a:endParaRPr>
          </a:p>
        </p:txBody>
      </p:sp>
      <p:sp>
        <p:nvSpPr>
          <p:cNvPr id="1020" name="Google Shape;1020;p7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21" name="Google Shape;1021;p7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22" name="Google Shape;1022;p7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77"/>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a:t>
            </a:r>
            <a:endParaRPr sz="2800"/>
          </a:p>
        </p:txBody>
      </p:sp>
      <p:sp>
        <p:nvSpPr>
          <p:cNvPr id="1029" name="Google Shape;1029;p77"/>
          <p:cNvSpPr txBox="1"/>
          <p:nvPr>
            <p:ph idx="1" type="body"/>
          </p:nvPr>
        </p:nvSpPr>
        <p:spPr>
          <a:xfrm>
            <a:off x="1043608" y="3284984"/>
            <a:ext cx="6840760" cy="2593464"/>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To check if Queue is Full-</a:t>
            </a:r>
            <a:r>
              <a:rPr lang="en-IN" sz="1600"/>
              <a:t>	</a:t>
            </a:r>
            <a:endParaRPr sz="1600"/>
          </a:p>
          <a:p>
            <a:pPr indent="0" lvl="0" marL="68580" rtl="0" algn="l">
              <a:spcBef>
                <a:spcPts val="360"/>
              </a:spcBef>
              <a:spcAft>
                <a:spcPts val="0"/>
              </a:spcAft>
              <a:buSzPts val="1368"/>
              <a:buNone/>
            </a:pPr>
            <a:r>
              <a:rPr lang="en-IN" sz="1800"/>
              <a:t>if((left == 0 &amp;&amp; right == MAX-1) || (left == right+1))</a:t>
            </a:r>
            <a:endParaRPr sz="1800"/>
          </a:p>
          <a:p>
            <a:pPr indent="0" lvl="0" marL="68580" rtl="0" algn="l">
              <a:spcBef>
                <a:spcPts val="360"/>
              </a:spcBef>
              <a:spcAft>
                <a:spcPts val="0"/>
              </a:spcAft>
              <a:buSzPts val="1368"/>
              <a:buNone/>
            </a:pPr>
            <a:r>
              <a:rPr lang="en-IN" sz="1800"/>
              <a:t>	{</a:t>
            </a:r>
            <a:endParaRPr sz="1800"/>
          </a:p>
          <a:p>
            <a:pPr indent="0" lvl="0" marL="68580" rtl="0" algn="l">
              <a:spcBef>
                <a:spcPts val="360"/>
              </a:spcBef>
              <a:spcAft>
                <a:spcPts val="0"/>
              </a:spcAft>
              <a:buSzPts val="1368"/>
              <a:buNone/>
            </a:pPr>
            <a:r>
              <a:rPr lang="en-IN" sz="1800"/>
              <a:t>		printf("Queue Overflow\n");</a:t>
            </a:r>
            <a:endParaRPr sz="1800"/>
          </a:p>
          <a:p>
            <a:pPr indent="0" lvl="0" marL="68580" rtl="0" algn="l">
              <a:spcBef>
                <a:spcPts val="360"/>
              </a:spcBef>
              <a:spcAft>
                <a:spcPts val="0"/>
              </a:spcAft>
              <a:buSzPts val="1368"/>
              <a:buNone/>
            </a:pPr>
            <a:r>
              <a:rPr lang="en-IN" sz="1800"/>
              <a:t>		return;</a:t>
            </a:r>
            <a:endParaRPr sz="1800"/>
          </a:p>
          <a:p>
            <a:pPr indent="0" lvl="0" marL="68580" rtl="0" algn="l">
              <a:spcBef>
                <a:spcPts val="360"/>
              </a:spcBef>
              <a:spcAft>
                <a:spcPts val="0"/>
              </a:spcAft>
              <a:buSzPts val="1368"/>
              <a:buNone/>
            </a:pPr>
            <a:r>
              <a:rPr lang="en-IN" sz="1800"/>
              <a:t>	}</a:t>
            </a:r>
            <a:endParaRPr/>
          </a:p>
          <a:p>
            <a:pPr indent="0" lvl="0" marL="68580" rtl="0" algn="l">
              <a:spcBef>
                <a:spcPts val="320"/>
              </a:spcBef>
              <a:spcAft>
                <a:spcPts val="0"/>
              </a:spcAft>
              <a:buSzPts val="1216"/>
              <a:buNone/>
            </a:pPr>
            <a:r>
              <a:t/>
            </a:r>
            <a:endParaRPr sz="1600"/>
          </a:p>
        </p:txBody>
      </p:sp>
      <p:pic>
        <p:nvPicPr>
          <p:cNvPr id="1030" name="Google Shape;1030;p77"/>
          <p:cNvPicPr preferRelativeResize="0"/>
          <p:nvPr/>
        </p:nvPicPr>
        <p:blipFill rotWithShape="1">
          <a:blip r:embed="rId3">
            <a:alphaModFix/>
          </a:blip>
          <a:srcRect b="43839" l="0" r="0" t="39377"/>
          <a:stretch/>
        </p:blipFill>
        <p:spPr>
          <a:xfrm>
            <a:off x="1115616" y="1196752"/>
            <a:ext cx="6480720" cy="1657835"/>
          </a:xfrm>
          <a:prstGeom prst="rect">
            <a:avLst/>
          </a:prstGeom>
          <a:noFill/>
          <a:ln>
            <a:noFill/>
          </a:ln>
        </p:spPr>
      </p:pic>
      <p:sp>
        <p:nvSpPr>
          <p:cNvPr id="1031" name="Google Shape;1031;p7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32" name="Google Shape;1032;p7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33" name="Google Shape;1033;p7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78"/>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Operation</a:t>
            </a:r>
            <a:endParaRPr sz="2800"/>
          </a:p>
        </p:txBody>
      </p:sp>
      <p:sp>
        <p:nvSpPr>
          <p:cNvPr id="1040" name="Google Shape;1040;p78"/>
          <p:cNvSpPr txBox="1"/>
          <p:nvPr>
            <p:ph idx="1" type="body"/>
          </p:nvPr>
        </p:nvSpPr>
        <p:spPr>
          <a:xfrm>
            <a:off x="1043608" y="1268760"/>
            <a:ext cx="6840760" cy="460968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If initially Queue is empty, then both the pointers are incremented</a:t>
            </a:r>
            <a:endParaRPr/>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rPr lang="en-IN" sz="2000"/>
              <a:t>	if (left == -1)  /* if queue is initially empty */</a:t>
            </a:r>
            <a:endParaRPr sz="2000"/>
          </a:p>
          <a:p>
            <a:pPr indent="0" lvl="0" marL="68580" rtl="0" algn="l">
              <a:spcBef>
                <a:spcPts val="400"/>
              </a:spcBef>
              <a:spcAft>
                <a:spcPts val="0"/>
              </a:spcAft>
              <a:buSzPts val="1520"/>
              <a:buNone/>
            </a:pPr>
            <a:r>
              <a:rPr lang="en-IN" sz="2000"/>
              <a:t>	{</a:t>
            </a:r>
            <a:endParaRPr sz="2000"/>
          </a:p>
          <a:p>
            <a:pPr indent="0" lvl="0" marL="68580" rtl="0" algn="l">
              <a:spcBef>
                <a:spcPts val="400"/>
              </a:spcBef>
              <a:spcAft>
                <a:spcPts val="0"/>
              </a:spcAft>
              <a:buSzPts val="1520"/>
              <a:buNone/>
            </a:pPr>
            <a:r>
              <a:rPr lang="en-IN" sz="2000"/>
              <a:t>		left = 0;</a:t>
            </a:r>
            <a:endParaRPr sz="2000"/>
          </a:p>
          <a:p>
            <a:pPr indent="0" lvl="0" marL="68580" rtl="0" algn="l">
              <a:spcBef>
                <a:spcPts val="400"/>
              </a:spcBef>
              <a:spcAft>
                <a:spcPts val="0"/>
              </a:spcAft>
              <a:buSzPts val="1520"/>
              <a:buNone/>
            </a:pPr>
            <a:r>
              <a:rPr lang="en-IN" sz="2000"/>
              <a:t>		right = 0;</a:t>
            </a:r>
            <a:endParaRPr sz="2000"/>
          </a:p>
          <a:p>
            <a:pPr indent="0" lvl="0" marL="68580" rtl="0" algn="l">
              <a:spcBef>
                <a:spcPts val="400"/>
              </a:spcBef>
              <a:spcAft>
                <a:spcPts val="0"/>
              </a:spcAft>
              <a:buSzPts val="1520"/>
              <a:buNone/>
            </a:pPr>
            <a:r>
              <a:rPr lang="en-IN" sz="2000"/>
              <a:t>	}</a:t>
            </a:r>
            <a:endParaRPr sz="2000"/>
          </a:p>
          <a:p>
            <a:pPr indent="0" lvl="0" marL="68580" rtl="0" algn="l">
              <a:spcBef>
                <a:spcPts val="400"/>
              </a:spcBef>
              <a:spcAft>
                <a:spcPts val="0"/>
              </a:spcAft>
              <a:buSzPts val="1520"/>
              <a:buNone/>
            </a:pPr>
            <a:r>
              <a:rPr lang="en-IN" sz="2000"/>
              <a:t>	</a:t>
            </a:r>
            <a:endParaRPr sz="1600"/>
          </a:p>
        </p:txBody>
      </p:sp>
      <p:sp>
        <p:nvSpPr>
          <p:cNvPr id="1041" name="Google Shape;1041;p7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42" name="Google Shape;1042;p7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43" name="Google Shape;1043;p7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79"/>
          <p:cNvSpPr txBox="1"/>
          <p:nvPr>
            <p:ph idx="1" type="body"/>
          </p:nvPr>
        </p:nvSpPr>
        <p:spPr>
          <a:xfrm>
            <a:off x="971600" y="3284984"/>
            <a:ext cx="6777317" cy="2907685"/>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sz="2000"/>
          </a:p>
          <a:p>
            <a:pPr indent="-274320" lvl="0" marL="342900" rtl="0" algn="l">
              <a:spcBef>
                <a:spcPts val="400"/>
              </a:spcBef>
              <a:spcAft>
                <a:spcPts val="0"/>
              </a:spcAft>
              <a:buSzPts val="1520"/>
              <a:buChar char="🞇"/>
            </a:pPr>
            <a:r>
              <a:rPr lang="en-IN" sz="2000"/>
              <a:t>If right == MAX-1 , then we set the values of right =0</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add the element at the 0th position of the array </a:t>
            </a:r>
            <a:endParaRPr/>
          </a:p>
          <a:p>
            <a:pPr indent="-177800" lvl="0" marL="342900" rtl="0" algn="l">
              <a:spcBef>
                <a:spcPts val="400"/>
              </a:spcBef>
              <a:spcAft>
                <a:spcPts val="0"/>
              </a:spcAft>
              <a:buSzPts val="1520"/>
              <a:buNone/>
            </a:pPr>
            <a:r>
              <a:t/>
            </a:r>
            <a:endParaRPr sz="2000"/>
          </a:p>
        </p:txBody>
      </p:sp>
      <p:sp>
        <p:nvSpPr>
          <p:cNvPr id="1049" name="Google Shape;1049;p79"/>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Insert Right Operation/Circular Effect-</a:t>
            </a:r>
            <a:endParaRPr b="1" sz="2800">
              <a:solidFill>
                <a:schemeClr val="accent1"/>
              </a:solidFill>
              <a:latin typeface="Century Gothic"/>
              <a:ea typeface="Century Gothic"/>
              <a:cs typeface="Century Gothic"/>
              <a:sym typeface="Century Gothic"/>
            </a:endParaRPr>
          </a:p>
        </p:txBody>
      </p:sp>
      <p:pic>
        <p:nvPicPr>
          <p:cNvPr id="1050" name="Google Shape;1050;p79"/>
          <p:cNvPicPr preferRelativeResize="0"/>
          <p:nvPr/>
        </p:nvPicPr>
        <p:blipFill rotWithShape="1">
          <a:blip r:embed="rId3">
            <a:alphaModFix/>
          </a:blip>
          <a:srcRect b="78587" l="0" r="0" t="7675"/>
          <a:stretch/>
        </p:blipFill>
        <p:spPr>
          <a:xfrm>
            <a:off x="1043608" y="1340768"/>
            <a:ext cx="6552728" cy="1800200"/>
          </a:xfrm>
          <a:prstGeom prst="rect">
            <a:avLst/>
          </a:prstGeom>
          <a:noFill/>
          <a:ln>
            <a:noFill/>
          </a:ln>
        </p:spPr>
      </p:pic>
      <p:sp>
        <p:nvSpPr>
          <p:cNvPr id="1051" name="Google Shape;1051;p7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52" name="Google Shape;1052;p7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53" name="Google Shape;1053;p7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80"/>
          <p:cNvSpPr txBox="1"/>
          <p:nvPr>
            <p:ph idx="1" type="body"/>
          </p:nvPr>
        </p:nvSpPr>
        <p:spPr>
          <a:xfrm>
            <a:off x="971600" y="3789040"/>
            <a:ext cx="6777317" cy="2403629"/>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sz="20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otherwise element will be added </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same as in simple queue, right=right+1</a:t>
            </a:r>
            <a:endParaRPr sz="1800"/>
          </a:p>
        </p:txBody>
      </p:sp>
      <p:sp>
        <p:nvSpPr>
          <p:cNvPr id="1059" name="Google Shape;1059;p80"/>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Insert Right Operation/Circular Effect-</a:t>
            </a:r>
            <a:endParaRPr b="1" sz="2800">
              <a:solidFill>
                <a:schemeClr val="accent1"/>
              </a:solidFill>
              <a:latin typeface="Century Gothic"/>
              <a:ea typeface="Century Gothic"/>
              <a:cs typeface="Century Gothic"/>
              <a:sym typeface="Century Gothic"/>
            </a:endParaRPr>
          </a:p>
        </p:txBody>
      </p:sp>
      <p:pic>
        <p:nvPicPr>
          <p:cNvPr id="1060" name="Google Shape;1060;p80"/>
          <p:cNvPicPr preferRelativeResize="0"/>
          <p:nvPr/>
        </p:nvPicPr>
        <p:blipFill rotWithShape="1">
          <a:blip r:embed="rId3">
            <a:alphaModFix/>
          </a:blip>
          <a:srcRect b="8383" l="73472" r="10777" t="7576"/>
          <a:stretch/>
        </p:blipFill>
        <p:spPr>
          <a:xfrm rot="5400000">
            <a:off x="3671900" y="-711460"/>
            <a:ext cx="1728192" cy="6840760"/>
          </a:xfrm>
          <a:prstGeom prst="rect">
            <a:avLst/>
          </a:prstGeom>
          <a:noFill/>
          <a:ln>
            <a:noFill/>
          </a:ln>
        </p:spPr>
      </p:pic>
      <p:sp>
        <p:nvSpPr>
          <p:cNvPr id="1061" name="Google Shape;1061;p8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62" name="Google Shape;1062;p8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63" name="Google Shape;1063;p8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81"/>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Right Operation</a:t>
            </a:r>
            <a:endParaRPr sz="2800"/>
          </a:p>
        </p:txBody>
      </p:sp>
      <p:sp>
        <p:nvSpPr>
          <p:cNvPr id="1070" name="Google Shape;1070;p81"/>
          <p:cNvSpPr txBox="1"/>
          <p:nvPr>
            <p:ph idx="1" type="body"/>
          </p:nvPr>
        </p:nvSpPr>
        <p:spPr>
          <a:xfrm>
            <a:off x="395536" y="1196752"/>
            <a:ext cx="3850712" cy="460968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064"/>
              <a:buNone/>
            </a:pPr>
            <a:r>
              <a:rPr lang="en-IN" sz="1400"/>
              <a:t>insert_right()</a:t>
            </a:r>
            <a:endParaRPr sz="1400"/>
          </a:p>
          <a:p>
            <a:pPr indent="0" lvl="0" marL="68580" rtl="0" algn="l">
              <a:spcBef>
                <a:spcPts val="280"/>
              </a:spcBef>
              <a:spcAft>
                <a:spcPts val="0"/>
              </a:spcAft>
              <a:buSzPts val="1064"/>
              <a:buNone/>
            </a:pPr>
            <a:r>
              <a:rPr lang="en-IN" sz="1400"/>
              <a:t>{</a:t>
            </a:r>
            <a:endParaRPr sz="1400"/>
          </a:p>
          <a:p>
            <a:pPr indent="0" lvl="0" marL="68580" rtl="0" algn="l">
              <a:spcBef>
                <a:spcPts val="280"/>
              </a:spcBef>
              <a:spcAft>
                <a:spcPts val="0"/>
              </a:spcAft>
              <a:buSzPts val="1064"/>
              <a:buNone/>
            </a:pPr>
            <a:r>
              <a:rPr lang="en-IN" sz="1400"/>
              <a:t>	int added_item;</a:t>
            </a:r>
            <a:endParaRPr sz="1400"/>
          </a:p>
          <a:p>
            <a:pPr indent="0" lvl="0" marL="68580" rtl="0" algn="l">
              <a:spcBef>
                <a:spcPts val="280"/>
              </a:spcBef>
              <a:spcAft>
                <a:spcPts val="0"/>
              </a:spcAft>
              <a:buSzPts val="1064"/>
              <a:buNone/>
            </a:pPr>
            <a:r>
              <a:rPr lang="en-IN" sz="1400"/>
              <a:t>	if((left == 0 &amp;&amp; right == MAX-1) || (left == right+1))</a:t>
            </a:r>
            <a:endParaRPr sz="1400"/>
          </a:p>
          <a:p>
            <a:pPr indent="0" lvl="0" marL="68580" rtl="0" algn="l">
              <a:spcBef>
                <a:spcPts val="280"/>
              </a:spcBef>
              <a:spcAft>
                <a:spcPts val="0"/>
              </a:spcAft>
              <a:buSzPts val="1064"/>
              <a:buNone/>
            </a:pPr>
            <a:r>
              <a:rPr lang="en-IN" sz="1400"/>
              <a:t>	{</a:t>
            </a:r>
            <a:endParaRPr sz="1400"/>
          </a:p>
          <a:p>
            <a:pPr indent="0" lvl="0" marL="68580" rtl="0" algn="l">
              <a:spcBef>
                <a:spcPts val="280"/>
              </a:spcBef>
              <a:spcAft>
                <a:spcPts val="0"/>
              </a:spcAft>
              <a:buSzPts val="1064"/>
              <a:buNone/>
            </a:pPr>
            <a:r>
              <a:rPr lang="en-IN" sz="1400"/>
              <a:t>		printf("Queue Overflow\n");</a:t>
            </a:r>
            <a:endParaRPr sz="1400"/>
          </a:p>
          <a:p>
            <a:pPr indent="0" lvl="0" marL="68580" rtl="0" algn="l">
              <a:spcBef>
                <a:spcPts val="280"/>
              </a:spcBef>
              <a:spcAft>
                <a:spcPts val="0"/>
              </a:spcAft>
              <a:buSzPts val="1064"/>
              <a:buNone/>
            </a:pPr>
            <a:r>
              <a:rPr lang="en-IN" sz="1400"/>
              <a:t>		return;</a:t>
            </a:r>
            <a:endParaRPr sz="1400"/>
          </a:p>
          <a:p>
            <a:pPr indent="0" lvl="0" marL="68580" rtl="0" algn="l">
              <a:spcBef>
                <a:spcPts val="280"/>
              </a:spcBef>
              <a:spcAft>
                <a:spcPts val="0"/>
              </a:spcAft>
              <a:buSzPts val="1064"/>
              <a:buNone/>
            </a:pPr>
            <a:r>
              <a:rPr lang="en-IN" sz="1400"/>
              <a:t>	}</a:t>
            </a:r>
            <a:endParaRPr sz="1400"/>
          </a:p>
          <a:p>
            <a:pPr indent="0" lvl="0" marL="68580" rtl="0" algn="l">
              <a:spcBef>
                <a:spcPts val="280"/>
              </a:spcBef>
              <a:spcAft>
                <a:spcPts val="0"/>
              </a:spcAft>
              <a:buSzPts val="1064"/>
              <a:buNone/>
            </a:pPr>
            <a:r>
              <a:rPr lang="en-IN" sz="1400"/>
              <a:t>	if (left == -1)  /* if queue is initially empty */</a:t>
            </a:r>
            <a:endParaRPr sz="1400"/>
          </a:p>
          <a:p>
            <a:pPr indent="0" lvl="0" marL="68580" rtl="0" algn="l">
              <a:spcBef>
                <a:spcPts val="280"/>
              </a:spcBef>
              <a:spcAft>
                <a:spcPts val="0"/>
              </a:spcAft>
              <a:buSzPts val="1064"/>
              <a:buNone/>
            </a:pPr>
            <a:r>
              <a:rPr lang="en-IN" sz="1400"/>
              <a:t>	{</a:t>
            </a:r>
            <a:endParaRPr sz="1400"/>
          </a:p>
          <a:p>
            <a:pPr indent="0" lvl="0" marL="68580" rtl="0" algn="l">
              <a:spcBef>
                <a:spcPts val="280"/>
              </a:spcBef>
              <a:spcAft>
                <a:spcPts val="0"/>
              </a:spcAft>
              <a:buSzPts val="1064"/>
              <a:buNone/>
            </a:pPr>
            <a:r>
              <a:rPr lang="en-IN" sz="1400"/>
              <a:t>		left = 0;</a:t>
            </a:r>
            <a:endParaRPr sz="1400"/>
          </a:p>
          <a:p>
            <a:pPr indent="0" lvl="0" marL="68580" rtl="0" algn="l">
              <a:spcBef>
                <a:spcPts val="280"/>
              </a:spcBef>
              <a:spcAft>
                <a:spcPts val="0"/>
              </a:spcAft>
              <a:buSzPts val="1064"/>
              <a:buNone/>
            </a:pPr>
            <a:r>
              <a:rPr lang="en-IN" sz="1400"/>
              <a:t>		right = 0;</a:t>
            </a:r>
            <a:endParaRPr sz="1400"/>
          </a:p>
          <a:p>
            <a:pPr indent="0" lvl="0" marL="68580" rtl="0" algn="l">
              <a:spcBef>
                <a:spcPts val="280"/>
              </a:spcBef>
              <a:spcAft>
                <a:spcPts val="0"/>
              </a:spcAft>
              <a:buSzPts val="1064"/>
              <a:buNone/>
            </a:pPr>
            <a:r>
              <a:rPr lang="en-IN" sz="1400"/>
              <a:t>	}</a:t>
            </a:r>
            <a:endParaRPr sz="1400"/>
          </a:p>
          <a:p>
            <a:pPr indent="0" lvl="0" marL="68580" rtl="0" algn="l">
              <a:spcBef>
                <a:spcPts val="280"/>
              </a:spcBef>
              <a:spcAft>
                <a:spcPts val="0"/>
              </a:spcAft>
              <a:buSzPts val="1064"/>
              <a:buNone/>
            </a:pPr>
            <a:r>
              <a:rPr lang="en-IN" sz="1400"/>
              <a:t>	</a:t>
            </a:r>
            <a:endParaRPr sz="1200"/>
          </a:p>
        </p:txBody>
      </p:sp>
      <p:sp>
        <p:nvSpPr>
          <p:cNvPr id="1071" name="Google Shape;1071;p81"/>
          <p:cNvSpPr txBox="1"/>
          <p:nvPr>
            <p:ph idx="2" type="body"/>
          </p:nvPr>
        </p:nvSpPr>
        <p:spPr>
          <a:xfrm>
            <a:off x="4499992" y="1340768"/>
            <a:ext cx="4248472" cy="4465671"/>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064"/>
              <a:buNone/>
            </a:pPr>
            <a:r>
              <a:rPr lang="en-IN" sz="1400"/>
              <a:t>else</a:t>
            </a:r>
            <a:endParaRPr sz="1400"/>
          </a:p>
          <a:p>
            <a:pPr indent="0" lvl="0" marL="68580" rtl="0" algn="l">
              <a:spcBef>
                <a:spcPts val="280"/>
              </a:spcBef>
              <a:spcAft>
                <a:spcPts val="0"/>
              </a:spcAft>
              <a:buSzPts val="1064"/>
              <a:buNone/>
            </a:pPr>
            <a:r>
              <a:rPr lang="en-IN" sz="1400"/>
              <a:t>	if(right == MAX-1)  /*right is at last position of queue */</a:t>
            </a:r>
            <a:endParaRPr sz="1400"/>
          </a:p>
          <a:p>
            <a:pPr indent="0" lvl="0" marL="68580" rtl="0" algn="l">
              <a:spcBef>
                <a:spcPts val="280"/>
              </a:spcBef>
              <a:spcAft>
                <a:spcPts val="0"/>
              </a:spcAft>
              <a:buSzPts val="1064"/>
              <a:buNone/>
            </a:pPr>
            <a:r>
              <a:rPr lang="en-IN" sz="1400"/>
              <a:t>		right = 0;</a:t>
            </a:r>
            <a:endParaRPr sz="1400"/>
          </a:p>
          <a:p>
            <a:pPr indent="0" lvl="0" marL="68580" rtl="0" algn="l">
              <a:spcBef>
                <a:spcPts val="280"/>
              </a:spcBef>
              <a:spcAft>
                <a:spcPts val="0"/>
              </a:spcAft>
              <a:buSzPts val="1064"/>
              <a:buNone/>
            </a:pPr>
            <a:r>
              <a:rPr lang="en-IN" sz="1400"/>
              <a:t>	else</a:t>
            </a:r>
            <a:endParaRPr sz="1400"/>
          </a:p>
          <a:p>
            <a:pPr indent="0" lvl="0" marL="68580" rtl="0" algn="l">
              <a:spcBef>
                <a:spcPts val="280"/>
              </a:spcBef>
              <a:spcAft>
                <a:spcPts val="0"/>
              </a:spcAft>
              <a:buSzPts val="1064"/>
              <a:buNone/>
            </a:pPr>
            <a:r>
              <a:rPr lang="en-IN" sz="1400"/>
              <a:t>		right = right+1;</a:t>
            </a:r>
            <a:endParaRPr sz="1400"/>
          </a:p>
          <a:p>
            <a:pPr indent="0" lvl="0" marL="68580" rtl="0" algn="l">
              <a:spcBef>
                <a:spcPts val="280"/>
              </a:spcBef>
              <a:spcAft>
                <a:spcPts val="0"/>
              </a:spcAft>
              <a:buSzPts val="1064"/>
              <a:buNone/>
            </a:pPr>
            <a:r>
              <a:rPr lang="en-IN" sz="1400"/>
              <a:t>	printf("Input the element for adding in queue : ");</a:t>
            </a:r>
            <a:endParaRPr sz="1400"/>
          </a:p>
          <a:p>
            <a:pPr indent="0" lvl="0" marL="68580" rtl="0" algn="l">
              <a:spcBef>
                <a:spcPts val="280"/>
              </a:spcBef>
              <a:spcAft>
                <a:spcPts val="0"/>
              </a:spcAft>
              <a:buSzPts val="1064"/>
              <a:buNone/>
            </a:pPr>
            <a:r>
              <a:rPr lang="en-IN" sz="1400"/>
              <a:t>	scanf("%d", &amp;added_item);</a:t>
            </a:r>
            <a:endParaRPr sz="1400"/>
          </a:p>
          <a:p>
            <a:pPr indent="0" lvl="0" marL="68580" rtl="0" algn="l">
              <a:spcBef>
                <a:spcPts val="280"/>
              </a:spcBef>
              <a:spcAft>
                <a:spcPts val="0"/>
              </a:spcAft>
              <a:buSzPts val="1064"/>
              <a:buNone/>
            </a:pPr>
            <a:r>
              <a:rPr lang="en-IN" sz="1400"/>
              <a:t>	deque_arr[right] = added_item ;</a:t>
            </a:r>
            <a:endParaRPr sz="1400"/>
          </a:p>
          <a:p>
            <a:pPr indent="0" lvl="0" marL="68580" rtl="0" algn="l">
              <a:spcBef>
                <a:spcPts val="280"/>
              </a:spcBef>
              <a:spcAft>
                <a:spcPts val="0"/>
              </a:spcAft>
              <a:buSzPts val="1064"/>
              <a:buNone/>
            </a:pPr>
            <a:r>
              <a:rPr lang="en-IN" sz="1400"/>
              <a:t>}/*End of insert_right()*/</a:t>
            </a:r>
            <a:endParaRPr sz="1400"/>
          </a:p>
          <a:p>
            <a:pPr indent="0" lvl="0" marL="68580" rtl="0" algn="l">
              <a:spcBef>
                <a:spcPts val="280"/>
              </a:spcBef>
              <a:spcAft>
                <a:spcPts val="0"/>
              </a:spcAft>
              <a:buSzPts val="1064"/>
              <a:buNone/>
            </a:pPr>
            <a:r>
              <a:t/>
            </a:r>
            <a:endParaRPr sz="1400"/>
          </a:p>
          <a:p>
            <a:pPr indent="-206755" lvl="0" marL="342900" rtl="0" algn="l">
              <a:spcBef>
                <a:spcPts val="280"/>
              </a:spcBef>
              <a:spcAft>
                <a:spcPts val="0"/>
              </a:spcAft>
              <a:buSzPts val="1064"/>
              <a:buNone/>
            </a:pPr>
            <a:r>
              <a:t/>
            </a:r>
            <a:endParaRPr sz="1400"/>
          </a:p>
        </p:txBody>
      </p:sp>
      <p:sp>
        <p:nvSpPr>
          <p:cNvPr id="1072" name="Google Shape;1072;p8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73" name="Google Shape;1073;p8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74" name="Google Shape;1074;p8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82"/>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left == 0 , then we set the values of left =MAX-1</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add the element at the MAX-1 th position of the array </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otherwise element will be added </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same as in left=left-1</a:t>
            </a:r>
            <a:endParaRPr sz="1800"/>
          </a:p>
        </p:txBody>
      </p:sp>
      <p:sp>
        <p:nvSpPr>
          <p:cNvPr id="1080" name="Google Shape;1080;p82"/>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Insert Left Operation/Circular Effect-</a:t>
            </a:r>
            <a:endParaRPr b="1" sz="2800">
              <a:solidFill>
                <a:schemeClr val="accent1"/>
              </a:solidFill>
              <a:latin typeface="Century Gothic"/>
              <a:ea typeface="Century Gothic"/>
              <a:cs typeface="Century Gothic"/>
              <a:sym typeface="Century Gothic"/>
            </a:endParaRPr>
          </a:p>
        </p:txBody>
      </p:sp>
      <p:sp>
        <p:nvSpPr>
          <p:cNvPr id="1081" name="Google Shape;1081;p8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82" name="Google Shape;1082;p8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83" name="Google Shape;1083;p8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83"/>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Insert Left Operation</a:t>
            </a:r>
            <a:endParaRPr sz="2800"/>
          </a:p>
        </p:txBody>
      </p:sp>
      <p:sp>
        <p:nvSpPr>
          <p:cNvPr id="1090" name="Google Shape;1090;p83"/>
          <p:cNvSpPr txBox="1"/>
          <p:nvPr>
            <p:ph idx="1" type="body"/>
          </p:nvPr>
        </p:nvSpPr>
        <p:spPr>
          <a:xfrm>
            <a:off x="611560" y="1196752"/>
            <a:ext cx="3850712" cy="460968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064"/>
              <a:buNone/>
            </a:pPr>
            <a:r>
              <a:rPr lang="en-IN" sz="1400"/>
              <a:t>insert_left()</a:t>
            </a:r>
            <a:endParaRPr/>
          </a:p>
          <a:p>
            <a:pPr indent="0" lvl="0" marL="68580" rtl="0" algn="l">
              <a:spcBef>
                <a:spcPts val="280"/>
              </a:spcBef>
              <a:spcAft>
                <a:spcPts val="0"/>
              </a:spcAft>
              <a:buSzPts val="1064"/>
              <a:buNone/>
            </a:pPr>
            <a:r>
              <a:rPr lang="en-IN" sz="1400"/>
              <a:t>{</a:t>
            </a:r>
            <a:endParaRPr/>
          </a:p>
          <a:p>
            <a:pPr indent="0" lvl="0" marL="68580" rtl="0" algn="l">
              <a:spcBef>
                <a:spcPts val="280"/>
              </a:spcBef>
              <a:spcAft>
                <a:spcPts val="0"/>
              </a:spcAft>
              <a:buSzPts val="1064"/>
              <a:buNone/>
            </a:pPr>
            <a:r>
              <a:rPr lang="en-IN" sz="1400"/>
              <a:t>	int added_item;</a:t>
            </a:r>
            <a:endParaRPr/>
          </a:p>
          <a:p>
            <a:pPr indent="0" lvl="0" marL="68580" rtl="0" algn="l">
              <a:spcBef>
                <a:spcPts val="280"/>
              </a:spcBef>
              <a:spcAft>
                <a:spcPts val="0"/>
              </a:spcAft>
              <a:buSzPts val="1064"/>
              <a:buNone/>
            </a:pPr>
            <a:r>
              <a:rPr lang="en-IN" sz="1400"/>
              <a:t>	if((left == 0 &amp;&amp; right == MAX-1) || (left == right+1))</a:t>
            </a:r>
            <a:endParaRPr/>
          </a:p>
          <a:p>
            <a:pPr indent="0" lvl="0" marL="68580" rtl="0" algn="l">
              <a:spcBef>
                <a:spcPts val="280"/>
              </a:spcBef>
              <a:spcAft>
                <a:spcPts val="0"/>
              </a:spcAft>
              <a:buSzPts val="1064"/>
              <a:buNone/>
            </a:pPr>
            <a:r>
              <a:rPr lang="en-IN" sz="1400"/>
              <a:t>	{</a:t>
            </a:r>
            <a:endParaRPr/>
          </a:p>
          <a:p>
            <a:pPr indent="0" lvl="0" marL="68580" rtl="0" algn="l">
              <a:spcBef>
                <a:spcPts val="280"/>
              </a:spcBef>
              <a:spcAft>
                <a:spcPts val="0"/>
              </a:spcAft>
              <a:buSzPts val="1064"/>
              <a:buNone/>
            </a:pPr>
            <a:r>
              <a:rPr lang="en-IN" sz="1400"/>
              <a:t>		printf("Queue Overflow \n");</a:t>
            </a:r>
            <a:endParaRPr/>
          </a:p>
          <a:p>
            <a:pPr indent="0" lvl="0" marL="68580" rtl="0" algn="l">
              <a:spcBef>
                <a:spcPts val="280"/>
              </a:spcBef>
              <a:spcAft>
                <a:spcPts val="0"/>
              </a:spcAft>
              <a:buSzPts val="1064"/>
              <a:buNone/>
            </a:pPr>
            <a:r>
              <a:rPr lang="en-IN" sz="1400"/>
              <a:t>		return;</a:t>
            </a:r>
            <a:endParaRPr/>
          </a:p>
          <a:p>
            <a:pPr indent="0" lvl="0" marL="68580" rtl="0" algn="l">
              <a:spcBef>
                <a:spcPts val="280"/>
              </a:spcBef>
              <a:spcAft>
                <a:spcPts val="0"/>
              </a:spcAft>
              <a:buSzPts val="1064"/>
              <a:buNone/>
            </a:pPr>
            <a:r>
              <a:rPr lang="en-IN" sz="1400"/>
              <a:t>	}</a:t>
            </a:r>
            <a:endParaRPr/>
          </a:p>
          <a:p>
            <a:pPr indent="0" lvl="0" marL="68580" rtl="0" algn="l">
              <a:spcBef>
                <a:spcPts val="280"/>
              </a:spcBef>
              <a:spcAft>
                <a:spcPts val="0"/>
              </a:spcAft>
              <a:buSzPts val="1064"/>
              <a:buNone/>
            </a:pPr>
            <a:r>
              <a:rPr lang="en-IN" sz="1400"/>
              <a:t>	if (left == -1)/*If queue is initially empty*/</a:t>
            </a:r>
            <a:endParaRPr/>
          </a:p>
          <a:p>
            <a:pPr indent="0" lvl="0" marL="68580" rtl="0" algn="l">
              <a:spcBef>
                <a:spcPts val="280"/>
              </a:spcBef>
              <a:spcAft>
                <a:spcPts val="0"/>
              </a:spcAft>
              <a:buSzPts val="1064"/>
              <a:buNone/>
            </a:pPr>
            <a:r>
              <a:rPr lang="en-IN" sz="1400"/>
              <a:t>	{</a:t>
            </a:r>
            <a:endParaRPr/>
          </a:p>
          <a:p>
            <a:pPr indent="0" lvl="0" marL="68580" rtl="0" algn="l">
              <a:spcBef>
                <a:spcPts val="280"/>
              </a:spcBef>
              <a:spcAft>
                <a:spcPts val="0"/>
              </a:spcAft>
              <a:buSzPts val="1064"/>
              <a:buNone/>
            </a:pPr>
            <a:r>
              <a:rPr lang="en-IN" sz="1400"/>
              <a:t>		left = 0;</a:t>
            </a:r>
            <a:endParaRPr/>
          </a:p>
          <a:p>
            <a:pPr indent="0" lvl="0" marL="68580" rtl="0" algn="l">
              <a:spcBef>
                <a:spcPts val="280"/>
              </a:spcBef>
              <a:spcAft>
                <a:spcPts val="0"/>
              </a:spcAft>
              <a:buSzPts val="1064"/>
              <a:buNone/>
            </a:pPr>
            <a:r>
              <a:rPr lang="en-IN" sz="1400"/>
              <a:t>		right = 0;</a:t>
            </a:r>
            <a:endParaRPr/>
          </a:p>
          <a:p>
            <a:pPr indent="0" lvl="0" marL="68580" rtl="0" algn="l">
              <a:spcBef>
                <a:spcPts val="280"/>
              </a:spcBef>
              <a:spcAft>
                <a:spcPts val="0"/>
              </a:spcAft>
              <a:buSzPts val="1064"/>
              <a:buNone/>
            </a:pPr>
            <a:r>
              <a:rPr lang="en-IN" sz="1400"/>
              <a:t>	}</a:t>
            </a:r>
            <a:endParaRPr/>
          </a:p>
        </p:txBody>
      </p:sp>
      <p:sp>
        <p:nvSpPr>
          <p:cNvPr id="1091" name="Google Shape;1091;p83"/>
          <p:cNvSpPr txBox="1"/>
          <p:nvPr>
            <p:ph idx="2" type="body"/>
          </p:nvPr>
        </p:nvSpPr>
        <p:spPr>
          <a:xfrm>
            <a:off x="4355976" y="1340768"/>
            <a:ext cx="4248472" cy="4465671"/>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064"/>
              <a:buNone/>
            </a:pPr>
            <a:r>
              <a:rPr lang="en-IN" sz="1400"/>
              <a:t>else</a:t>
            </a:r>
            <a:endParaRPr/>
          </a:p>
          <a:p>
            <a:pPr indent="0" lvl="0" marL="68580" rtl="0" algn="l">
              <a:spcBef>
                <a:spcPts val="280"/>
              </a:spcBef>
              <a:spcAft>
                <a:spcPts val="0"/>
              </a:spcAft>
              <a:buSzPts val="1064"/>
              <a:buNone/>
            </a:pPr>
            <a:r>
              <a:rPr lang="en-IN" sz="1400"/>
              <a:t>	if(left== 0)</a:t>
            </a:r>
            <a:endParaRPr/>
          </a:p>
          <a:p>
            <a:pPr indent="0" lvl="0" marL="68580" rtl="0" algn="l">
              <a:spcBef>
                <a:spcPts val="280"/>
              </a:spcBef>
              <a:spcAft>
                <a:spcPts val="0"/>
              </a:spcAft>
              <a:buSzPts val="1064"/>
              <a:buNone/>
            </a:pPr>
            <a:r>
              <a:rPr lang="en-IN" sz="1400"/>
              <a:t>		left=MAX-1;</a:t>
            </a:r>
            <a:endParaRPr/>
          </a:p>
          <a:p>
            <a:pPr indent="0" lvl="0" marL="68580" rtl="0" algn="l">
              <a:spcBef>
                <a:spcPts val="280"/>
              </a:spcBef>
              <a:spcAft>
                <a:spcPts val="0"/>
              </a:spcAft>
              <a:buSzPts val="1064"/>
              <a:buNone/>
            </a:pPr>
            <a:r>
              <a:rPr lang="en-IN" sz="1400"/>
              <a:t>	else</a:t>
            </a:r>
            <a:endParaRPr/>
          </a:p>
          <a:p>
            <a:pPr indent="0" lvl="0" marL="68580" rtl="0" algn="l">
              <a:spcBef>
                <a:spcPts val="280"/>
              </a:spcBef>
              <a:spcAft>
                <a:spcPts val="0"/>
              </a:spcAft>
              <a:buSzPts val="1064"/>
              <a:buNone/>
            </a:pPr>
            <a:r>
              <a:rPr lang="en-IN" sz="1400"/>
              <a:t>		left=left-1;</a:t>
            </a:r>
            <a:endParaRPr/>
          </a:p>
          <a:p>
            <a:pPr indent="0" lvl="0" marL="68580" rtl="0" algn="l">
              <a:spcBef>
                <a:spcPts val="280"/>
              </a:spcBef>
              <a:spcAft>
                <a:spcPts val="0"/>
              </a:spcAft>
              <a:buSzPts val="1064"/>
              <a:buNone/>
            </a:pPr>
            <a:r>
              <a:rPr lang="en-IN" sz="1400"/>
              <a:t>	printf("Input the element for adding in queue : ");</a:t>
            </a:r>
            <a:endParaRPr/>
          </a:p>
          <a:p>
            <a:pPr indent="0" lvl="0" marL="68580" rtl="0" algn="l">
              <a:spcBef>
                <a:spcPts val="280"/>
              </a:spcBef>
              <a:spcAft>
                <a:spcPts val="0"/>
              </a:spcAft>
              <a:buSzPts val="1064"/>
              <a:buNone/>
            </a:pPr>
            <a:r>
              <a:rPr lang="en-IN" sz="1400"/>
              <a:t>	scanf("%d", &amp;added_item);</a:t>
            </a:r>
            <a:endParaRPr/>
          </a:p>
          <a:p>
            <a:pPr indent="0" lvl="0" marL="68580" rtl="0" algn="l">
              <a:spcBef>
                <a:spcPts val="280"/>
              </a:spcBef>
              <a:spcAft>
                <a:spcPts val="0"/>
              </a:spcAft>
              <a:buSzPts val="1064"/>
              <a:buNone/>
            </a:pPr>
            <a:r>
              <a:rPr lang="en-IN" sz="1400"/>
              <a:t>	deque_arr[left] = added_item ;</a:t>
            </a:r>
            <a:endParaRPr/>
          </a:p>
          <a:p>
            <a:pPr indent="0" lvl="0" marL="68580" rtl="0" algn="l">
              <a:spcBef>
                <a:spcPts val="280"/>
              </a:spcBef>
              <a:spcAft>
                <a:spcPts val="0"/>
              </a:spcAft>
              <a:buSzPts val="1064"/>
              <a:buNone/>
            </a:pPr>
            <a:r>
              <a:rPr lang="en-IN" sz="1400"/>
              <a:t>}/*End of insert_left()*/</a:t>
            </a:r>
            <a:endParaRPr/>
          </a:p>
        </p:txBody>
      </p:sp>
      <p:sp>
        <p:nvSpPr>
          <p:cNvPr id="1092" name="Google Shape;1092;p8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093" name="Google Shape;1093;p8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94" name="Google Shape;1094;p8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84"/>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Operation</a:t>
            </a:r>
            <a:endParaRPr sz="2800"/>
          </a:p>
        </p:txBody>
      </p:sp>
      <p:sp>
        <p:nvSpPr>
          <p:cNvPr id="1101" name="Google Shape;1101;p84"/>
          <p:cNvSpPr txBox="1"/>
          <p:nvPr>
            <p:ph idx="1" type="body"/>
          </p:nvPr>
        </p:nvSpPr>
        <p:spPr>
          <a:xfrm>
            <a:off x="683568" y="1196752"/>
            <a:ext cx="7488832" cy="460968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368"/>
              <a:buNone/>
            </a:pPr>
            <a:r>
              <a:rPr b="1" lang="en-IN" sz="1800"/>
              <a:t>To check if Queue is Empty-</a:t>
            </a:r>
            <a:endParaRPr sz="1800"/>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r>
              <a:rPr lang="en-IN" sz="1800"/>
              <a:t>	if (left == -1)</a:t>
            </a:r>
            <a:endParaRPr/>
          </a:p>
          <a:p>
            <a:pPr indent="0" lvl="0" marL="68580" rtl="0" algn="l">
              <a:spcBef>
                <a:spcPts val="360"/>
              </a:spcBef>
              <a:spcAft>
                <a:spcPts val="0"/>
              </a:spcAft>
              <a:buSzPts val="1368"/>
              <a:buNone/>
            </a:pPr>
            <a:r>
              <a:rPr lang="en-IN" sz="1800"/>
              <a:t>	{</a:t>
            </a:r>
            <a:endParaRPr/>
          </a:p>
          <a:p>
            <a:pPr indent="0" lvl="0" marL="68580" rtl="0" algn="l">
              <a:spcBef>
                <a:spcPts val="360"/>
              </a:spcBef>
              <a:spcAft>
                <a:spcPts val="0"/>
              </a:spcAft>
              <a:buSzPts val="1368"/>
              <a:buNone/>
            </a:pPr>
            <a:r>
              <a:rPr lang="en-IN" sz="1800"/>
              <a:t>		printf("Queue Underflow\n");</a:t>
            </a:r>
            <a:endParaRPr/>
          </a:p>
          <a:p>
            <a:pPr indent="0" lvl="0" marL="68580" rtl="0" algn="l">
              <a:spcBef>
                <a:spcPts val="360"/>
              </a:spcBef>
              <a:spcAft>
                <a:spcPts val="0"/>
              </a:spcAft>
              <a:buSzPts val="1368"/>
              <a:buNone/>
            </a:pPr>
            <a:r>
              <a:rPr lang="en-IN" sz="1800"/>
              <a:t>		return ;</a:t>
            </a:r>
            <a:endParaRPr/>
          </a:p>
          <a:p>
            <a:pPr indent="0" lvl="0" marL="68580" rtl="0" algn="l">
              <a:spcBef>
                <a:spcPts val="360"/>
              </a:spcBef>
              <a:spcAft>
                <a:spcPts val="0"/>
              </a:spcAft>
              <a:buSzPts val="1368"/>
              <a:buNone/>
            </a:pPr>
            <a:r>
              <a:rPr lang="en-IN" sz="1800"/>
              <a:t>	}</a:t>
            </a:r>
            <a:endParaRPr/>
          </a:p>
          <a:p>
            <a:pPr indent="0" lvl="0" marL="68580" rtl="0" algn="l">
              <a:spcBef>
                <a:spcPts val="360"/>
              </a:spcBef>
              <a:spcAft>
                <a:spcPts val="0"/>
              </a:spcAft>
              <a:buSzPts val="1368"/>
              <a:buNone/>
            </a:pPr>
            <a:r>
              <a:rPr lang="en-IN" sz="1800"/>
              <a:t>	</a:t>
            </a:r>
            <a:endParaRPr/>
          </a:p>
        </p:txBody>
      </p:sp>
      <p:sp>
        <p:nvSpPr>
          <p:cNvPr id="1102" name="Google Shape;1102;p8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103" name="Google Shape;1103;p8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04" name="Google Shape;1104;p8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85"/>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Operation</a:t>
            </a:r>
            <a:endParaRPr sz="2800"/>
          </a:p>
        </p:txBody>
      </p:sp>
      <p:sp>
        <p:nvSpPr>
          <p:cNvPr id="1111" name="Google Shape;1111;p85"/>
          <p:cNvSpPr txBox="1"/>
          <p:nvPr>
            <p:ph idx="1" type="body"/>
          </p:nvPr>
        </p:nvSpPr>
        <p:spPr>
          <a:xfrm>
            <a:off x="683568" y="836712"/>
            <a:ext cx="7488832" cy="5328592"/>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368"/>
              <a:buNone/>
            </a:pPr>
            <a:r>
              <a:rPr b="1" lang="en-IN" sz="1800"/>
              <a:t>To check if Queue has only one element-</a:t>
            </a:r>
            <a:endParaRPr sz="1800"/>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r>
              <a:rPr lang="en-IN" sz="1800"/>
              <a:t>	</a:t>
            </a:r>
            <a:endParaRPr sz="1800"/>
          </a:p>
        </p:txBody>
      </p:sp>
      <p:pic>
        <p:nvPicPr>
          <p:cNvPr id="1112" name="Google Shape;1112;p85"/>
          <p:cNvPicPr preferRelativeResize="0"/>
          <p:nvPr/>
        </p:nvPicPr>
        <p:blipFill rotWithShape="1">
          <a:blip r:embed="rId3">
            <a:alphaModFix/>
          </a:blip>
          <a:srcRect b="14040" l="36666" r="36935" t="2526"/>
          <a:stretch/>
        </p:blipFill>
        <p:spPr>
          <a:xfrm rot="-5400000">
            <a:off x="2861812" y="-549442"/>
            <a:ext cx="972108" cy="5040561"/>
          </a:xfrm>
          <a:prstGeom prst="rect">
            <a:avLst/>
          </a:prstGeom>
          <a:noFill/>
          <a:ln>
            <a:noFill/>
          </a:ln>
        </p:spPr>
      </p:pic>
      <p:graphicFrame>
        <p:nvGraphicFramePr>
          <p:cNvPr id="1113" name="Google Shape;1113;p85"/>
          <p:cNvGraphicFramePr/>
          <p:nvPr/>
        </p:nvGraphicFramePr>
        <p:xfrm>
          <a:off x="827585" y="2996952"/>
          <a:ext cx="3000000" cy="3000000"/>
        </p:xfrm>
        <a:graphic>
          <a:graphicData uri="http://schemas.openxmlformats.org/drawingml/2006/table">
            <a:tbl>
              <a:tblPr bandRow="1" firstRow="1">
                <a:noFill/>
                <a:tableStyleId>{23D0D942-D519-402E-B7D3-F0817CD13B80}</a:tableStyleId>
              </a:tblPr>
              <a:tblGrid>
                <a:gridCol w="634450"/>
                <a:gridCol w="634450"/>
                <a:gridCol w="634450"/>
                <a:gridCol w="634450"/>
                <a:gridCol w="634450"/>
                <a:gridCol w="634450"/>
                <a:gridCol w="634450"/>
                <a:gridCol w="634450"/>
              </a:tblGrid>
              <a:tr h="370850">
                <a:tc>
                  <a:txBody>
                    <a:bodyPr/>
                    <a:lstStyle/>
                    <a:p>
                      <a:pPr indent="0" lvl="0" marL="0" marR="0" rtl="0" algn="l">
                        <a:spcBef>
                          <a:spcPts val="0"/>
                        </a:spcBef>
                        <a:spcAft>
                          <a:spcPts val="0"/>
                        </a:spcAft>
                        <a:buNone/>
                      </a:pPr>
                      <a:r>
                        <a:rPr lang="en-IN" sz="1800" u="none" cap="none" strike="noStrike"/>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10</a:t>
                      </a:r>
                      <a:endParaRPr sz="1800"/>
                    </a:p>
                  </a:txBody>
                  <a:tcPr marT="45725" marB="45725" marR="91450" marL="91450"/>
                </a:tc>
                <a:tc>
                  <a:txBody>
                    <a:bodyPr/>
                    <a:lstStyle/>
                    <a:p>
                      <a:pPr indent="0" lvl="0" marL="0" marR="0" rtl="0" algn="l">
                        <a:spcBef>
                          <a:spcPts val="0"/>
                        </a:spcBef>
                        <a:spcAft>
                          <a:spcPts val="0"/>
                        </a:spcAft>
                        <a:buNone/>
                      </a:pPr>
                      <a:r>
                        <a:rPr lang="en-IN" sz="1800"/>
                        <a:t>15</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graphicFrame>
        <p:nvGraphicFramePr>
          <p:cNvPr id="1114" name="Google Shape;1114;p85"/>
          <p:cNvGraphicFramePr/>
          <p:nvPr/>
        </p:nvGraphicFramePr>
        <p:xfrm>
          <a:off x="827584" y="4221088"/>
          <a:ext cx="3000000" cy="3000000"/>
        </p:xfrm>
        <a:graphic>
          <a:graphicData uri="http://schemas.openxmlformats.org/drawingml/2006/table">
            <a:tbl>
              <a:tblPr bandRow="1" firstRow="1">
                <a:noFill/>
                <a:tableStyleId>{23D0D942-D519-402E-B7D3-F0817CD13B80}</a:tableStyleId>
              </a:tblPr>
              <a:tblGrid>
                <a:gridCol w="634450"/>
                <a:gridCol w="634450"/>
                <a:gridCol w="634450"/>
                <a:gridCol w="634450"/>
                <a:gridCol w="634450"/>
                <a:gridCol w="634450"/>
                <a:gridCol w="634450"/>
                <a:gridCol w="634450"/>
              </a:tblGrid>
              <a:tr h="370850">
                <a:tc>
                  <a:txBody>
                    <a:bodyPr/>
                    <a:lstStyle/>
                    <a:p>
                      <a:pPr indent="0" lvl="0" marL="0" marR="0" rtl="0" algn="l">
                        <a:spcBef>
                          <a:spcPts val="0"/>
                        </a:spcBef>
                        <a:spcAft>
                          <a:spcPts val="0"/>
                        </a:spcAft>
                        <a:buNone/>
                      </a:pPr>
                      <a:r>
                        <a:rPr lang="en-IN" sz="1800"/>
                        <a:t>[0]</a:t>
                      </a:r>
                      <a:endParaRPr sz="1800"/>
                    </a:p>
                  </a:txBody>
                  <a:tcPr marT="45725" marB="45725" marR="91450" marL="91450"/>
                </a:tc>
                <a:tc>
                  <a:txBody>
                    <a:bodyPr/>
                    <a:lstStyle/>
                    <a:p>
                      <a:pPr indent="0" lvl="0" marL="0" marR="0" rtl="0" algn="l">
                        <a:spcBef>
                          <a:spcPts val="0"/>
                        </a:spcBef>
                        <a:spcAft>
                          <a:spcPts val="0"/>
                        </a:spcAft>
                        <a:buNone/>
                      </a:pPr>
                      <a:r>
                        <a:rPr lang="en-IN" sz="1800"/>
                        <a:t>[1]</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rPr lang="en-IN" sz="1800"/>
                        <a:t>[3]</a:t>
                      </a:r>
                      <a:endParaRPr sz="1800"/>
                    </a:p>
                  </a:txBody>
                  <a:tcPr marT="45725" marB="45725" marR="91450" marL="91450"/>
                </a:tc>
                <a:tc>
                  <a:txBody>
                    <a:bodyPr/>
                    <a:lstStyle/>
                    <a:p>
                      <a:pPr indent="0" lvl="0" marL="0" marR="0" rtl="0" algn="l">
                        <a:spcBef>
                          <a:spcPts val="0"/>
                        </a:spcBef>
                        <a:spcAft>
                          <a:spcPts val="0"/>
                        </a:spcAft>
                        <a:buNone/>
                      </a:pPr>
                      <a:r>
                        <a:rPr lang="en-IN" sz="1800"/>
                        <a:t>[4]</a:t>
                      </a:r>
                      <a:endParaRPr sz="1800"/>
                    </a:p>
                  </a:txBody>
                  <a:tcPr marT="45725" marB="45725" marR="91450" marL="91450"/>
                </a:tc>
                <a:tc>
                  <a:txBody>
                    <a:bodyPr/>
                    <a:lstStyle/>
                    <a:p>
                      <a:pPr indent="0" lvl="0" marL="0" marR="0" rtl="0" algn="l">
                        <a:spcBef>
                          <a:spcPts val="0"/>
                        </a:spcBef>
                        <a:spcAft>
                          <a:spcPts val="0"/>
                        </a:spcAft>
                        <a:buNone/>
                      </a:pPr>
                      <a:r>
                        <a:rPr lang="en-IN" sz="1800"/>
                        <a:t>[5]</a:t>
                      </a:r>
                      <a:endParaRPr sz="1800"/>
                    </a:p>
                  </a:txBody>
                  <a:tcPr marT="45725" marB="45725" marR="91450" marL="91450"/>
                </a:tc>
                <a:tc>
                  <a:txBody>
                    <a:bodyPr/>
                    <a:lstStyle/>
                    <a:p>
                      <a:pPr indent="0" lvl="0" marL="0" marR="0" rtl="0" algn="l">
                        <a:spcBef>
                          <a:spcPts val="0"/>
                        </a:spcBef>
                        <a:spcAft>
                          <a:spcPts val="0"/>
                        </a:spcAft>
                        <a:buNone/>
                      </a:pPr>
                      <a:r>
                        <a:rPr lang="en-IN" sz="1800"/>
                        <a:t>[6]</a:t>
                      </a:r>
                      <a:endParaRPr sz="1800"/>
                    </a:p>
                  </a:txBody>
                  <a:tcPr marT="45725" marB="45725" marR="91450" marL="91450"/>
                </a:tc>
                <a:tc>
                  <a:txBody>
                    <a:bodyPr/>
                    <a:lstStyle/>
                    <a:p>
                      <a:pPr indent="0" lvl="0" marL="0" marR="0" rtl="0" algn="l">
                        <a:spcBef>
                          <a:spcPts val="0"/>
                        </a:spcBef>
                        <a:spcAft>
                          <a:spcPts val="0"/>
                        </a:spcAft>
                        <a:buNone/>
                      </a:pPr>
                      <a:r>
                        <a:rPr lang="en-IN" sz="1800"/>
                        <a:t>[7]</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IN" sz="1800"/>
                        <a:t>10</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1115" name="Google Shape;1115;p85"/>
          <p:cNvSpPr txBox="1"/>
          <p:nvPr/>
        </p:nvSpPr>
        <p:spPr>
          <a:xfrm>
            <a:off x="6660232" y="1484784"/>
            <a:ext cx="158417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Left=2</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Right=4</a:t>
            </a:r>
            <a:endParaRPr sz="1800">
              <a:solidFill>
                <a:schemeClr val="dk1"/>
              </a:solidFill>
              <a:latin typeface="Century Gothic"/>
              <a:ea typeface="Century Gothic"/>
              <a:cs typeface="Century Gothic"/>
              <a:sym typeface="Century Gothic"/>
            </a:endParaRPr>
          </a:p>
        </p:txBody>
      </p:sp>
      <p:sp>
        <p:nvSpPr>
          <p:cNvPr id="1116" name="Google Shape;1116;p85"/>
          <p:cNvSpPr txBox="1"/>
          <p:nvPr/>
        </p:nvSpPr>
        <p:spPr>
          <a:xfrm>
            <a:off x="6660232" y="2708920"/>
            <a:ext cx="201622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Delete at Left</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Left=Left+1</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Left=3</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Right=4</a:t>
            </a:r>
            <a:endParaRPr sz="1800">
              <a:solidFill>
                <a:schemeClr val="dk1"/>
              </a:solidFill>
              <a:latin typeface="Century Gothic"/>
              <a:ea typeface="Century Gothic"/>
              <a:cs typeface="Century Gothic"/>
              <a:sym typeface="Century Gothic"/>
            </a:endParaRPr>
          </a:p>
        </p:txBody>
      </p:sp>
      <p:sp>
        <p:nvSpPr>
          <p:cNvPr id="1117" name="Google Shape;1117;p85"/>
          <p:cNvSpPr txBox="1"/>
          <p:nvPr/>
        </p:nvSpPr>
        <p:spPr>
          <a:xfrm>
            <a:off x="6681044" y="4149080"/>
            <a:ext cx="199541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Delete at Right Left=3</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Right=3</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Right=Right-1</a:t>
            </a:r>
            <a:endParaRPr sz="1800">
              <a:solidFill>
                <a:schemeClr val="dk1"/>
              </a:solidFill>
              <a:latin typeface="Century Gothic"/>
              <a:ea typeface="Century Gothic"/>
              <a:cs typeface="Century Gothic"/>
              <a:sym typeface="Century Gothic"/>
            </a:endParaRPr>
          </a:p>
        </p:txBody>
      </p:sp>
      <p:sp>
        <p:nvSpPr>
          <p:cNvPr id="1118" name="Google Shape;1118;p85"/>
          <p:cNvSpPr/>
          <p:nvPr/>
        </p:nvSpPr>
        <p:spPr>
          <a:xfrm>
            <a:off x="6692341" y="5661248"/>
            <a:ext cx="15616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Left == Right</a:t>
            </a:r>
            <a:endParaRPr b="1" sz="1800">
              <a:solidFill>
                <a:schemeClr val="accent1"/>
              </a:solidFill>
              <a:latin typeface="Century Gothic"/>
              <a:ea typeface="Century Gothic"/>
              <a:cs typeface="Century Gothic"/>
              <a:sym typeface="Century Gothic"/>
            </a:endParaRPr>
          </a:p>
        </p:txBody>
      </p:sp>
      <p:sp>
        <p:nvSpPr>
          <p:cNvPr id="1119" name="Google Shape;1119;p85"/>
          <p:cNvSpPr/>
          <p:nvPr/>
        </p:nvSpPr>
        <p:spPr>
          <a:xfrm rot="-3920317">
            <a:off x="5880981" y="4763830"/>
            <a:ext cx="360040" cy="1296144"/>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120" name="Google Shape;1120;p8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121" name="Google Shape;1121;p8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22" name="Google Shape;1122;p8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123" name="Google Shape;1123;p85"/>
          <p:cNvSpPr/>
          <p:nvPr/>
        </p:nvSpPr>
        <p:spPr>
          <a:xfrm>
            <a:off x="2915816" y="3717032"/>
            <a:ext cx="216024" cy="288032"/>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124" name="Google Shape;1124;p85"/>
          <p:cNvSpPr/>
          <p:nvPr/>
        </p:nvSpPr>
        <p:spPr>
          <a:xfrm>
            <a:off x="3491880" y="3717032"/>
            <a:ext cx="216024" cy="288032"/>
          </a:xfrm>
          <a:prstGeom prst="up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125" name="Google Shape;1125;p85"/>
          <p:cNvSpPr txBox="1"/>
          <p:nvPr/>
        </p:nvSpPr>
        <p:spPr>
          <a:xfrm>
            <a:off x="2627784" y="382039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L</a:t>
            </a:r>
            <a:endParaRPr b="1" sz="1800">
              <a:solidFill>
                <a:schemeClr val="accent1"/>
              </a:solidFill>
              <a:latin typeface="Century Gothic"/>
              <a:ea typeface="Century Gothic"/>
              <a:cs typeface="Century Gothic"/>
              <a:sym typeface="Century Gothic"/>
            </a:endParaRPr>
          </a:p>
        </p:txBody>
      </p:sp>
      <p:sp>
        <p:nvSpPr>
          <p:cNvPr id="1126" name="Google Shape;1126;p85"/>
          <p:cNvSpPr txBox="1"/>
          <p:nvPr/>
        </p:nvSpPr>
        <p:spPr>
          <a:xfrm>
            <a:off x="3700411" y="386104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R</a:t>
            </a:r>
            <a:endParaRPr b="1" sz="1800">
              <a:solidFill>
                <a:schemeClr val="accent1"/>
              </a:solidFill>
              <a:latin typeface="Century Gothic"/>
              <a:ea typeface="Century Gothic"/>
              <a:cs typeface="Century Gothic"/>
              <a:sym typeface="Century Gothic"/>
            </a:endParaRPr>
          </a:p>
        </p:txBody>
      </p:sp>
      <p:sp>
        <p:nvSpPr>
          <p:cNvPr id="1127" name="Google Shape;1127;p85"/>
          <p:cNvSpPr txBox="1"/>
          <p:nvPr/>
        </p:nvSpPr>
        <p:spPr>
          <a:xfrm>
            <a:off x="2735796" y="4980077"/>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L</a:t>
            </a:r>
            <a:endParaRPr b="1" sz="1800">
              <a:solidFill>
                <a:schemeClr val="accent1"/>
              </a:solidFill>
              <a:latin typeface="Century Gothic"/>
              <a:ea typeface="Century Gothic"/>
              <a:cs typeface="Century Gothic"/>
              <a:sym typeface="Century Gothic"/>
            </a:endParaRPr>
          </a:p>
        </p:txBody>
      </p:sp>
      <p:sp>
        <p:nvSpPr>
          <p:cNvPr id="1128" name="Google Shape;1128;p85"/>
          <p:cNvSpPr txBox="1"/>
          <p:nvPr/>
        </p:nvSpPr>
        <p:spPr>
          <a:xfrm>
            <a:off x="2915816" y="500388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R</a:t>
            </a:r>
            <a:endParaRPr b="1" sz="1800">
              <a:solidFill>
                <a:schemeClr val="accent1"/>
              </a:solidFill>
              <a:latin typeface="Century Gothic"/>
              <a:ea typeface="Century Gothic"/>
              <a:cs typeface="Century Gothic"/>
              <a:sym typeface="Century Gothic"/>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86"/>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Operation</a:t>
            </a:r>
            <a:endParaRPr sz="2800"/>
          </a:p>
        </p:txBody>
      </p:sp>
      <p:sp>
        <p:nvSpPr>
          <p:cNvPr id="1135" name="Google Shape;1135;p86"/>
          <p:cNvSpPr txBox="1"/>
          <p:nvPr>
            <p:ph idx="1" type="body"/>
          </p:nvPr>
        </p:nvSpPr>
        <p:spPr>
          <a:xfrm>
            <a:off x="683568" y="1196752"/>
            <a:ext cx="7488832" cy="460968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368"/>
              <a:buNone/>
            </a:pPr>
            <a:r>
              <a:rPr b="1" lang="en-IN" sz="1800"/>
              <a:t>To check if Queue has only one element-</a:t>
            </a:r>
            <a:endParaRPr sz="1800"/>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r>
              <a:rPr lang="en-IN" sz="1800"/>
              <a:t>	if(left == right) /*queue has only one element*/</a:t>
            </a:r>
            <a:endParaRPr/>
          </a:p>
          <a:p>
            <a:pPr indent="0" lvl="0" marL="68580" rtl="0" algn="l">
              <a:spcBef>
                <a:spcPts val="360"/>
              </a:spcBef>
              <a:spcAft>
                <a:spcPts val="0"/>
              </a:spcAft>
              <a:buSzPts val="1368"/>
              <a:buNone/>
            </a:pPr>
            <a:r>
              <a:rPr lang="en-IN" sz="1800"/>
              <a:t>	{</a:t>
            </a:r>
            <a:endParaRPr/>
          </a:p>
          <a:p>
            <a:pPr indent="0" lvl="0" marL="68580" rtl="0" algn="l">
              <a:spcBef>
                <a:spcPts val="360"/>
              </a:spcBef>
              <a:spcAft>
                <a:spcPts val="0"/>
              </a:spcAft>
              <a:buSzPts val="1368"/>
              <a:buNone/>
            </a:pPr>
            <a:r>
              <a:rPr lang="en-IN" sz="1800"/>
              <a:t>		left = -1;</a:t>
            </a:r>
            <a:endParaRPr/>
          </a:p>
          <a:p>
            <a:pPr indent="0" lvl="0" marL="68580" rtl="0" algn="l">
              <a:spcBef>
                <a:spcPts val="360"/>
              </a:spcBef>
              <a:spcAft>
                <a:spcPts val="0"/>
              </a:spcAft>
              <a:buSzPts val="1368"/>
              <a:buNone/>
            </a:pPr>
            <a:r>
              <a:rPr lang="en-IN" sz="1800"/>
              <a:t>		right=-1;</a:t>
            </a:r>
            <a:endParaRPr/>
          </a:p>
          <a:p>
            <a:pPr indent="0" lvl="0" marL="68580" rtl="0" algn="l">
              <a:spcBef>
                <a:spcPts val="360"/>
              </a:spcBef>
              <a:spcAft>
                <a:spcPts val="0"/>
              </a:spcAft>
              <a:buSzPts val="1368"/>
              <a:buNone/>
            </a:pPr>
            <a:r>
              <a:rPr lang="en-IN" sz="1800"/>
              <a:t>	}</a:t>
            </a:r>
            <a:endParaRPr/>
          </a:p>
        </p:txBody>
      </p:sp>
      <p:sp>
        <p:nvSpPr>
          <p:cNvPr id="1136" name="Google Shape;1136;p8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137" name="Google Shape;1137;p8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38" name="Google Shape;1138;p8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87"/>
          <p:cNvSpPr txBox="1"/>
          <p:nvPr>
            <p:ph idx="1" type="body"/>
          </p:nvPr>
        </p:nvSpPr>
        <p:spPr>
          <a:xfrm>
            <a:off x="472062" y="1887263"/>
            <a:ext cx="3774722"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left == MAX-1 , then </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Delete the element and </a:t>
            </a:r>
            <a:endParaRPr/>
          </a:p>
          <a:p>
            <a:pPr indent="-274320" lvl="1" marL="640080" rtl="0" algn="l">
              <a:spcBef>
                <a:spcPts val="360"/>
              </a:spcBef>
              <a:spcAft>
                <a:spcPts val="0"/>
              </a:spcAft>
              <a:buSzPts val="1368"/>
              <a:buChar char="🞇"/>
            </a:pPr>
            <a:r>
              <a:rPr lang="en-IN" sz="1800"/>
              <a:t>Set the values of left =0</a:t>
            </a:r>
            <a:endParaRPr/>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otherwise element will be deleted</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And left=left+1</a:t>
            </a:r>
            <a:endParaRPr sz="1800"/>
          </a:p>
        </p:txBody>
      </p:sp>
      <p:sp>
        <p:nvSpPr>
          <p:cNvPr id="1144" name="Google Shape;1144;p87"/>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Delete Left Operation/Circular Effect-</a:t>
            </a:r>
            <a:endParaRPr b="1" sz="2800">
              <a:solidFill>
                <a:schemeClr val="accent1"/>
              </a:solidFill>
              <a:latin typeface="Century Gothic"/>
              <a:ea typeface="Century Gothic"/>
              <a:cs typeface="Century Gothic"/>
              <a:sym typeface="Century Gothic"/>
            </a:endParaRPr>
          </a:p>
        </p:txBody>
      </p:sp>
      <p:pic>
        <p:nvPicPr>
          <p:cNvPr id="1145" name="Google Shape;1145;p87"/>
          <p:cNvPicPr preferRelativeResize="0"/>
          <p:nvPr/>
        </p:nvPicPr>
        <p:blipFill rotWithShape="1">
          <a:blip r:embed="rId3">
            <a:alphaModFix/>
          </a:blip>
          <a:srcRect b="5533" l="3721" r="80550" t="12111"/>
          <a:stretch/>
        </p:blipFill>
        <p:spPr>
          <a:xfrm rot="5400000">
            <a:off x="5527149" y="492447"/>
            <a:ext cx="1868936" cy="4429675"/>
          </a:xfrm>
          <a:prstGeom prst="rect">
            <a:avLst/>
          </a:prstGeom>
          <a:noFill/>
          <a:ln>
            <a:noFill/>
          </a:ln>
        </p:spPr>
      </p:pic>
      <p:pic>
        <p:nvPicPr>
          <p:cNvPr id="1146" name="Google Shape;1146;p87"/>
          <p:cNvPicPr preferRelativeResize="0"/>
          <p:nvPr/>
        </p:nvPicPr>
        <p:blipFill rotWithShape="1">
          <a:blip r:embed="rId4">
            <a:alphaModFix/>
          </a:blip>
          <a:srcRect b="5927" l="19579" r="64239" t="12364"/>
          <a:stretch/>
        </p:blipFill>
        <p:spPr>
          <a:xfrm rot="5400000">
            <a:off x="5498611" y="2771436"/>
            <a:ext cx="1926017" cy="4429673"/>
          </a:xfrm>
          <a:prstGeom prst="rect">
            <a:avLst/>
          </a:prstGeom>
          <a:noFill/>
          <a:ln>
            <a:noFill/>
          </a:ln>
        </p:spPr>
      </p:pic>
      <p:sp>
        <p:nvSpPr>
          <p:cNvPr id="1147" name="Google Shape;1147;p8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148" name="Google Shape;1148;p8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49" name="Google Shape;1149;p8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88"/>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Left Operation</a:t>
            </a:r>
            <a:endParaRPr sz="2800"/>
          </a:p>
        </p:txBody>
      </p:sp>
      <p:sp>
        <p:nvSpPr>
          <p:cNvPr id="1156" name="Google Shape;1156;p88"/>
          <p:cNvSpPr txBox="1"/>
          <p:nvPr>
            <p:ph idx="1" type="body"/>
          </p:nvPr>
        </p:nvSpPr>
        <p:spPr>
          <a:xfrm>
            <a:off x="539552" y="1196752"/>
            <a:ext cx="4354768" cy="460968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lang="en-IN" sz="1600"/>
              <a:t>delete_left()</a:t>
            </a:r>
            <a:endParaRPr sz="1600"/>
          </a:p>
          <a:p>
            <a:pPr indent="0" lvl="0" marL="68580" rtl="0" algn="l">
              <a:spcBef>
                <a:spcPts val="320"/>
              </a:spcBef>
              <a:spcAft>
                <a:spcPts val="0"/>
              </a:spcAft>
              <a:buSzPts val="1216"/>
              <a:buNone/>
            </a:pPr>
            <a:r>
              <a:rPr lang="en-IN" sz="1600"/>
              <a:t>{</a:t>
            </a:r>
            <a:endParaRPr sz="1600"/>
          </a:p>
          <a:p>
            <a:pPr indent="0" lvl="0" marL="68580" rtl="0" algn="l">
              <a:spcBef>
                <a:spcPts val="320"/>
              </a:spcBef>
              <a:spcAft>
                <a:spcPts val="0"/>
              </a:spcAft>
              <a:buSzPts val="1216"/>
              <a:buNone/>
            </a:pPr>
            <a:r>
              <a:rPr lang="en-IN" sz="1600"/>
              <a:t>	if (left == -1)</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printf("Queue Underflow\n");</a:t>
            </a:r>
            <a:endParaRPr sz="1600"/>
          </a:p>
          <a:p>
            <a:pPr indent="0" lvl="0" marL="68580" rtl="0" algn="l">
              <a:spcBef>
                <a:spcPts val="320"/>
              </a:spcBef>
              <a:spcAft>
                <a:spcPts val="0"/>
              </a:spcAft>
              <a:buSzPts val="1216"/>
              <a:buNone/>
            </a:pPr>
            <a:r>
              <a:rPr lang="en-IN" sz="1600"/>
              <a:t>		return ;</a:t>
            </a:r>
            <a:endParaRPr sz="1600"/>
          </a:p>
          <a:p>
            <a:pPr indent="0" lvl="0" marL="68580" rtl="0" algn="l">
              <a:spcBef>
                <a:spcPts val="320"/>
              </a:spcBef>
              <a:spcAft>
                <a:spcPts val="0"/>
              </a:spcAft>
              <a:buSzPts val="1216"/>
              <a:buNone/>
            </a:pPr>
            <a:r>
              <a:rPr lang="en-IN" sz="1600"/>
              <a:t>	}</a:t>
            </a:r>
            <a:endParaRPr sz="1600"/>
          </a:p>
          <a:p>
            <a:pPr indent="0" lvl="0" marL="68580" rtl="0" algn="l">
              <a:spcBef>
                <a:spcPts val="320"/>
              </a:spcBef>
              <a:spcAft>
                <a:spcPts val="0"/>
              </a:spcAft>
              <a:buSzPts val="1216"/>
              <a:buNone/>
            </a:pPr>
            <a:r>
              <a:rPr lang="en-IN" sz="1600"/>
              <a:t>	printf("Element deleted from queue is : %d\n",deque_arr[left]);</a:t>
            </a:r>
            <a:endParaRPr sz="1600"/>
          </a:p>
          <a:p>
            <a:pPr indent="0" lvl="0" marL="68580" rtl="0" algn="l">
              <a:spcBef>
                <a:spcPts val="320"/>
              </a:spcBef>
              <a:spcAft>
                <a:spcPts val="0"/>
              </a:spcAft>
              <a:buSzPts val="1216"/>
              <a:buNone/>
            </a:pPr>
            <a:r>
              <a:rPr lang="en-IN" sz="1600"/>
              <a:t>	</a:t>
            </a:r>
            <a:endParaRPr sz="1600"/>
          </a:p>
        </p:txBody>
      </p:sp>
      <p:sp>
        <p:nvSpPr>
          <p:cNvPr id="1157" name="Google Shape;1157;p88"/>
          <p:cNvSpPr txBox="1"/>
          <p:nvPr>
            <p:ph idx="2" type="body"/>
          </p:nvPr>
        </p:nvSpPr>
        <p:spPr>
          <a:xfrm>
            <a:off x="4355976" y="1340768"/>
            <a:ext cx="4176464" cy="4465671"/>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216"/>
              <a:buNone/>
            </a:pPr>
            <a:r>
              <a:rPr lang="en-IN" sz="1600"/>
              <a:t>if(left == right) /*Queue has only one element */</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left = -1;</a:t>
            </a:r>
            <a:endParaRPr/>
          </a:p>
          <a:p>
            <a:pPr indent="0" lvl="0" marL="68580" rtl="0" algn="l">
              <a:spcBef>
                <a:spcPts val="320"/>
              </a:spcBef>
              <a:spcAft>
                <a:spcPts val="0"/>
              </a:spcAft>
              <a:buSzPts val="1216"/>
              <a:buNone/>
            </a:pPr>
            <a:r>
              <a:rPr lang="en-IN" sz="1600"/>
              <a:t>		right=-1;</a:t>
            </a:r>
            <a:endParaRPr/>
          </a:p>
          <a:p>
            <a:pPr indent="0" lvl="0" marL="68580" rtl="0" algn="l">
              <a:spcBef>
                <a:spcPts val="320"/>
              </a:spcBef>
              <a:spcAft>
                <a:spcPts val="0"/>
              </a:spcAft>
              <a:buSzPts val="1216"/>
              <a:buNone/>
            </a:pPr>
            <a:r>
              <a:rPr lang="en-IN" sz="1600"/>
              <a:t>	}</a:t>
            </a:r>
            <a:endParaRPr/>
          </a:p>
          <a:p>
            <a:pPr indent="0" lvl="0" marL="68580" rtl="0" algn="l">
              <a:spcBef>
                <a:spcPts val="320"/>
              </a:spcBef>
              <a:spcAft>
                <a:spcPts val="0"/>
              </a:spcAft>
              <a:buSzPts val="1216"/>
              <a:buNone/>
            </a:pPr>
            <a:r>
              <a:rPr lang="en-IN" sz="1600"/>
              <a:t>	else</a:t>
            </a:r>
            <a:endParaRPr/>
          </a:p>
          <a:p>
            <a:pPr indent="0" lvl="0" marL="68580" rtl="0" algn="l">
              <a:spcBef>
                <a:spcPts val="320"/>
              </a:spcBef>
              <a:spcAft>
                <a:spcPts val="0"/>
              </a:spcAft>
              <a:buSzPts val="1216"/>
              <a:buNone/>
            </a:pPr>
            <a:r>
              <a:rPr lang="en-IN" sz="1600"/>
              <a:t>		if(left == MAX-1)</a:t>
            </a:r>
            <a:endParaRPr/>
          </a:p>
          <a:p>
            <a:pPr indent="0" lvl="0" marL="68580" rtl="0" algn="l">
              <a:spcBef>
                <a:spcPts val="320"/>
              </a:spcBef>
              <a:spcAft>
                <a:spcPts val="0"/>
              </a:spcAft>
              <a:buSzPts val="1216"/>
              <a:buNone/>
            </a:pPr>
            <a:r>
              <a:rPr lang="en-IN" sz="1600"/>
              <a:t>			left = 0;</a:t>
            </a:r>
            <a:endParaRPr/>
          </a:p>
          <a:p>
            <a:pPr indent="0" lvl="0" marL="68580" rtl="0" algn="l">
              <a:spcBef>
                <a:spcPts val="320"/>
              </a:spcBef>
              <a:spcAft>
                <a:spcPts val="0"/>
              </a:spcAft>
              <a:buSzPts val="1216"/>
              <a:buNone/>
            </a:pPr>
            <a:r>
              <a:rPr lang="en-IN" sz="1600"/>
              <a:t>		else</a:t>
            </a:r>
            <a:endParaRPr/>
          </a:p>
          <a:p>
            <a:pPr indent="0" lvl="0" marL="68580" rtl="0" algn="l">
              <a:spcBef>
                <a:spcPts val="320"/>
              </a:spcBef>
              <a:spcAft>
                <a:spcPts val="0"/>
              </a:spcAft>
              <a:buSzPts val="1216"/>
              <a:buNone/>
            </a:pPr>
            <a:r>
              <a:rPr lang="en-IN" sz="1600"/>
              <a:t>			left = left+1;</a:t>
            </a:r>
            <a:endParaRPr/>
          </a:p>
          <a:p>
            <a:pPr indent="0" lvl="0" marL="68580" rtl="0" algn="l">
              <a:spcBef>
                <a:spcPts val="320"/>
              </a:spcBef>
              <a:spcAft>
                <a:spcPts val="0"/>
              </a:spcAft>
              <a:buSzPts val="1216"/>
              <a:buNone/>
            </a:pPr>
            <a:r>
              <a:rPr lang="en-IN" sz="1600"/>
              <a:t>}/*End of delete_left()*/</a:t>
            </a:r>
            <a:endParaRPr/>
          </a:p>
        </p:txBody>
      </p:sp>
      <p:sp>
        <p:nvSpPr>
          <p:cNvPr id="1158" name="Google Shape;1158;p8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159" name="Google Shape;1159;p8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60" name="Google Shape;1160;p8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89"/>
          <p:cNvSpPr txBox="1"/>
          <p:nvPr>
            <p:ph idx="1" type="body"/>
          </p:nvPr>
        </p:nvSpPr>
        <p:spPr>
          <a:xfrm>
            <a:off x="467545" y="1772816"/>
            <a:ext cx="3771748" cy="369870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right == 0 , then </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Delete the element and </a:t>
            </a:r>
            <a:endParaRPr/>
          </a:p>
          <a:p>
            <a:pPr indent="-274320" lvl="1" marL="640080" rtl="0" algn="l">
              <a:spcBef>
                <a:spcPts val="360"/>
              </a:spcBef>
              <a:spcAft>
                <a:spcPts val="0"/>
              </a:spcAft>
              <a:buSzPts val="1368"/>
              <a:buChar char="🞇"/>
            </a:pPr>
            <a:r>
              <a:rPr lang="en-IN" sz="1800"/>
              <a:t>Set the values of right =MAX-1</a:t>
            </a:r>
            <a:endParaRPr/>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otherwise element will be deleted</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And right=right-1</a:t>
            </a:r>
            <a:endParaRPr sz="1800"/>
          </a:p>
        </p:txBody>
      </p:sp>
      <p:sp>
        <p:nvSpPr>
          <p:cNvPr id="1166" name="Google Shape;1166;p89"/>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Delete Right Operation/Circular Effect-</a:t>
            </a:r>
            <a:endParaRPr b="1" sz="2800">
              <a:solidFill>
                <a:schemeClr val="accent1"/>
              </a:solidFill>
              <a:latin typeface="Century Gothic"/>
              <a:ea typeface="Century Gothic"/>
              <a:cs typeface="Century Gothic"/>
              <a:sym typeface="Century Gothic"/>
            </a:endParaRPr>
          </a:p>
        </p:txBody>
      </p:sp>
      <p:pic>
        <p:nvPicPr>
          <p:cNvPr id="1167" name="Google Shape;1167;p89"/>
          <p:cNvPicPr preferRelativeResize="0"/>
          <p:nvPr/>
        </p:nvPicPr>
        <p:blipFill rotWithShape="1">
          <a:blip r:embed="rId3">
            <a:alphaModFix/>
          </a:blip>
          <a:srcRect b="5533" l="52561" r="30960" t="5561"/>
          <a:stretch/>
        </p:blipFill>
        <p:spPr>
          <a:xfrm rot="5400000">
            <a:off x="5562372" y="241204"/>
            <a:ext cx="1798496" cy="4429672"/>
          </a:xfrm>
          <a:prstGeom prst="rect">
            <a:avLst/>
          </a:prstGeom>
          <a:noFill/>
          <a:ln>
            <a:noFill/>
          </a:ln>
        </p:spPr>
      </p:pic>
      <p:pic>
        <p:nvPicPr>
          <p:cNvPr id="1168" name="Google Shape;1168;p89"/>
          <p:cNvPicPr preferRelativeResize="0"/>
          <p:nvPr/>
        </p:nvPicPr>
        <p:blipFill rotWithShape="1">
          <a:blip r:embed="rId4">
            <a:alphaModFix/>
          </a:blip>
          <a:srcRect b="6601" l="55317" r="27582" t="9081"/>
          <a:stretch/>
        </p:blipFill>
        <p:spPr>
          <a:xfrm rot="5400000">
            <a:off x="5524864" y="2510013"/>
            <a:ext cx="1865666" cy="4436808"/>
          </a:xfrm>
          <a:prstGeom prst="rect">
            <a:avLst/>
          </a:prstGeom>
          <a:noFill/>
          <a:ln>
            <a:noFill/>
          </a:ln>
        </p:spPr>
      </p:pic>
      <p:sp>
        <p:nvSpPr>
          <p:cNvPr id="1169" name="Google Shape;1169;p8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170" name="Google Shape;1170;p8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71" name="Google Shape;1171;p8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90"/>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Delete Right Operation</a:t>
            </a:r>
            <a:endParaRPr sz="2800"/>
          </a:p>
        </p:txBody>
      </p:sp>
      <p:sp>
        <p:nvSpPr>
          <p:cNvPr id="1178" name="Google Shape;1178;p90"/>
          <p:cNvSpPr txBox="1"/>
          <p:nvPr>
            <p:ph idx="1" type="body"/>
          </p:nvPr>
        </p:nvSpPr>
        <p:spPr>
          <a:xfrm>
            <a:off x="323528" y="1196752"/>
            <a:ext cx="4354768" cy="460968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064"/>
              <a:buNone/>
            </a:pPr>
            <a:r>
              <a:rPr lang="en-IN" sz="1400"/>
              <a:t>delete_right()</a:t>
            </a:r>
            <a:endParaRPr/>
          </a:p>
          <a:p>
            <a:pPr indent="0" lvl="0" marL="68580" rtl="0" algn="l">
              <a:spcBef>
                <a:spcPts val="280"/>
              </a:spcBef>
              <a:spcAft>
                <a:spcPts val="0"/>
              </a:spcAft>
              <a:buSzPts val="1064"/>
              <a:buNone/>
            </a:pPr>
            <a:r>
              <a:rPr lang="en-IN" sz="1400"/>
              <a:t>{</a:t>
            </a:r>
            <a:endParaRPr/>
          </a:p>
          <a:p>
            <a:pPr indent="0" lvl="0" marL="68580" rtl="0" algn="l">
              <a:spcBef>
                <a:spcPts val="280"/>
              </a:spcBef>
              <a:spcAft>
                <a:spcPts val="0"/>
              </a:spcAft>
              <a:buSzPts val="1064"/>
              <a:buNone/>
            </a:pPr>
            <a:r>
              <a:rPr lang="en-IN" sz="1400"/>
              <a:t>	if (left == -1)</a:t>
            </a:r>
            <a:endParaRPr/>
          </a:p>
          <a:p>
            <a:pPr indent="0" lvl="0" marL="68580" rtl="0" algn="l">
              <a:spcBef>
                <a:spcPts val="280"/>
              </a:spcBef>
              <a:spcAft>
                <a:spcPts val="0"/>
              </a:spcAft>
              <a:buSzPts val="1064"/>
              <a:buNone/>
            </a:pPr>
            <a:r>
              <a:rPr lang="en-IN" sz="1400"/>
              <a:t>	{</a:t>
            </a:r>
            <a:endParaRPr/>
          </a:p>
          <a:p>
            <a:pPr indent="0" lvl="0" marL="68580" rtl="0" algn="l">
              <a:spcBef>
                <a:spcPts val="280"/>
              </a:spcBef>
              <a:spcAft>
                <a:spcPts val="0"/>
              </a:spcAft>
              <a:buSzPts val="1064"/>
              <a:buNone/>
            </a:pPr>
            <a:r>
              <a:rPr lang="en-IN" sz="1400"/>
              <a:t>		printf("Queue Underflow\n");</a:t>
            </a:r>
            <a:endParaRPr/>
          </a:p>
          <a:p>
            <a:pPr indent="0" lvl="0" marL="68580" rtl="0" algn="l">
              <a:spcBef>
                <a:spcPts val="280"/>
              </a:spcBef>
              <a:spcAft>
                <a:spcPts val="0"/>
              </a:spcAft>
              <a:buSzPts val="1064"/>
              <a:buNone/>
            </a:pPr>
            <a:r>
              <a:rPr lang="en-IN" sz="1400"/>
              <a:t>		return ;</a:t>
            </a:r>
            <a:endParaRPr/>
          </a:p>
          <a:p>
            <a:pPr indent="0" lvl="0" marL="68580" rtl="0" algn="l">
              <a:spcBef>
                <a:spcPts val="280"/>
              </a:spcBef>
              <a:spcAft>
                <a:spcPts val="0"/>
              </a:spcAft>
              <a:buSzPts val="1064"/>
              <a:buNone/>
            </a:pPr>
            <a:r>
              <a:rPr lang="en-IN" sz="1400"/>
              <a:t>	}</a:t>
            </a:r>
            <a:endParaRPr/>
          </a:p>
          <a:p>
            <a:pPr indent="0" lvl="0" marL="68580" rtl="0" algn="l">
              <a:spcBef>
                <a:spcPts val="280"/>
              </a:spcBef>
              <a:spcAft>
                <a:spcPts val="0"/>
              </a:spcAft>
              <a:buSzPts val="1064"/>
              <a:buNone/>
            </a:pPr>
            <a:r>
              <a:rPr lang="en-IN" sz="1400"/>
              <a:t>	printf("Element deleted from queue is : %d\n",deque_arr[right]);</a:t>
            </a:r>
            <a:endParaRPr/>
          </a:p>
        </p:txBody>
      </p:sp>
      <p:sp>
        <p:nvSpPr>
          <p:cNvPr id="1179" name="Google Shape;1179;p90"/>
          <p:cNvSpPr txBox="1"/>
          <p:nvPr>
            <p:ph idx="2" type="body"/>
          </p:nvPr>
        </p:nvSpPr>
        <p:spPr>
          <a:xfrm>
            <a:off x="4716016" y="1340768"/>
            <a:ext cx="4176464" cy="4465671"/>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064"/>
              <a:buNone/>
            </a:pPr>
            <a:r>
              <a:rPr lang="en-IN" sz="1400"/>
              <a:t>if(left == right) /*queue has only one element*/</a:t>
            </a:r>
            <a:endParaRPr/>
          </a:p>
          <a:p>
            <a:pPr indent="0" lvl="0" marL="68580" rtl="0" algn="l">
              <a:spcBef>
                <a:spcPts val="280"/>
              </a:spcBef>
              <a:spcAft>
                <a:spcPts val="0"/>
              </a:spcAft>
              <a:buSzPts val="1064"/>
              <a:buNone/>
            </a:pPr>
            <a:r>
              <a:rPr lang="en-IN" sz="1400"/>
              <a:t>	{</a:t>
            </a:r>
            <a:endParaRPr/>
          </a:p>
          <a:p>
            <a:pPr indent="0" lvl="0" marL="68580" rtl="0" algn="l">
              <a:spcBef>
                <a:spcPts val="280"/>
              </a:spcBef>
              <a:spcAft>
                <a:spcPts val="0"/>
              </a:spcAft>
              <a:buSzPts val="1064"/>
              <a:buNone/>
            </a:pPr>
            <a:r>
              <a:rPr lang="en-IN" sz="1400"/>
              <a:t>		left = -1;</a:t>
            </a:r>
            <a:endParaRPr/>
          </a:p>
          <a:p>
            <a:pPr indent="0" lvl="0" marL="68580" rtl="0" algn="l">
              <a:spcBef>
                <a:spcPts val="280"/>
              </a:spcBef>
              <a:spcAft>
                <a:spcPts val="0"/>
              </a:spcAft>
              <a:buSzPts val="1064"/>
              <a:buNone/>
            </a:pPr>
            <a:r>
              <a:rPr lang="en-IN" sz="1400"/>
              <a:t>		right=-1;</a:t>
            </a:r>
            <a:endParaRPr/>
          </a:p>
          <a:p>
            <a:pPr indent="0" lvl="0" marL="68580" rtl="0" algn="l">
              <a:spcBef>
                <a:spcPts val="280"/>
              </a:spcBef>
              <a:spcAft>
                <a:spcPts val="0"/>
              </a:spcAft>
              <a:buSzPts val="1064"/>
              <a:buNone/>
            </a:pPr>
            <a:r>
              <a:rPr lang="en-IN" sz="1400"/>
              <a:t>	}</a:t>
            </a:r>
            <a:endParaRPr/>
          </a:p>
          <a:p>
            <a:pPr indent="0" lvl="0" marL="68580" rtl="0" algn="l">
              <a:spcBef>
                <a:spcPts val="280"/>
              </a:spcBef>
              <a:spcAft>
                <a:spcPts val="0"/>
              </a:spcAft>
              <a:buSzPts val="1064"/>
              <a:buNone/>
            </a:pPr>
            <a:r>
              <a:rPr lang="en-IN" sz="1400"/>
              <a:t>	else</a:t>
            </a:r>
            <a:endParaRPr/>
          </a:p>
          <a:p>
            <a:pPr indent="0" lvl="0" marL="68580" rtl="0" algn="l">
              <a:spcBef>
                <a:spcPts val="280"/>
              </a:spcBef>
              <a:spcAft>
                <a:spcPts val="0"/>
              </a:spcAft>
              <a:buSzPts val="1064"/>
              <a:buNone/>
            </a:pPr>
            <a:r>
              <a:rPr lang="en-IN" sz="1400"/>
              <a:t>		if(right == 0)</a:t>
            </a:r>
            <a:endParaRPr/>
          </a:p>
          <a:p>
            <a:pPr indent="0" lvl="0" marL="68580" rtl="0" algn="l">
              <a:spcBef>
                <a:spcPts val="280"/>
              </a:spcBef>
              <a:spcAft>
                <a:spcPts val="0"/>
              </a:spcAft>
              <a:buSzPts val="1064"/>
              <a:buNone/>
            </a:pPr>
            <a:r>
              <a:rPr lang="en-IN" sz="1400"/>
              <a:t>			right=MAX-1;</a:t>
            </a:r>
            <a:endParaRPr/>
          </a:p>
          <a:p>
            <a:pPr indent="0" lvl="0" marL="68580" rtl="0" algn="l">
              <a:spcBef>
                <a:spcPts val="280"/>
              </a:spcBef>
              <a:spcAft>
                <a:spcPts val="0"/>
              </a:spcAft>
              <a:buSzPts val="1064"/>
              <a:buNone/>
            </a:pPr>
            <a:r>
              <a:rPr lang="en-IN" sz="1400"/>
              <a:t>		else</a:t>
            </a:r>
            <a:endParaRPr/>
          </a:p>
          <a:p>
            <a:pPr indent="0" lvl="0" marL="68580" rtl="0" algn="l">
              <a:spcBef>
                <a:spcPts val="280"/>
              </a:spcBef>
              <a:spcAft>
                <a:spcPts val="0"/>
              </a:spcAft>
              <a:buSzPts val="1064"/>
              <a:buNone/>
            </a:pPr>
            <a:r>
              <a:rPr lang="en-IN" sz="1400"/>
              <a:t>			right=right-1;</a:t>
            </a:r>
            <a:endParaRPr/>
          </a:p>
          <a:p>
            <a:pPr indent="0" lvl="0" marL="68580" rtl="0" algn="l">
              <a:spcBef>
                <a:spcPts val="280"/>
              </a:spcBef>
              <a:spcAft>
                <a:spcPts val="0"/>
              </a:spcAft>
              <a:buSzPts val="1064"/>
              <a:buNone/>
            </a:pPr>
            <a:r>
              <a:rPr lang="en-IN" sz="1400"/>
              <a:t>}/*End of delete_right() */</a:t>
            </a:r>
            <a:endParaRPr/>
          </a:p>
        </p:txBody>
      </p:sp>
      <p:sp>
        <p:nvSpPr>
          <p:cNvPr id="1180" name="Google Shape;1180;p9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181" name="Google Shape;1181;p9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82" name="Google Shape;1182;p9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91"/>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Same as Circular Queue</a:t>
            </a:r>
            <a:endParaRPr sz="1800"/>
          </a:p>
        </p:txBody>
      </p:sp>
      <p:sp>
        <p:nvSpPr>
          <p:cNvPr id="1188" name="Google Shape;1188;p91"/>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Display Operation/Circular Effect-</a:t>
            </a:r>
            <a:endParaRPr b="1" sz="2800">
              <a:solidFill>
                <a:schemeClr val="accent1"/>
              </a:solidFill>
              <a:latin typeface="Century Gothic"/>
              <a:ea typeface="Century Gothic"/>
              <a:cs typeface="Century Gothic"/>
              <a:sym typeface="Century Gothic"/>
            </a:endParaRPr>
          </a:p>
        </p:txBody>
      </p:sp>
      <p:sp>
        <p:nvSpPr>
          <p:cNvPr id="1189" name="Google Shape;1189;p9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190" name="Google Shape;1190;p9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91" name="Google Shape;1191;p9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92"/>
          <p:cNvSpPr txBox="1"/>
          <p:nvPr>
            <p:ph idx="1" type="body"/>
          </p:nvPr>
        </p:nvSpPr>
        <p:spPr>
          <a:xfrm>
            <a:off x="323528" y="1124744"/>
            <a:ext cx="4138744" cy="5400600"/>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912"/>
              <a:buNone/>
            </a:pPr>
            <a:r>
              <a:rPr lang="en-IN" sz="1200"/>
              <a:t>display_queue()</a:t>
            </a:r>
            <a:endParaRPr sz="1200"/>
          </a:p>
          <a:p>
            <a:pPr indent="0" lvl="0" marL="68580" rtl="0" algn="l">
              <a:spcBef>
                <a:spcPts val="240"/>
              </a:spcBef>
              <a:spcAft>
                <a:spcPts val="0"/>
              </a:spcAft>
              <a:buSzPts val="912"/>
              <a:buNone/>
            </a:pPr>
            <a:r>
              <a:rPr lang="en-IN" sz="1200"/>
              <a:t>{</a:t>
            </a:r>
            <a:endParaRPr sz="1200"/>
          </a:p>
          <a:p>
            <a:pPr indent="0" lvl="0" marL="68580" rtl="0" algn="l">
              <a:spcBef>
                <a:spcPts val="240"/>
              </a:spcBef>
              <a:spcAft>
                <a:spcPts val="0"/>
              </a:spcAft>
              <a:buSzPts val="912"/>
              <a:buNone/>
            </a:pPr>
            <a:r>
              <a:rPr lang="en-IN" sz="1200"/>
              <a:t>	int front_pos = left,rear_pos = right;</a:t>
            </a:r>
            <a:endParaRPr sz="1200"/>
          </a:p>
          <a:p>
            <a:pPr indent="0" lvl="0" marL="68580" rtl="0" algn="l">
              <a:spcBef>
                <a:spcPts val="240"/>
              </a:spcBef>
              <a:spcAft>
                <a:spcPts val="0"/>
              </a:spcAft>
              <a:buSzPts val="912"/>
              <a:buNone/>
            </a:pPr>
            <a:r>
              <a:rPr lang="en-IN" sz="1200"/>
              <a:t>	if(left == -1)</a:t>
            </a:r>
            <a:endParaRPr sz="1200"/>
          </a:p>
          <a:p>
            <a:pPr indent="0" lvl="0" marL="68580" rtl="0" algn="l">
              <a:spcBef>
                <a:spcPts val="240"/>
              </a:spcBef>
              <a:spcAft>
                <a:spcPts val="0"/>
              </a:spcAft>
              <a:buSzPts val="912"/>
              <a:buNone/>
            </a:pPr>
            <a:r>
              <a:rPr lang="en-IN" sz="1200"/>
              <a:t>	{</a:t>
            </a:r>
            <a:endParaRPr sz="1200"/>
          </a:p>
          <a:p>
            <a:pPr indent="0" lvl="0" marL="68580" rtl="0" algn="l">
              <a:spcBef>
                <a:spcPts val="240"/>
              </a:spcBef>
              <a:spcAft>
                <a:spcPts val="0"/>
              </a:spcAft>
              <a:buSzPts val="912"/>
              <a:buNone/>
            </a:pPr>
            <a:r>
              <a:rPr lang="en-IN" sz="1200"/>
              <a:t>		printf("Queue is empty\n");</a:t>
            </a:r>
            <a:endParaRPr sz="1200"/>
          </a:p>
          <a:p>
            <a:pPr indent="0" lvl="0" marL="68580" rtl="0" algn="l">
              <a:spcBef>
                <a:spcPts val="240"/>
              </a:spcBef>
              <a:spcAft>
                <a:spcPts val="0"/>
              </a:spcAft>
              <a:buSzPts val="912"/>
              <a:buNone/>
            </a:pPr>
            <a:r>
              <a:rPr lang="en-IN" sz="1200"/>
              <a:t>		return;</a:t>
            </a:r>
            <a:endParaRPr sz="1200"/>
          </a:p>
          <a:p>
            <a:pPr indent="0" lvl="0" marL="68580" rtl="0" algn="l">
              <a:spcBef>
                <a:spcPts val="240"/>
              </a:spcBef>
              <a:spcAft>
                <a:spcPts val="0"/>
              </a:spcAft>
              <a:buSzPts val="912"/>
              <a:buNone/>
            </a:pPr>
            <a:r>
              <a:rPr lang="en-IN" sz="1200"/>
              <a:t>	}</a:t>
            </a:r>
            <a:endParaRPr sz="1200"/>
          </a:p>
          <a:p>
            <a:pPr indent="0" lvl="0" marL="68580" rtl="0" algn="l">
              <a:spcBef>
                <a:spcPts val="240"/>
              </a:spcBef>
              <a:spcAft>
                <a:spcPts val="0"/>
              </a:spcAft>
              <a:buSzPts val="912"/>
              <a:buNone/>
            </a:pPr>
            <a:r>
              <a:rPr lang="en-IN" sz="1200"/>
              <a:t>	printf("Queue elements :\n");</a:t>
            </a:r>
            <a:endParaRPr sz="1200"/>
          </a:p>
          <a:p>
            <a:pPr indent="0" lvl="0" marL="68580" rtl="0" algn="l">
              <a:spcBef>
                <a:spcPts val="240"/>
              </a:spcBef>
              <a:spcAft>
                <a:spcPts val="0"/>
              </a:spcAft>
              <a:buSzPts val="912"/>
              <a:buNone/>
            </a:pPr>
            <a:r>
              <a:rPr lang="en-IN" sz="1200"/>
              <a:t>	if( front_pos &lt;= rear_pos )</a:t>
            </a:r>
            <a:endParaRPr sz="1200"/>
          </a:p>
          <a:p>
            <a:pPr indent="0" lvl="0" marL="68580" rtl="0" algn="l">
              <a:spcBef>
                <a:spcPts val="240"/>
              </a:spcBef>
              <a:spcAft>
                <a:spcPts val="0"/>
              </a:spcAft>
              <a:buSzPts val="912"/>
              <a:buNone/>
            </a:pPr>
            <a:r>
              <a:rPr lang="en-IN" sz="1200"/>
              <a:t>	{</a:t>
            </a:r>
            <a:endParaRPr sz="1200"/>
          </a:p>
          <a:p>
            <a:pPr indent="0" lvl="0" marL="68580" rtl="0" algn="l">
              <a:spcBef>
                <a:spcPts val="240"/>
              </a:spcBef>
              <a:spcAft>
                <a:spcPts val="0"/>
              </a:spcAft>
              <a:buSzPts val="912"/>
              <a:buNone/>
            </a:pPr>
            <a:r>
              <a:rPr lang="en-IN" sz="1200"/>
              <a:t>		while(front_pos &lt;= rear_pos)</a:t>
            </a:r>
            <a:endParaRPr sz="1200"/>
          </a:p>
          <a:p>
            <a:pPr indent="0" lvl="0" marL="68580" rtl="0" algn="l">
              <a:spcBef>
                <a:spcPts val="240"/>
              </a:spcBef>
              <a:spcAft>
                <a:spcPts val="0"/>
              </a:spcAft>
              <a:buSzPts val="912"/>
              <a:buNone/>
            </a:pPr>
            <a:r>
              <a:rPr lang="en-IN" sz="1200"/>
              <a:t>		{</a:t>
            </a:r>
            <a:endParaRPr sz="1200"/>
          </a:p>
          <a:p>
            <a:pPr indent="0" lvl="0" marL="68580" rtl="0" algn="l">
              <a:spcBef>
                <a:spcPts val="240"/>
              </a:spcBef>
              <a:spcAft>
                <a:spcPts val="0"/>
              </a:spcAft>
              <a:buSzPts val="912"/>
              <a:buNone/>
            </a:pPr>
            <a:r>
              <a:rPr lang="en-IN" sz="1200"/>
              <a:t>			printf("%d ",deque_arr[front_pos]);</a:t>
            </a:r>
            <a:endParaRPr sz="1200"/>
          </a:p>
          <a:p>
            <a:pPr indent="0" lvl="0" marL="68580" rtl="0" algn="l">
              <a:spcBef>
                <a:spcPts val="240"/>
              </a:spcBef>
              <a:spcAft>
                <a:spcPts val="0"/>
              </a:spcAft>
              <a:buSzPts val="912"/>
              <a:buNone/>
            </a:pPr>
            <a:r>
              <a:rPr lang="en-IN" sz="1200"/>
              <a:t>			front_pos++;</a:t>
            </a:r>
            <a:endParaRPr sz="1200"/>
          </a:p>
          <a:p>
            <a:pPr indent="0" lvl="0" marL="68580" rtl="0" algn="l">
              <a:spcBef>
                <a:spcPts val="240"/>
              </a:spcBef>
              <a:spcAft>
                <a:spcPts val="0"/>
              </a:spcAft>
              <a:buSzPts val="912"/>
              <a:buNone/>
            </a:pPr>
            <a:r>
              <a:rPr lang="en-IN" sz="1200"/>
              <a:t>		}</a:t>
            </a:r>
            <a:endParaRPr sz="1200"/>
          </a:p>
          <a:p>
            <a:pPr indent="0" lvl="0" marL="68580" rtl="0" algn="l">
              <a:spcBef>
                <a:spcPts val="240"/>
              </a:spcBef>
              <a:spcAft>
                <a:spcPts val="0"/>
              </a:spcAft>
              <a:buSzPts val="912"/>
              <a:buNone/>
            </a:pPr>
            <a:r>
              <a:rPr lang="en-IN" sz="1200"/>
              <a:t>	}</a:t>
            </a:r>
            <a:endParaRPr sz="1200"/>
          </a:p>
          <a:p>
            <a:pPr indent="0" lvl="0" marL="68580" rtl="0" algn="l">
              <a:spcBef>
                <a:spcPts val="240"/>
              </a:spcBef>
              <a:spcAft>
                <a:spcPts val="0"/>
              </a:spcAft>
              <a:buSzPts val="912"/>
              <a:buNone/>
            </a:pPr>
            <a:r>
              <a:t/>
            </a:r>
            <a:endParaRPr sz="1200"/>
          </a:p>
        </p:txBody>
      </p:sp>
      <p:sp>
        <p:nvSpPr>
          <p:cNvPr id="1197" name="Google Shape;1197;p92"/>
          <p:cNvSpPr txBox="1"/>
          <p:nvPr>
            <p:ph idx="2" type="body"/>
          </p:nvPr>
        </p:nvSpPr>
        <p:spPr>
          <a:xfrm>
            <a:off x="4572000" y="1052736"/>
            <a:ext cx="4464496" cy="5328592"/>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912"/>
              <a:buNone/>
            </a:pPr>
            <a:r>
              <a:rPr lang="en-IN" sz="1200"/>
              <a:t>else</a:t>
            </a:r>
            <a:endParaRPr/>
          </a:p>
          <a:p>
            <a:pPr indent="0" lvl="0" marL="68580" rtl="0" algn="l">
              <a:spcBef>
                <a:spcPts val="240"/>
              </a:spcBef>
              <a:spcAft>
                <a:spcPts val="0"/>
              </a:spcAft>
              <a:buSzPts val="912"/>
              <a:buNone/>
            </a:pPr>
            <a:r>
              <a:rPr lang="en-IN" sz="1200"/>
              <a:t>	{</a:t>
            </a:r>
            <a:endParaRPr/>
          </a:p>
          <a:p>
            <a:pPr indent="0" lvl="0" marL="68580" rtl="0" algn="l">
              <a:spcBef>
                <a:spcPts val="240"/>
              </a:spcBef>
              <a:spcAft>
                <a:spcPts val="0"/>
              </a:spcAft>
              <a:buSzPts val="912"/>
              <a:buNone/>
            </a:pPr>
            <a:r>
              <a:rPr lang="en-IN" sz="1200"/>
              <a:t>		while(front_pos &lt;= MAX-1)</a:t>
            </a:r>
            <a:endParaRPr/>
          </a:p>
          <a:p>
            <a:pPr indent="0" lvl="0" marL="68580" rtl="0" algn="l">
              <a:spcBef>
                <a:spcPts val="240"/>
              </a:spcBef>
              <a:spcAft>
                <a:spcPts val="0"/>
              </a:spcAft>
              <a:buSzPts val="912"/>
              <a:buNone/>
            </a:pPr>
            <a:r>
              <a:rPr lang="en-IN" sz="1200"/>
              <a:t>		{</a:t>
            </a:r>
            <a:endParaRPr/>
          </a:p>
          <a:p>
            <a:pPr indent="0" lvl="0" marL="68580" rtl="0" algn="l">
              <a:spcBef>
                <a:spcPts val="240"/>
              </a:spcBef>
              <a:spcAft>
                <a:spcPts val="0"/>
              </a:spcAft>
              <a:buSzPts val="912"/>
              <a:buNone/>
            </a:pPr>
            <a:r>
              <a:rPr lang="en-IN" sz="1200"/>
              <a:t>			printf("%d ",deque_arr[front_pos]);</a:t>
            </a:r>
            <a:endParaRPr/>
          </a:p>
          <a:p>
            <a:pPr indent="0" lvl="0" marL="68580" rtl="0" algn="l">
              <a:spcBef>
                <a:spcPts val="240"/>
              </a:spcBef>
              <a:spcAft>
                <a:spcPts val="0"/>
              </a:spcAft>
              <a:buSzPts val="912"/>
              <a:buNone/>
            </a:pPr>
            <a:r>
              <a:rPr lang="en-IN" sz="1200"/>
              <a:t>			front_pos++;</a:t>
            </a:r>
            <a:endParaRPr/>
          </a:p>
          <a:p>
            <a:pPr indent="0" lvl="0" marL="68580" rtl="0" algn="l">
              <a:spcBef>
                <a:spcPts val="240"/>
              </a:spcBef>
              <a:spcAft>
                <a:spcPts val="0"/>
              </a:spcAft>
              <a:buSzPts val="912"/>
              <a:buNone/>
            </a:pPr>
            <a:r>
              <a:rPr lang="en-IN" sz="1200"/>
              <a:t>		}</a:t>
            </a:r>
            <a:endParaRPr/>
          </a:p>
          <a:p>
            <a:pPr indent="0" lvl="0" marL="68580" rtl="0" algn="l">
              <a:spcBef>
                <a:spcPts val="240"/>
              </a:spcBef>
              <a:spcAft>
                <a:spcPts val="0"/>
              </a:spcAft>
              <a:buSzPts val="912"/>
              <a:buNone/>
            </a:pPr>
            <a:r>
              <a:rPr lang="en-IN" sz="1200"/>
              <a:t>		front_pos = 0;</a:t>
            </a:r>
            <a:endParaRPr/>
          </a:p>
          <a:p>
            <a:pPr indent="0" lvl="0" marL="68580" rtl="0" algn="l">
              <a:spcBef>
                <a:spcPts val="240"/>
              </a:spcBef>
              <a:spcAft>
                <a:spcPts val="0"/>
              </a:spcAft>
              <a:buSzPts val="912"/>
              <a:buNone/>
            </a:pPr>
            <a:r>
              <a:rPr lang="en-IN" sz="1200"/>
              <a:t>		while(front_pos &lt;= rear_pos)</a:t>
            </a:r>
            <a:endParaRPr/>
          </a:p>
          <a:p>
            <a:pPr indent="0" lvl="0" marL="68580" rtl="0" algn="l">
              <a:spcBef>
                <a:spcPts val="240"/>
              </a:spcBef>
              <a:spcAft>
                <a:spcPts val="0"/>
              </a:spcAft>
              <a:buSzPts val="912"/>
              <a:buNone/>
            </a:pPr>
            <a:r>
              <a:rPr lang="en-IN" sz="1200"/>
              <a:t>		{</a:t>
            </a:r>
            <a:endParaRPr/>
          </a:p>
          <a:p>
            <a:pPr indent="0" lvl="0" marL="68580" rtl="0" algn="l">
              <a:spcBef>
                <a:spcPts val="240"/>
              </a:spcBef>
              <a:spcAft>
                <a:spcPts val="0"/>
              </a:spcAft>
              <a:buSzPts val="912"/>
              <a:buNone/>
            </a:pPr>
            <a:r>
              <a:rPr lang="en-IN" sz="1200"/>
              <a:t>			printf("%d ",deque_arr[front_pos]);</a:t>
            </a:r>
            <a:endParaRPr/>
          </a:p>
          <a:p>
            <a:pPr indent="0" lvl="0" marL="68580" rtl="0" algn="l">
              <a:spcBef>
                <a:spcPts val="240"/>
              </a:spcBef>
              <a:spcAft>
                <a:spcPts val="0"/>
              </a:spcAft>
              <a:buSzPts val="912"/>
              <a:buNone/>
            </a:pPr>
            <a:r>
              <a:rPr lang="en-IN" sz="1200"/>
              <a:t>			front_pos++;</a:t>
            </a:r>
            <a:endParaRPr/>
          </a:p>
          <a:p>
            <a:pPr indent="0" lvl="0" marL="68580" rtl="0" algn="l">
              <a:spcBef>
                <a:spcPts val="240"/>
              </a:spcBef>
              <a:spcAft>
                <a:spcPts val="0"/>
              </a:spcAft>
              <a:buSzPts val="912"/>
              <a:buNone/>
            </a:pPr>
            <a:r>
              <a:rPr lang="en-IN" sz="1200"/>
              <a:t>		}</a:t>
            </a:r>
            <a:endParaRPr/>
          </a:p>
          <a:p>
            <a:pPr indent="0" lvl="0" marL="68580" rtl="0" algn="l">
              <a:spcBef>
                <a:spcPts val="240"/>
              </a:spcBef>
              <a:spcAft>
                <a:spcPts val="0"/>
              </a:spcAft>
              <a:buSzPts val="912"/>
              <a:buNone/>
            </a:pPr>
            <a:r>
              <a:rPr lang="en-IN" sz="1200"/>
              <a:t>	}/*End of else */</a:t>
            </a:r>
            <a:endParaRPr/>
          </a:p>
          <a:p>
            <a:pPr indent="0" lvl="0" marL="68580" rtl="0" algn="l">
              <a:spcBef>
                <a:spcPts val="240"/>
              </a:spcBef>
              <a:spcAft>
                <a:spcPts val="0"/>
              </a:spcAft>
              <a:buSzPts val="912"/>
              <a:buNone/>
            </a:pPr>
            <a:r>
              <a:rPr lang="en-IN" sz="1200"/>
              <a:t>	printf("\n");</a:t>
            </a:r>
            <a:endParaRPr/>
          </a:p>
          <a:p>
            <a:pPr indent="0" lvl="0" marL="68580" rtl="0" algn="l">
              <a:spcBef>
                <a:spcPts val="240"/>
              </a:spcBef>
              <a:spcAft>
                <a:spcPts val="0"/>
              </a:spcAft>
              <a:buSzPts val="912"/>
              <a:buNone/>
            </a:pPr>
            <a:r>
              <a:rPr lang="en-IN" sz="1200"/>
              <a:t>}/*End of display_queue() */ </a:t>
            </a:r>
            <a:endParaRPr/>
          </a:p>
          <a:p>
            <a:pPr indent="0" lvl="0" marL="68580" rtl="0" algn="l">
              <a:spcBef>
                <a:spcPts val="240"/>
              </a:spcBef>
              <a:spcAft>
                <a:spcPts val="0"/>
              </a:spcAft>
              <a:buSzPts val="912"/>
              <a:buNone/>
            </a:pPr>
            <a:r>
              <a:t/>
            </a:r>
            <a:endParaRPr sz="1200"/>
          </a:p>
          <a:p>
            <a:pPr indent="-158496" lvl="0" marL="342900" rtl="0" algn="l">
              <a:spcBef>
                <a:spcPts val="480"/>
              </a:spcBef>
              <a:spcAft>
                <a:spcPts val="0"/>
              </a:spcAft>
              <a:buSzPts val="1824"/>
              <a:buNone/>
            </a:pPr>
            <a:r>
              <a:t/>
            </a:r>
            <a:endParaRPr/>
          </a:p>
          <a:p>
            <a:pPr indent="-158496" lvl="0" marL="342900" rtl="0" algn="l">
              <a:spcBef>
                <a:spcPts val="480"/>
              </a:spcBef>
              <a:spcAft>
                <a:spcPts val="0"/>
              </a:spcAft>
              <a:buSzPts val="1824"/>
              <a:buNone/>
            </a:pPr>
            <a:r>
              <a:t/>
            </a:r>
            <a:endParaRPr/>
          </a:p>
        </p:txBody>
      </p:sp>
      <p:sp>
        <p:nvSpPr>
          <p:cNvPr id="1198" name="Google Shape;1198;p92"/>
          <p:cNvSpPr txBox="1"/>
          <p:nvPr>
            <p:ph type="title"/>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lang="en-IN" sz="2800"/>
              <a:t>Display Operation</a:t>
            </a:r>
            <a:endParaRPr sz="2800"/>
          </a:p>
        </p:txBody>
      </p:sp>
      <p:sp>
        <p:nvSpPr>
          <p:cNvPr id="1199" name="Google Shape;1199;p9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00" name="Google Shape;1200;p9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01" name="Google Shape;1201;p9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93"/>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Priority Queue</a:t>
            </a:r>
            <a:endParaRPr/>
          </a:p>
        </p:txBody>
      </p:sp>
      <p:sp>
        <p:nvSpPr>
          <p:cNvPr id="1207" name="Google Shape;1207;p93"/>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1208" name="Google Shape;1208;p93"/>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01-09-2023</a:t>
            </a:r>
            <a:endParaRPr/>
          </a:p>
        </p:txBody>
      </p:sp>
      <p:sp>
        <p:nvSpPr>
          <p:cNvPr id="1209" name="Google Shape;1209;p93"/>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1210" name="Google Shape;1210;p93"/>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94"/>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b="1" i="1" lang="en-IN"/>
              <a:t>Priority Queue</a:t>
            </a:r>
            <a:endParaRPr/>
          </a:p>
        </p:txBody>
      </p:sp>
      <p:sp>
        <p:nvSpPr>
          <p:cNvPr id="1216" name="Google Shape;1216;p94"/>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i="1" lang="en-IN" sz="2000"/>
              <a:t>A priority queue is a data structure used for storing a set S of elements, based on a key value, which denotes the priority of that element. </a:t>
            </a:r>
            <a:endParaRPr i="1" sz="2000"/>
          </a:p>
          <a:p>
            <a:pPr indent="-177800" lvl="0" marL="342900" rtl="0" algn="l">
              <a:spcBef>
                <a:spcPts val="400"/>
              </a:spcBef>
              <a:spcAft>
                <a:spcPts val="0"/>
              </a:spcAft>
              <a:buSzPts val="1520"/>
              <a:buNone/>
            </a:pPr>
            <a:r>
              <a:t/>
            </a:r>
            <a:endParaRPr i="1" sz="2000"/>
          </a:p>
        </p:txBody>
      </p:sp>
      <p:sp>
        <p:nvSpPr>
          <p:cNvPr id="1217" name="Google Shape;1217;p9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18" name="Google Shape;1218;p9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19" name="Google Shape;1219;p9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95"/>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b="1" i="1" lang="en-IN"/>
              <a:t>Priority Queue</a:t>
            </a:r>
            <a:endParaRPr/>
          </a:p>
        </p:txBody>
      </p:sp>
      <p:sp>
        <p:nvSpPr>
          <p:cNvPr id="1225" name="Google Shape;1225;p9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i="1" lang="en-IN" sz="2000"/>
              <a:t>The priority determines the order in which they exit the queue</a:t>
            </a:r>
            <a:r>
              <a:rPr b="1" i="1" lang="en-IN" sz="2000"/>
              <a:t>. </a:t>
            </a:r>
            <a:endParaRPr b="1" i="1" sz="2000"/>
          </a:p>
          <a:p>
            <a:pPr indent="-274320" lvl="0" marL="342900" rtl="0" algn="l">
              <a:spcBef>
                <a:spcPts val="400"/>
              </a:spcBef>
              <a:spcAft>
                <a:spcPts val="0"/>
              </a:spcAft>
              <a:buSzPts val="1520"/>
              <a:buChar char="🞇"/>
            </a:pPr>
            <a:r>
              <a:rPr i="1" lang="en-IN" sz="2000"/>
              <a:t>Every element of queue has some priority and based on that priority it will be processed.</a:t>
            </a:r>
            <a:endParaRPr/>
          </a:p>
          <a:p>
            <a:pPr indent="-177800" lvl="0" marL="342900" rtl="0" algn="l">
              <a:spcBef>
                <a:spcPts val="400"/>
              </a:spcBef>
              <a:spcAft>
                <a:spcPts val="0"/>
              </a:spcAft>
              <a:buSzPts val="1520"/>
              <a:buNone/>
            </a:pPr>
            <a:r>
              <a:t/>
            </a:r>
            <a:endParaRPr i="1" sz="2000"/>
          </a:p>
        </p:txBody>
      </p:sp>
      <p:sp>
        <p:nvSpPr>
          <p:cNvPr id="1226" name="Google Shape;1226;p9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27" name="Google Shape;1227;p9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28" name="Google Shape;1228;p9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96"/>
          <p:cNvSpPr txBox="1"/>
          <p:nvPr>
            <p:ph idx="1" type="body"/>
          </p:nvPr>
        </p:nvSpPr>
        <p:spPr>
          <a:xfrm>
            <a:off x="1043608" y="191683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Element of higher priority will be processed/removed before the element that has low priority</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With 2 elements of same priority, FIFO rule will be the tie breaker</a:t>
            </a:r>
            <a:endParaRPr/>
          </a:p>
          <a:p>
            <a:pPr indent="-274320" lvl="1" marL="640080" rtl="0" algn="l">
              <a:spcBef>
                <a:spcPts val="360"/>
              </a:spcBef>
              <a:spcAft>
                <a:spcPts val="0"/>
              </a:spcAft>
              <a:buSzPts val="1368"/>
              <a:buChar char="🞇"/>
            </a:pPr>
            <a:r>
              <a:rPr lang="en-IN" sz="1800"/>
              <a:t>The element that comes first in the queue , will be processed first.</a:t>
            </a:r>
            <a:endParaRPr/>
          </a:p>
          <a:p>
            <a:pPr indent="-177800" lvl="0" marL="342900" rtl="0" algn="l">
              <a:spcBef>
                <a:spcPts val="400"/>
              </a:spcBef>
              <a:spcAft>
                <a:spcPts val="0"/>
              </a:spcAft>
              <a:buSzPts val="1520"/>
              <a:buNone/>
            </a:pPr>
            <a:r>
              <a:t/>
            </a:r>
            <a:endParaRPr sz="2000"/>
          </a:p>
          <a:p>
            <a:pPr indent="-187452" lvl="0" marL="342900" rtl="0" algn="l">
              <a:spcBef>
                <a:spcPts val="360"/>
              </a:spcBef>
              <a:spcAft>
                <a:spcPts val="0"/>
              </a:spcAft>
              <a:buSzPts val="1368"/>
              <a:buNone/>
            </a:pPr>
            <a:r>
              <a:t/>
            </a:r>
            <a:endParaRPr sz="1800"/>
          </a:p>
        </p:txBody>
      </p:sp>
      <p:sp>
        <p:nvSpPr>
          <p:cNvPr id="1234" name="Google Shape;1234;p96"/>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Priority Queue</a:t>
            </a:r>
            <a:endParaRPr b="1" sz="2800">
              <a:solidFill>
                <a:schemeClr val="accent1"/>
              </a:solidFill>
              <a:latin typeface="Century Gothic"/>
              <a:ea typeface="Century Gothic"/>
              <a:cs typeface="Century Gothic"/>
              <a:sym typeface="Century Gothic"/>
            </a:endParaRPr>
          </a:p>
        </p:txBody>
      </p:sp>
      <p:sp>
        <p:nvSpPr>
          <p:cNvPr id="1235" name="Google Shape;1235;p9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36" name="Google Shape;1236;p9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37" name="Google Shape;1237;p9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97"/>
          <p:cNvSpPr txBox="1"/>
          <p:nvPr>
            <p:ph idx="1" type="body"/>
          </p:nvPr>
        </p:nvSpPr>
        <p:spPr>
          <a:xfrm>
            <a:off x="1043608" y="191683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Generally </a:t>
            </a:r>
            <a:endParaRPr/>
          </a:p>
          <a:p>
            <a:pPr indent="-274320" lvl="0" marL="342900" rtl="0" algn="l">
              <a:spcBef>
                <a:spcPts val="400"/>
              </a:spcBef>
              <a:spcAft>
                <a:spcPts val="0"/>
              </a:spcAft>
              <a:buSzPts val="1520"/>
              <a:buChar char="🞇"/>
            </a:pPr>
            <a:r>
              <a:rPr lang="en-IN" sz="2000"/>
              <a:t>Smaller Numbers =&gt; Higher Priorities</a:t>
            </a:r>
            <a:endParaRPr/>
          </a:p>
          <a:p>
            <a:pPr indent="-274320" lvl="0" marL="342900" rtl="0" algn="l">
              <a:spcBef>
                <a:spcPts val="400"/>
              </a:spcBef>
              <a:spcAft>
                <a:spcPts val="0"/>
              </a:spcAft>
              <a:buSzPts val="1520"/>
              <a:buChar char="🞇"/>
            </a:pPr>
            <a:r>
              <a:rPr lang="en-IN" sz="2000"/>
              <a:t>Bigger Numbers =&gt;Lower Priority</a:t>
            </a:r>
            <a:endParaRPr sz="1800"/>
          </a:p>
          <a:p>
            <a:pPr indent="-177800" lvl="0" marL="342900" rtl="0" algn="l">
              <a:spcBef>
                <a:spcPts val="400"/>
              </a:spcBef>
              <a:spcAft>
                <a:spcPts val="0"/>
              </a:spcAft>
              <a:buSzPts val="1520"/>
              <a:buNone/>
            </a:pPr>
            <a:r>
              <a:t/>
            </a:r>
            <a:endParaRPr sz="2000"/>
          </a:p>
          <a:p>
            <a:pPr indent="-187452" lvl="0" marL="342900" rtl="0" algn="l">
              <a:spcBef>
                <a:spcPts val="360"/>
              </a:spcBef>
              <a:spcAft>
                <a:spcPts val="0"/>
              </a:spcAft>
              <a:buSzPts val="1368"/>
              <a:buNone/>
            </a:pPr>
            <a:r>
              <a:t/>
            </a:r>
            <a:endParaRPr sz="1800"/>
          </a:p>
        </p:txBody>
      </p:sp>
      <p:sp>
        <p:nvSpPr>
          <p:cNvPr id="1243" name="Google Shape;1243;p97"/>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Priority Queue</a:t>
            </a:r>
            <a:endParaRPr b="1" sz="2800">
              <a:solidFill>
                <a:schemeClr val="accent1"/>
              </a:solidFill>
              <a:latin typeface="Century Gothic"/>
              <a:ea typeface="Century Gothic"/>
              <a:cs typeface="Century Gothic"/>
              <a:sym typeface="Century Gothic"/>
            </a:endParaRPr>
          </a:p>
        </p:txBody>
      </p:sp>
      <p:sp>
        <p:nvSpPr>
          <p:cNvPr id="1244" name="Google Shape;1244;p9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45" name="Google Shape;1245;p9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46" name="Google Shape;1246;p9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98"/>
          <p:cNvSpPr txBox="1"/>
          <p:nvPr>
            <p:ph idx="1" type="body"/>
          </p:nvPr>
        </p:nvSpPr>
        <p:spPr>
          <a:xfrm>
            <a:off x="1043608" y="191683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In computer implementation, Priority Queue is used In CPU scheduling algorithm.</a:t>
            </a:r>
            <a:endParaRPr/>
          </a:p>
          <a:p>
            <a:pPr indent="-274320" lvl="0" marL="342900" rtl="0" algn="l">
              <a:spcBef>
                <a:spcPts val="400"/>
              </a:spcBef>
              <a:spcAft>
                <a:spcPts val="0"/>
              </a:spcAft>
              <a:buSzPts val="1520"/>
              <a:buChar char="🞇"/>
            </a:pPr>
            <a:r>
              <a:rPr lang="en-IN" sz="2000"/>
              <a:t>Processes with Higher priority are allocated the CPU first.</a:t>
            </a:r>
            <a:endParaRPr sz="1800"/>
          </a:p>
        </p:txBody>
      </p:sp>
      <p:sp>
        <p:nvSpPr>
          <p:cNvPr id="1252" name="Google Shape;1252;p98"/>
          <p:cNvSpPr txBox="1"/>
          <p:nvPr/>
        </p:nvSpPr>
        <p:spPr>
          <a:xfrm>
            <a:off x="467544" y="739632"/>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Priority Queue</a:t>
            </a:r>
            <a:endParaRPr b="1" sz="2800">
              <a:solidFill>
                <a:schemeClr val="accent1"/>
              </a:solidFill>
              <a:latin typeface="Century Gothic"/>
              <a:ea typeface="Century Gothic"/>
              <a:cs typeface="Century Gothic"/>
              <a:sym typeface="Century Gothic"/>
            </a:endParaRPr>
          </a:p>
        </p:txBody>
      </p:sp>
      <p:sp>
        <p:nvSpPr>
          <p:cNvPr id="1253" name="Google Shape;1253;p9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54" name="Google Shape;1254;p9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55" name="Google Shape;1255;p9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99"/>
          <p:cNvSpPr txBox="1"/>
          <p:nvPr>
            <p:ph idx="1" type="body"/>
          </p:nvPr>
        </p:nvSpPr>
        <p:spPr>
          <a:xfrm>
            <a:off x="971600" y="1412776"/>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Structure of Linked List-</a:t>
            </a:r>
            <a:endParaRPr/>
          </a:p>
          <a:p>
            <a:pPr indent="0" lvl="0" marL="68580" rtl="0" algn="l">
              <a:spcBef>
                <a:spcPts val="400"/>
              </a:spcBef>
              <a:spcAft>
                <a:spcPts val="0"/>
              </a:spcAft>
              <a:buSzPts val="1520"/>
              <a:buNone/>
            </a:pPr>
            <a:r>
              <a:rPr lang="en-IN" sz="2000"/>
              <a:t>	struct pq{</a:t>
            </a:r>
            <a:endParaRPr/>
          </a:p>
          <a:p>
            <a:pPr indent="0" lvl="0" marL="68580" rtl="0" algn="l">
              <a:spcBef>
                <a:spcPts val="400"/>
              </a:spcBef>
              <a:spcAft>
                <a:spcPts val="0"/>
              </a:spcAft>
              <a:buSzPts val="1520"/>
              <a:buNone/>
            </a:pPr>
            <a:r>
              <a:rPr lang="en-IN" sz="2000"/>
              <a:t>		int priority;</a:t>
            </a:r>
            <a:endParaRPr/>
          </a:p>
          <a:p>
            <a:pPr indent="0" lvl="0" marL="68580" rtl="0" algn="l">
              <a:spcBef>
                <a:spcPts val="400"/>
              </a:spcBef>
              <a:spcAft>
                <a:spcPts val="0"/>
              </a:spcAft>
              <a:buSzPts val="1520"/>
              <a:buNone/>
            </a:pPr>
            <a:r>
              <a:rPr lang="en-IN" sz="2000"/>
              <a:t>		int data;</a:t>
            </a:r>
            <a:endParaRPr/>
          </a:p>
          <a:p>
            <a:pPr indent="0" lvl="0" marL="68580" rtl="0" algn="l">
              <a:spcBef>
                <a:spcPts val="400"/>
              </a:spcBef>
              <a:spcAft>
                <a:spcPts val="0"/>
              </a:spcAft>
              <a:buSzPts val="1520"/>
              <a:buNone/>
            </a:pPr>
            <a:r>
              <a:rPr lang="en-IN" sz="2000"/>
              <a:t>		struct pq *link;</a:t>
            </a:r>
            <a:endParaRPr/>
          </a:p>
          <a:p>
            <a:pPr indent="0" lvl="0" marL="68580" rtl="0" algn="l">
              <a:spcBef>
                <a:spcPts val="400"/>
              </a:spcBef>
              <a:spcAft>
                <a:spcPts val="0"/>
              </a:spcAft>
              <a:buSzPts val="1520"/>
              <a:buNone/>
            </a:pPr>
            <a:r>
              <a:rPr lang="en-IN" sz="2000"/>
              <a:t>		}</a:t>
            </a:r>
            <a:endParaRPr/>
          </a:p>
          <a:p>
            <a:pPr indent="0" lvl="0" marL="68580" rtl="0" algn="l">
              <a:spcBef>
                <a:spcPts val="240"/>
              </a:spcBef>
              <a:spcAft>
                <a:spcPts val="0"/>
              </a:spcAft>
              <a:buSzPts val="912"/>
              <a:buNone/>
            </a:pPr>
            <a:r>
              <a:t/>
            </a:r>
            <a:endParaRPr sz="1200"/>
          </a:p>
          <a:p>
            <a:pPr indent="-187452" lvl="0" marL="342900" rtl="0" algn="l">
              <a:spcBef>
                <a:spcPts val="360"/>
              </a:spcBef>
              <a:spcAft>
                <a:spcPts val="0"/>
              </a:spcAft>
              <a:buSzPts val="1368"/>
              <a:buNone/>
            </a:pPr>
            <a:r>
              <a:t/>
            </a:r>
            <a:endParaRPr sz="1800"/>
          </a:p>
        </p:txBody>
      </p:sp>
      <p:sp>
        <p:nvSpPr>
          <p:cNvPr id="1261" name="Google Shape;1261;p99"/>
          <p:cNvSpPr txBox="1"/>
          <p:nvPr/>
        </p:nvSpPr>
        <p:spPr>
          <a:xfrm>
            <a:off x="467544" y="739632"/>
            <a:ext cx="8208912"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Linked List Implementation of Priority Queue</a:t>
            </a:r>
            <a:endParaRPr b="1" sz="2800">
              <a:solidFill>
                <a:schemeClr val="accent1"/>
              </a:solidFill>
              <a:latin typeface="Century Gothic"/>
              <a:ea typeface="Century Gothic"/>
              <a:cs typeface="Century Gothic"/>
              <a:sym typeface="Century Gothic"/>
            </a:endParaRPr>
          </a:p>
        </p:txBody>
      </p:sp>
      <p:pic>
        <p:nvPicPr>
          <p:cNvPr id="1262" name="Google Shape;1262;p99"/>
          <p:cNvPicPr preferRelativeResize="0"/>
          <p:nvPr/>
        </p:nvPicPr>
        <p:blipFill rotWithShape="1">
          <a:blip r:embed="rId3">
            <a:alphaModFix/>
          </a:blip>
          <a:srcRect b="0" l="57407" r="6600" t="0"/>
          <a:stretch/>
        </p:blipFill>
        <p:spPr>
          <a:xfrm rot="-5400000">
            <a:off x="3646376" y="1501689"/>
            <a:ext cx="1851248" cy="6858000"/>
          </a:xfrm>
          <a:prstGeom prst="rect">
            <a:avLst/>
          </a:prstGeom>
          <a:noFill/>
          <a:ln>
            <a:noFill/>
          </a:ln>
        </p:spPr>
      </p:pic>
      <p:sp>
        <p:nvSpPr>
          <p:cNvPr id="1263" name="Google Shape;1263;p9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64" name="Google Shape;1264;p9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65" name="Google Shape;1265;p9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00"/>
          <p:cNvSpPr txBox="1"/>
          <p:nvPr>
            <p:ph idx="1" type="body"/>
          </p:nvPr>
        </p:nvSpPr>
        <p:spPr>
          <a:xfrm>
            <a:off x="1043608" y="191683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Similar to other Queues, Priority Queues also have :</a:t>
            </a:r>
            <a:endParaRPr/>
          </a:p>
          <a:p>
            <a:pPr indent="-274320" lvl="0" marL="342900" rtl="0" algn="l">
              <a:spcBef>
                <a:spcPts val="400"/>
              </a:spcBef>
              <a:spcAft>
                <a:spcPts val="0"/>
              </a:spcAft>
              <a:buSzPts val="1520"/>
              <a:buChar char="🞇"/>
            </a:pPr>
            <a:r>
              <a:rPr b="1" lang="en-IN" sz="2000"/>
              <a:t>Add Operation </a:t>
            </a:r>
            <a:endParaRPr/>
          </a:p>
          <a:p>
            <a:pPr indent="-274320" lvl="0" marL="342900" rtl="0" algn="l">
              <a:spcBef>
                <a:spcPts val="400"/>
              </a:spcBef>
              <a:spcAft>
                <a:spcPts val="0"/>
              </a:spcAft>
              <a:buSzPts val="1520"/>
              <a:buChar char="🞇"/>
            </a:pPr>
            <a:r>
              <a:rPr b="1" lang="en-IN" sz="2000"/>
              <a:t>Deletion Operation</a:t>
            </a:r>
            <a:endParaRPr sz="2000"/>
          </a:p>
          <a:p>
            <a:pPr indent="0" lvl="0" marL="68580" rtl="0" algn="l">
              <a:spcBef>
                <a:spcPts val="240"/>
              </a:spcBef>
              <a:spcAft>
                <a:spcPts val="0"/>
              </a:spcAft>
              <a:buSzPts val="912"/>
              <a:buNone/>
            </a:pPr>
            <a:r>
              <a:t/>
            </a:r>
            <a:endParaRPr sz="1200"/>
          </a:p>
          <a:p>
            <a:pPr indent="-187452" lvl="0" marL="342900" rtl="0" algn="l">
              <a:spcBef>
                <a:spcPts val="360"/>
              </a:spcBef>
              <a:spcAft>
                <a:spcPts val="0"/>
              </a:spcAft>
              <a:buSzPts val="1368"/>
              <a:buNone/>
            </a:pPr>
            <a:r>
              <a:t/>
            </a:r>
            <a:endParaRPr sz="1800"/>
          </a:p>
        </p:txBody>
      </p:sp>
      <p:sp>
        <p:nvSpPr>
          <p:cNvPr id="1271" name="Google Shape;1271;p100"/>
          <p:cNvSpPr txBox="1"/>
          <p:nvPr/>
        </p:nvSpPr>
        <p:spPr>
          <a:xfrm>
            <a:off x="467544" y="739632"/>
            <a:ext cx="8208912"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Operations in Priority Queue</a:t>
            </a:r>
            <a:endParaRPr b="1" sz="2800">
              <a:solidFill>
                <a:schemeClr val="accent1"/>
              </a:solidFill>
              <a:latin typeface="Century Gothic"/>
              <a:ea typeface="Century Gothic"/>
              <a:cs typeface="Century Gothic"/>
              <a:sym typeface="Century Gothic"/>
            </a:endParaRPr>
          </a:p>
        </p:txBody>
      </p:sp>
      <p:sp>
        <p:nvSpPr>
          <p:cNvPr id="1272" name="Google Shape;1272;p10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73" name="Google Shape;1273;p10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74" name="Google Shape;1274;p10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101"/>
          <p:cNvSpPr txBox="1"/>
          <p:nvPr>
            <p:ph idx="1" type="body"/>
          </p:nvPr>
        </p:nvSpPr>
        <p:spPr>
          <a:xfrm>
            <a:off x="1043608" y="191683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Same as Insertion in Sorted Linked List</a:t>
            </a:r>
            <a:endParaRPr/>
          </a:p>
          <a:p>
            <a:pPr indent="-274320" lvl="0" marL="342900" rtl="0" algn="l">
              <a:spcBef>
                <a:spcPts val="400"/>
              </a:spcBef>
              <a:spcAft>
                <a:spcPts val="0"/>
              </a:spcAft>
              <a:buSzPts val="1520"/>
              <a:buChar char="🞇"/>
            </a:pPr>
            <a:r>
              <a:rPr lang="en-IN" sz="2000"/>
              <a:t>Insert the new element on the basis of priority of element</a:t>
            </a:r>
            <a:endParaRPr/>
          </a:p>
          <a:p>
            <a:pPr indent="-274320" lvl="0" marL="342900" rtl="0" algn="l">
              <a:spcBef>
                <a:spcPts val="400"/>
              </a:spcBef>
              <a:spcAft>
                <a:spcPts val="0"/>
              </a:spcAft>
              <a:buSzPts val="1520"/>
              <a:buChar char="🞇"/>
            </a:pPr>
            <a:r>
              <a:rPr b="1" lang="en-IN" sz="2000"/>
              <a:t>The new element will be inserted before the element which has less priority than new element</a:t>
            </a:r>
            <a:endParaRPr/>
          </a:p>
          <a:p>
            <a:pPr indent="-216408" lvl="0" marL="342900" rtl="0" algn="l">
              <a:spcBef>
                <a:spcPts val="240"/>
              </a:spcBef>
              <a:spcAft>
                <a:spcPts val="0"/>
              </a:spcAft>
              <a:buSzPts val="912"/>
              <a:buNone/>
            </a:pPr>
            <a:r>
              <a:t/>
            </a:r>
            <a:endParaRPr sz="1200"/>
          </a:p>
          <a:p>
            <a:pPr indent="-187452" lvl="0" marL="342900" rtl="0" algn="l">
              <a:spcBef>
                <a:spcPts val="360"/>
              </a:spcBef>
              <a:spcAft>
                <a:spcPts val="0"/>
              </a:spcAft>
              <a:buSzPts val="1368"/>
              <a:buNone/>
            </a:pPr>
            <a:r>
              <a:t/>
            </a:r>
            <a:endParaRPr sz="1800"/>
          </a:p>
        </p:txBody>
      </p:sp>
      <p:sp>
        <p:nvSpPr>
          <p:cNvPr id="1280" name="Google Shape;1280;p101"/>
          <p:cNvSpPr txBox="1"/>
          <p:nvPr/>
        </p:nvSpPr>
        <p:spPr>
          <a:xfrm>
            <a:off x="467544" y="739632"/>
            <a:ext cx="8208912"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Add Operation in Priority Queue</a:t>
            </a:r>
            <a:endParaRPr b="1" sz="2800">
              <a:solidFill>
                <a:schemeClr val="accent1"/>
              </a:solidFill>
              <a:latin typeface="Century Gothic"/>
              <a:ea typeface="Century Gothic"/>
              <a:cs typeface="Century Gothic"/>
              <a:sym typeface="Century Gothic"/>
            </a:endParaRPr>
          </a:p>
        </p:txBody>
      </p:sp>
      <p:pic>
        <p:nvPicPr>
          <p:cNvPr id="1281" name="Google Shape;1281;p101"/>
          <p:cNvPicPr preferRelativeResize="0"/>
          <p:nvPr/>
        </p:nvPicPr>
        <p:blipFill rotWithShape="1">
          <a:blip r:embed="rId3">
            <a:alphaModFix/>
          </a:blip>
          <a:srcRect b="0" l="52828" r="21044" t="0"/>
          <a:stretch/>
        </p:blipFill>
        <p:spPr>
          <a:xfrm rot="-5400000">
            <a:off x="3478204" y="1440160"/>
            <a:ext cx="2160240" cy="6858000"/>
          </a:xfrm>
          <a:prstGeom prst="rect">
            <a:avLst/>
          </a:prstGeom>
          <a:noFill/>
          <a:ln>
            <a:noFill/>
          </a:ln>
        </p:spPr>
      </p:pic>
      <p:sp>
        <p:nvSpPr>
          <p:cNvPr id="1282" name="Google Shape;1282;p10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83" name="Google Shape;1283;p10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84" name="Google Shape;1284;p10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02"/>
          <p:cNvSpPr txBox="1"/>
          <p:nvPr>
            <p:ph idx="1" type="body"/>
          </p:nvPr>
        </p:nvSpPr>
        <p:spPr>
          <a:xfrm>
            <a:off x="1043608" y="191683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Deletion of First element of the linked list because it has more priority than other elements of Queue</a:t>
            </a:r>
            <a:endParaRPr sz="1800"/>
          </a:p>
        </p:txBody>
      </p:sp>
      <p:sp>
        <p:nvSpPr>
          <p:cNvPr id="1290" name="Google Shape;1290;p102"/>
          <p:cNvSpPr txBox="1"/>
          <p:nvPr/>
        </p:nvSpPr>
        <p:spPr>
          <a:xfrm>
            <a:off x="467544" y="739632"/>
            <a:ext cx="8208912"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Deletion Operation in Priority Queue</a:t>
            </a:r>
            <a:endParaRPr b="1" sz="2800">
              <a:solidFill>
                <a:schemeClr val="accent1"/>
              </a:solidFill>
              <a:latin typeface="Century Gothic"/>
              <a:ea typeface="Century Gothic"/>
              <a:cs typeface="Century Gothic"/>
              <a:sym typeface="Century Gothic"/>
            </a:endParaRPr>
          </a:p>
        </p:txBody>
      </p:sp>
      <p:pic>
        <p:nvPicPr>
          <p:cNvPr id="1291" name="Google Shape;1291;p102"/>
          <p:cNvPicPr preferRelativeResize="0"/>
          <p:nvPr/>
        </p:nvPicPr>
        <p:blipFill rotWithShape="1">
          <a:blip r:embed="rId3">
            <a:alphaModFix/>
          </a:blip>
          <a:srcRect b="5757" l="5691" r="66565" t="0"/>
          <a:stretch/>
        </p:blipFill>
        <p:spPr>
          <a:xfrm rot="-5400000">
            <a:off x="3355537" y="784415"/>
            <a:ext cx="2388306" cy="6813377"/>
          </a:xfrm>
          <a:prstGeom prst="rect">
            <a:avLst/>
          </a:prstGeom>
          <a:noFill/>
          <a:ln>
            <a:noFill/>
          </a:ln>
        </p:spPr>
      </p:pic>
      <p:sp>
        <p:nvSpPr>
          <p:cNvPr id="1292" name="Google Shape;1292;p10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293" name="Google Shape;1293;p10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94" name="Google Shape;1294;p10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103"/>
          <p:cNvSpPr txBox="1"/>
          <p:nvPr>
            <p:ph idx="1" type="body"/>
          </p:nvPr>
        </p:nvSpPr>
        <p:spPr>
          <a:xfrm>
            <a:off x="1043608" y="191683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1) CPU Scheduling</a:t>
            </a:r>
            <a:endParaRPr/>
          </a:p>
          <a:p>
            <a:pPr indent="0" lvl="0" marL="68580" rtl="0" algn="l">
              <a:spcBef>
                <a:spcPts val="400"/>
              </a:spcBef>
              <a:spcAft>
                <a:spcPts val="0"/>
              </a:spcAft>
              <a:buSzPts val="1520"/>
              <a:buNone/>
            </a:pPr>
            <a:r>
              <a:rPr lang="en-IN" sz="2000"/>
              <a:t>2) Graph algorithms like Dijkstra’s shortest path algorithm, Prim’s Minimum Spanning Tree, etc</a:t>
            </a:r>
            <a:endParaRPr sz="2000"/>
          </a:p>
          <a:p>
            <a:pPr indent="0" lvl="0" marL="68580" rtl="0" algn="l">
              <a:spcBef>
                <a:spcPts val="400"/>
              </a:spcBef>
              <a:spcAft>
                <a:spcPts val="0"/>
              </a:spcAft>
              <a:buSzPts val="1520"/>
              <a:buNone/>
            </a:pPr>
            <a:r>
              <a:rPr lang="en-IN" sz="2000"/>
              <a:t>3) All queue applications where priority is involved. </a:t>
            </a:r>
            <a:endParaRPr sz="1800"/>
          </a:p>
        </p:txBody>
      </p:sp>
      <p:sp>
        <p:nvSpPr>
          <p:cNvPr id="1300" name="Google Shape;1300;p103"/>
          <p:cNvSpPr txBox="1"/>
          <p:nvPr/>
        </p:nvSpPr>
        <p:spPr>
          <a:xfrm>
            <a:off x="467544" y="739632"/>
            <a:ext cx="8208912"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1" lang="en-IN" sz="2800">
                <a:solidFill>
                  <a:schemeClr val="accent1"/>
                </a:solidFill>
                <a:latin typeface="Century Gothic"/>
                <a:ea typeface="Century Gothic"/>
                <a:cs typeface="Century Gothic"/>
                <a:sym typeface="Century Gothic"/>
              </a:rPr>
              <a:t>Applications of Priority Queue</a:t>
            </a:r>
            <a:endParaRPr b="1" sz="2800">
              <a:solidFill>
                <a:schemeClr val="accent1"/>
              </a:solidFill>
              <a:latin typeface="Century Gothic"/>
              <a:ea typeface="Century Gothic"/>
              <a:cs typeface="Century Gothic"/>
              <a:sym typeface="Century Gothic"/>
            </a:endParaRPr>
          </a:p>
        </p:txBody>
      </p:sp>
      <p:sp>
        <p:nvSpPr>
          <p:cNvPr id="1301" name="Google Shape;1301;p10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302" name="Google Shape;1302;p10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03" name="Google Shape;1303;p10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05"/>
          <p:cNvSpPr txBox="1"/>
          <p:nvPr>
            <p:ph idx="1" type="body"/>
          </p:nvPr>
        </p:nvSpPr>
        <p:spPr>
          <a:xfrm>
            <a:off x="1043492" y="1052736"/>
            <a:ext cx="6777317" cy="4779893"/>
          </a:xfrm>
          <a:prstGeom prst="rect">
            <a:avLst/>
          </a:prstGeom>
          <a:noFill/>
          <a:ln>
            <a:noFill/>
          </a:ln>
        </p:spPr>
        <p:txBody>
          <a:bodyPr anchorCtr="0" anchor="t" bIns="45700" lIns="91425" spcFirstLastPara="1" rIns="91425" wrap="square" tIns="45700">
            <a:normAutofit fontScale="92500" lnSpcReduction="20000"/>
          </a:bodyPr>
          <a:lstStyle/>
          <a:p>
            <a:pPr indent="0" lvl="0" marL="68580" rtl="0" algn="l">
              <a:spcBef>
                <a:spcPts val="0"/>
              </a:spcBef>
              <a:spcAft>
                <a:spcPts val="0"/>
              </a:spcAft>
              <a:buSzPct val="76000"/>
              <a:buNone/>
            </a:pPr>
            <a:r>
              <a:rPr b="1" lang="en-IN" sz="2100"/>
              <a:t>GATE | GATE-CS-2016 (Set 1) | Question 20</a:t>
            </a:r>
            <a:endParaRPr/>
          </a:p>
          <a:p>
            <a:pPr indent="0" lvl="0" marL="68580" rtl="0" algn="l">
              <a:spcBef>
                <a:spcPts val="388"/>
              </a:spcBef>
              <a:spcAft>
                <a:spcPts val="0"/>
              </a:spcAft>
              <a:buSzPct val="76000"/>
              <a:buNone/>
            </a:pPr>
            <a:r>
              <a:rPr lang="en-IN" sz="2100"/>
              <a:t>A queue is implemented using an array such that ENQUEUE and DEQUEUE operations are performed efficiently. Which one of the following statements is CORRECT (n refers to the number of items in the queue)?</a:t>
            </a:r>
            <a:endParaRPr/>
          </a:p>
          <a:p>
            <a:pPr indent="0" lvl="0" marL="68580" rtl="0" algn="l">
              <a:spcBef>
                <a:spcPts val="388"/>
              </a:spcBef>
              <a:spcAft>
                <a:spcPts val="0"/>
              </a:spcAft>
              <a:buSzPct val="76000"/>
              <a:buNone/>
            </a:pPr>
            <a:r>
              <a:t/>
            </a:r>
            <a:endParaRPr sz="2100"/>
          </a:p>
          <a:p>
            <a:pPr indent="0" lvl="0" marL="68580" rtl="0" algn="l">
              <a:spcBef>
                <a:spcPts val="388"/>
              </a:spcBef>
              <a:spcAft>
                <a:spcPts val="0"/>
              </a:spcAft>
              <a:buSzPct val="76000"/>
              <a:buNone/>
            </a:pPr>
            <a:r>
              <a:rPr b="1" lang="en-IN" sz="2100"/>
              <a:t>(A)</a:t>
            </a:r>
            <a:r>
              <a:rPr lang="en-IN" sz="2100"/>
              <a:t> Both operations can be performed in O(1) time</a:t>
            </a:r>
            <a:br>
              <a:rPr lang="en-IN" sz="2100"/>
            </a:br>
            <a:r>
              <a:rPr b="1" lang="en-IN" sz="2100"/>
              <a:t>(B)</a:t>
            </a:r>
            <a:r>
              <a:rPr lang="en-IN" sz="2100"/>
              <a:t> At most one operation can be performed in O(1) time but the worst case time for the other operation will be Ω(n)</a:t>
            </a:r>
            <a:br>
              <a:rPr lang="en-IN" sz="2100"/>
            </a:br>
            <a:r>
              <a:rPr b="1" lang="en-IN" sz="2100"/>
              <a:t>(C)</a:t>
            </a:r>
            <a:r>
              <a:rPr lang="en-IN" sz="2100"/>
              <a:t> The worst case time complexity for both operations will be Ω(n)</a:t>
            </a:r>
            <a:br>
              <a:rPr lang="en-IN" sz="2100"/>
            </a:br>
            <a:r>
              <a:rPr b="1" lang="en-IN" sz="2100"/>
              <a:t>(D)</a:t>
            </a:r>
            <a:r>
              <a:rPr lang="en-IN" sz="2100"/>
              <a:t> Worst case time complexity for both operations will be Ω(log n)</a:t>
            </a:r>
            <a:br>
              <a:rPr lang="en-IN" sz="2100"/>
            </a:br>
            <a:br>
              <a:rPr lang="en-IN" sz="2100"/>
            </a:br>
            <a:br>
              <a:rPr lang="en-IN" sz="2100"/>
            </a:br>
            <a:endParaRPr/>
          </a:p>
        </p:txBody>
      </p:sp>
      <p:sp>
        <p:nvSpPr>
          <p:cNvPr id="1309" name="Google Shape;1309;p10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310" name="Google Shape;1310;p10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11" name="Google Shape;1311;p10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106"/>
          <p:cNvSpPr txBox="1"/>
          <p:nvPr>
            <p:ph idx="1" type="body"/>
          </p:nvPr>
        </p:nvSpPr>
        <p:spPr>
          <a:xfrm>
            <a:off x="1043492" y="1052736"/>
            <a:ext cx="6777317" cy="4779893"/>
          </a:xfrm>
          <a:prstGeom prst="rect">
            <a:avLst/>
          </a:prstGeom>
          <a:noFill/>
          <a:ln>
            <a:noFill/>
          </a:ln>
        </p:spPr>
        <p:txBody>
          <a:bodyPr anchorCtr="0" anchor="t" bIns="45700" lIns="91425" spcFirstLastPara="1" rIns="91425" wrap="square" tIns="45700">
            <a:normAutofit fontScale="92500" lnSpcReduction="20000"/>
          </a:bodyPr>
          <a:lstStyle/>
          <a:p>
            <a:pPr indent="0" lvl="0" marL="68580" rtl="0" algn="l">
              <a:spcBef>
                <a:spcPts val="0"/>
              </a:spcBef>
              <a:spcAft>
                <a:spcPts val="0"/>
              </a:spcAft>
              <a:buSzPct val="76000"/>
              <a:buNone/>
            </a:pPr>
            <a:r>
              <a:rPr b="1" lang="en-IN" sz="2100"/>
              <a:t>GATE | GATE-CS-2016 (Set 1) | Question 20</a:t>
            </a:r>
            <a:endParaRPr/>
          </a:p>
          <a:p>
            <a:pPr indent="0" lvl="0" marL="68580" rtl="0" algn="l">
              <a:spcBef>
                <a:spcPts val="388"/>
              </a:spcBef>
              <a:spcAft>
                <a:spcPts val="0"/>
              </a:spcAft>
              <a:buSzPct val="76000"/>
              <a:buNone/>
            </a:pPr>
            <a:r>
              <a:rPr lang="en-IN" sz="2100"/>
              <a:t>A queue is implemented using an array such that ENQUEUE and DEQUEUE operations are performed efficiently. Which one of the following statements is CORRECT (n refers to the number of items in the queue)?</a:t>
            </a:r>
            <a:endParaRPr/>
          </a:p>
          <a:p>
            <a:pPr indent="0" lvl="0" marL="68580" rtl="0" algn="l">
              <a:spcBef>
                <a:spcPts val="388"/>
              </a:spcBef>
              <a:spcAft>
                <a:spcPts val="0"/>
              </a:spcAft>
              <a:buSzPct val="76000"/>
              <a:buNone/>
            </a:pPr>
            <a:r>
              <a:t/>
            </a:r>
            <a:endParaRPr sz="2100"/>
          </a:p>
          <a:p>
            <a:pPr indent="0" lvl="0" marL="68580" rtl="0" algn="l">
              <a:spcBef>
                <a:spcPts val="388"/>
              </a:spcBef>
              <a:spcAft>
                <a:spcPts val="0"/>
              </a:spcAft>
              <a:buSzPct val="76000"/>
              <a:buNone/>
            </a:pPr>
            <a:r>
              <a:rPr b="1" lang="en-IN" sz="2100"/>
              <a:t>(A)</a:t>
            </a:r>
            <a:r>
              <a:rPr lang="en-IN" sz="2100"/>
              <a:t> Both operations can be performed in O(1) time</a:t>
            </a:r>
            <a:br>
              <a:rPr lang="en-IN" sz="2100"/>
            </a:br>
            <a:r>
              <a:rPr b="1" lang="en-IN" sz="2100"/>
              <a:t>(B)</a:t>
            </a:r>
            <a:r>
              <a:rPr lang="en-IN" sz="2100"/>
              <a:t> At most one operation can be performed in O(1) time but the worst case time for the other operation will be Ω(n)</a:t>
            </a:r>
            <a:br>
              <a:rPr lang="en-IN" sz="2100"/>
            </a:br>
            <a:r>
              <a:rPr b="1" lang="en-IN" sz="2100"/>
              <a:t>(C)</a:t>
            </a:r>
            <a:r>
              <a:rPr lang="en-IN" sz="2100"/>
              <a:t> The worst case time complexity for both operations will be Ω(n)</a:t>
            </a:r>
            <a:br>
              <a:rPr lang="en-IN" sz="2100"/>
            </a:br>
            <a:r>
              <a:rPr b="1" lang="en-IN" sz="2100"/>
              <a:t>(D)</a:t>
            </a:r>
            <a:r>
              <a:rPr lang="en-IN" sz="2100"/>
              <a:t> Worst case time complexity for both operations will be Ω(log n)</a:t>
            </a:r>
            <a:br>
              <a:rPr lang="en-IN" sz="2100"/>
            </a:br>
            <a:br>
              <a:rPr lang="en-IN" sz="2100"/>
            </a:br>
            <a:br>
              <a:rPr lang="en-IN" sz="2100"/>
            </a:br>
            <a:r>
              <a:rPr b="1" lang="en-IN" sz="2100"/>
              <a:t>Answer:</a:t>
            </a:r>
            <a:r>
              <a:rPr lang="en-IN" sz="2100"/>
              <a:t> </a:t>
            </a:r>
            <a:r>
              <a:rPr b="1" lang="en-IN" sz="2100"/>
              <a:t>(A)</a:t>
            </a:r>
            <a:endParaRPr sz="2100"/>
          </a:p>
          <a:p>
            <a:pPr indent="0" lvl="0" marL="68580" rtl="0" algn="l">
              <a:spcBef>
                <a:spcPts val="444"/>
              </a:spcBef>
              <a:spcAft>
                <a:spcPts val="0"/>
              </a:spcAft>
              <a:buSzPct val="76000"/>
              <a:buNone/>
            </a:pPr>
            <a:r>
              <a:t/>
            </a:r>
            <a:endParaRPr/>
          </a:p>
        </p:txBody>
      </p:sp>
      <p:sp>
        <p:nvSpPr>
          <p:cNvPr id="1317" name="Google Shape;1317;p10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01-09-2023</a:t>
            </a:r>
            <a:endParaRPr/>
          </a:p>
        </p:txBody>
      </p:sp>
      <p:sp>
        <p:nvSpPr>
          <p:cNvPr id="1318" name="Google Shape;1318;p10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19" name="Google Shape;1319;p10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stin">
  <a:themeElements>
    <a:clrScheme name="Austin">
      <a:dk1>
        <a:srgbClr val="000000"/>
      </a:dk1>
      <a:lt1>
        <a:srgbClr val="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2020-07-24T05:15:44Z</dcterms:created>
  <dc:creator>Admin</dc:creator>
</cp:coreProperties>
</file>