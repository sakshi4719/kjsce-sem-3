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1"/>
  </p:notesMasterIdLst>
  <p:sldIdLst>
    <p:sldId id="510" r:id="rId2"/>
    <p:sldId id="422" r:id="rId3"/>
    <p:sldId id="423" r:id="rId4"/>
    <p:sldId id="488" r:id="rId5"/>
    <p:sldId id="424" r:id="rId6"/>
    <p:sldId id="425" r:id="rId7"/>
    <p:sldId id="427" r:id="rId8"/>
    <p:sldId id="426" r:id="rId9"/>
    <p:sldId id="353" r:id="rId10"/>
    <p:sldId id="356" r:id="rId11"/>
    <p:sldId id="429" r:id="rId12"/>
    <p:sldId id="357" r:id="rId13"/>
    <p:sldId id="374" r:id="rId14"/>
    <p:sldId id="355" r:id="rId15"/>
    <p:sldId id="358" r:id="rId16"/>
    <p:sldId id="430" r:id="rId17"/>
    <p:sldId id="360" r:id="rId18"/>
    <p:sldId id="361" r:id="rId19"/>
    <p:sldId id="363" r:id="rId20"/>
    <p:sldId id="493" r:id="rId21"/>
    <p:sldId id="494" r:id="rId22"/>
    <p:sldId id="495" r:id="rId23"/>
    <p:sldId id="492" r:id="rId24"/>
    <p:sldId id="446" r:id="rId25"/>
    <p:sldId id="496" r:id="rId26"/>
    <p:sldId id="362" r:id="rId27"/>
    <p:sldId id="364" r:id="rId28"/>
    <p:sldId id="370" r:id="rId29"/>
    <p:sldId id="371" r:id="rId30"/>
    <p:sldId id="497" r:id="rId31"/>
    <p:sldId id="498" r:id="rId32"/>
    <p:sldId id="499" r:id="rId33"/>
    <p:sldId id="500" r:id="rId34"/>
    <p:sldId id="365" r:id="rId35"/>
    <p:sldId id="501" r:id="rId36"/>
    <p:sldId id="502" r:id="rId37"/>
    <p:sldId id="503" r:id="rId38"/>
    <p:sldId id="505" r:id="rId39"/>
    <p:sldId id="372" r:id="rId40"/>
    <p:sldId id="373" r:id="rId41"/>
    <p:sldId id="507" r:id="rId42"/>
    <p:sldId id="509" r:id="rId43"/>
    <p:sldId id="508" r:id="rId44"/>
    <p:sldId id="375" r:id="rId45"/>
    <p:sldId id="511" r:id="rId46"/>
    <p:sldId id="376" r:id="rId47"/>
    <p:sldId id="512" r:id="rId48"/>
    <p:sldId id="378" r:id="rId49"/>
    <p:sldId id="377" r:id="rId50"/>
    <p:sldId id="379" r:id="rId51"/>
    <p:sldId id="513" r:id="rId52"/>
    <p:sldId id="380" r:id="rId53"/>
    <p:sldId id="381" r:id="rId54"/>
    <p:sldId id="382" r:id="rId55"/>
    <p:sldId id="440" r:id="rId56"/>
    <p:sldId id="384" r:id="rId57"/>
    <p:sldId id="439" r:id="rId58"/>
    <p:sldId id="438" r:id="rId59"/>
    <p:sldId id="514" r:id="rId6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804" y="-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2-09-26T04:21:00.327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4129 8814 185,'-15'-5'251,"5"2"1,0 0-8,4 1-12,1 0-17,1 0-23,-1 2-12,5 0-20,0 0-16,-7 0-16,7 0-4,0 0-20,0 0-9,27 2-13,-10-2-3,4 0-4,9 3-6,12-3-8,-1 1-7,5 3-2,4 0-6,-2-1-1,20 6-9,-21-7 1,5 1-4,-5 2-6,0-2 0,0 1-7,-9 4 0,4-2-4,-14-3 3,2 0-9,-2 6 3,-2-4-4,-4-2 2,-7 0-2,-5 1 1,-3-2-3,0 0 1,-1-2-3,-2 1 4,1 0 9,-5-1-5,5 0 2,-5 0-8,0 0 5,7-1 0,-7 1-2,0 0-4,0 0-5,0 0-2,-14-12-10,10 10-13,-5-1-12,0 0-8,0-6-1,-2 4-6,1-2 10,-4-3 1,1 0 6,-1 1 0,0-2 1,-3-3 10,0 0-2,3 6 6,-3-6-2,2 4 12,2 0 12,-4-6 6,6 2 7,-2 8 17,2-4 8,4 4 1,0-1 7,-1 2 9,0 0 1,7 1-1,-2 3-7,-1-4-9,1 3-1,2-1-1,1 3-11,0 0 0,0 0 5,4-5-13,-4 5 0,11 3-1,3 2-4,0-3-1,9 4-5,-3 4 2,1-4-9,1 0 11,-6 0 11,6-2-19,2 4 3,-1 0 2,-2 1-5,1-2 1,-6 0-2,-2-1-3,-8 0-8,2-3 9,-1 2-6,0-1 0,0 1 2,-4-2 11,1 2-9,-2 2 0,-1 2-6,-2 1 9,-5 9 2,-2 3-2,-6 1 1,-5 2 2,-2-2-1,1 5-4,-9 4-2,-2-4 7,2 3 9,7-10-6,1-3-8,0 0 2,0 5-4,0-5 0,2-1 3,5-5-3,1 0 5,5-5-9,1 1-12,-1-1-23,1-1-31,0 0-12,2-1-48,1-4-32,1 0-39,2 2-21,-2-2-23,3-1-24,0 0-144,-4-13-446,8 3 198</inkml:trace>
  <inkml:trace contextRef="#ctx0" brushRef="#br0" timeOffset="1203.02">4222 6735 171,'-15'4'238,"2"-3"-3,-4 1-8,5 1 3,-3 0-2,8-1-18,-1 0-14,2 0-13,2-2-21,-2 3-10,4-1-24,-1-1-9,3-1-24,-4 2 0,4-2-6,7 4-9,2 0-1,11 3-4,8-3-4,16 3-10,-2 0 1,9-4 2,18 6-9,-21-8 2,20 4-9,-25-5 7,26 2-21,-22 0 0,-1 1-10,-2-1 3,1 4 5,-7-6-12,-10 0-4,-1 1-2,-3-1 2,-10 3 2,-3-3-2,-1 0 1,-6 0 13,3 2 8,-1-2 24,-3-2 16,-3 2 24,5 0 3,-5 0-17,5-4-5,-4 1 13,-1-1-29,0 4-13,-3-8-4,2 7-16,-1-4-31,0 1-34,-1-3-30,0 2-36,-3-4-32,-1 4-23,-1-7-28,2 1-20,-5-3-29,2 2 29,0 0 3,-1 0 12,0 0 19,-3-1 25,3 1 3,2 2 11,-5-2 28,1 3 18,0 0 23,1-1 20,1 0 34,0 3 25,2 2 25,1-2 21,0 0 19,0 4 16,-1-2 8,6 2 4,-2 0-8,1 0-13,3 3-5,-3-3-15,3 3-4,-4-2-9,4 2-1,0 0-14,0 0-9,0 0 3,4 11-5,3-3-4,4 4 0,5 5 1,-1-2-6,-1-4 1,3 5-3,1 0 0,1 1-1,-3-5-9,-4-1 5,4-1-5,-1-3 6,-1-1-1,-4 0-4,-3-1 0,1-2 2,1 0 0,-5 0 4,2-2 11,-2 0 1,0 1 17,-1 0 21,0 0-8,-3-2 10,4 1 5,-4-1-1,4 0 15,-4 0-10,0 0-6,0 0-7,0 0-2,6 2-13,-6-2 3,0 0-4,0 0-3,0 0-4,0 0-6,0 0-5,0 0 0,0 0-6,0 0-13,0 0 1,-8 8-5,2 2 5,-14 7-9,3 4 5,-11 19-5,4-17-12,-4 10 13,-2 2-2,9-10 1,4-1 0,-1-2-15,0 1 13,-2-1 1,6 2 2,0-2-1,-2-1 9,7-4-16,-3 4-3,4-6 5,1-2 5,-3-2 9,6-3-3,-1-1-14,3-1 0,0-1 2,-3-1 2,2 1-3,3-2 2,-3 1 1,3-4-1,0 0-1,0 5 2,0-5 3,0 0 2,0 0-1,-2 3-1,2-3-13,0 0 12,0 0 7,0 0-6,0 0-1,-1 5 9,1-5-20,0 0 10,0 0 1,0 0 3,0 0 6,0 0-13,0 0 4,0 0 7,0 0-9,0 0 0,0 0-3,0 0 5,0 0-19,0 0 14,0 0 1,0 0 11,0 0-12,0 0-2,0 0-3,0 0 1,0 0-26,0 0-29,0 0-32,0 0-34,0 0-38,0 0-44,0 0-33,0 0-47,0-12-44,0 12-291,-1-9-674,2 5 299</inkml:trace>
  <inkml:trace contextRef="#ctx0" brushRef="#br0" timeOffset="4207.65">9120 7200 77,'-10'0'155,"6"-1"3,-5 1-7,5-2 0,-2 0-1,2 2 1,4 0-3,-7 0-6,7 0-9,-7-2-6,7 2-9,-3-1-11,3 1-3,0 0-11,0 0-8,0 0-7,0 0-3,0 0-1,0 0 15,17 3 5,0-1 5,6 1-2,5 0-5,11-4-8,3 2 1,5 0-7,4-2-9,19 1 0,0-1-9,-2 1-5,-19-1-4,26 1-8,0-2 1,-4 0-14,-3 2 4,-19 0-3,21 0-6,0-4 1,-22 4 1,21 2-7,-23 2-4,4-8 2,-5 6-6,-5-4 1,1 2-2,-14-5-3,0 5-6,-6 0 7,-8 0 0,-4 0-1,0-1 2,-3 0 1,-1 1-1,1-3-4,-2 1 2,-1 1-2,0-3-3,-3 4-9,0-7-6,0 3-19,-2 0-14,-1 0-28,-2 0-24,-2 2-24,-7-1-21,0 6-22,-7-3-21,-4 2-30,2 4-32,-8-1-154,-8 4-433,-1-3 192</inkml:trace>
  <inkml:trace contextRef="#ctx0" brushRef="#br0" timeOffset="4616.41">9069 7332 230,'-10'-4'275,"3"1"-4,0 1-7,1 0-26,2 1-21,1-1-29,3 2-11,-7-1-19,7 1-14,0 0-12,0 0-11,0 0-7,14 4-3,1-1 1,8 1 4,4 2-2,14 0 1,1 1-6,4-2-18,4 0 4,22 2-1,0-3-9,-3-3 3,4 4-13,0 3-6,3-4-11,-6 0 0,1 0-15,-3 2 13,2 0-9,-1-6-10,-19 5 1,0-4-5,-2 2-2,20-1 1,-22-2-15,-2 3 12,0-3-3,-4 7-7,-11-6-3,-3-2-4,-5 1 0,2-3-2,-9 2 6,-1 2-3,-6-1-1,1-1 10,-4 1 14,1-1-3,-5 1-2,5 0 7,-5 0-8,0 0-5,5-2 4,-5 2-12,0 0-9,2-3-30,-2 3-42,0 0-41,0 0-42,0 0-44,-14 6-56,6-1-41,-5-1-68,-8 8-189,1-6-590,-1 7 261</inkml:trace>
  <inkml:trace contextRef="#ctx0" brushRef="#br0" timeOffset="5318.4">8863 9253 11,'-2'-2'259,"2"2"-10,-3-4-19,1 4-23,2 0-18,-2-4-23,2 4-12,0 0-17,0 0-8,9-3-4,0 1-2,5 0-2,7 1-6,5 1-3,13-4-4,3-1-3,5 2-1,3 3-10,21-3-6,-4 1-9,3-2 1,3 3-9,0-1 2,5 2-6,3 2 6,2-1-7,-2-1-17,0 6-5,-2-5-1,3 5 1,-6 2-9,-2-4-7,1 0 4,-7 2-7,-18-3-2,-4 1-6,-1 0 1,1-3-5,-6 2-1,-12 1 2,-3-7-3,-3 2 2,0 1-2,-10 0-3,-2 0 1,-3 0-4,-3 0 9,2 0-1,-6 0 4,7 0-1,-3 0-2,-4 0 3,0 0-6,3-3-8,-3 3-7,-1-5-24,1 5-28,-5-4-34,1 1-35,-1 3-41,-4-5-44,-6 8-31,1-3-28,-10 2-183,-2 1-487,-2-4 215</inkml:trace>
  <inkml:trace contextRef="#ctx0" brushRef="#br0" timeOffset="5826.41">9045 9411 98,'-10'-1'283,"5"1"-19,0 0-21,5 0-24,-8 0-20,8 0-24,-4 1-12,4-1-11,0 0 1,11 3 10,3 1 5,9-3 10,3 1-18,14 1 3,1-1-19,5 0-9,1 1-6,1-1-10,22-3-4,-2 2 1,-21-1-15,22-1-13,-19 4-9,22 0-9,-22 2 9,18-4-12,-20 0-13,1 1-15,0 0 0,20-2 5,-22 1 2,-3-3-9,-1-2-3,2 3-3,-7-2-3,2 1-4,-11 1 3,-1 0-7,-1-2-1,-3 1 1,-3-1 0,-6 1-4,-2 2 4,-3-2 8,-4 1 24,0-1 15,-2 1-3,-1 1-8,-3 0-8,7-1 4,-7 1-4,6 0-4,-6 0-10,0 0 4,0 0 0,0 0-8,6 1-4,-6-1 0,0 0-3,0 0-5,0 0 2,0 0-5,0 0-1,0 0-2,0 0 0,0 0-1,0 0-15,0 0 14,0 0-5,0 0 6,0 0-4,0 0 2,0 0-6,0 0-3,0 0 10,0 0-9,0 0-4,0 0 0,0 0 1,0 0 10,0 0-15,0 0-14,0 0-33,0 0-26,0 0-29,0 0-29,0 0-27,0 0-41,0 0-47,0 0-54,-17-5-61,12 4-243,-1 1-661,-2-3 293</inkml:trace>
  <inkml:trace contextRef="#ctx0" brushRef="#br0" timeOffset="12049.92">6504 8147 19,'-3'-3'71,"-1"-1"-5,0 3-3,-2-2-1,2 0 4,-2 2 3,1 0 7,-1 0-11,0-1 3,-1-2 7,-2 2 9,1 0 4,0 1 4,1-1-3,-4 0 0,2 0-4,-1 2 8,2-2-8,0 3 3,-1-1-1,5 0-4,-5 0-1,9 0 1,-7 0-7,3-1-6,4 1-3,0 0-1,0 0-7,0 0-5,0 0-5,0 0 2,14 3-3,6-3 1,3 0-3,6 1-2,13-1-6,1 0-1,0-1-5,2 1 0,3 3-1,-4-5-3,2 1-2,0 0-2,1 1-3,-6-1 1,-11 0-8,-2 0 3,-3 3 0,-2-2-6,-3-2 2,-5-1 4,-2 3-7,-5-3 5,-2 3 4,1 0 6,-3-1 6,0 1 0,-4 0 4,7 0-7,-7 0 7,0 0-6,4-2-3,-4 2-7,0 0 0,0 0-17,-10-5-22,2 4-37,-6 2-27,-1 0-31,-8 3-26,2-1-29,-4 5-27,-1-2-6,-3 1-3,0 3-131,-7 2-364,6-6 162</inkml:trace>
  <inkml:trace contextRef="#ctx0" brushRef="#br0" timeOffset="12775.08">6291 8289 41,'-4'0'103,"0"3"2,-1-2-3,5-1-5,-5 1-2,5-1 3,0 0 20,0 0 7,25 4 8,-2-4-4,2 0-6,16 0 8,0 0-18,4-2-11,0-1-6,3 0-1,-3 2-9,3-2-7,-3 0-3,-1 3-8,-2 0-6,-1-1 2,-12 1-8,-1 0 3,-1-2 9,-1 1-7,-7-1-1,-3-1 11,-5 3 7,-1 0 8,0 0 6,-5 0 5,0 0-9,-1 0 13,-4 0-2,11-2-3,-11 2-8,5 0 18,-5 0-27,0 0-3,4 0-16,-4 0 2,0 0-4,0 0-5,0 0-7,0 0 16,0 0-27,5 0-11,-5 0 10,0 0 7,0 0-7,0 0-6,0 0-3,0 0-10,0 0 0,0 0 7,0 0-7,0 0 4,0 0-12,0 0 8,0 0-6,0 0 3,0 0-5,0 0 10,0 0-10,0 0 1,0 0-6,0 0 5,0 0-3,0 0-1,0 0 6,0 0-8,0 0 22,0 0-23,0 0 3,0 0-5,0 0 21,0 0-27,0 0 7,0 0-9,0 0 7,0 0 3,0 0 0,0 0 2,0 0-6,0 0 0,0 0-3,0 0 9,0 0 17,0 0-24,0 0 9,0 0-2,0 0-8,0 0 7,-1 5-5,1-5 7,0 0-3,0 0-3,0 0 2,0 0 3,0 0-3,0 0 7,0 0-3,0 0 3,0 0-9,0 0 5,0 0 1,0 0-12,0 0 15,0 0 9,0 0-7,0 0-13,0 0 5,0 0 0,0 0 2,0 0-5,0 0 3,0 0-6,0 0 1,0 0 2,0 0 3,0 0 6,0 0-4,0 0-4,0 0-1,0 0 6,0 0-3,0 0-3,0 0 3,0 0-11,0 0 15,0 0 0,0 0-12,0 0 9,0 0 2,0 0-2,0 0 17,0 0-19,0 0 2,0 0-4,0 0 4,0 0-14,0 0 14,0 0 0,0 0-11,0 0 4,0 0 4,0 0-6,0 0 14,0 0-10,0 0 28,0 0-20,0 0-6,0 0 1,0 0 3,0 0-4,0 0-1,0 0-7,0 0-6,0 0-37,0 0-33,0 0-42,0 0-42,0 0-48,0 0-55,0 0-71,0 0-189,-18 0-578,12 3 255</inkml:trace>
  <inkml:trace contextRef="#ctx0" brushRef="#br0" timeOffset="13591.24">2455 13305 142,'-2'-1'288,"2"1"-15,-4-6-11,4 6-12,-1-1-18,1 1-25,0 0-20,0 0-24,0 0-13,-3 7-13,3-7-10,4 11-14,0 2-3,-2-2-1,3-1-14,0 6-7,0-1 13,-1 1 2,1 0 3,-3 2 4,1-6 17,3 5-32,-3-8 11,-1 2-9,0-1 3,-5-1 0,6-2-3,1-4 3,-4 4-18,1-5 25,2-1 4,-3-1 12,3 4-2,-3-4 11,0 0-20,0 0 2,11-14-18,3-10-3,-1-8-4,25-45-10,2-9-13,0 2 6,1 1-30,6 5-21,-13 2-36,1 4-31,-20 19-14,23-19-61,-14 30-24,2-5-38,-12 16-23,-3 2-27,4 3-57,4-4-67,-5 11-307,-3 5-718,-4 8 318</inkml:trace>
  <inkml:trace contextRef="#ctx0" brushRef="#br0" timeOffset="14384.53">3378 9981 58,'-6'-1'162,"1"1"-8,0 0-5,5 0-6,0 0-10,-10 0-3,10 0-2,-4-2-6,4 2-12,0 0-5,-5 2-3,5-2-16,0 0-6,0 0 3,0 0 7,14 9 6,2-5 3,5 0-10,2 0-1,6 2-1,12 1-5,1-4-9,2 1 0,-3-7-2,8 8-9,19-9-5,-19 8-4,18-3-7,1-10-5,-23 11-7,2-1 1,-5 0 3,6-1-9,-1 7-6,-4-7-2,-2-2-3,-10 1 6,11-4-8,-15 2-1,-1 2 0,0 1-1,-4 0-3,-7 0 0,-4 0-5,-3 0-1,1-3 1,-2 3 5,0 0-10,-3-2 9,0 2 2,-4 0 2,5-5-11,-5 5 13,0 0-32,0 0-30,0 0-33,-12-3-28,2 3-21,-5-1-25,-2 2-36,-7 0-22,-3 6-175,-1-2-417,-3-4 185</inkml:trace>
  <inkml:trace contextRef="#ctx0" brushRef="#br0" timeOffset="14840.96">3341 10195 62,'0'0'239,"-6"-1"-19,6 1-18,0 0-15,0 0-19,0 0-8,0 0-9,18-1-7,2-2-9,8 1-8,-1 0 0,16-2-7,1 4-3,1-1 8,23-2-12,-19 1-5,20 4-9,-21-2-9,21 0-3,0 3-10,-21 0-10,1-5-10,2 2 2,18 3-4,-24-7-5,-3 4-7,-2 3-3,-1-2-2,0 2-4,-12-1-6,-1-2 1,-4 3-3,-6-3-3,-1 0 3,-5 1-2,0-1 0,-3 1 6,0-2 3,0 0 20,-4 1-1,-3 0 11,6 0 8,-6 0 2,8 0-8,-8 0-7,0 0 9,4 0-11,-4 0-2,0 0-2,0 0-6,0 0 3,0 0-8,0 0 4,0 0-15,0 0-1,6 0-6,-6 0 4,0 0-12,0 0 5,0 0-9,0 0-10,0 0 12,0 0 17,0 0-19,0 0-6,0 0 0,0 0 1,0 0-4,0 0 4,0 0-4,0 0-1,0 0-3,0 0 3,0 0-13,0 0 2,0 0-12,0 0-34,0 0-29,0 0-26,0 0-48,0 0-52,0 0-58,0 0-61,0 0-230,0 0-607,0 0 268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2-09-26T04:21:50.794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6669 12972 178,'0'-7'211,"1"1"-23,1 3-16,-2-2-21,0 3-18,0 2-10,0 0-17,0 0-5,7 12-11,-2 7-4,2 10-7,-1 5-6,0-1-7,1 16-9,-2-2-6,-3 2-4,-1-14-5,2 13-3,-3-13 1,1-2-13,-1 3 0,-1-6-7,-3-1 0,1-3 5,0-8-9,1 1-14,-3-3-26,2-6-24,-1 2-30,1-5-31,0-2-32,-1-2-30,0-3-96,4 0-288,-7-7 127</inkml:trace>
  <inkml:trace contextRef="#ctx0" brushRef="#br0" timeOffset="365.25">6689 12951 62,'0'-10'143,"0"1"-12,0 2-10,0 2-13,0 5-13,0 0-12,-12 22-4,1 7-11,-6 12 1,-3 8-7,-1-4-11,0 4 3,0 0-6,-3-4-6,2-4 8,6-10 2,-1-3-4,3-2 2,1-2 0,6-9 1,-2 1-2,4-8 5,0-1 1,3-1 2,-2-1 28,3-2 23,-2 0 19,1-1 4,2-2-8,0 0-2,0 0-16,3-26-10,0 0-6,1-6-7,3-19-11,0 0-3,0-5 7,-1 7 7,2 2 2,-2 12 6,0 4 7,-5 0-2,5 7-13,-2 6-12,-1 7-1,-2 1-14,-1 3-4,3 2-6,0-2-1,-1 4-13,4 5 0,3 3 2,4 3-3,6 10-1,4 2 4,9 9-9,-1 5-4,0-3 1,4 1-2,-4-1 6,2-3-13,-1 3 3,2-3 1,1-3-7,-15-6 0,1-2 9,-3-2-9,-2 0-32,-5-4-33,-4-5-32,0 0-27,-3-3-24,-1 2-24,0-2-43,-2-2-66,-1-1-261,0 0-578,0 0 255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2-09-26T04:34:08.11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3757 3999 164,'-2'-8'297,"-1"1"-21,0 3-25,2 2-32,-1-1-24,2 3-21,0 0-22,0 0-9,-3 18-17,3 1-6,-1 4-10,2 4-12,-2 2-10,2-3-8,-2 2-12,5-3-6,-7 0-4,2-6-3,0 0-11,-1-2 0,1 0-18,-1-4-44,2-3-48,-1-1-45,1-2-43,3-2-35,-3-3-197,0-2-417,0 0 184</inkml:trace>
  <inkml:trace contextRef="#ctx0" brushRef="#br0" timeOffset="231.16">3721 3799 16,'-3'-16'274,"0"1"-6,3 6-16,-3-1-24,3 4-30,0 2-21,0-2-21,3 5-16,-3 1-10,13 6-14,0 1-19,5 8 2,0 1-14,2 7-1,1 3-8,5 8-7,0 4-4,-2 6-7,-4 2-6,-2-3-1,-4 4 1,-7-12-10,-1 11-2,-6-9-4,-3 7-4,-8 2 0,-2-14-7,-7 8-6,-2 1 5,-5-3-32,-2-3-21,0 1-19,-2-5-32,0-2-26,9-6-37,-1-4-37,5 0-36,1-1-149,0-2-393,6-4 175</inkml:trace>
  <inkml:trace contextRef="#ctx0" brushRef="#br0" timeOffset="1199.08">3567 5656 62,'-8'-2'265,"2"0"-4,3 2-14,-1-3-17,1 2-25,2-3-14,1 4-17,0 0-16,0-8-20,0 4-14,4-1-13,3-2-14,0 2-4,2 2-19,-1-1-5,-1 3-12,-1 2-6,-2 0 1,2 0-9,-2 6-4,0 1 1,-2 1-7,2 8-4,-6 0 0,0 0-9,-3 2 10,-2 3-10,-4 0-3,4-5-3,1 0 2,-1-3 2,3-2-9,0-2-1,1-5-6,-1-1 2,1 1-5,0 0-1,3-2-1,0 0-7,3 2 8,-2-3 2,6 0-1,3-1-1,-1-1 3,7-3 3,7 1 3,1-4-4,3 2-1,1-2-7,-4-2-37,0 2-44,0-2-51,-2 0-43,0 0-45,-3-1-168,-5 3-424,-5-1 189</inkml:trace>
  <inkml:trace contextRef="#ctx0" brushRef="#br0" timeOffset="1443.9">3690 5462 54,'-4'-19'245,"4"2"-21,2 0-17,1 6-18,7-5-19,4 0-9,2 6-6,9 7-20,3 4-9,2 9-13,5 4-8,-10 8-3,9 9-13,-8 6-5,-7 6-10,-5 3-2,-4 1-7,-4 6-6,-9-1-2,-4 4-4,-10 22-9,-4-28-13,-4 1-21,-8 22-18,2-28-7,2-1-24,-1 0-16,-4-6-17,2-2-21,2-4-10,-1-3-18,7-7 4,0-1 2,2 0 8,1 0 6,-2-7-44,3 3-111,-2-5-277,7-2 123</inkml:trace>
  <inkml:trace contextRef="#ctx0" brushRef="#br0" timeOffset="2033.91">3239 7103 148,'-1'-3'266,"-3"2"-14,2-3-17,2 4-9,0-6-19,0 3-26,0-2-13,0-2-19,6-1-14,-1 1-16,2-1-9,-1 2-14,2-1-11,0 3-10,-3 1-10,-1 0-8,2 3-3,1 3-10,0 0 0,0 3-4,-3 1 2,-1 2-10,-1 3-2,-2 2-1,-3 3-1,-3 8-2,-2-8-4,-1-1-2,-2 4 1,1-7-4,7-3-4,-4-3-3,3 0 0,0-2-1,4 0-5,-2-2-6,2-3-9,0 2 7,2 2-2,-2-4 4,12 2-3,-2-4 4,6 2-1,-2 0-3,2 2 1,-4-1 5,4 2 2,-2 2-8,-2-3 5,-2 2 2,0 2-1,-3 1-1,-1-3 5,-2 4 2,-2-1 4,-2 2-1,-2 0 2,-5 4-3,-6-1 2,-5 3-7,0 1 4,-1-1 2,0-4-4,0 1 1,5-6-4,-3 0-2,2-4-4,2 3-23,-4-1-16,10-4-27,-4-2-27,1 2-25,3-3-45,1-6-38,1 2-197,3-3-435,1-8 192</inkml:trace>
  <inkml:trace contextRef="#ctx0" brushRef="#br0" timeOffset="2259.29">3319 6834 11,'2'-6'313,"-1"-2"-18,-1 1-30,3 2-27,0 0-14,1-2-30,7 4-17,3-2-20,9 0-16,1 6-11,1 4-14,2 6-10,8 10-15,-4 7-1,-1 7-5,-5 5-8,-8 7-7,-4 5-1,-5 7-10,-2 24-5,-10-24-4,-12 21-10,5-23-6,-2-3-18,-4 4-35,1-2-9,-3-3-23,-15 21-19,17-27-11,-4-1-24,-1 1-36,-1-2-23,-1 1-20,0 5-193,-1-3-408,-2 1 181</inkml:trace>
  <inkml:trace contextRef="#ctx0" brushRef="#br0" timeOffset="2773.12">2970 8758 69,'0'-7'279,"0"0"-21,1 5-28,-1 2-22,0 0-25,-1-2-18,1 2-20,-7 13-10,4-2-11,-5 6-14,5 1-6,-4 7-17,1 3-8,2-8-11,3 4-4,-1-5-2,2-2-6,2 0-5,0-2-17,4-4 4,-4 0 0,6-3-5,-2-2 3,2 1 2,-1-6-6,3-1 1,4-1 6,6-6-8,-8 0 7,5-8 0,-5 3-7,6-7 0,-3-6 0,-5-3 8,2 5-5,-3-4 14,-2 11 4,-1 2 23,-3 3 10,1 2 6,-2 1-4,-1 4-28,3 2-6,-4 0-10,0 2-4,0 0 8,0 23-8,-4-4-5,0 11-7,-1 4 2,0 0-3,-4 13-4,5-12 0,0 1-5,1-3 8,3 1-14,0 1-4,0-4-24,0-4-37,0-1-33,0-5-41,0-4-39,0-3-34,2-3-45,-1-3-20,0-2 19,2-3-186,-1-2-469,-2-1 208</inkml:trace>
  <inkml:trace contextRef="#ctx0" brushRef="#br0" timeOffset="3053.17">3128 8418 1951,'-6'-18'-3,"-1"-1"35,0 2-13,3 6 61,-3-5 19,4 7-8,2 1-14,-4 1-13,5 0-11,0 4-9,0-3 0,3 1-7,0 2-7,7-1-3,5 2 0,5 4 1,3 2 2,-1 6 1,1 1 2,2 4 1,-1 9 4,7 12 3,-1 3-3,-4 7 4,-2 3 0,-7 6 0,7 20 3,-6 3-6,-11-23-4,-1 3 1,-7 3-2,-2 23-5,-1 0 1,-2-1-3,-4-25 2,-7 29-1,-8-8-7,-2-5-8,-7-3-60,-2-2-56,-8-1-75,-1-8-79,-4 0-219,-9-3-514,3-4 227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2-09-26T04:42:24.41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15818 7195 31,'-5'2'229,"-1"0"-23,2-1-19,1 0-25,3-1-17,-3 5-13,3-5-8,13 9 1,8 0 21,8-4 16,17 2-7,27 1-4,10-2-5,9 4-17,4-7-5,9 4-14,2-2-6,5 2-9,10 1-9,-3 2-11,2 5-7,4-1-7,0 3-2,2-2-13,-6 3-1,0-3-6,-11 4-4,-1 0 4,-6-2-4,-4-5-9,-3 0-1,-7 0 1,-10-1-7,-7 0 2,-26-7-2,4-1-5,-8 0 0,-13-2-1,-5 1 3,-8-2-5,-2 0 7,-4-1 0,-2 0 8,1-2-7,-5 1-8,-1-1 2,0 0-9,-2 0-10,-1 3-24,-4-5-20,-2 2-19,-4-3-20,-5 5-17,-8-2-26,-5 2-24,-11 0-30,-1 0-23,-4 0-36,-3 1-136,-3-1-413,-16 2 182</inkml:trace>
  <inkml:trace contextRef="#ctx0" brushRef="#br0" timeOffset="456.76">15793 7522 63,'-4'-1'161,"4"1"-21,-7-1-10,7 1-19,-4-1-5,4 1-10,0 0 3,0 0 37,0 0 17,15 2 9,-1 1-4,1-3-6,8 0 1,7 3 2,12-3-9,5 0 1,23 5-2,3-1-10,1 1-2,6-2-11,0 1-6,9 0-2,1 1-3,10 5-9,6-3-9,-1 1-6,1 1-10,5 3-2,-1-4-1,0-3-5,3-1-17,-5 1 0,-4 1-6,-3 1-4,-6 0-1,-2-1-3,-10 0 4,1 0-11,-6-2 12,-4 1-12,-24 0-2,-2-4-8,0 2 7,-3-4-16,1 2 8,-9 3 7,-6-6 4,-4 1-8,-3 0-5,-2 0 6,-7-1-4,1 1-10,-4-2 10,0 6 0,-6-6 1,-2 3-3,3-3-4,0 2 7,-3 1-1,-4 0-8,6 0 5,-6 0 1,4-1-17,-4 1 3,0 0 6,6-1-8,-6-2-21,0 3-25,0 0-31,0 0-30,0 0-35,0 0-37,0 0-51,0 0-30,0 0-33,0 0-254,-10 6-588,3-6 261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2-09-26T04:43:06.60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11382 7799 33,'-3'-13'251,"1"5"-8,1-4-4,0 4-3,1 0-8,-2 4-9,1-3-14,1 0-11,0 3-15,0 4-10,-1-6-20,-1 2-14,2 4-11,-3-3-17,3 3-8,0 0-19,0 0-4,0 0-10,-2 14-4,0 6-5,-1 9-7,-1 0-6,-2 5-6,2 17-7,0-7-6,-2 9-29,2-6-42,-3 3-45,1-1-48,4-3-57,-3-1-71,3-10-166,2 12-469,-2-10 208</inkml:trace>
  <inkml:trace contextRef="#ctx0" brushRef="#br0" timeOffset="168.52">11268 8791 6,'-2'3'210,"2"-3"-10,0 7-17,-2-5-10,2-2-19,-3 4-11,3-4-12,0 4-13,3 1-17,-3-5-8,1 8-7,0-4-12,1-1-4,-2 2-13,1 1-19,1 4-34,-1-2-48,3 3-46,-4-2-60,0 4-110,2 3-281,-2 1 125</inkml:trace>
  <inkml:trace contextRef="#ctx0" brushRef="#br0" timeOffset="291.82">11190 9578 9,'0'26'-2,"0"2"-2</inkml:trace>
  <inkml:trace contextRef="#ctx0" brushRef="#br0" timeOffset="422.16">11261 10168 30,'-5'13'172,"4"-4"-23,-2 3-20,0 1-15,2 3-21,0 2-35,-1 1-26,0 6-41,1-4-33,0 5-28,1 3-40,-1 1-118,2-1 52</inkml:trace>
  <inkml:trace contextRef="#ctx0" brushRef="#br0" timeOffset="676.05">11197 10880 39,'-4'19'190,"-3"-1"-1,3-4-22,1-2-15,0 5-19,0-2-11,3 4-16,-2-3-10,0-1-27,2 3-27,0-1-16,0 1-23,2 1-25,0 6-21,-2-1-16,3 2-12,-3-1 0,2 0 5,-2 0 5,0 0 15,-2-5 12,-1 6 18,-1 0 3,1-2 10,-1 4 20,-3 1-2,0-3 23,1-2 1,-1 2 2,0 2-4,-1-4-17,1 2 10,0 0-3,0 2 0,1-2-2,-1-1-8,1 3-3,-1-3-1,0 3 4,0 3 0,0-1-6,1-1-16,-2 0 0,1 1-34,0 0-17,1 2-39,-2-3-78,-2 1-186,2 0 82</inkml:trace>
  <inkml:trace contextRef="#ctx0" brushRef="#br0" timeOffset="1146.8">10811 12870 24,'-7'30'156,"0"-1"-17,2-2-9,-2 2-15,1-2-10,2-1-15,1 2-5,2-1-3,-2-2-29,1 0-21,0-7-21,1 0-8,-1 8-12,2-4-2,0 5-12,-2-9-1,1 7 0,-1 0 7,2-1-5,-2 2 5,0 1 0,-4-3 14,1 3 6,1-4 2,-3 0 23,1 8-1,0-7 5,-2-3 10,-1 7 3,1-4-7,-2 2-4,3 3 10,-3-2-4,0 6 2,5 1-11,-4-2 9,-2 13-1,3-11-6,-1 11-4,2 1 2,0 0-9,0 2-1,-1 0-12,2 5-12,0-4-16,0 0-4,-2-1-16,4 5-3,-1 1 1,-1-2 6,0-1 1,0 6 6,1-2 4,-2-3 5,-2 0 3,2 3 16,0 1 19,0-5 16,-3 3 24,-1 0 23,1-1 4,-3 2 21,4-5 15,-3 4 11,0 1 4,-1-3 2,1-1 3,0 1 3,-2 0-15,3 4-4,-2-3-5,2 1-5,-3-3 4,2 2-18,0-2-9,1-1-12,-2-4-7,3 3-5,2-12-7,-1-6-11,-1 15-5,2-2-16,1-12-13,1-1-15,0 2-12,-2-4-23,0-2-18,3 3-13,0-11-13,-1-2-10,0-1-9,4-4-16,-1 0 4,-1-4-18,4-4-67,-2 3-28,2-6-186,0-1-440,0 0 195</inkml:trace>
  <inkml:trace contextRef="#ctx0" brushRef="#br0" timeOffset="3101.69">8222 8601 192,'-2'-7'263,"-1"2"-28,3 0-26,0 5-20,0 0-19,-3 14-16,3 3-15,1 12-9,1 3-10,-2 16-12,0-2-6,-2-1-12,4-10-5,-4-1-8,-1 1 2,3-2-16,-1 1 4,0-8-8,2-6-3,-1-1-8,0-2 4,0 0-7,-1-8-6,1-2 11,-2-1 20,2-2 8,0 0 8,0-4 19,0 4-7,0-4 4,0 0-3,4-10-16,-4-7-13,2-12-6,-2-3-7,0-17 1,-2-1-9,2-6 6,-1 0-12,-2 6 3,5 4-4,-4 10 0,2 9-2,-2 2-4,2 7-3,0 3-1,0 4-4,0 5-7,0-3-2,2 6-5,-2-2 0,3 3 0,-2-1-3,4 3 11,3 3-12,-1 1-3,6 2-4,-2 6 3,2 0 4,4 5-9,0 2 2,-2 2 3,0 0-3,0 2 3,-2-3-3,1-2 4,-5-2 7,1-2-6,-3-2-9,-1 0 0,1-4 0,-3-1 2,-1-1 2,1 0 0,-2-1 2,-1-3-2,2 2 1,-3-4 28,4 3-13,-4-3 2,0 0 5,7-10-14,-5-9 4,3-9 5,0-6-1,2-12-6,-2-3 0,1 3-18,1 11 14,-3-2 5,2 7-5,-1 2 0,-2 11-12,0 2 5,0 7 4,-2 0-10,1 3 3,-2 2 4,4 3-4,-4 0 0,8 18 0,-3 0-1,4 7 1,-1 5 13,-3 2-14,1 2-8,-1 2 11,2-1-3,-4-1 2,1-1 4,-1-2-9,-1 1 8,2-3-6,0-2-40,-4-9-33,0 7-48,3-8-47,-3-2-62,-1-3-46,3-2-60,-2-3-238,0-2-622,0-1 276</inkml:trace>
  <inkml:trace contextRef="#ctx0" brushRef="#br0" timeOffset="3397.61">8654 8785 2313,'1'-5'129,"2"0"-12,0 0-44,-1 3-27,1-2 2,-1 0 1,2 0 11,3-1 1,0-2-12,1 6-4,1 0-3,1 1-3,1 5-1,-3-1-2,-1 3 0,2 0 1,-1 4-2,0 0-5,0 4 5,-1 1-9,-4-1 1,-2 1 0,1-1-3,-2-2-1,0 0-5,0-4-1,-2 1 4,2-4 2,-1 1 1,1-2 17,0-1 23,0-4 20,0 4 5,0-4-19,0 0-9,0 0-9,-5-21 3,5 8-13,2-2 0,-1-8-7,2-2-6,-1 1 0,2-3-2,3 3-7,-3 3 4,2 3 8,0-1-22,0 2 4,3 0-24,-2 2-12,4-1-30,-2 3-30,2 0-32,0 0-35,-1 4-32,1-2-41,-1 2-38,1-1-37,-1 5-200,0 1-538,0-3 238</inkml:trace>
  <inkml:trace contextRef="#ctx0" brushRef="#br0" timeOffset="3951.56">9087 8431 121,'2'-11'264,"-1"-1"4,2 5 3,0 1-4,-3 1-8,0 1-18,1-1-26,-1 2-24,0 3-16,0 0-19,0 0-17,0 0-6,-3 27-15,-1-3-14,1 6-6,-1 3-14,0 0-5,0 2-5,1 1-7,3 0 3,-2-2-14,7-2-3,-3 1-8,4-3 2,1-5-2,3 3 1,0-6-5,1-8-2,2-1 1,-1-2-7,7 4 4,-4-12 0,2-1-5,4-2-3,0-3 5,1-9 7,-4-3 4,0-1 17,1-4 2,-5-2 3,0-4-6,0-3 19,-5-1-15,1-1 3,-2-1 8,-3 4-2,-3-4 10,-2-2-3,-2 6-4,-1 3 2,1-1-7,-3 6-10,-3-4-4,-1 0-6,-5 4-4,4 8-6,-2-3-4,-1 3-4,-4-1 2,-1 3-9,1 3-7,0 1-4,2 2-7,-2 4 9,3 0-9,-2 2-5,6 1-9,0 3 3,-2 5-2,6-5-3,2 5 0,0 3 4,4 3-4,3 2-4,2-1 12,1 1-10,4 2 7,1 1-10,4-1 6,-1-1 5,3-2-6,3 0 4,-2 0 1,1-1-1,0 2 8,1-2-3,0 2-4,1-2 2,-4 2 1,4-1 1,-3 0-2,5 3-1,-2 0-1,1-2 5,0 5-1,-3 2 1,0 1 2,-1 1-6,-4 2 1,-1-1 9,2-2-9,-8-3 5,2 0 0,-4 3 1,-1-3 3,-4-4-6,0 1 4,-1-3 4,0-5-2,-2 3 0,2-5-2,-4 2 4,2-4-6,1 1 9,0-5-7,-1 3-3,1-2 1,0-2-23,-5 0-36,3-1-37,0-3-50,1 1-46,3-1-54,-9-1-58,5-2-72,-3 3-334,7 0-764,-13 0 338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2-09-26T04:46:19.437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6872 6036 92,'-3'-4'193,"1"-2"-24,1 4-27,1 2-2,0 0-20,-4 14-8,4 1-8,-3 3-7,2 7-19,1 1-2,0 2-10,0-1-10,1-1 2,-1-8-9,3-1-5,-2-1-10,2-1 5,0-6 0,0 0-4,0-4 1,0 1 3,5-1 22,-1-4 26,3-1 13,2-5 4,4-2-4,6-7-8,4-3-10,9-12-1,-1 0-10,4-7-10,1-3-5,14-10-6,-16 12 0,0 2-6,-2-1-4,0-1-3,-2 3-6,-13 9 1,1 2-3,-2-1-6,-3 5 3,-3-2 5,-4 9 5,0-2-4,-5 0-4,2 0-8,-2 4 2,-4-2-4,1 4-1,-1 1-10,-1 1-12,-2 2-25,0 0-31,-1 3-38,-7 2-21,-3 6-15,-5 5-15,-2 5-25,-11 9-11,-3 0-26,0 5-141,-1 2-381,-2 2 169</inkml:trace>
  <inkml:trace contextRef="#ctx0" brushRef="#br0" timeOffset="391.32">6669 6141 70,'-3'-13'250,"3"5"-7,-1 1-19,1 0-15,-2 0-24,1 5-21,1-1-20,0 3-12,0 0-18,0 0-7,-3 16-10,3-4-9,3 6-7,-3 6-8,3 3-7,-2-10-9,3 7-2,-1-5-6,1-1-2,-1-2-7,1-1 2,-1 2-8,1-7-1,2-1-2,0-1 2,0-2 11,0-1 28,3-5 16,3 0 13,4-5 1,5-7-1,2-2-11,13-15-6,2-3-5,3-2-12,17-21-4,-6-1 4,0 5-3,-14 13-10,17-16-19,-18 15 9,1-1-2,0 1-2,-3 3-9,-4-1 0,-9 15-2,-4-2 1,-2 7 4,-2 5 30,-7 3 19,1 1 5,-3 3 3,1 0-17,-3 1-1,-1 1-12,1 1-1,-3 2-16,2-3-14,-2 3-35,0 0-30,0 0-55,0 0-31,0 0-28,-14 13-19,-2 3-17,-1 5-3,-4 0-25,-10 12-21,0-3-23,-3 4-18,-2 2-193,-2 0-507,-2 0 224</inkml:trace>
  <inkml:trace contextRef="#ctx0" brushRef="#br0" timeOffset="776.19">6732 6268 22,'0'-4'228,"0"4"-16,0-4-18,0 4-22,0-5-14,0 5-16,0 0-17,0 0-21,0 0-9,0 0-14,-4 14-1,4-5-3,0 3-11,1 1-9,-2-4-4,2 5-7,2-4-3,-3 3-1,2-3-4,0 1-1,1-2-5,3-1-3,-2-1 0,2 0-1,1-2-1,1-3 3,6-2 0,2-5 7,5-6-2,6-5 4,9-11 0,2-5-2,0-2 1,19-15-4,-2-1 3,-17 11-3,18-15 8,-4-1 0,-12 18-3,16-16-5,-19 19 2,-2 0-3,-1 3-3,-3 0-1,-9 11 1,-6 1 12,-2 7 21,-4 1 20,-2 4 4,0 1 9,-2 1-8,-2 1-3,1-2-13,-3 4-4,1-2-11,0 1-8,-2 1-7,-1 2-9,5-4-21,-5 4-20,0-2-20,0 2-33,0 0-44,0 0-36,0 0-17,-14 6-18,4 3-15,-3 1-18,-5 3-20,-3 7-10,-2 1-137,-11 9-407,3-5 180</inkml:trace>
  <inkml:trace contextRef="#ctx0" brushRef="#br0" timeOffset="1162.52">6914 6171 117,'-3'-2'178,"3"2"-26,0 0-12,0 0-15,0 0-14,0 15-8,0 1-7,0 0-9,0 0-8,0 1 1,2 2-22,2 0-2,-1-2-7,2-1-4,-2-5 5,2 0-10,1 2 2,1-2-6,3-2 2,0-5 6,4-1 0,3-3 6,7-6 9,1-3-7,14-5 3,0-11 0,3 0-7,-1-5-3,3-1 4,15-15-3,-21 10 0,15-15 4,-13 18 6,1-1-2,-1-1-3,2-1-1,-2 4 0,1 1-4,-4 2-2,-6 3-6,-11 10 4,-2 0 3,-6 9 20,-5 1 16,0 0 7,-1 1-9,-1 2-4,0 0-9,-4 0-16,2-1 4,1 2-12,-4 2-8,3 0-11,-3 0-29,0 0-23,0 0-40,-10 6-25,3 2-10,-5-1-19,-5 8-15,-3 0-10,-3 2-13,1 3-31,-11 5-21,0 0-151,-3 1-394,-1 1 174</inkml:trace>
  <inkml:trace contextRef="#ctx0" brushRef="#br0" timeOffset="1527.01">7080 6198 25,'-3'-3'230,"1"0"-22,-1 2-21,3 1-24,0 0-17,-7 0-18,7 0-14,0 0-5,-3 9-18,3-1-6,1 4-8,1-3-8,3 3-5,-2-2-4,1 0-4,3 1-8,0-3 1,3 2-3,3-3 3,1-1 6,7-5 6,6-1 11,0-9 8,14-8-2,2-1 1,19-22 3,-3-3-9,3-1-4,-1-2-6,1 0 4,-4-2-3,1 1 3,-3-4 4,-18 13 3,17-17-3,-21 20 0,-2-2 6,-2 2 4,-8 10-5,-6 4 3,-3 7 16,-5 1 20,-1 6 0,-1 2-6,-2-1-12,-2 2-12,0 0-10,1 0-7,0 3-12,-3 1-15,2-3-18,-1 1-30,-1 2-33,0 0-40,0 0-27,0 0-26,0 0-25,-2 10-10,-2-3-10,3 0-30,-3 0-23,1 2-16,0-3-23,0 3-158,-3-1-464,1 0 206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1024" units="cm"/>
          <inkml:channel name="Y" type="integer" max="768" units="cm"/>
        </inkml:traceFormat>
        <inkml:channelProperties>
          <inkml:channelProperty channel="X" name="resolution" value="44.32901" units="1/cm"/>
          <inkml:channelProperty channel="Y" name="resolution" value="44.39306" units="1/cm"/>
        </inkml:channelProperties>
      </inkml:inkSource>
      <inkml:timestamp xml:id="ts0" timeString="2022-09-23T04:56:48.253"/>
    </inkml:context>
    <inkml:brush xml:id="br0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7069 3324,'0'25,"25"49,25 25,24 50,1-25,-51-25,26-24,-25-26,0 1,-1-25,-24 0,-24-25,-1-25,-50 0,1 25,24-25,1 25,-1-25,1 1,24 24,0 0,50 0,24 0,26 0,-50 0,24 49,1-24,-25 0,-1-25,1 25,0-25,25-25,-26-25,51-24,-50-1,-1 26,-24 24,25-25,-25 75</inkml:trace>
  <inkml:trace contextRef="#ctx0" brushRef="#br0" timeOffset="4024.89">7466 3150,'-25'0,"25"25,0 0,0 0,0 24,0 26,25-26,0 1,0-25,-25 24,49-49,-24 0,0-49,-25-26,0 1,0 24,0 25,0-24,0 24,0 0,0 0,-25 1,0 24,1 0,-26 74,50-49,-25 24,25-24,0 0,0 0,0-50,25 0,-25 0,25 25,-25-24,0-1,25 25,-1 0,1 0,25 49,-25-24,24 25,-24 24,25-49,-50 0,24 24,-24-24,25 0,-25 0,25 0,-25-1,25-24,-25-74,0 0,0 24,0 0,0 26,0-1,0 0,0 0,0 50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2-09-26T04:48:08.89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8192 3281 129,'0'0'179,"0"0"-12,0 0-6,4-6-10,-4 6-6,0-4-10,0-1 5,0-1-9,-2 2-3,2-4-9,-1 1-15,-2-2-4,0-2-11,0 2-5,-2-3-9,1-3-4,-4-1-7,5-1-4,-5 2-2,0-1-3,2-1-2,-5 1-7,-2-5-6,1 2 0,0 6-1,-3-7-11,4 7 6,-6-4-7,-1 0-5,6 7 1,-8-9-3,1 6-6,0 1 1,-4-3-2,3 0-3,-3 2 14,1 2 1,-1 2-5,1-3 2,-1 3-6,-4 0-1,5 1 1,-4 0-4,2 1 0,-2 0 4,-1 3-7,2 1-2,-2 1 0,-1 0-4,2-1 6,-1 3-4,4 0 1,0 0 1,-1 3 1,2-2-7,0 4 0,1-4 3,4 1 0,-2 1-4,2 1-1,0-2 3,-3 3-1,6 0-1,-9 2 5,2 3-8,2 1 2,-1 1-1,-2-1 1,3 3-1,-2 1 1,1 2-1,-1 0 6,4 2-2,-3-2 0,1 2-1,-1-2 2,2-1-4,2 2 1,-2-1 2,-2-3 1,2 8 3,-2-3 2,3-1-4,0 3 2,2-1-7,-2-2 12,0 3-4,1-2 0,0 3-2,0-1-1,-1 1 5,3 1-8,0-5 4,4-2 0,0 0 7,-2 6-8,5-4-2,-2-3 0,-2 9 3,4-7-4,0-2 3,-1 3 2,0 5-3,3-4 1,-2 3 3,2-3-6,1 1 3,1-1-5,2 0 4,-2 6 0,2-5 5,-1-3-1,2 2-9,3 0 6,0 7 2,-2-9-2,0 0 1,4 3 1,-4-3-1,5 1 0,-2-2-4,2 3 5,-2-2-3,3 0 2,-1-1 1,1-2-5,0 2 2,4-1 7,-5 2-6,0-1 0,5 1 8,-4-3-7,0 1 1,3 0-3,-3 2 5,4-2-9,-1 0 5,0 1-4,1-3 3,-1 1 3,1-2 0,5 4-3,-1 1 5,3-4-4,-1 0 2,-3-4-2,2 1 0,4 2 0,-5-5 3,6 3-2,0-3-3,-1 2 9,0-3-2,4-2-1,-3 0-5,4 0 3,-2 0-2,0-2 0,2 1 1,-1-1 0,1 1-3,-3 1 1,1-4 2,-2 3 2,2 1-6,-2-3 1,0-1-3,-7 1 3,11 0 2,-9-2 0,1 1-2,4-2 5,0 0-6,3 2 3,-4-2-2,2-2 2,-2-2 6,2 1-5,1 3-4,-2-3 4,0-1 3,0 2-3,-1-1-1,1-1 3,0-1-5,-1 1 5,-5 0-1,1 2-1,5-8 9,-1 6 1,-6 0-8,7-5 7,-2 0 1,-1 0 0,-3 2-2,-1 0 3,5-4 0,-5 5 4,1-2-1,2-5-3,-1 1-3,2-3 2,-7 5-6,2 2 15,4-7-3,-2-2 4,2-1 0,-2 4-2,0-1 3,-4 2-5,2 1-1,2-7 1,-4 0-2,2 2 12,0-1-14,0-3 5,-5 7 12,0 0-1,1-5 13,-1 3-3,-3 0-3,5-5 0,-8 3-14,4 2 8,-2-2-4,0 1-19,1-6 19,1 3-3,-5 2-8,1 2 2,1-3-4,-3-4 3,2 6-2,-2-1 4,1 0 1,-4 1 18,3 3-16,0 1 0,-1-4-2,-2 0-3,2 0-1,-1 2-2,-1 1-3,-1-3 0,0 1 2,1 0-14,-1-3 12,1 3 8,-2-7-13,0 5 0,2 3-3,-4-8 4,-1 1-13,2 5 15,-2-8 2,-1 5 0,-3 0 2,2 2 2,-1 6 0,-1-8 5,-1 1-9,1 2-19,-4 0 18,2 1-3,-3-1 1,3 2-2,-3 2 1,2-2-7,1 5 7,-3-2-3,-1-1 5,1 1 3,1 5-11,-1-6-4,2 10 1,-1-4-1,-3 1-3,-3 0 2,4 4-12,-7-1 9,2 3 5,-2 2-4,0 0 3,-1 0-2,-1 2-6,1 0 7,0 1 3,-2 1 0,0 2-1,-1-4 2,3 3-2,1-1-1,-1 3-1,0-2 9,3 0-15,-2 3-9,1-3 23,0 2-10,1 2 6,-5-1-4,4-1-2,2 0 9,-1 0-12,-1 3 7,2-1 1,-1 0-2,-1 0-2,0 3 11,0-1-30,2-3 22,-2 7-4,0-3 5,3 2 2,-3 1-2,-2-1-1,5 2-8,0-2-1,-2 0 1,4 3 11,3-2-2,-5 1-7,4 1 10,-1 1-4,4-1 1,-3-1 2,-3 3-8,3-1 6,2 4-6,-1-3 7,1 1-6,-2 4 8,4-3-8,-1 2 0,3 2 15,-3-3-14,-2 3 5,6-2 1,-2 1-9,-1-2 13,5 1-5,-2-1-13,0-1-16,2-4 28,1 0 0,-3 7 4,2 1-4,3-7 0,-2 0 0,-3 4 13,3 2-14,3-6 7,0 0-1,-2 1-7,2 3-5,1-1 5,0-1 0,2 3 15,1-4-19,1 6-5,-1-5 7,2-2-3,0 1-16,1 7 23,0-8-3,3 6 0,-1 1 4,2-2-5,2 0 5,-1 0-2,6-3-8,-4 0 13,-1-4-7,5 7 4,-2-8-2,1 5 2,1 1-6,2 0 5,-1-5-2,-1 2 7,-3-5 10,7 3-18,-2 0 0,1-7 4,-1 5-8,3-1 18,0 1-15,2-5 5,-1 3-3,0-1 1,6-2 4,-1-1-5,-2 1 5,1-2 7,1 1-28,2-5 9,-2 3 9,1-1-1,-4-1 11,5 3-13,-2-6-7,2 2 8,-3-1 1,4 1 11,0-2-12,-5 2-2,2 0-1,2-3 0,-3 0 7,4 0-2,-1-2-1,0 2 14,-1-3-19,1 5 1,1-6 2,-1-1 7,1 2-2,2-3-4,-2 3 1,0-1-6,-3-1 9,4-3-10,-4 4 2,2-4 4,-2 0-4,0 1 7,-2 2-22,1-6 19,0 1 0,1-1 0,0 0 6,-2 1-8,0-2 10,-1 5-7,-2-8-3,1 3 1,-1 1 4,-2-4 1,2 2-1,-7 1 8,4-4-14,-3 6 4,2-5 5,4-2-4,-4 0 1,1 1-3,0-3-1,-3 2-1,-2 4 2,1 1-2,2-7 3,-3 4-4,3-3 4,-1-3-2,0 3-1,-1-2 3,0-3 0,1 1 0,-3 1 0,-2-3 3,0 0 4,0 0-5,-1 0-5,2-1 11,-6-2-6,1 1-3,0 1-1,-1-1 4,-1 0 1,0 0 3,-3 0 4,1 0-7,-2 0 1,0-2-6,-4 3-1,3 5 13,-3 2-9,1 3-1,-3-3-1,2 1 2,-1 2-6,-1 1-5,2 5-13,-1-3-49,2 4-92,1 2-71,3 0-75,0 1-64,3 0-294,1 1-721,8-4 319</inkml:trace>
  <inkml:trace contextRef="#ctx0" brushRef="#br0" timeOffset="411.68">9185 1388 75,'-2'-3'138,"2"3"-19,0 0-13,0 0-4,0 0-16,-3 16-11,-1-5-2,1 4-5,-1 9-9,1-3-6,2 7 2,-3 3-25,1 2-10,1 4-24,0 9-42,0 7-33,-2-5-76,1 0-169,3 2 75</inkml:trace>
  <inkml:trace contextRef="#ctx0" brushRef="#br0" timeOffset="572.01">9051 2513 6,'5'26'50,"1"-2"-8,1 4-10,1 1-4,-2-1 4,5 4-15,-2-2 1,-2-2-5,-2 4-24,1-1-5,0 2-20,-3 1-38,-3-4 18</inkml:trace>
  <inkml:trace contextRef="#ctx0" brushRef="#br0" timeOffset="1002.38">9090 3195 11,'-10'30'42,"3"1"0,1 2 4,4-1 2,-4-3-5,-1 5-7,3-5 11,1 3-14,0 4-7,3-3 4,-4 3-8,4 10 5,0-9-9,4 10-6,-4-11-13,2 11 3,-1-10-1,2 8-4,-3-12-1,0 1 1,1 14 3,-2-13-4,-2 0 10,0-3-1,-1 4 8,-2-2-21,-2 12 12,4-13 3,-3-2-8,0 2 10,-2 13-3,-3-15 0,2 15-2,-4-1-3,2 3-9,1-4 11,1 3 4,3-1-2,-3-13 3,3 3-7,2 10-5,0-1 14,3-12-6,-2 1 7,2-3 4,3 4-2,2-2 0,-3-3-1,4 3 7,0-2 5,1-1-3,-2-4 0,1 4-3,0 0-1,-1-3 3,-2 3-1,2-1 15,-3-1-9,0 2 11,-4-4 9,3 1 9,-2-10-1,0 3 20,-1-2 10,1 0 0,0-2 1,-3-2 1,2-2-14,1-3-2,2 2-8,-2-5-9,3-6 0,0 12-10,0-12-2,-1 10-3,1-10-2,0 8-7,0-8 1,0 9-7,0-9-1,0 0-6,0 8 5,0-8-6,0 0-2,0 0-1,0 10 3,0-10-17,0 0-5,0 0-12,-2 7-7,2-7-25,0 0-7,-1 8-12,1-8-16,0 0 11,0 0 1,0 0-27,1 9-15,-1-9-12,0 0-79,0 0-225,0 0 100</inkml:trace>
  <inkml:trace contextRef="#ctx0" brushRef="#br0" timeOffset="7326.5">11169 3403 154,'-10'-15'174,"-1"4"-9,0-3-15,-2 1-9,2 1-12,-8-3-15,2 1-7,-1-1-7,0 2-11,-4 0-6,-3 1-5,0-1-8,-10-4-10,-4 2-8,2-3 2,-4 1-4,0 0 9,0 2-9,-1 2 4,-4-2 0,0 3 9,-3-3-1,-16-3 8,18 13 3,-3-6 2,-17-1 2,-1 1 10,22 6-12,0-1 5,0 6 2,2 0-7,-1-1 1,2 2-10,0 4-2,2-4-5,2 4-3,0 1-7,14 3-2,-4-1-3,2 0-5,3 1-1,0 6 5,3-6-17,0 4 0,3 1 1,0 2-4,2 0-5,1 0 8,-1 5-6,3-1-5,-1 2 1,0 2-3,2 0 3,0 0-3,2 3 1,1 0-6,3 1 1,-3-3-7,4 4 11,-1-3-3,1 0 3,5 0-6,0 2 2,-2-3 0,4-6-3,2 7 7,-1 2-3,1-3 0,1 0-1,2 1 1,1-5-10,3 7 11,1-5 4,3 0 1,-1-2 3,5 1-3,1 1 0,4-6 0,0 4-4,3-4 2,5 8 1,-4-10 3,9 3 1,0-1 0,1-5 2,1 1 2,0-4-2,-1 0-2,10-3-5,-5 3 6,0-7 5,5 2-13,0 0 7,0 0-7,0-4 2,0 3 5,2 1-7,-3-1 0,-1-2 3,-1 2-6,1-2 8,-1 1-17,-2-2 7,0 0 4,-2 0-3,3 1 2,0-1 1,-1 2 1,-3-1 7,3-2 0,0 1 3,-5-2 3,2 4-6,-9-5 6,6 0-4,-9 2 17,1 2 5,0-4-5,0 1 3,-1-3 3,0 1-10,2-5 4,-1 1 4,-2 2 0,-3-6 0,3 4-6,-2-6 2,-1 2-4,0-3-1,-3 5 0,3-6-1,-3 0-9,2 1 5,-4-1 6,1 4 2,-3-4 9,0-1 5,-2 0 3,2-4 7,-4-2-6,-1 0 2,1-2-3,-1-2 0,-4 1-11,-2-6-1,-1 0 4,0 1-12,-3-3 0,-7-13-8,3 13 2,-3 0 6,-3-1-7,0 2-4,-7-9-4,-8 3 1,-5 5-2,8 8-4,-9-5-3,-2 2-2,5 13-1,-9-5 0,8 9-7,-11-5 0,12 7 3,3 3-13,9 4-11,-9-2-41,8 2-55,5 3-42,0 0-77,0 2-42,3 5-44,1 0-58,1 5-55,-2 0-239,4 0-729,3 0 323</inkml:trace>
  <inkml:trace contextRef="#ctx0" brushRef="#br0" timeOffset="8640.98">18195 4273 113,'-4'-1'167,"2"-1"-8,2 2-13,0 0-11,-4-4 0,4 4-8,0 0-6,0 0-5,0 0 2,0 0-12,0 0-3,0 0-16,0 0 1,0 0-7,10-5 3,4 4 6,7-4 0,8-4 3,11-2-2,9 2-4,23-12-3,-3 5-7,3 2-6,1 1-4,-1-3-4,0 4-8,-3 6-4,-20-2-6,-2 1-5,-1 0-6,-1 0 2,-6 2-5,-11 0-3,-2 1-4,-12 2 5,4 0-9,-9 0 13,1 1 20,-3 0 18,-1 0 5,-1 1-3,-5 0-1,7 0-8,-4-1 10,-3 1-22,4-1 1,-4 1-5,0 0-13,0 0-3,0 0-13,2-3-18,-2 3-40,0 0-34,-6-8-31,2 7-23,-4 1-34,-8-3-35,-1 3-13,-3-2-38,-5 4-202,-5 1-487,-8 1 216</inkml:trace>
  <inkml:trace contextRef="#ctx0" brushRef="#br0" timeOffset="9049.68">18130 4275 119,'-5'2'163,"3"0"-9,-1-1-16,3-1-14,0 0-6,0 0 14,0 0 25,17 2 14,0-5-3,8-2-4,4 1-8,11 2-11,3-5-7,-1-4-16,6 3-6,1 0-19,20-1-3,-1 0-12,-1 2-5,-16 2-10,18-7-7,-3 3-1,-16 4-2,-3-2-10,1 7-5,21-8 0,-28 5-3,-13-1 4,0-1-4,0 3 6,-5-2 9,-9 0 11,-1 3 5,-3 0 20,-2-1 11,-2-1 0,1 1 8,-6 2-10,4-2 1,-4 1-16,-1 1 6,7 0-21,-7 0-5,6-1-8,-6 1-1,0 0-11,0 0 2,0 0-12,5 0 3,-5 0 1,0 0-4,0 0-9,0 0-3,0 0-11,0 0 7,0 0 4,0 0-8,0 0-4,0 0 8,0 0-9,0 0-3,0 0 4,0 0-12,0 0-4,0 0-6,2-4-17,-2 4-25,0 0-23,0 0-30,0 0-28,0 0-34,0 0-48,0 0-36,5-1-42,-2-2-43,4-1-177,3-1-557,4-1 246</inkml:trace>
  <inkml:trace contextRef="#ctx0" brushRef="#br0" timeOffset="9610.22">19998 3971 83,'-9'1'200,"2"-1"-19,2 0-18,-1 0-8,6 0-16,-7 1-19,7-1-10,-3 1-9,3-1-24,0 0 18,0 0 17,24 6 9,-1-4 0,3 0 1,17-2-6,3 3 4,1-1-10,21-4-3,2 4-7,-1-2-6,-3-2-11,10 2-5,1 0-13,1-3-1,-1 3-3,2 3-12,-3-8 4,6 7-4,-6-2-13,0 0 3,0 0-4,-24 0-5,15 3-8,-22-3 2,-2-3 1,1-1-3,-16 4 3,10-2-13,-14-4 3,-1 4 4,-5-2-3,-3 4 13,-2-3 9,-4 3 3,-1-3 11,0 4-15,-3-3-1,3 0 2,-5 1-10,-3 1 2,4-1-3,-4 1-5,4 0-10,-4 0-12,3-3-22,-3 3-16,0 0-31,0 0-34,-12-4-29,0 5-28,-4-1-26,-4 3-13,-7-2-28,-3 1-26,-12 3-142,0-1-429,-5-1 190</inkml:trace>
  <inkml:trace contextRef="#ctx0" brushRef="#br0" timeOffset="9999.1">19909 4099 120,'0'0'175,"-4"1"-17,4-1-12,0 0-19,11 5 8,3 1 2,14-4-5,10 5 4,7-4 0,3 1-10,21 1-10,-2 2-12,4-1-5,-5-1-7,5 4-10,-2-1-7,4-1-11,2 1-1,-2-1-6,-2-1-6,-2 0-3,1-2-3,-23 0 1,22-1 1,-23-2-9,2-1 2,18 4-3,-24-7 10,2 1 4,-16 1-5,10-5 12,-11 2-1,-6 0-3,0 2 3,-4-1 1,-3 0-1,-1 1-12,-3-1 8,-2-1-4,1 4-12,-4-2 0,1-1-9,-2 3-2,2-3 2,-1 3-3,-5 0-4,5-4-7,-5 4 0,3-1-15,-3 1-19,0 0-15,2-1-20,-2 1-26,0 0-44,-11-3-27,1 3-27,-2-1-12,-10-2-10,-3 3-18,-2-2-154,-4 2-404,-7-1 180</inkml:trace>
  <inkml:trace contextRef="#ctx0" brushRef="#br0" timeOffset="10381.64">20067 4121 50,'0'0'171,"22"-4"5,5-1-10,11-2-13,2 1 1,5 1-7,1 0-6,25 5-7,-22-4-6,26 2-9,-4 0-9,0 4-11,3-4-9,-5 6-2,2-4-13,2-2 0,0 4-7,-1-2-5,-3 3-7,0 1-4,-17-3-6,17-1-5,-26 1-2,3-1-6,-1-1-1,-7 0-4,-9 0 3,-3 1-7,-1 2-3,2-3 1,-13 0 4,-1-2 9,-2 3-6,-4-3 2,2 2-3,-4 0-2,1-1-1,-2 2-1,-1 0-3,-3 0-8,4-2 5,-4 2-5,0 0-6,6-1-10,-6 1-11,0 0-13,0 0-16,0 0-19,0 0-12,0 0-21,-18 3-14,9-3-33,-6 0-30,-8 0-14,-4 2-148,-1-4-362,-10-1 161</inkml:trace>
  <inkml:trace contextRef="#ctx0" brushRef="#br0" timeOffset="10825.33">20082 4093 58,'19'5'164,"3"-3"-7,9 0 0,16 2-14,23 0-6,-1 0-2,1 0-5,0 2-9,-20 0-12,22 1-9,-3-1-8,-20 0-2,24 5-5,-28-5-16,23 3 6,-20-4 0,0 2-6,1-5 3,-1 4-4,-1-2-1,-4 1-6,-2 0-1,-10-2-4,-4 3-2,0-6 2,-4 0 4,-3 0 4,-5-1-2,-1 1 4,-6 0 4,1 0 2,-4 0-1,2 0-3,-3 1-2,2-1-3,-6 0-3,7-1-10,-7 1-7,6-3-2,-6 3-7,4 0 1,-4 0 0,0 0-6,0 0 0,0 0-10,6 0 2,-6 0 0,0 0-5,0 0 9,0 0-19,0 0 2,2 3 2,-2-3 2,0 0-7,0 0-3,0 0 0,0 0 2,0 0 5,0 0-4,2 4-2,-2-4-3,0 0-3,0 0-5,0 0-12,0 0-20,0 0-27,0 0-23,0 0-39,0 0-24,0 0-35,0 0-30,0 0-6,0 0-17,3 2-137,-3-2-409,0 0 182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2-09-26T04:48:26.58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18479 4110 23,'-12'-3'165,"3"1"-4,2 2-5,3 0-3,-2-2-17,3 1-7,3 1-15,-5-3-13,5 3-18,0 0-2,0 0-10,21-3-1,0 2-4,7-2-1,13-4-7,4 3-5,24-2-1,-2-6-3,-19 9-9,26-1 6,-1 5-5,-1-2-3,1-3-3,-1 4 0,4 0-1,3 5-7,-3-6-3,0 2-4,-3 4-5,-2-1 3,5-3-2,-10 3 1,-18 2-2,21 1-1,-23 0-1,1-4-3,2 3-6,-5 1 6,-2-4-3,-15 0 1,1 2-2,-4-2-8,-3-3 8,-8 2 2,-2-1-3,-4 0 0,0 1 2,-1-2-4,-2-2 1,-4 2-4,5 0-4,-5 0-2,0 0-9,0 0-3,0 0-10,-10-7-16,1 5-12,-1 0-10,-6 0-18,-4 0-18,-6 2-13,2-3-9,-7 1-12,-7 2-118,-4 0-273,-6 0 122</inkml:trace>
  <inkml:trace contextRef="#ctx0" brushRef="#br0">18758 4105 34,'-7'0'117,"3"0"-14,4 0-8,-6 0-9,6 0-6,0 0-16,0 0 8,0 0 20,0 0 5,31 1 2,-7-1 1,0-4-3,17 2-12,2 2-3,-3-1-4,8 0-11,24 2 0,-2 5-7,-22-2-2,28 3 6,-6-5-15,1 7-6,-2-2-8,-20 0-1,2-2-1,21 6-1,-3-2-7,-20 0 0,-1-1-13,0-3 14,-1 3-16,-1-2 8,-1 1-4,-5-3-1,-12 0-5,-1 2 4,-5-3-2,2-2-5,-10 0 7,-3-1-2,-2 2 9,-1-2 14,-2 0 13,-2 1 5,3-1 8,-3 2 0,-1-1-3,-3-1-5,0 0-8,9-3-1,-9 3-6,0 0-1,5 2-4,-5-2-8,0 0 4,0 0-5,0 0-5,5 1 1,-5-1-2,2 1-2,-2-1-3,0 0-1,0 0-4,0 0 2,0 0-3,0 0 1,0 0-5,0 0 4,0 0-1,0 0-4,0 0-2,0 0 16,0 0-12,0 0 2,0 0-1,0 0-1,0 0-2,0 0-1,0 0 2,0 0 1,0 0 0,0 0 1,0 0 0,0 0-2,0 0-5,0 0 3,0 0 1,0 0-2,0 0 6,0 0 1,0 0-4,0 0-4,0 0 1,0 0 4,0 0-4,0 0 4,0 0-1,0 0-6,0 0 12,0 0-6,0 0 0,0 0-1,0 0-2,0 0 2,0 0-2,0 0 9,0 0-6,0 0 3,0 0-3,0 0-2,0 0 2,0 0-1,0 0 5,0 0-10,0 0 4,0 0 3,0 0-3,0 0 6,0 0-7,0 0 2,0 0 0,0 0-1,0 0-3,0 0 6,0 0 1,0 0-3,0 0 2,0 0-2,0 0 1,0 0-1,0 0-3,0 0 3,0 0-1,0 0-2,0 0 3,3 3 1,-3-3 0,0 0 1,0 0 4,0 0-6,0 0 0,0 0 2,0 0-3,0 0 3,0 0 0,0 0-2,0 0 0,0 0 0,0 0 4,0 0-1,0 0-6,0 0-1,0 0 1,0 0 5,0 0-3,0 0 3,0 0 0,0 0-5,0 0 1,0 0 0,0 0 2,0 0-2,0 0 1,0 0 2,0 0-2,0 0-1,0 0 9,0 0-7,0 0-1,0 0 0,0 0 1,0 0-3,0 0 0,0 0 4,0 0-8,0 0 5,0 0 4,0 0-2,0 0 0,0 0-3,0 0 3,0 0 4,0 0-2,0 0-2,0 0-3,0 0 4,0 0-1,0 0-7,0 0 8,0 0 1,0 0-5,0 0 3,0 0 3,0 0-4,0 0 3,0 0-3,0 0 4,0 0 2,0 0-7,0 0 0,0 0 5,0 0-7,0 0 16,0 0-12,0 0-2,0 0-1,0 0 6,0 0-3,0 0 2,0 0-2,0 0-1,0 0-4,0 0 5,0 0 0,0 0-1,0 0 4,0 0-3,0 0 0,0 0-2,0 0-1,0 0 0,0 0 1,0 0-1,0 0-3,0 0 8,0 0-4,0 0 2,0 0 0,0 0-3,0 0 3,0 0 0,0 0 1,0 0 3,0 0-8,0 0 6,0 0 2,0 0-5,0 0 1,0 0 5,0 0-7,0 0 2,0 0-1,0 0 2,0 0 2,0 0-4,0 0 1,0 0 3,0 0-3,0 0 0,0 0 3,0 0-4,0 0-4,0 0 3,0 0-1,0 0 4,0 0-1,0 0-2,0 0 4,0 0 1,0 0 1,0 0-1,0 0-4,0 0 1,0 0-2,0 0 5,0 0-1,0 0 1,0 0-2,0 0-4,0 0-8,0 0 13,0 0-1,0 0-2,0 0 4,0 0-1,0 0-6,0 0 3,0 0 4,0 0-5,0 0-1,0 0 5,0 0-1,0 0-3,0 0 2,0 0 5,0 0-7,0 0 2,0 0-3,0 0 1,0 0 2,0 0-2,0 0 2,0 0 6,0 0-9,0 0 3,0 0 0,0 0-1,-10 3 2,10-3-3,0 0 7,0 0-10,0 0 6,0 0 0,0 0-2,0 0-1,0 0 2,0 0 1,0 0 1,0 0-1,0 0-1,0 0 5,0 0-3,0 0-2,0 0 0,0 0 0,0 0 2,0 0-2,0 0 1,0 0-6,0 0 4,0 0 1,0 0 0,0 0-3,0 0-2,0 0 6,0 0-5,0 0 3,0 0 4,0 0-1,0 0 0,0 0-2,0 0-6,0 0 14,0 0-6,0 0-1,0 0-1,0 0 3,0 0 1,0 0-3,0 0-1,0 0-2,0 0 1,0 0-3,0 0 4,0 0-2,0 0-2,0 0 7,0 0-3,0 0 0,0 0 4,0 0-6,0 0 5,0 0-3,0 0 3,0 0-7,0 0 5,0 0-4,0 0 0,0 0 4,0 0-4,0 0 4,0 0-2,0 0 4,0 0 2,0 0-8,0 0 3,0 0 1,0 0-4,0 0 5,0 0-2,0 0 0,0 0-1,0 0 1,0 0 0,0 0-1,0 0 0,0 0 4,0 0-4,0 0 2,0 0 2,0 0-7,0 0 7,0 0-2,0 0 0,0 0 0,0 0 0,0 0-2,0 0 1,0 0 1,0 0-2,0 0-4,0 0 8,0 0 3,0 0-6,0 0-1,0 0 7,0 0-5,0 0 0,0 0-2,0 0 3,0 0 1,0 0-1,0 0-7,0 0 0,0 0 8,0 0-1,0 0-1,0 0-1,0 0 5,0 0-7,0 0 3,0 0 0,0 0 0,0 0-2,0 0 1,0 0 0,0 0-6,0 0 6,0 0 1,0 0-2,0 0 1,0 0 7,0 0-6,0 0-3,0 0 1,0 0-1,0 0-1,0 0 3,0 0-3,0 0 6,0 0-3,0 0 9,0 0-10,0 0 2,0 0-4,0 0 6,0 0 2,0 0-5,0 0 0,0 0 8,0 0-9,0 0-2,0 0 2,0 0 3,0 0-4,0 0 2,0 0-1,0 0 1,0 0-2,0 0 0,0 0 3,0 0-1,0 0-4,0 0 2,0 0 1,0 0 6,0 0-3,0 0 6,0 0-9,0 0-1,0 0 3,0 0-2,0 0-2,0 0 1,0 0 2,0 0-2,0 0 5,0 0-6,0 0 2,0 0-3,0 0 9,0 0-2,0 0-6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2-09-26T04:48:29.39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20213 4241 2958,'0'0'1,"0"0"-1,0 0-2,0 0 1,0 0-1,0 0 1,0 0-4,0 0 4,0 0 4,0 0-3,0 0 1,0 0 4,0 0-6,0 0-1,0 0 4,0 0-2,0 0 9,0 0-11,0 0 0,0 0 2,0 0-6,0 0 2,0 0 10,0 0-5,0 0-8,0 0 6,0 0 2,0 0-4,0 0 9,0 0-11,0 0 7,0 0-4,0 0 3,0 0 2,0 0-6,0 0 4,0 0-2,0 0 2,0 0-1,0 0 4,0 0-5,0 0-2,0 0 0,0 0 2,0 0 0,0 0 1,0 0 0,0 0 0,0 0 1,0 0-2,0 0 3,0 0-2,0 0 1,0 0-1,0 0-1,0 0 1,0 0-1,0 0 3,0 0-4,0 0-1,0 0 2,0 0-1,0 0 4,0 0-2,0 0-1,0 0 5,0 0-5,0 0-2,0 0 7,0 0-7,0 0 0,0 0 0,0 0 2,0 0-1,0 0 6,0 0-3,0 0-2,0 0-2,0 0 0,0 0 2,0 0-1,0 0 5,0 0-6,0 0 0,0 0 4,0 0-4,0 0 2,0 0 2,0 0 4,0 0-8,0 0 6,0 0-8,0 0 4,0 0 1,0 0-3,0 0 3,0 0-6,0 0 6,0 0 0,0 0-2,0 0 2,0 0-7,0 0 11,0 0-4,0 0-1,0 0 1,0 0 6,0 0-8,0 0 0,0 0-1,0 0 4,0 0-4,0 0 4,0 0-3,0 0 3,0 0 0,0 0-1,0 0-1,0 0-2,0 0-1,0 0 5,0 0-2,0 0 1,0 0 1,0 0-2,0 0 1,0 0 1,0 0-8,0 0 11,0 0-3,0 0-3,0 0 2,0 0 4,0 0-4,0 0 1,0 0-3,0 0 2,0 0 3,0 0-4,0 0-3,0 0 0,0 0 1,0 0 9,0 0-10,0 0 2,0 0-2,0 0 0,0 0 1,0 0-1,0 0 0,0 0-2,0 0 8,0 0-4,0 0-3,0 0 0,0 0-2,0 0 2,0 0 0,0 0 0,0 0-1,0 0 5,0 0-6,0 0 2,0 0-10,0 0 9,0 0 2,0 0 0,0 0 2,0 0-3,0 0 1,0 0-6,0 0 10,0 0-5,0 0 0,0 0 2,0 0-3,0 0 1,0 0 1,0 0 2,0 0 0,0 0 1,0 0-3,0 0 6,0 0-4,0 0 1,0 0-3,0 0 1,0 0-14,0 0 1,0 0-12,0 0-1,0 0-8,0 0 0,0 0-2,0 0-5,0 0 6,0 0 3,0 0-6,0 0-5,0 0 2,0 0-4,0 0-8,0 0-13,0 0-10,0 0-24,0 0-6,0 0-27,0 0-142,-5-7-301,2 4 133</inkml:trace>
  <inkml:trace contextRef="#ctx0" brushRef="#br0" timeOffset="1557.46">6878 3488 28,'-1'-12'201,"0"7"-14,1-3-8,0 1-13,0 5-14,0-4-15,-1 1-9,1 5-15,0-4-16,0 4-12,0 0-7,0 0-13,0 0-4,3 23-3,-1-7-10,2 9-2,0 3 6,-2 0-14,1 5-7,0-7 4,-1 5-7,3 0-4,-5 1 0,5-2 0,-2 2-6,-1-4 1,2-2 1,-3-5-4,2-3-1,-3-1-1,3 0-5,-2-6 3,1 2 1,-1-3-4,-1-2 2,0 1 0,1-5-2,1 2-12,-1-1 8,-2 1 5,1-2-6,1-2 5,-1-2-8,0 5-6,0-5 13,2 3 2,-2-3-3,0 4 6,0-4-5,0 0 1,0 0 1,0 0 4,0 0 4,1 2-6,-1-2 1,0 0-4,0 0 2,0 0 2,0 0 1,0 0-7,0 0-5,0 0 8,0 0-5,0 0-2,0 0-5,0 0-26,0 0-10,0 0-24,0 0-15,0 0-14,0 0-3,-2-12-22,2 12-10,0 0-23,-1-8-6,-3 6-102,3-2-279,-2 0 124</inkml:trace>
  <inkml:trace contextRef="#ctx0" brushRef="#br0" timeOffset="2703.5">6876 8661 33,'-4'-16'209,"1"-5"-15,0 5 5,-1 5-17,2 0 6,0 1-16,0 6-23,1-1-15,-1-1-15,2 3-13,0 3-12,0 0-12,0 17-4,0 0-14,2 13-1,3 1-6,1 4-3,4 9-3,-2-8-8,2 10-9,-1-14 2,-1 1 0,1-2-11,0-2 5,0-3 1,-1-1-14,-3-5 4,0-5-4,-2 1 1,1-4-5,-2-4 3,-1 0 3,2-1-8,-3-2 7,0-1-4,0 1 1,0-5-1,-9 2-6,9-2 2,-9-3-3,2-1-1,-2-3 1,-2 0-4,0-3 3,-1 2-1,0-2-5,1 3 3,-1-4-1,4 5 1,-2-3 1,3 3 7,-1 0 0,3 2 2,-2 0 3,3 1 1,1-1-7,-3 2 7,6-1-6,-6 0-5,6 3 3,-5-1-4,5 1 0,-3-1-3,3 1 8,0 0-7,-1 10-6,2-3 4,2-2 1,-3 5-2,4-2 2,-1 3-1,1-4-2,2 1-1,-2-1 9,2 1-5,-3-3-2,3-3 5,-1 5-5,3-4 8,2-1-1,0-2 5,0-2 3,4-4-5,7-3-1,-3-5-2,5 1 4,-3-4 3,4-3 0,-3-3 0,0 3-5,-2 2 4,1-2 4,-4 3-1,-5 4 6,-1 1 7,-3 3 0,3-2 8,-6 4 2,0 3 1,0 1 4,-1 0-12,0-1-7,0 1 7,0 2-12,-3 1-6,0 0-18,0 0-41,0 0-51,0 0-26,4 7-44,-4-2-51,3 1-245,1 6-500,0-2 222</inkml:trace>
  <inkml:trace contextRef="#ctx0" brushRef="#br0" timeOffset="3673.78">8404 9304 89,'4'-7'130,"2"-3"-8,1 4 1,-3-4-2,1 4-3,-3 2-8,2 2 2,2-1-4,-6 0-1,2-1 2,0 2-1,-2 2-3,0 0-5,0 0-18,2-4 4,-2 4-4,0 0-12,0 0-7,0 0-6,-13 6-2,8 4-9,-6 4-2,-4 3-6,-3 7 3,-2-2-8,2 1-5,-2 3-9,-5 10 7,5-9-5,2-1 0,-7 11-6,-3 3 11,3-1-6,-3-4 0,1 5-1,2 0 3,-2-2-12,2 0 8,1-1 5,1 2 0,0 1-3,3-13-3,6 0 0,-2-1 1,5-2 3,-2 1-8,6-2-1,-3-10 3,5-3-7,-2 1 6,2-3-3,3-1-4,-1-2-3,0-2 3,3 3 4,-4-3-6,4-3 1,-3 3-2,3-3-4,0 3-28,0-3-45,0 0-55,-2-17-30,4 6-81,0-5-120,-1-4-390,3 1 173</inkml:trace>
  <inkml:trace contextRef="#ctx0" brushRef="#br0" timeOffset="4069.81">7982 9189 160,'-3'-6'249,"1"2"-5,0-1-15,-1 3-17,1-5-20,1 2-19,1 2-15,0-1-21,0 4-15,-2-4-13,2 4-11,0 0-6,5 11-9,-2 1-12,4 5-1,-1 8-4,6 4-1,1 2 3,2 11 7,3 2 3,2 10 7,4-7 1,-1 2 1,6 1 9,-4 0-17,2-4 0,0 5-17,0-1 4,11 19-3,-13-31-5,1 4 0,0-3-11,0-1 6,-2 0-7,-6-10-9,0-5 4,-2 1 11,1-2-22,-3-5-7,-3-3-4,0-2 12,-2 3-7,-4-9-5,0-2-3,-1 3-10,0-5 11,-1 3 12,0 0-12,-2-3 5,2 1 11,-2-2-16,-1-1 11,0 0-18,0 0 12,3 6-11,-3-6 9,0 0-10,0 0-18,0 0-25,0 0-47,0 0-38,-7-19-40,6 11-41,-4-4-43,1 1-52,-1-6-226,-2-1-563,-1 4 249</inkml:trace>
  <inkml:trace contextRef="#ctx0" brushRef="#br0" timeOffset="4377.85">8588 9228 74,'-5'0'191,"-5"4"-19,0 6-7,-11 2-11,-1 5-10,-2 4-24,-7 12 1,0 7-6,-2 1-9,-2 2-6,-13 17-8,16-15-9,-17 13 5,13-14-22,2-1 11,2 5-5,-2-6-4,2 2-9,4 1-8,0-4-5,2-4-3,8-10-3,-2 4-7,3-5 0,2-2-5,2-5-3,3-3-2,3-7-5,0 0-5,2-3-16,0 0-19,4-3-31,-3 0-32,1-1-33,3-2-33,-8-6-33,6 1-117,-2-4-326,4-4 145</inkml:trace>
  <inkml:trace contextRef="#ctx0" brushRef="#br0" timeOffset="4824.3">7911 9232 75,'-2'-6'193,"1"0"0,-1-1-7,0 2-20,-1 0-25,2 0-1,1 1-15,0 1-10,0 3-17,0 0-11,0 0-10,0 0-5,4 0-8,-4 0-6,8 8-4,0 1-7,-1-3 0,4 6-14,0 2 0,3-2-5,-2 9 1,6 1-1,-3 2 0,1 1-5,1 2-5,0 3-2,5 9 4,4 2-7,-1-4 3,-2 1-1,3-1 11,-2 2-7,2-4 1,0 3-3,-2 0-1,-4-12-1,7 8 4,-9-7 0,3 0-11,3 9 10,-7-8 3,0-4-3,1-4-3,-6 2 2,-1-7-5,-1 0-2,-1-1 1,0-2-1,-2-5 8,-1 3-9,-2-6-3,0 1 1,0-2 0,-2 3 3,1-2 2,-1-2 0,0 0 15,-2-2-6,3 3-3,-3-3 0,2 4 1,-2-4 2,0 0-8,0 0-5,0 0 2,5 1 0,-5-1-4,0 0-11,0 0-21,0 0-27,0 0-30,-2-11-28,2 7-22,0-3-27,-1-3-1,-1 1-40,0-1-107,-1-5-334,-1 1 147</inkml:trace>
  <inkml:trace contextRef="#ctx0" brushRef="#br0" timeOffset="5195.31">8651 9350 174,'3'-6'206,"-3"3"-25,0 3-19,-3-5-15,3 5-16,-7 2-3,-2 4-21,-5 11-24,-7 3 3,-10 13-3,-3 5 1,-14 19-4,10-14-7,-10 19-10,-1-5 10,18-13-5,-18 19-2,17-23-5,-2 6 9,4 0-9,3-7 0,-1 5-1,3-5 3,2-2-1,8-8-9,-1-2 0,1-1-8,1-1 4,1-2-5,1-3-1,4-6-4,0-1-2,1 3-2,5-6-7,-6 0 3,2-2-4,3 1-2,-1-1-3,1-1 1,-1-3-9,3 1 0,-1 0 3,0 0-2,2-5-2,-3 2-7,1 1 8,2-3-2,0 6 0,0-6 2,-3 1-10,3-1 5,-2 3-1,2-3 0,0 0-1,0 0 2,0 0-8,0 0-15,0 0-28,0 0-20,0 0-20,0 0-35,-9-5-28,9 5-36,-4-8-32,3 6-172,-2-3-417,1-1 185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2-09-28T08:00:10.372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2963 7657 111,'0'0'119,"-7"-3"23,3 2-26,4-2-4,0 3-13,-6-3 9,-1 5 6,7-2-31,0 0-12,0 0-13,0 0 2,-11 3-6,12-2-3,-1-1-6,0 0-31,0 0 28,13 4 4,-5-4-2,4 4 1,-7-2 1,16 2-7,6-7-11,1 3-1,2 1-1,8-1 1,-8 2 0,10-1-5,-10-2-17,15 2 11,-6-4 1,-9 1-3,0 2-4,-8-1-18,16 2-16,-11-1-11,-3 1-10,-3-2-10,-4-1-5,-2 1-14,-1 1-22,-5 0-2,-1 1-29,-2-2-76,-2 2-220,-4-1 98</inkml:trace>
  <inkml:trace contextRef="#ctx0" brushRef="#br0" timeOffset="339.89">3056 7786 20,'-3'0'159,"-2"2"-9,5-2-11,-5 2-13,5-2-12,0 0-16,-4 2-7,4-2-13,0 0-7,-3 3-14,3-3 8,0 0-14,12 1 5,-5 2-8,8 1 0,1-1-1,6-2-10,1 2-6,5-3-8,14 1 6,-4-2 1,6-2-2,1 0-2,0-1-3,3 0 1,-3-2 2,0 2-10,-3 2 3,6 0-14,-8-5 10,-14 7-18,1-2 18,-3 0-4,-3 4 2,-8-4-3,-6 2 3,1 2-2,-2-6-1,0 4-13,-2 2 23,-4-2 2,4 0-7,-4 0-1,0 0-8,0 0 2,0 0-14,0 0-36,0 0-31,-20-3-32,12 3-43,-2 1-109,0 3-277,-4 1 122</inkml:trace>
  <inkml:trace contextRef="#ctx0" brushRef="#br0" timeOffset="1156.27">3073 11907 49,'0'0'191,"-10"2"-20,10-2-17,-3-2-16,3 2-17,0 0-13,-10 7-10,10-7-7,13 2-7,-6 0-31,7 1 13,7-6 4,0 7-13,3-2-10,0-1 13,17 0-24,0 6 3,1-5-8,3-1 0,-4 3-5,6-6 0,-2-1-2,-2 1 4,1 2-12,-3-1 2,-13-1 1,-4 4-2,-2-2 16,-9 0-26,-3 0 3,0 0-12,-6 0 0,-1 1 3,-3-1-12,0 0-17,0 0-22,0 0-15,0 0-19,-17-3-12,3 3-11,-8 0-36,0 0-79,-3-2-241,-2 4 106</inkml:trace>
  <inkml:trace contextRef="#ctx0" brushRef="#br0" timeOffset="1496.23">2970 12064 157,'0'0'223,"0"0"-20,0 0-16,0 0-24,6 8-15,4-11-21,12 3 1,-5 0-9,21 3-15,3-1-10,-3 0-11,7-2-4,2 4-8,-4-1-5,-1 1-8,-15 0-5,13-4-6,-1 1-6,-11 1-15,-5 2 10,-12 3-7,12-8 0,-7 1-2,-3 0 0,0 0-4,-6-1-1,1 1-1,-5 1 5,-3-1 20,10 1 7,-7-1 13,-3 0-7,4 0 17,-4 0-3,0 0 2,5 0 0,-5 0-23,0 0 8,0 0-12,6 0-5,-6 0-4,0 0 22,0 0-33,3 4 0,-3-4-11,0 0 7,0 0-9,0 0 3,0 0-10,3 1-30,-3-1-23,0 0-30,0 0-39,0 0-55,0 0-65,0 0-220,0 0-491,0 0 216</inkml:trace>
  <inkml:trace contextRef="#ctx0" brushRef="#br0" timeOffset="2189.87">3132 13283 82,'0'0'188,"0"0"-21,-7-3-19,7 3-11,0 0-16,0 0-14,27 4 8,2-3-25,9 8-5,13-5-8,24 0 0,-5 5 8,1-4-10,-24 5-3,28-4-5,-28 3-9,3-2-4,22 3-7,-23-3-5,19 0-2,-23 1-6,-3 1-6,0-2-1,-2-4-4,-14 2 7,-3-1-13,-10-2-7,1 0 7,-1 0-1,-5 0 7,1-2-6,-4-3-2,-2 3 3,-3 0-7,0 0-1,6-3-20,-6 3-14,-3-6-13,3 6-22,-8-3-21,1 2-22,-2-2-17,-6 1 5,0 3-45,0 3-96,-9-7-276,-1 2 124</inkml:trace>
  <inkml:trace contextRef="#ctx0" brushRef="#br0" timeOffset="2835.43">3228 13384 80,'-10'0'247,"-1"0"7,3-2-4,0-1-17,0 2-16,5-2-26,-1 0-22,4 3-25,0 0-9,-5 0-14,5 0-11,0 0-9,16 6-11,1-2-3,-3-2-5,28 3-6,2 1-8,-2 0-8,27 3-5,-22-1-3,20 2-8,-16-4-2,-2 0-5,26 4-1,-8 2-5,-20-5-16,-2 0 11,0-4 1,-3 1-8,-1-1 1,-13 1-2,-1-3 1,-2-1-5,-9 2-2,1-2 0,-10 3 3,4-3-2,-7 0 3,2 2 15,-2-2 31,-4 0 14,8 0-7,-5 0-3,-3 0 9,0 0-9,5-2 2,-5 2-13,0 0-3,0 0-28,7 0 19,-7 0-2,0 0-9,3 2 0,-3-2 8,0 0-18,1 3-7,-1-3-22,0 0 26,0 0-5,2 2-3,-2-2 4,0 0 8,0 0-20,0 0 3,0 0 2,0 0-6,0 0-10,0 0 16,0 0 3,0 0-8,0 0 1,0 0-5,0 0 4,0 0-4,0 0 22,0 0-20,0 0 0,0 0-4,0 0 0,0 0 30,0 0-27,0 0-7,0 0 5,0 0-3,0 0 15,0 0-17,0 0 3,0 0-2,0 0 4,0 0-1,0 0 2,0 0-5,0 0-26,0 0 32,0 0 7,0 0-10,0 0 0,0 0 19,0 0-23,0 0 13,0 0-6,0 0-4,-2 7 2,2-7 3,0 0-10,0 0-7,0 0 14,0 0-1,0 0 6,0 0-8,0 0 13,0 0-10,0 0-1,0 0-4,0 0 2,0 0 3,0 0 2,0 0-2,0 0 11,0 0-9,0 0-7,0 0 4,0 0 4,0 0 6,0 0-13,0 0-9,0 0-22,0 0 0,0 0 6,0 0-36,0 0-22,0 0-28,0 0-19,0 0-26,0 0-22,0 0-33,0 0-22,0 0-234,-11-3-512,4 4 227</inkml:trace>
  <inkml:trace contextRef="#ctx0" brushRef="#br0" timeOffset="3713.88">3249 14675 63,'-7'0'197,"-1"-1"-17,3 1-8,1-2-7,4 2-6,-13 4-14,12-4-8,1 0-19,-6-1 9,6 1-27,-4-3-10,4 3-9,0 0-9,0 0 0,0 0-9,0 0 1,18 8-13,-3-4 23,10 3-3,3-3 0,14-3-4,6 7-21,-1-1 18,20 7-8,-22-12-4,0 1-8,-1-1-10,-2 3 6,-4 0-5,-8-3-15,-2-1 12,-3-1 10,-1 0-19,-7 3-4,-2-3 9,-2 1-11,-5 2 0,1-6-3,-3 3-2,-3 0 7,1 1-4,1-3 1,-5 2-5,0 0 1,6-3-10,-6-1-13,0 4-15,0 0-35,-8-4-7,-1 4-22,1-3-39,-6 0-12,-1 2-17,-7-6-31,0 11-23,-4-6-109,0 2-348,-4 2 154</inkml:trace>
  <inkml:trace contextRef="#ctx0" brushRef="#br0" timeOffset="4029.13">3180 14801 96,'-6'4'155,"6"-4"-24,0 0 3,7 4 7,1-1-9,0 1 5,14 4-10,5-10-5,-1 10-8,12 3-14,0-1-8,-9-6-9,13 4-6,-15-6 12,11 2-33,2-1-7,-12-3-7,1 1 2,-2 1-10,-1-2 1,-3 5-1,1-4-10,-4 0-1,-9-1-1,2-1 1,-2-3-9,-4 2 7,2 2-1,-9 0 2,5 0 13,-2 2 5,-3-2-5,4 3 9,-4-3-1,6-3-17,-6 3 4,0 0 7,1-5-17,-1 5-1,0 0-2,0 0-5,0 0-4,0 0-16,-8-4-16,4 3-17,4 1-24,0 0-14,-7-2-22,7 2-22,-10-2-42,6 2-2,-2 5-131,2-5-322,4 0 142</inkml:trace>
  <inkml:trace contextRef="#ctx0" brushRef="#br0" timeOffset="4668.76">3849 14330 61,'7'-10'178,"7"-2"-15,-1 4-12,2-2-12,-3-1 2,-2 7-14,11-6-9,-6 3-14,-1 6-3,2-1-18,-1 1-12,-1 4-2,-3 1-7,-1 3-10,-2-2-5,0 6-7,-1-1-2,-3 4-4,-4-2 3,0 6-8,-4-2-5,-6 6 8,0-7-25,-4 9-11,-6-7-5,1-7 0,0 5-33,4-8 38,-1-2 6,1-1-4,2 1 9,-8-3 13,11 1-23,3-3 1,0 0-2,1-3 5,-2 1-2,5-2 0,2 0-5,-1 0-1,4-3-4,-1 0 10,10-4-4,6-5-4,3-1 8,1-1 0,14-6-5,-9 5 3,8-4 2,-12 7-3,13-5 15,-9 4 0,-4 5-17,-1 1 28,-8 4-4,1 0-4,-3-4 4,-5 10 10,1-2-3,-4 3 7,1-2-8,0 0 3,-4 2 7,0 0-19,0 0-4,-4 10-1,-3 2-3,-5 3 14,-3 4-12,-2 6 1,-1 0-7,1-3 7,-2 0-7,7-1 3,1-9-3,1 5-2,6-2 3,-4 0 2,3-2-1,2-4 1,-1 1 10,4 1-11,0-7 4,3 6 2,1-2-2,1 1 5,3-2-10,0-3 4,1 1-10,-1-1 9,4 1-12,4-5-22,1-3-44,3-3-28,1-3-50,3-2-171,-3-1-347,-1-2 153</inkml:trace>
  <inkml:trace contextRef="#ctx0" brushRef="#br0" timeOffset="5053.96">4419 13991 189,'3'-2'185,"-3"-3"-19,0 5-19,0-4-15,0 4-13,0 0-14,0 0-11,0 0-8,-11 14-9,7 4 6,1-8-9,-5 3 1,-5 2-10,7 1-4,2 9-5,-2-11-19,2-1 11,0-3-7,2 1 0,2-3 1,2 2-25,-2-1 19,1 0 2,2 0-4,4-4 0,-4-1 8,1-2-9,6 3 0,-1-5-4,0-5 1,0 2 4,4-4-14,-1-3 5,1-1 3,0-2-8,-2-1 4,-1-1 1,-5 0 2,2-2-10,0 0 14,-5 0 0,-1 4 3,-1 0-4,-3 4 0,1-5-9,-3 4 0,3 4-6,-3-1-1,-2 3-10,3 3-3,-4 9-27,-1-5-41,3 3-57,-4 5-57,4 3-204,0-6-415,-1 6 184</inkml:trace>
  <inkml:trace contextRef="#ctx0" brushRef="#br0" timeOffset="6210.06">6222 15208 116,'0'-4'105,"2"-1"1,-4 1 16,2 4-20,0 0-9,0 0-11,-2-14 0,2 14 2,0-4-15,0 4-7,0 0-5,4-1-12,-4 1 9,0 0-21,0 0-3,0 0-3,0 0-4,1 11 2,1-6-8,-1 2 6,-1 2 2,0 3 2,0 5-9,-1-4-1,-1 3 6,4 0 10,-2 0-10,-2 0 1,5 1 3,-3 0-8,2 1 1,-1-8 1,-1-3 11,4 0 0,-4 1 11,3 3 5,0-8 22,-2 1 16,3-3 10,-4-1 11,13-5-6,0-2-11,5-3-5,6-3-4,11-12-9,3-6-15,0 1-9,4-3 0,16-14-5,-17 15-4,-3-5-5,17-15-19,-20 23 12,3-8-3,-1 1-2,2 1 2,-9 2 13,2 5-22,-11 10-3,-1 1 0,-3 1-3,-6 11 3,-1-6-4,-3 6-2,-1-2-4,1 1-22,-4 3-23,1 1-19,-1 2-21,1-2-24,-4 2-16,4 4-21,-4-4-28,0 7-34,0 3-147,-3-1-380,2-5 169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2-09-28T08:01:06.44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7565 8678 126,'1'-4'172,"-1"4"-9,-1-6-6,2 2-12,-1 1-4,0 3-17,-1-8-14,1 8-20,1-2 1,-1 2-8,0 0-11,0 0-9,0 0-19,0 0 11,0 0-2,0 13-5,3-3 5,-3 2-7,0 5-2,0 0 1,-3 1 0,3 0-6,3 1-8,-3-1 1,0-7-4,1 0 6,1 2-13,-1-4 3,2 0-5,-2-1 0,-1-5 5,5 0 26,0-1 12,5-4-2,8-8 10,8-5-8,8-14-7,19-21-5,-12 16 3,21-19-11,-2-7-3,4-4 1,2 1-5,3 0-2,11 1 5,1-3-1,-1 8-6,-3 1-3,-3 6 3,-11 3-10,-21 18-1,-2-1-3,-6 3 1,-11 9 0,-3 1-2,-3 2 1,-6 4-6,-4 4 7,0-3 2,-2 7-12,-2-4 2,2 2-2,-3 1-10,-2-3-18,0 5-14,0 2-40,-5-3-25,5 3-28,-11 3-23,3 4-27,-4 0-26,-2 4-28,-6 7-126,2 1-387,-1 1 171</inkml:trace>
  <inkml:trace contextRef="#ctx0" brushRef="#br0" timeOffset="593.92">7675 9370 156,'-3'-7'227,"3"3"-24,-2-1-21,1 2-17,1-1-23,0 4-14,0 0-27,0 0 2,-3 14-10,2 0-9,1 4-5,0 8-2,0-1-13,1 3-6,-1-2-6,2-1-3,-1-5-1,2-2-7,0-3 1,1-1 3,0-2-6,3-3 7,-3-1 10,3 0 17,2-6 19,5 0-12,1-1 4,9-12-10,3-3-1,7-12 5,4-6-11,17-14-4,-15 10-1,20-21-5,-1 7-7,-1-2 4,2 0-10,-2 6 24,5-4-31,2 11-3,-3 0-3,-22 13-3,0 2 13,-3 2-17,-10 10-7,-3-4-2,-4 4-1,-6 7 3,0-3-2,-6 3 0,-2 0-4,1 2 3,-2 1-1,0-1 4,-3-1-2,1 4 11,-3 0-10,5-5 1,-3 3 2,-2 2-8,3-5 0,-3 5-3,0 0 2,3-1-19,-3 1 15,0 0-3,0 0-5,4-2-12,-4 2-8,0 0-27,0 0-24,0 0-32,0 0-22,0 0-28,0 0-37,0 0-10,0 0-18,0 0-216,0 10-472,0-10 209</inkml:trace>
  <inkml:trace contextRef="#ctx0" brushRef="#br0" timeOffset="1386.31">7722 10839 1878,'-1'-20'-40,"-2"3"37,2-12 4,1 10 8,0 2 1,-2 0 16,2 4 13,2-2 10,-2 5 1,1 4-3,-1-1 0,0 5-10,0-4-6,0 6-7,0 0-2,0 0-5,0 0 0,-4 24 2,1-8 6,2 11-8,-1 0-2,2 2-12,-4-1 14,3 3 3,1-6-3,1-1 1,1-7-1,0-2 4,0-5 6,2 2 2,0-3 4,0 1 15,4-6 10,0 1 12,5-4 5,2-4-3,7 0-5,4-13-3,14-8-5,0-3-18,15-17 8,2-2-2,-2-2-6,3-2-2,3 3-11,4-3 6,3 1-4,5 0 2,-1 2-9,-5-5-2,2 9-4,-4 2 3,-23 16-11,3 2 6,-6-4 0,-3 10-2,-11 5-3,-5 4-4,-7 1 2,-5 4 0,1-1-2,-4 1 5,0 2-5,0-3 3,-2 2-1,1 2 3,-1-2-9,-3 2 1,6-1-1,-6 1-2,4-3-13,-4 3 14,0 0 2,0 0-7,0 0 5,4 0-1,-4 0 4,0 0-3,0 0-1,0 0 1,0 0 0,0 0 0,0 0-3,0 0 13,0 0-14,0 0-13,0 0-13,0 0-13,0 0-18,0 0-13,0 0-15,0 0-24,0 0-15,0 0-11,0 0-18,0 0-6,0 0-34,0 0-16,0 0-157,0 0-398,7-1 177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2-09-28T08:01:14.55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2591 3677 869,'-11'1'25,"18"8"-89,-3 0 78,-11 5-3,14 3-2,-4 15-2,4-3-6,0 3 5,-17-2 2,19 4 1,-5-4 5,3 1-24,0-2 31,-10 1 10,10-12-8,-4-2 2,3 0 43,1-3-48,-13-3-1,13-2 12,2-1 18</inkml:trace>
  <inkml:trace contextRef="#ctx0" brushRef="#br0" timeOffset="245.17">3601 3018 2666,'75'-72'-20,"15"-6"41,-1-6-45,13-4 14,0 6 2,-6-7-10,-6 6 12,-14 14 20,5 3-14,-13 1 0,-10 21-1,-20 13-12,-14 14-1,0-4 4,-6 1 4,-7 8-1,2 1-1,-3-1 3,-6 3-4,3 4 6,-10-3-25,6 2 23,0-4 0,-3 8-6,0-2 4,-3 0 10,-3 0-15,2 1 5,-1 1-21,-1 2 27,6 0-10,-7-3-7,1 2-14,2 1-3,4 0-26,-10-4-7,10 4 9,-4 5-15,-3-2 17,4-1-22,2 3-1,1-2-20,0 1 5,-3 0-21,2 0-13,1 1-109,-2 2-257,1-2 114</inkml:trace>
  <inkml:trace contextRef="#ctx0" brushRef="#br0" timeOffset="1538.21">2553 3960 1563,'-22'1'126,"27"0"-146,-3-2 54,-1 0 8,2 1-22,-12 1 9,14-2 12,-4 1 27,-1 0 12,0 0 32,0 0 11,4-7-7,3-2 2,-14-7 21,27-6-50,8-18-4,3-4-21,-1-3 1,-22-1-4,47-24-4,3-3-1,-7 0-24,4-5 10,-9-2-12,26 6 1,1-3-3,-12 1-4,18 6-5,13 1 4,-24 4-8,4 6-5,-23 6 22,17 6-26,-1-1 0,-24 18-15,-6-1 21,-15 11-3,17-11-1,-13 12-4,-2 0 12,-5 4-33,-13 4 4,8 1-2,-4 5 9,-1 0 14,1 2-14,-2-2 1,-2 4-6,-1 1 2,0-2 22,1 0-26,-1-1 1,-3 5-8,3-2-5,-3 2-42,0 0-7,1-4-24,-1 4-39,0 0-20,0 0 30,0 0-49,0 0-20,14 6-179,-10 4-404,-4-2 179</inkml:trace>
  <inkml:trace contextRef="#ctx0" brushRef="#br0" timeOffset="3122.82">8310 3901 19,'14'-2'73,"3"0"-14,5-2 8,4 6-4,-2-4-10,2 1 2,1-2-3,0-1-9,2 1 4,-2 3-5,3-2-5,-2 4-4,3-4-3,8-3-9,2 5 38,-3 0-37,2 0 2,-2 0 5,-9-2-7,12-3 12,0 3-12,1-2 0,-1 4 1,0-2 2,1 0 4,-1-2-7,-1-1-8,0 5-10,1-3 17,-1 3-19,2-3 11,-1-6 2,1 3-9,2 1 4,-3 4-8,2-5 8,0 4 6,0-1-1,-1-3-14,-1 6 8,2-3 13,-5-1-25,-8 4 14,11-4-14,-3-1 10,-1 4-7,2 1 7,-10-5 6,10 4-6,-2-1 0,3 0-3,1 2 2,-1-2 0,-1 4-5,1-3 4,-1 1-2,-11 3 0,12-2 2,-1 1-9,-9-2 9,-1 2 1,10-2-4,-9-3 1,8 3 0,-9 1 1,2 4-4,-2-8 1,10 3 3,-10 3-12,2-3 12,-2 4-1,9-7-6,2 3 3,0-4 4,-10 4-8,8-2 4,2 0 9,-12 2-9,11 4 0,1-7-3,-11 2 3,11 2 5,-11 0-6,12-1-2,-14-1 2,3 1 4,9 3 0,-12 0-1,2-3 2,-1 0 0,1 0-5,0 1 4,0-1 7,1 0-20,11 3 27,-13-4-21,10 2 2,-9 0 2,2-3 3,9 0-5,2 1 3,-3-6 4,-1 7-10,1 1 7,2-1-4,-3-2-4,3 0 5,-2 2-2,-8 0-1,10-2-4,4 4 8,-3 0 3,-1-5 12,2 3-17,-3 5 8,-2-4-12,3 1 1,-2-2 7,-2-3-7,-8 6 3,2-5-11,-2 2 11,-1 2-4,-2-2 6,-2-2-3,-7 2 6,-3 0-4,-2 2 3,-4-2-10,-2-3 23,1 3-13,-1 1 0,-2 1 3,-4-2-8,6-2 3,-6 2-11,0 0-11,0 0-5,0 0-31,0 0-3,-24 6-18,11-2-15,-4-1-64,-8 6-172,-3-3 77</inkml:trace>
  <inkml:trace contextRef="#ctx0" brushRef="#br0" timeOffset="4098.96">4846 4506 47,'45'5'48,"0"0"-9,23 2 5,-17-7-14,22 8 7,-3-1-9,-1 0-1,-1 3-4,0 2 0,1-4-20,-2 1 19,6-1 0,-2-1-3,-1 2-1,1-1-9,1 1 3,-2-1 6,-1 4-12,0-2 5,-21-4-8,35 6 22,-7-7 1,3 3 19,-2 4-17,4-7 9,-1 3 1,-1 1-10,0 0 4,5 1 14,2-13-1,3 16-6,-3-6 0,-3 0-14,2 1 10,-2-4-2,4 8-1,-4-7-15,0 5-2,0-1 4,-1-3 10,-2 1-11,-8-2-1,3 4-10,-5-6 12,2 3-8,-3-1 16,-20-2-13,20 9-13,-19-12 10,16 4-20,-18-3 21,-5-1-2,4-4-4,-3 7 13,-1-1 10,-6-3-3,-10 4 1,1-1-2,1 1-7,-2-2 2,-4 4 5,1-4-6,-5 3-13,2-4 20,-5 0-10,-2 5-13,0-2-29,-3-1-52,-1 0-57,-1 2-80,-1-2-232,2 2 103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dev"/>
        </inkml:traceFormat>
        <inkml:channelProperties>
          <inkml:channelProperty channel="X" name="resolution" value="1290.03943" units="1/cm"/>
          <inkml:channelProperty channel="Y" name="resolution" value="2064.71338" units="1/cm"/>
          <inkml:channelProperty channel="F" name="resolution" value="0" units="1/dev"/>
        </inkml:channelProperties>
      </inkml:inkSource>
      <inkml:timestamp xml:id="ts0" timeString="2022-09-28T08:10:12.62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3949 9239 48,'0'0'109,"-4"1"-1,4-1-9,0 0-2,0 0-1,0 0-9,0 0-3,0 0-4,0 0-12,0 0-2,0 0-3,0 0-1,0 0-6,11 4 0,-5-1-5,2-1 1,1 1-2,-1-1-10,6 4-8,0-2-5,2 1 0,2 2-3,2 0 2,4 0-2,-2 1 5,2-2-12,2 4 1,-1-5-8,3 2 2,-1 0 12,0-1-15,-1-1 1,1 4-6,4-2 6,7 1-2,-10 0 2,0-2-5,9 5 3,4-7-7,-13 4 10,2-2-3,9 3-5,-11-3 2,0 0-1,2-1-2,-2 1 0,10 0 2,-10 0-8,1-1 9,0 2-7,-1-2 2,0-1 5,2 3-5,8-1 1,-10 1 1,-1 0-2,1-2-5,2 2-1,-2-1 9,11-1-6,-12-3 5,4 7 0,-1-6 0,8 4-6,-9-2 4,-2 0 2,4-1-3,-3 3 5,-1-1 1,1 1-4,0-1 1,-1 0 2,1-1-5,-1 2 3,1-2-6,0 0 5,0 1-3,-2-2 6,3 0-4,0 3 1,-1-4 2,0 1 0,3 1-2,-3-2-2,2 2-1,8 0 4,-9-1-5,-4-1 4,5 0 2,0 2 9,-2-1-4,2 1 2,8 2 1,-10-5 5,3 3-1,7 3-1,-10-5 0,0 1-1,0 3-1,2-2-4,-2 0 4,10 1-3,-8 0 4,-2-4-3,11 2-4,-2 1 5,1 1-6,-8-4 3,9 1 1,-11-2-7,2 2 1,-1 0 0,9 3 10,-7-3-3,-4 0-2,4-1 3,-3 1-1,2-3-8,-3 4 5,2-1 3,-2 1 6,0-1-7,-1 0 2,1 1-3,-1-3-3,0 3 8,3-2-5,-4-1-1,2 1-6,1-1 7,0 0-4,-1 4-2,4-5 3,-2 0-3,1 3 2,8 0 2,-10-1-5,2 3 5,-1-2-5,9-2 5,-10 2-2,0-1 2,2 0-1,-2 6-1,1-6-1,0 1-4,-1-2 12,10 2-9,-8 1-2,-2-2 4,11 2-1,-8-4-1,6 3-1,-8-2 4,11 0-4,1 4-1,-3-3 3,1 2 1,-10 0-2,10 0 3,2 1-4,-3 0-7,4 0 6,-2 0 3,0-1-2,-1 1-1,3-3 2,-3 1-3,-9 0 0,-2 3 3,0-6 0,2 1-1,-8 1 7,2 0-7,-8-2 3,-2-2-3,-2 0 2,-2 4 2,-3-5-10,1 3 9,-3-2 5,1 0-8,-2 0-4,0 2 6,-4 0-7,9-2 0,-9 2-4,2-1-10,-2 1-16,0 0-9,0 0-14,0 0-5,0 0-29,0 0 15,6-2-10,-6 2-17,0 0-9,0 0 3,0 0-12,0 0-106,0 0-245,-10-5 108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9F49AB-EEBB-4AE5-9385-53D1A75EC981}" type="datetimeFigureOut">
              <a:rPr lang="en-IN" smtClean="0"/>
              <a:t>09-08-2023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0DEF38-7762-462C-9322-889BA3371B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86653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1B9FB3A-885C-4EF9-96F6-41CEE3C8E241}" type="slidenum">
              <a:rPr kumimoji="0" lang="en-IN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IN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56066502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/>
          <p:cNvGrpSpPr/>
          <p:nvPr/>
        </p:nvGrpSpPr>
        <p:grpSpPr>
          <a:xfrm>
            <a:off x="-509872" y="0"/>
            <a:ext cx="13243109" cy="6858000"/>
            <a:chOff x="-382404" y="0"/>
            <a:chExt cx="9932332" cy="6858000"/>
          </a:xfrm>
        </p:grpSpPr>
        <p:grpSp>
          <p:nvGrpSpPr>
            <p:cNvPr id="44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0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5" name="Rectangle 11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00"/>
                </a:p>
              </p:txBody>
            </p:sp>
            <p:sp>
              <p:nvSpPr>
                <p:cNvPr id="116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00"/>
                </a:p>
              </p:txBody>
            </p:sp>
            <p:sp>
              <p:nvSpPr>
                <p:cNvPr id="117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00"/>
                </a:p>
              </p:txBody>
            </p:sp>
          </p:grpSp>
          <p:grpSp>
            <p:nvGrpSpPr>
              <p:cNvPr id="71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5" name="Rectangle 84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00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00"/>
                </a:p>
              </p:txBody>
            </p:sp>
            <p:sp>
              <p:nvSpPr>
                <p:cNvPr id="114" name="Rectangle 11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00"/>
                </a:p>
              </p:txBody>
            </p:sp>
          </p:grpSp>
          <p:grpSp>
            <p:nvGrpSpPr>
              <p:cNvPr id="7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00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00"/>
                </a:p>
              </p:txBody>
            </p:sp>
            <p:sp>
              <p:nvSpPr>
                <p:cNvPr id="81" name="Rectangle 80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00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sp>
          <p:nvSpPr>
            <p:cNvPr id="45" name="Freeform 44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52" name="Freeform 51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58" name="Freeform 57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68" name="Freeform 67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69" name="Freeform 68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6081656" y="-21511"/>
            <a:ext cx="4905488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47" name="Rectangle 46"/>
          <p:cNvSpPr/>
          <p:nvPr/>
        </p:nvSpPr>
        <p:spPr>
          <a:xfrm>
            <a:off x="6198795" y="-21511"/>
            <a:ext cx="4673600" cy="231288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311154" y="2708476"/>
            <a:ext cx="4417807" cy="1702160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311154" y="4421081"/>
            <a:ext cx="4413071" cy="1260629"/>
          </a:xfrm>
        </p:spPr>
        <p:txBody>
          <a:bodyPr>
            <a:normAutofit/>
          </a:bodyPr>
          <a:lstStyle>
            <a:lvl1pPr marL="0" indent="0" algn="l">
              <a:buNone/>
              <a:defRPr sz="1800">
                <a:solidFill>
                  <a:srgbClr val="42424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318325" y="1516829"/>
            <a:ext cx="2844800" cy="750981"/>
          </a:xfrm>
        </p:spPr>
        <p:txBody>
          <a:bodyPr anchor="b"/>
          <a:lstStyle>
            <a:lvl1pPr algn="l">
              <a:defRPr sz="2400"/>
            </a:lvl1pPr>
          </a:lstStyle>
          <a:p>
            <a:fld id="{63829134-388F-4395-A47B-40BD3E8C5399}" type="datetime1">
              <a:rPr lang="en-IN" smtClean="0"/>
              <a:t>08-08-2023</a:t>
            </a:fld>
            <a:endParaRPr lang="en-IN"/>
          </a:p>
        </p:txBody>
      </p:sp>
      <p:sp>
        <p:nvSpPr>
          <p:cNvPr id="50" name="Rectangle 49"/>
          <p:cNvSpPr/>
          <p:nvPr/>
        </p:nvSpPr>
        <p:spPr>
          <a:xfrm>
            <a:off x="6201185" y="6088284"/>
            <a:ext cx="46736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071360" y="5719967"/>
            <a:ext cx="3775456" cy="365125"/>
          </a:xfrm>
        </p:spPr>
        <p:txBody>
          <a:bodyPr>
            <a:normAutofit/>
          </a:bodyPr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IN"/>
              <a:t>Prof. Shweta Dhawan Chachra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198795" y="5719967"/>
            <a:ext cx="858221" cy="365125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fld id="{91FA414A-FC3B-4762-BF9B-190CEE0147BD}" type="slidenum">
              <a:rPr lang="en-IN" smtClean="0"/>
              <a:t>‹#›</a:t>
            </a:fld>
            <a:endParaRPr lang="en-IN"/>
          </a:p>
        </p:txBody>
      </p:sp>
      <p:sp>
        <p:nvSpPr>
          <p:cNvPr id="89" name="Rectangle 88"/>
          <p:cNvSpPr/>
          <p:nvPr/>
        </p:nvSpPr>
        <p:spPr>
          <a:xfrm>
            <a:off x="6201185" y="6088284"/>
            <a:ext cx="46736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4000956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8199A7-6DB2-4712-9E93-0721C70B3840}" type="datetime1">
              <a:rPr lang="en-IN" smtClean="0"/>
              <a:t>08-08-2023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A414A-FC3B-4762-BF9B-190CEE0147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9532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8194" y="2900830"/>
            <a:ext cx="8849957" cy="1362075"/>
          </a:xfrm>
        </p:spPr>
        <p:txBody>
          <a:bodyPr anchor="b"/>
          <a:lstStyle>
            <a:lvl1pPr algn="l">
              <a:defRPr sz="4000" b="0" cap="none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8194" y="4267201"/>
            <a:ext cx="8849956" cy="1520413"/>
          </a:xfrm>
        </p:spPr>
        <p:txBody>
          <a:bodyPr anchor="t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8CB16A-0A2E-4642-9406-0FF023DD4A0D}" type="datetime1">
              <a:rPr lang="en-IN" smtClean="0"/>
              <a:t>08-08-2023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A414A-FC3B-4762-BF9B-190CEE0147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1737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BA10EB-4E15-428C-8FD6-236515F1F50C}" type="datetime1">
              <a:rPr lang="en-IN" smtClean="0"/>
              <a:t>08-08-2023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A414A-FC3B-4762-BF9B-190CEE0147BD}" type="slidenum">
              <a:rPr lang="en-IN" smtClean="0"/>
              <a:t>‹#›</a:t>
            </a:fld>
            <a:endParaRPr lang="en-IN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1389888" y="2313432"/>
            <a:ext cx="4559808" cy="34930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14"/>
          </p:nvPr>
        </p:nvSpPr>
        <p:spPr>
          <a:xfrm>
            <a:off x="6193536" y="2313431"/>
            <a:ext cx="4559808" cy="34930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209274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882815" y="2316009"/>
            <a:ext cx="4076197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88961" y="2974695"/>
            <a:ext cx="4559808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82450" y="2316010"/>
            <a:ext cx="4074289" cy="63976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536" y="2974695"/>
            <a:ext cx="4559808" cy="2835797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43014D-F7A7-4886-A119-490295E6BDA3}" type="datetime1">
              <a:rPr lang="en-IN" smtClean="0"/>
              <a:t>08-08-2023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A414A-FC3B-4762-BF9B-190CEE0147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598944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085003-FFD0-4926-9234-A3183C9CD50A}" type="datetime1">
              <a:rPr lang="en-IN" smtClean="0"/>
              <a:t>08-08-2023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A414A-FC3B-4762-BF9B-190CEE0147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12020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9D4657-99BC-45E7-B09F-24434397930F}" type="datetime1">
              <a:rPr lang="en-IN" smtClean="0"/>
              <a:t>08-08-2023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A414A-FC3B-4762-BF9B-190CEE0147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91135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509872" y="0"/>
            <a:ext cx="13243109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2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00"/>
                </a:p>
              </p:txBody>
            </p:sp>
            <p:sp>
              <p:nvSpPr>
                <p:cNvPr id="85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00"/>
                </a:p>
              </p:txBody>
            </p:sp>
            <p:sp>
              <p:nvSpPr>
                <p:cNvPr id="86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00"/>
                </a:p>
              </p:txBody>
            </p:sp>
          </p:grpSp>
          <p:grpSp>
            <p:nvGrpSpPr>
              <p:cNvPr id="73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00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00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00"/>
                </a:p>
              </p:txBody>
            </p:sp>
          </p:grpSp>
          <p:grpSp>
            <p:nvGrpSpPr>
              <p:cNvPr id="74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78" name="Rectangle 77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00"/>
                </a:p>
              </p:txBody>
            </p:sp>
            <p:sp>
              <p:nvSpPr>
                <p:cNvPr id="79" name="Rectangle 78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00"/>
                </a:p>
              </p:txBody>
            </p:sp>
            <p:sp>
              <p:nvSpPr>
                <p:cNvPr id="80" name="Rectangle 79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00"/>
                </a:p>
              </p:txBody>
            </p:sp>
          </p:grpSp>
          <p:sp>
            <p:nvSpPr>
              <p:cNvPr id="75" name="Rectangle 74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76" name="Rectangle 75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77" name="Rectangle 76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sp>
          <p:nvSpPr>
            <p:cNvPr id="47" name="Freeform 46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51" name="Freeform 50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55" name="Hexagon 54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59" name="Freeform 58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63" name="Hexagon 62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70" name="Freeform 69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71" name="Freeform 70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sp>
        <p:nvSpPr>
          <p:cNvPr id="46" name="Rectangle 45"/>
          <p:cNvSpPr/>
          <p:nvPr/>
        </p:nvSpPr>
        <p:spPr>
          <a:xfrm>
            <a:off x="6081656" y="-21511"/>
            <a:ext cx="4905488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7" name="Rectangle 56"/>
          <p:cNvSpPr/>
          <p:nvPr/>
        </p:nvSpPr>
        <p:spPr>
          <a:xfrm>
            <a:off x="6198795" y="-21510"/>
            <a:ext cx="46736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7719C-AF42-4903-8ABA-D35E3B86E508}" type="datetime1">
              <a:rPr lang="en-IN" smtClean="0"/>
              <a:t>08-08-2023</a:t>
            </a:fld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A414A-FC3B-4762-BF9B-190CEE0147BD}" type="slidenum">
              <a:rPr lang="en-IN" smtClean="0"/>
              <a:t>‹#›</a:t>
            </a:fld>
            <a:endParaRPr lang="en-IN"/>
          </a:p>
        </p:txBody>
      </p:sp>
      <p:sp>
        <p:nvSpPr>
          <p:cNvPr id="58" name="Rectangle 57"/>
          <p:cNvSpPr/>
          <p:nvPr/>
        </p:nvSpPr>
        <p:spPr>
          <a:xfrm>
            <a:off x="1207429" y="601884"/>
            <a:ext cx="4749676" cy="5648445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27859" y="856527"/>
            <a:ext cx="4120587" cy="5150734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  <a:lvl3pPr>
              <a:defRPr sz="2000"/>
            </a:lvl3pPr>
            <a:lvl4pPr>
              <a:defRPr sz="18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1" name="Rectangle 60"/>
          <p:cNvSpPr/>
          <p:nvPr/>
        </p:nvSpPr>
        <p:spPr>
          <a:xfrm>
            <a:off x="6201185" y="6088284"/>
            <a:ext cx="46736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188597" y="5724836"/>
            <a:ext cx="4658219" cy="365125"/>
          </a:xfrm>
        </p:spPr>
        <p:txBody>
          <a:bodyPr>
            <a:normAutofit/>
          </a:bodyPr>
          <a:lstStyle/>
          <a:p>
            <a:r>
              <a:rPr lang="en-IN"/>
              <a:t>Prof. Shweta Dhawan Chachra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19777" y="2657435"/>
            <a:ext cx="4406096" cy="1463153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15456" y="4136994"/>
            <a:ext cx="4398379" cy="1517904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8596696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-509872" y="0"/>
            <a:ext cx="13243109" cy="6858000"/>
            <a:chOff x="-382404" y="0"/>
            <a:chExt cx="9932332" cy="6858000"/>
          </a:xfrm>
        </p:grpSpPr>
        <p:grpSp>
          <p:nvGrpSpPr>
            <p:cNvPr id="45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75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87" name="Rectangle 8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00"/>
                </a:p>
              </p:txBody>
            </p:sp>
            <p:sp>
              <p:nvSpPr>
                <p:cNvPr id="88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00"/>
                </a:p>
              </p:txBody>
            </p:sp>
            <p:sp>
              <p:nvSpPr>
                <p:cNvPr id="89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00"/>
                </a:p>
              </p:txBody>
            </p:sp>
          </p:grpSp>
          <p:grpSp>
            <p:nvGrpSpPr>
              <p:cNvPr id="76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84" name="Rectangle 83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00"/>
                </a:p>
              </p:txBody>
            </p:sp>
            <p:sp>
              <p:nvSpPr>
                <p:cNvPr id="85" name="Rectangle 84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00"/>
                </a:p>
              </p:txBody>
            </p:sp>
            <p:sp>
              <p:nvSpPr>
                <p:cNvPr id="86" name="Rectangle 85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00"/>
                </a:p>
              </p:txBody>
            </p:sp>
          </p:grpSp>
          <p:grpSp>
            <p:nvGrpSpPr>
              <p:cNvPr id="77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81" name="Rectangle 80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00"/>
                </a:p>
              </p:txBody>
            </p:sp>
            <p:sp>
              <p:nvSpPr>
                <p:cNvPr id="82" name="Rectangle 81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00"/>
                </a:p>
              </p:txBody>
            </p:sp>
            <p:sp>
              <p:nvSpPr>
                <p:cNvPr id="83" name="Rectangle 82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00"/>
                </a:p>
              </p:txBody>
            </p:sp>
          </p:grpSp>
          <p:sp>
            <p:nvSpPr>
              <p:cNvPr id="78" name="Rectangle 77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79" name="Rectangle 78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80" name="Rectangle 79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sp>
          <p:nvSpPr>
            <p:cNvPr id="46" name="Freeform 45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48" name="Freeform 47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50" name="Freeform 49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61" name="Hexagon 60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62" name="Hexagon 61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63" name="Freeform 62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64" name="Hexagon 63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65" name="Hexagon 64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66" name="Hexagon 65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67" name="Hexagon 66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68" name="Hexagon 67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69" name="Hexagon 68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70" name="Hexagon 69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71" name="Hexagon 70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72" name="Hexagon 71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73" name="Freeform 72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74" name="Freeform 73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sp>
        <p:nvSpPr>
          <p:cNvPr id="94" name="Rectangle 93"/>
          <p:cNvSpPr/>
          <p:nvPr/>
        </p:nvSpPr>
        <p:spPr>
          <a:xfrm>
            <a:off x="6081656" y="-21511"/>
            <a:ext cx="4905488" cy="6271840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1" name="Rectangle 100"/>
          <p:cNvSpPr/>
          <p:nvPr/>
        </p:nvSpPr>
        <p:spPr>
          <a:xfrm>
            <a:off x="6198795" y="-21510"/>
            <a:ext cx="46736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2" name="Rectangle 101"/>
          <p:cNvSpPr/>
          <p:nvPr/>
        </p:nvSpPr>
        <p:spPr>
          <a:xfrm>
            <a:off x="1207429" y="601884"/>
            <a:ext cx="4749676" cy="5648445"/>
          </a:xfrm>
          <a:prstGeom prst="rect">
            <a:avLst/>
          </a:prstGeom>
          <a:solidFill>
            <a:srgbClr val="FFFFFF"/>
          </a:solidFill>
          <a:ln w="3175"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105" name="Rectangle 104"/>
          <p:cNvSpPr/>
          <p:nvPr/>
        </p:nvSpPr>
        <p:spPr>
          <a:xfrm>
            <a:off x="6201185" y="6088284"/>
            <a:ext cx="4673600" cy="817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12565" y="2660904"/>
            <a:ext cx="4401312" cy="146304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340278" y="693795"/>
            <a:ext cx="4479497" cy="5468112"/>
          </a:xfrm>
        </p:spPr>
        <p:txBody>
          <a:bodyPr/>
          <a:lstStyle>
            <a:lvl1pPr marL="0" indent="0">
              <a:buNone/>
              <a:defRPr sz="3200">
                <a:solidFill>
                  <a:schemeClr val="accent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12841" y="4133089"/>
            <a:ext cx="4400764" cy="1519561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424242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CF4229-AC14-4731-AFC3-0C3CAA332FBB}" type="datetime1">
              <a:rPr lang="en-IN" smtClean="0"/>
              <a:t>08-08-2023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6188597" y="5724836"/>
            <a:ext cx="4658219" cy="365125"/>
          </a:xfrm>
        </p:spPr>
        <p:txBody>
          <a:bodyPr>
            <a:normAutofit/>
          </a:bodyPr>
          <a:lstStyle/>
          <a:p>
            <a:r>
              <a:rPr lang="en-IN"/>
              <a:t>Prof. Shweta Dhawan Chachra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A414A-FC3B-4762-BF9B-190CEE0147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38214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9E0919-4662-444F-9F20-26D0D4879AF7}" type="datetime1">
              <a:rPr lang="en-IN" smtClean="0"/>
              <a:t>08-08-2023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A414A-FC3B-4762-BF9B-190CEE0147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155449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1030147"/>
            <a:ext cx="1979271" cy="4780344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04395" y="1030147"/>
            <a:ext cx="7231605" cy="47803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3CEF6F-32FE-4D1C-9365-BF4F24BD50E2}" type="datetime1">
              <a:rPr lang="en-IN" smtClean="0"/>
              <a:t>08-08-2023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Prof. Shweta Dhawan Chachra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A414A-FC3B-4762-BF9B-190CEE0147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13929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" name="Group 41"/>
          <p:cNvGrpSpPr/>
          <p:nvPr/>
        </p:nvGrpSpPr>
        <p:grpSpPr>
          <a:xfrm>
            <a:off x="-406400" y="0"/>
            <a:ext cx="13243109" cy="6858000"/>
            <a:chOff x="-382404" y="0"/>
            <a:chExt cx="9932332" cy="6858000"/>
          </a:xfrm>
        </p:grpSpPr>
        <p:grpSp>
          <p:nvGrpSpPr>
            <p:cNvPr id="43" name="Group 44"/>
            <p:cNvGrpSpPr/>
            <p:nvPr/>
          </p:nvGrpSpPr>
          <p:grpSpPr>
            <a:xfrm>
              <a:off x="0" y="0"/>
              <a:ext cx="9144000" cy="6858000"/>
              <a:chOff x="0" y="0"/>
              <a:chExt cx="9144000" cy="6858000"/>
            </a:xfrm>
          </p:grpSpPr>
          <p:grpSp>
            <p:nvGrpSpPr>
              <p:cNvPr id="101" name="Group 4"/>
              <p:cNvGrpSpPr/>
              <p:nvPr/>
            </p:nvGrpSpPr>
            <p:grpSpPr>
              <a:xfrm>
                <a:off x="0" y="0"/>
                <a:ext cx="2514600" cy="6858000"/>
                <a:chOff x="0" y="0"/>
                <a:chExt cx="2514600" cy="6858000"/>
              </a:xfrm>
            </p:grpSpPr>
            <p:sp>
              <p:nvSpPr>
                <p:cNvPr id="113" name="Rectangle 112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00"/>
                </a:p>
              </p:txBody>
            </p:sp>
            <p:sp>
              <p:nvSpPr>
                <p:cNvPr id="114" name="Rectangle 2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00"/>
                </a:p>
              </p:txBody>
            </p:sp>
            <p:sp>
              <p:nvSpPr>
                <p:cNvPr id="115" name="Rectangle 3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00"/>
                </a:p>
              </p:txBody>
            </p:sp>
          </p:grpSp>
          <p:grpSp>
            <p:nvGrpSpPr>
              <p:cNvPr id="102" name="Group 5"/>
              <p:cNvGrpSpPr/>
              <p:nvPr/>
            </p:nvGrpSpPr>
            <p:grpSpPr>
              <a:xfrm>
                <a:off x="422910" y="0"/>
                <a:ext cx="2514600" cy="6858000"/>
                <a:chOff x="0" y="0"/>
                <a:chExt cx="2514600" cy="6858000"/>
              </a:xfrm>
            </p:grpSpPr>
            <p:sp>
              <p:nvSpPr>
                <p:cNvPr id="110" name="Rectangle 109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00"/>
                </a:p>
              </p:txBody>
            </p:sp>
            <p:sp>
              <p:nvSpPr>
                <p:cNvPr id="111" name="Rectangle 110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00"/>
                </a:p>
              </p:txBody>
            </p:sp>
            <p:sp>
              <p:nvSpPr>
                <p:cNvPr id="112" name="Rectangle 111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00"/>
                </a:p>
              </p:txBody>
            </p:sp>
          </p:grpSp>
          <p:grpSp>
            <p:nvGrpSpPr>
              <p:cNvPr id="103" name="Group 9"/>
              <p:cNvGrpSpPr/>
              <p:nvPr/>
            </p:nvGrpSpPr>
            <p:grpSpPr>
              <a:xfrm rot="10800000">
                <a:off x="6629400" y="0"/>
                <a:ext cx="2514600" cy="6858000"/>
                <a:chOff x="0" y="0"/>
                <a:chExt cx="2514600" cy="6858000"/>
              </a:xfrm>
            </p:grpSpPr>
            <p:sp>
              <p:nvSpPr>
                <p:cNvPr id="107" name="Rectangle 106"/>
                <p:cNvSpPr/>
                <p:nvPr/>
              </p:nvSpPr>
              <p:spPr>
                <a:xfrm>
                  <a:off x="914400" y="0"/>
                  <a:ext cx="1600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00"/>
                </a:p>
              </p:txBody>
            </p:sp>
            <p:sp>
              <p:nvSpPr>
                <p:cNvPr id="108" name="Rectangle 107"/>
                <p:cNvSpPr/>
                <p:nvPr/>
              </p:nvSpPr>
              <p:spPr>
                <a:xfrm>
                  <a:off x="0" y="0"/>
                  <a:ext cx="4572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00"/>
                </a:p>
              </p:txBody>
            </p:sp>
            <p:sp>
              <p:nvSpPr>
                <p:cNvPr id="109" name="Rectangle 108"/>
                <p:cNvSpPr/>
                <p:nvPr/>
              </p:nvSpPr>
              <p:spPr>
                <a:xfrm>
                  <a:off x="228600" y="0"/>
                  <a:ext cx="762000" cy="6858000"/>
                </a:xfrm>
                <a:prstGeom prst="rect">
                  <a:avLst/>
                </a:prstGeom>
                <a:solidFill>
                  <a:schemeClr val="bg1">
                    <a:alpha val="1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sz="1800"/>
                </a:p>
              </p:txBody>
            </p:sp>
          </p:grpSp>
          <p:sp>
            <p:nvSpPr>
              <p:cNvPr id="104" name="Rectangle 103"/>
              <p:cNvSpPr/>
              <p:nvPr/>
            </p:nvSpPr>
            <p:spPr>
              <a:xfrm>
                <a:off x="3810000" y="0"/>
                <a:ext cx="28194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105" name="Rectangle 104"/>
              <p:cNvSpPr/>
              <p:nvPr/>
            </p:nvSpPr>
            <p:spPr>
              <a:xfrm>
                <a:off x="2895600" y="0"/>
                <a:ext cx="4572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  <p:sp>
            <p:nvSpPr>
              <p:cNvPr id="106" name="Rectangle 105"/>
              <p:cNvSpPr/>
              <p:nvPr/>
            </p:nvSpPr>
            <p:spPr>
              <a:xfrm>
                <a:off x="3124200" y="0"/>
                <a:ext cx="762000" cy="6858000"/>
              </a:xfrm>
              <a:prstGeom prst="rect">
                <a:avLst/>
              </a:prstGeom>
              <a:solidFill>
                <a:schemeClr val="bg1">
                  <a:alpha val="1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sz="1800"/>
              </a:p>
            </p:txBody>
          </p:sp>
        </p:grpSp>
        <p:sp>
          <p:nvSpPr>
            <p:cNvPr id="44" name="Freeform 43"/>
            <p:cNvSpPr/>
            <p:nvPr/>
          </p:nvSpPr>
          <p:spPr>
            <a:xfrm>
              <a:off x="-11875" y="5035138"/>
              <a:ext cx="9144000" cy="1175655"/>
            </a:xfrm>
            <a:custGeom>
              <a:avLst/>
              <a:gdLst>
                <a:gd name="connsiteX0" fmla="*/ 0 w 9144000"/>
                <a:gd name="connsiteY0" fmla="*/ 1116280 h 1175656"/>
                <a:gd name="connsiteX1" fmla="*/ 1674420 w 9144000"/>
                <a:gd name="connsiteY1" fmla="*/ 1163781 h 1175656"/>
                <a:gd name="connsiteX2" fmla="*/ 4120737 w 9144000"/>
                <a:gd name="connsiteY2" fmla="*/ 1045028 h 1175656"/>
                <a:gd name="connsiteX3" fmla="*/ 7172696 w 9144000"/>
                <a:gd name="connsiteY3" fmla="*/ 605641 h 1175656"/>
                <a:gd name="connsiteX4" fmla="*/ 9144000 w 9144000"/>
                <a:gd name="connsiteY4" fmla="*/ 0 h 1175656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270659 h 1330035"/>
                <a:gd name="connsiteX1" fmla="*/ 1674420 w 9144000"/>
                <a:gd name="connsiteY1" fmla="*/ 1318160 h 1330035"/>
                <a:gd name="connsiteX2" fmla="*/ 4120737 w 9144000"/>
                <a:gd name="connsiteY2" fmla="*/ 1199407 h 1330035"/>
                <a:gd name="connsiteX3" fmla="*/ 7172696 w 9144000"/>
                <a:gd name="connsiteY3" fmla="*/ 760020 h 1330035"/>
                <a:gd name="connsiteX4" fmla="*/ 9144000 w 9144000"/>
                <a:gd name="connsiteY4" fmla="*/ 0 h 1330035"/>
                <a:gd name="connsiteX0" fmla="*/ 0 w 9144000"/>
                <a:gd name="connsiteY0" fmla="*/ 1116279 h 1175655"/>
                <a:gd name="connsiteX1" fmla="*/ 1674420 w 9144000"/>
                <a:gd name="connsiteY1" fmla="*/ 1163780 h 1175655"/>
                <a:gd name="connsiteX2" fmla="*/ 4120737 w 9144000"/>
                <a:gd name="connsiteY2" fmla="*/ 1045027 h 1175655"/>
                <a:gd name="connsiteX3" fmla="*/ 7172696 w 9144000"/>
                <a:gd name="connsiteY3" fmla="*/ 605640 h 1175655"/>
                <a:gd name="connsiteX4" fmla="*/ 9144000 w 9144000"/>
                <a:gd name="connsiteY4" fmla="*/ 0 h 11756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1175655">
                  <a:moveTo>
                    <a:pt x="0" y="1116279"/>
                  </a:moveTo>
                  <a:cubicBezTo>
                    <a:pt x="493815" y="1145967"/>
                    <a:pt x="987631" y="1175655"/>
                    <a:pt x="1674420" y="1163780"/>
                  </a:cubicBezTo>
                  <a:cubicBezTo>
                    <a:pt x="2361209" y="1151905"/>
                    <a:pt x="3204358" y="1138050"/>
                    <a:pt x="4120737" y="1045027"/>
                  </a:cubicBezTo>
                  <a:cubicBezTo>
                    <a:pt x="5037116" y="952004"/>
                    <a:pt x="6335486" y="779811"/>
                    <a:pt x="7172696" y="605640"/>
                  </a:cubicBezTo>
                  <a:cubicBezTo>
                    <a:pt x="8009907" y="431469"/>
                    <a:pt x="8866910" y="154379"/>
                    <a:pt x="9144000" y="0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45" name="Freeform 44"/>
            <p:cNvSpPr/>
            <p:nvPr/>
          </p:nvSpPr>
          <p:spPr>
            <a:xfrm>
              <a:off x="-11875" y="3467595"/>
              <a:ext cx="9144000" cy="890650"/>
            </a:xfrm>
            <a:custGeom>
              <a:avLst/>
              <a:gdLst>
                <a:gd name="connsiteX0" fmla="*/ 0 w 9144000"/>
                <a:gd name="connsiteY0" fmla="*/ 890650 h 890650"/>
                <a:gd name="connsiteX1" fmla="*/ 1045028 w 9144000"/>
                <a:gd name="connsiteY1" fmla="*/ 475013 h 890650"/>
                <a:gd name="connsiteX2" fmla="*/ 3111335 w 9144000"/>
                <a:gd name="connsiteY2" fmla="*/ 71252 h 890650"/>
                <a:gd name="connsiteX3" fmla="*/ 5913911 w 9144000"/>
                <a:gd name="connsiteY3" fmla="*/ 71252 h 890650"/>
                <a:gd name="connsiteX4" fmla="*/ 9144000 w 9144000"/>
                <a:gd name="connsiteY4" fmla="*/ 498764 h 8906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144000" h="890650">
                  <a:moveTo>
                    <a:pt x="0" y="890650"/>
                  </a:moveTo>
                  <a:cubicBezTo>
                    <a:pt x="263236" y="751114"/>
                    <a:pt x="526472" y="611579"/>
                    <a:pt x="1045028" y="475013"/>
                  </a:cubicBezTo>
                  <a:cubicBezTo>
                    <a:pt x="1563584" y="338447"/>
                    <a:pt x="2299855" y="138545"/>
                    <a:pt x="3111335" y="71252"/>
                  </a:cubicBezTo>
                  <a:cubicBezTo>
                    <a:pt x="3922815" y="3959"/>
                    <a:pt x="4908467" y="0"/>
                    <a:pt x="5913911" y="71252"/>
                  </a:cubicBezTo>
                  <a:cubicBezTo>
                    <a:pt x="6919355" y="142504"/>
                    <a:pt x="8595756" y="427512"/>
                    <a:pt x="9144000" y="498764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46" name="Freeform 45"/>
            <p:cNvSpPr/>
            <p:nvPr/>
          </p:nvSpPr>
          <p:spPr>
            <a:xfrm>
              <a:off x="-23751" y="5640779"/>
              <a:ext cx="3004457" cy="1211283"/>
            </a:xfrm>
            <a:custGeom>
              <a:avLst/>
              <a:gdLst>
                <a:gd name="connsiteX0" fmla="*/ 0 w 3004457"/>
                <a:gd name="connsiteY0" fmla="*/ 0 h 1211283"/>
                <a:gd name="connsiteX1" fmla="*/ 3004457 w 3004457"/>
                <a:gd name="connsiteY1" fmla="*/ 1211283 h 12112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3004457" h="1211283">
                  <a:moveTo>
                    <a:pt x="0" y="0"/>
                  </a:moveTo>
                  <a:cubicBezTo>
                    <a:pt x="1103415" y="501732"/>
                    <a:pt x="2206831" y="1003465"/>
                    <a:pt x="3004457" y="1211283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47" name="Freeform 46"/>
            <p:cNvSpPr/>
            <p:nvPr/>
          </p:nvSpPr>
          <p:spPr>
            <a:xfrm>
              <a:off x="-11875" y="5284519"/>
              <a:ext cx="9144000" cy="1478478"/>
            </a:xfrm>
            <a:custGeom>
              <a:avLst/>
              <a:gdLst>
                <a:gd name="connsiteX0" fmla="*/ 0 w 9144000"/>
                <a:gd name="connsiteY0" fmla="*/ 0 h 1478478"/>
                <a:gd name="connsiteX1" fmla="*/ 1104405 w 9144000"/>
                <a:gd name="connsiteY1" fmla="*/ 344385 h 1478478"/>
                <a:gd name="connsiteX2" fmla="*/ 3194462 w 9144000"/>
                <a:gd name="connsiteY2" fmla="*/ 866899 h 1478478"/>
                <a:gd name="connsiteX3" fmla="*/ 5676405 w 9144000"/>
                <a:gd name="connsiteY3" fmla="*/ 1282536 h 1478478"/>
                <a:gd name="connsiteX4" fmla="*/ 7730836 w 9144000"/>
                <a:gd name="connsiteY4" fmla="*/ 1448790 h 1478478"/>
                <a:gd name="connsiteX5" fmla="*/ 8573984 w 9144000"/>
                <a:gd name="connsiteY5" fmla="*/ 1460665 h 1478478"/>
                <a:gd name="connsiteX6" fmla="*/ 9144000 w 9144000"/>
                <a:gd name="connsiteY6" fmla="*/ 1425039 h 14784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144000" h="1478478">
                  <a:moveTo>
                    <a:pt x="0" y="0"/>
                  </a:moveTo>
                  <a:cubicBezTo>
                    <a:pt x="285997" y="99951"/>
                    <a:pt x="571995" y="199902"/>
                    <a:pt x="1104405" y="344385"/>
                  </a:cubicBezTo>
                  <a:cubicBezTo>
                    <a:pt x="1636815" y="488868"/>
                    <a:pt x="2432462" y="710541"/>
                    <a:pt x="3194462" y="866899"/>
                  </a:cubicBezTo>
                  <a:cubicBezTo>
                    <a:pt x="3956462" y="1023258"/>
                    <a:pt x="4920343" y="1185554"/>
                    <a:pt x="5676405" y="1282536"/>
                  </a:cubicBezTo>
                  <a:cubicBezTo>
                    <a:pt x="6432467" y="1379518"/>
                    <a:pt x="7247906" y="1419102"/>
                    <a:pt x="7730836" y="1448790"/>
                  </a:cubicBezTo>
                  <a:cubicBezTo>
                    <a:pt x="8213766" y="1478478"/>
                    <a:pt x="8338457" y="1464623"/>
                    <a:pt x="8573984" y="1460665"/>
                  </a:cubicBezTo>
                  <a:cubicBezTo>
                    <a:pt x="8809511" y="1456707"/>
                    <a:pt x="8976755" y="1440873"/>
                    <a:pt x="9144000" y="1425039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49" name="Freeform 48"/>
            <p:cNvSpPr/>
            <p:nvPr/>
          </p:nvSpPr>
          <p:spPr>
            <a:xfrm>
              <a:off x="2137558" y="5132120"/>
              <a:ext cx="6982691" cy="1719942"/>
            </a:xfrm>
            <a:custGeom>
              <a:avLst/>
              <a:gdLst>
                <a:gd name="connsiteX0" fmla="*/ 0 w 6982691"/>
                <a:gd name="connsiteY0" fmla="*/ 1719942 h 1719942"/>
                <a:gd name="connsiteX1" fmla="*/ 546265 w 6982691"/>
                <a:gd name="connsiteY1" fmla="*/ 1185553 h 1719942"/>
                <a:gd name="connsiteX2" fmla="*/ 1330037 w 6982691"/>
                <a:gd name="connsiteY2" fmla="*/ 710540 h 1719942"/>
                <a:gd name="connsiteX3" fmla="*/ 2078182 w 6982691"/>
                <a:gd name="connsiteY3" fmla="*/ 437407 h 1719942"/>
                <a:gd name="connsiteX4" fmla="*/ 3348842 w 6982691"/>
                <a:gd name="connsiteY4" fmla="*/ 152399 h 1719942"/>
                <a:gd name="connsiteX5" fmla="*/ 4001985 w 6982691"/>
                <a:gd name="connsiteY5" fmla="*/ 69272 h 1719942"/>
                <a:gd name="connsiteX6" fmla="*/ 5047013 w 6982691"/>
                <a:gd name="connsiteY6" fmla="*/ 9896 h 1719942"/>
                <a:gd name="connsiteX7" fmla="*/ 5890161 w 6982691"/>
                <a:gd name="connsiteY7" fmla="*/ 9896 h 1719942"/>
                <a:gd name="connsiteX8" fmla="*/ 6495803 w 6982691"/>
                <a:gd name="connsiteY8" fmla="*/ 9896 h 1719942"/>
                <a:gd name="connsiteX9" fmla="*/ 6899564 w 6982691"/>
                <a:gd name="connsiteY9" fmla="*/ 33646 h 1719942"/>
                <a:gd name="connsiteX10" fmla="*/ 6982691 w 6982691"/>
                <a:gd name="connsiteY10" fmla="*/ 45522 h 1719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982691" h="1719942">
                  <a:moveTo>
                    <a:pt x="0" y="1719942"/>
                  </a:moveTo>
                  <a:cubicBezTo>
                    <a:pt x="162296" y="1536864"/>
                    <a:pt x="324592" y="1353787"/>
                    <a:pt x="546265" y="1185553"/>
                  </a:cubicBezTo>
                  <a:cubicBezTo>
                    <a:pt x="767938" y="1017319"/>
                    <a:pt x="1074718" y="835231"/>
                    <a:pt x="1330037" y="710540"/>
                  </a:cubicBezTo>
                  <a:cubicBezTo>
                    <a:pt x="1585356" y="585849"/>
                    <a:pt x="1741715" y="530430"/>
                    <a:pt x="2078182" y="437407"/>
                  </a:cubicBezTo>
                  <a:cubicBezTo>
                    <a:pt x="2414649" y="344384"/>
                    <a:pt x="3028208" y="213755"/>
                    <a:pt x="3348842" y="152399"/>
                  </a:cubicBezTo>
                  <a:cubicBezTo>
                    <a:pt x="3669476" y="91043"/>
                    <a:pt x="3718957" y="93022"/>
                    <a:pt x="4001985" y="69272"/>
                  </a:cubicBezTo>
                  <a:cubicBezTo>
                    <a:pt x="4285013" y="45522"/>
                    <a:pt x="4732317" y="19792"/>
                    <a:pt x="5047013" y="9896"/>
                  </a:cubicBezTo>
                  <a:cubicBezTo>
                    <a:pt x="5361709" y="0"/>
                    <a:pt x="5890161" y="9896"/>
                    <a:pt x="5890161" y="9896"/>
                  </a:cubicBezTo>
                  <a:lnTo>
                    <a:pt x="6495803" y="9896"/>
                  </a:lnTo>
                  <a:cubicBezTo>
                    <a:pt x="6664037" y="13854"/>
                    <a:pt x="6818416" y="27708"/>
                    <a:pt x="6899564" y="33646"/>
                  </a:cubicBezTo>
                  <a:cubicBezTo>
                    <a:pt x="6980712" y="39584"/>
                    <a:pt x="6953003" y="37605"/>
                    <a:pt x="6982691" y="45522"/>
                  </a:cubicBezTo>
                </a:path>
              </a:pathLst>
            </a:custGeom>
            <a:ln w="6350">
              <a:solidFill>
                <a:schemeClr val="bg1">
                  <a:alpha val="2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50" name="Hexagon 49"/>
            <p:cNvSpPr/>
            <p:nvPr/>
          </p:nvSpPr>
          <p:spPr>
            <a:xfrm rot="1800000">
              <a:off x="2996165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51" name="Hexagon 50"/>
            <p:cNvSpPr/>
            <p:nvPr/>
          </p:nvSpPr>
          <p:spPr>
            <a:xfrm rot="1800000">
              <a:off x="3720065" y="41260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52" name="Hexagon 51"/>
            <p:cNvSpPr/>
            <p:nvPr/>
          </p:nvSpPr>
          <p:spPr>
            <a:xfrm rot="1800000">
              <a:off x="3729591" y="159242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53" name="Hexagon 52"/>
            <p:cNvSpPr/>
            <p:nvPr/>
          </p:nvSpPr>
          <p:spPr>
            <a:xfrm rot="1800000">
              <a:off x="2977115" y="32560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54" name="Hexagon 53"/>
            <p:cNvSpPr/>
            <p:nvPr/>
          </p:nvSpPr>
          <p:spPr>
            <a:xfrm rot="1800000">
              <a:off x="4463014" y="53833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6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55" name="Freeform 54"/>
            <p:cNvSpPr/>
            <p:nvPr/>
          </p:nvSpPr>
          <p:spPr>
            <a:xfrm rot="1800000">
              <a:off x="-382404" y="4201528"/>
              <a:ext cx="1261499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56357 w 1261499"/>
                <a:gd name="connsiteY5" fmla="*/ 1388236 h 1388236"/>
                <a:gd name="connsiteX6" fmla="*/ 0 w 1261499"/>
                <a:gd name="connsiteY6" fmla="*/ 105098 h 1388236"/>
                <a:gd name="connsiteX0" fmla="*/ 0 w 1261499"/>
                <a:gd name="connsiteY0" fmla="*/ 105098 h 1388236"/>
                <a:gd name="connsiteX1" fmla="*/ 56357 w 1261499"/>
                <a:gd name="connsiteY1" fmla="*/ 0 h 1388236"/>
                <a:gd name="connsiteX2" fmla="*/ 865241 w 1261499"/>
                <a:gd name="connsiteY2" fmla="*/ 0 h 1388236"/>
                <a:gd name="connsiteX3" fmla="*/ 1261499 w 1261499"/>
                <a:gd name="connsiteY3" fmla="*/ 694118 h 1388236"/>
                <a:gd name="connsiteX4" fmla="*/ 865241 w 1261499"/>
                <a:gd name="connsiteY4" fmla="*/ 1388236 h 1388236"/>
                <a:gd name="connsiteX5" fmla="*/ 744578 w 1261499"/>
                <a:gd name="connsiteY5" fmla="*/ 1387893 h 1388236"/>
                <a:gd name="connsiteX6" fmla="*/ 0 w 1261499"/>
                <a:gd name="connsiteY6" fmla="*/ 10509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61499" h="1388236">
                  <a:moveTo>
                    <a:pt x="0" y="105098"/>
                  </a:moveTo>
                  <a:lnTo>
                    <a:pt x="56357" y="0"/>
                  </a:lnTo>
                  <a:lnTo>
                    <a:pt x="865241" y="0"/>
                  </a:lnTo>
                  <a:lnTo>
                    <a:pt x="1261499" y="694118"/>
                  </a:lnTo>
                  <a:lnTo>
                    <a:pt x="865241" y="1388236"/>
                  </a:lnTo>
                  <a:lnTo>
                    <a:pt x="744578" y="1387893"/>
                  </a:lnTo>
                  <a:lnTo>
                    <a:pt x="0" y="105098"/>
                  </a:ln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56" name="Hexagon 55"/>
            <p:cNvSpPr/>
            <p:nvPr/>
          </p:nvSpPr>
          <p:spPr>
            <a:xfrm rot="1800000">
              <a:off x="24365" y="540242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57" name="Hexagon 56"/>
            <p:cNvSpPr/>
            <p:nvPr/>
          </p:nvSpPr>
          <p:spPr>
            <a:xfrm rot="1800000">
              <a:off x="52941" y="28497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58" name="Hexagon 57"/>
            <p:cNvSpPr/>
            <p:nvPr/>
          </p:nvSpPr>
          <p:spPr>
            <a:xfrm rot="1800000">
              <a:off x="776840" y="4126077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59" name="Hexagon 58"/>
            <p:cNvSpPr/>
            <p:nvPr/>
          </p:nvSpPr>
          <p:spPr>
            <a:xfrm rot="1800000">
              <a:off x="1510265" y="54119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60" name="Hexagon 59"/>
            <p:cNvSpPr/>
            <p:nvPr/>
          </p:nvSpPr>
          <p:spPr>
            <a:xfrm rot="1800000">
              <a:off x="1529316" y="2859252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95" name="Hexagon 94"/>
            <p:cNvSpPr/>
            <p:nvPr/>
          </p:nvSpPr>
          <p:spPr>
            <a:xfrm rot="1800000">
              <a:off x="795890" y="1563853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96" name="Hexagon 95"/>
            <p:cNvSpPr/>
            <p:nvPr/>
          </p:nvSpPr>
          <p:spPr>
            <a:xfrm rot="1800000">
              <a:off x="6806166" y="414512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10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97" name="Hexagon 96"/>
            <p:cNvSpPr/>
            <p:nvPr/>
          </p:nvSpPr>
          <p:spPr>
            <a:xfrm rot="1800000">
              <a:off x="7549116" y="5421479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98" name="Hexagon 97"/>
            <p:cNvSpPr/>
            <p:nvPr/>
          </p:nvSpPr>
          <p:spPr>
            <a:xfrm rot="1800000">
              <a:off x="7549117" y="2868778"/>
              <a:ext cx="1601400" cy="1388236"/>
            </a:xfrm>
            <a:prstGeom prst="hexagon">
              <a:avLst>
                <a:gd name="adj" fmla="val 28544"/>
                <a:gd name="vf" fmla="val 115470"/>
              </a:avLst>
            </a:prstGeom>
            <a:solidFill>
              <a:schemeClr val="bg1">
                <a:alpha val="7000"/>
              </a:schemeClr>
            </a:solidFill>
            <a:ln w="12700">
              <a:solidFill>
                <a:schemeClr val="bg1">
                  <a:alpha val="8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99" name="Freeform 98"/>
            <p:cNvSpPr/>
            <p:nvPr/>
          </p:nvSpPr>
          <p:spPr>
            <a:xfrm rot="1800000">
              <a:off x="8306521" y="4055629"/>
              <a:ext cx="1243407" cy="1388236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474029 w 1601400"/>
                <a:gd name="connsiteY2" fmla="*/ 4016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243407"/>
                <a:gd name="connsiteY0" fmla="*/ 694118 h 1388236"/>
                <a:gd name="connsiteX1" fmla="*/ 396258 w 1243407"/>
                <a:gd name="connsiteY1" fmla="*/ 0 h 1388236"/>
                <a:gd name="connsiteX2" fmla="*/ 474029 w 1243407"/>
                <a:gd name="connsiteY2" fmla="*/ 4016 h 1388236"/>
                <a:gd name="connsiteX3" fmla="*/ 1243407 w 1243407"/>
                <a:gd name="connsiteY3" fmla="*/ 1325983 h 1388236"/>
                <a:gd name="connsiteX4" fmla="*/ 1205142 w 1243407"/>
                <a:gd name="connsiteY4" fmla="*/ 1388236 h 1388236"/>
                <a:gd name="connsiteX5" fmla="*/ 396258 w 1243407"/>
                <a:gd name="connsiteY5" fmla="*/ 1388236 h 1388236"/>
                <a:gd name="connsiteX6" fmla="*/ 0 w 1243407"/>
                <a:gd name="connsiteY6" fmla="*/ 694118 h 13882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3407" h="1388236">
                  <a:moveTo>
                    <a:pt x="0" y="694118"/>
                  </a:moveTo>
                  <a:lnTo>
                    <a:pt x="396258" y="0"/>
                  </a:lnTo>
                  <a:lnTo>
                    <a:pt x="474029" y="4016"/>
                  </a:lnTo>
                  <a:lnTo>
                    <a:pt x="1243407" y="1325983"/>
                  </a:lnTo>
                  <a:lnTo>
                    <a:pt x="1205142" y="1388236"/>
                  </a:lnTo>
                  <a:lnTo>
                    <a:pt x="396258" y="1388236"/>
                  </a:lnTo>
                  <a:lnTo>
                    <a:pt x="0" y="694118"/>
                  </a:lnTo>
                  <a:close/>
                </a:path>
              </a:pathLst>
            </a:custGeom>
            <a:solidFill>
              <a:schemeClr val="bg1">
                <a:alpha val="400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  <p:sp>
          <p:nvSpPr>
            <p:cNvPr id="100" name="Freeform 99"/>
            <p:cNvSpPr/>
            <p:nvPr/>
          </p:nvSpPr>
          <p:spPr>
            <a:xfrm rot="1800000">
              <a:off x="8306771" y="1511524"/>
              <a:ext cx="1241871" cy="1388822"/>
            </a:xfrm>
            <a:custGeom>
              <a:avLst/>
              <a:gdLst>
                <a:gd name="connsiteX0" fmla="*/ 0 w 1601400"/>
                <a:gd name="connsiteY0" fmla="*/ 694118 h 1388236"/>
                <a:gd name="connsiteX1" fmla="*/ 396258 w 1601400"/>
                <a:gd name="connsiteY1" fmla="*/ 0 h 1388236"/>
                <a:gd name="connsiteX2" fmla="*/ 1205142 w 1601400"/>
                <a:gd name="connsiteY2" fmla="*/ 0 h 1388236"/>
                <a:gd name="connsiteX3" fmla="*/ 1601400 w 1601400"/>
                <a:gd name="connsiteY3" fmla="*/ 694118 h 1388236"/>
                <a:gd name="connsiteX4" fmla="*/ 1205142 w 1601400"/>
                <a:gd name="connsiteY4" fmla="*/ 1388236 h 1388236"/>
                <a:gd name="connsiteX5" fmla="*/ 396258 w 1601400"/>
                <a:gd name="connsiteY5" fmla="*/ 1388236 h 1388236"/>
                <a:gd name="connsiteX6" fmla="*/ 0 w 1601400"/>
                <a:gd name="connsiteY6" fmla="*/ 694118 h 1388236"/>
                <a:gd name="connsiteX0" fmla="*/ 0 w 1601400"/>
                <a:gd name="connsiteY0" fmla="*/ 694704 h 1388822"/>
                <a:gd name="connsiteX1" fmla="*/ 396258 w 1601400"/>
                <a:gd name="connsiteY1" fmla="*/ 586 h 1388822"/>
                <a:gd name="connsiteX2" fmla="*/ 482002 w 1601400"/>
                <a:gd name="connsiteY2" fmla="*/ 0 h 1388822"/>
                <a:gd name="connsiteX3" fmla="*/ 1601400 w 1601400"/>
                <a:gd name="connsiteY3" fmla="*/ 694704 h 1388822"/>
                <a:gd name="connsiteX4" fmla="*/ 1205142 w 1601400"/>
                <a:gd name="connsiteY4" fmla="*/ 1388822 h 1388822"/>
                <a:gd name="connsiteX5" fmla="*/ 396258 w 1601400"/>
                <a:gd name="connsiteY5" fmla="*/ 1388822 h 1388822"/>
                <a:gd name="connsiteX6" fmla="*/ 0 w 1601400"/>
                <a:gd name="connsiteY6" fmla="*/ 694704 h 1388822"/>
                <a:gd name="connsiteX0" fmla="*/ 0 w 1241871"/>
                <a:gd name="connsiteY0" fmla="*/ 694704 h 1388822"/>
                <a:gd name="connsiteX1" fmla="*/ 396258 w 1241871"/>
                <a:gd name="connsiteY1" fmla="*/ 586 h 1388822"/>
                <a:gd name="connsiteX2" fmla="*/ 482002 w 1241871"/>
                <a:gd name="connsiteY2" fmla="*/ 0 h 1388822"/>
                <a:gd name="connsiteX3" fmla="*/ 1241871 w 1241871"/>
                <a:gd name="connsiteY3" fmla="*/ 1323912 h 1388822"/>
                <a:gd name="connsiteX4" fmla="*/ 1205142 w 1241871"/>
                <a:gd name="connsiteY4" fmla="*/ 1388822 h 1388822"/>
                <a:gd name="connsiteX5" fmla="*/ 396258 w 1241871"/>
                <a:gd name="connsiteY5" fmla="*/ 1388822 h 1388822"/>
                <a:gd name="connsiteX6" fmla="*/ 0 w 1241871"/>
                <a:gd name="connsiteY6" fmla="*/ 694704 h 13888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241871" h="1388822">
                  <a:moveTo>
                    <a:pt x="0" y="694704"/>
                  </a:moveTo>
                  <a:lnTo>
                    <a:pt x="396258" y="586"/>
                  </a:lnTo>
                  <a:lnTo>
                    <a:pt x="482002" y="0"/>
                  </a:lnTo>
                  <a:lnTo>
                    <a:pt x="1241871" y="1323912"/>
                  </a:lnTo>
                  <a:lnTo>
                    <a:pt x="1205142" y="1388822"/>
                  </a:lnTo>
                  <a:lnTo>
                    <a:pt x="396258" y="1388822"/>
                  </a:lnTo>
                  <a:lnTo>
                    <a:pt x="0" y="694704"/>
                  </a:lnTo>
                  <a:close/>
                </a:path>
              </a:pathLst>
            </a:custGeom>
            <a:solidFill>
              <a:schemeClr val="bg1">
                <a:alpha val="0"/>
              </a:schemeClr>
            </a:solidFill>
            <a:ln w="12700">
              <a:solidFill>
                <a:schemeClr val="bg1">
                  <a:alpha val="12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800"/>
            </a:p>
          </p:txBody>
        </p:sp>
      </p:grpSp>
      <p:sp>
        <p:nvSpPr>
          <p:cNvPr id="66" name="Rectangle 65"/>
          <p:cNvSpPr/>
          <p:nvPr/>
        </p:nvSpPr>
        <p:spPr>
          <a:xfrm>
            <a:off x="609600" y="333488"/>
            <a:ext cx="10972800" cy="6185647"/>
          </a:xfrm>
          <a:prstGeom prst="rect">
            <a:avLst/>
          </a:prstGeom>
          <a:solidFill>
            <a:schemeClr val="bg1"/>
          </a:solidFill>
          <a:ln w="63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0" name="Rectangle 69"/>
          <p:cNvSpPr/>
          <p:nvPr/>
        </p:nvSpPr>
        <p:spPr>
          <a:xfrm>
            <a:off x="6081656" y="-21511"/>
            <a:ext cx="4905488" cy="699244"/>
          </a:xfrm>
          <a:prstGeom prst="rect">
            <a:avLst/>
          </a:prstGeom>
          <a:solidFill>
            <a:srgbClr val="F5F5F5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71" name="Rectangle 70"/>
          <p:cNvSpPr/>
          <p:nvPr/>
        </p:nvSpPr>
        <p:spPr>
          <a:xfrm>
            <a:off x="6198795" y="-21510"/>
            <a:ext cx="4673600" cy="62393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91320" y="1027664"/>
            <a:ext cx="9366325" cy="1143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91323" y="2323652"/>
            <a:ext cx="9036423" cy="350897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996517" y="22449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FEFEFE"/>
                </a:solidFill>
              </a:defRPr>
            </a:lvl1pPr>
          </a:lstStyle>
          <a:p>
            <a:fld id="{73F9DE61-38B3-4D51-8403-63DA6BF9E51E}" type="datetime1">
              <a:rPr lang="en-IN" smtClean="0"/>
              <a:t>08-08-2023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188597" y="5852161"/>
            <a:ext cx="46695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r>
              <a:rPr lang="en-IN"/>
              <a:t>Prof. Shweta Dhawan Chachra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198795" y="224492"/>
            <a:ext cx="17762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EFEFE"/>
                </a:solidFill>
              </a:defRPr>
            </a:lvl1pPr>
          </a:lstStyle>
          <a:p>
            <a:fld id="{91FA414A-FC3B-4762-BF9B-190CEE0147B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03179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/>
  <p:txStyles>
    <p:titleStyle>
      <a:lvl1pPr algn="l" defTabSz="914400" rtl="0" eaLnBrk="1" latinLnBrk="0" hangingPunct="1">
        <a:spcBef>
          <a:spcPct val="0"/>
        </a:spcBef>
        <a:buNone/>
        <a:defRPr sz="40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400" kern="1200">
          <a:solidFill>
            <a:schemeClr val="tx2"/>
          </a:solidFill>
          <a:latin typeface="+mn-lt"/>
          <a:ea typeface="+mn-ea"/>
          <a:cs typeface="+mn-cs"/>
        </a:defRPr>
      </a:lvl1pPr>
      <a:lvl2pPr marL="640080" indent="-27432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91440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2000" kern="1200">
          <a:solidFill>
            <a:schemeClr val="tx2"/>
          </a:solidFill>
          <a:latin typeface="+mn-lt"/>
          <a:ea typeface="+mn-ea"/>
          <a:cs typeface="+mn-cs"/>
        </a:defRPr>
      </a:lvl3pPr>
      <a:lvl4pPr marL="112471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800" kern="1200">
          <a:solidFill>
            <a:schemeClr val="tx2"/>
          </a:solidFill>
          <a:latin typeface="+mn-lt"/>
          <a:ea typeface="+mn-ea"/>
          <a:cs typeface="+mn-cs"/>
        </a:defRPr>
      </a:lvl4pPr>
      <a:lvl5pPr marL="132588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1517904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6pPr>
      <a:lvl7pPr marL="1719072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7pPr>
      <a:lvl8pPr marL="1920240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8pPr>
      <a:lvl9pPr marL="2121408" indent="-228600" algn="l" defTabSz="914400" rtl="0" eaLnBrk="1" latinLnBrk="0" hangingPunct="1">
        <a:spcBef>
          <a:spcPct val="20000"/>
        </a:spcBef>
        <a:buClr>
          <a:schemeClr val="accent1"/>
        </a:buClr>
        <a:buSzPct val="76000"/>
        <a:buFont typeface="Wingdings 2" pitchFamily="18" charset="2"/>
        <a:buChar char=""/>
        <a:defRPr sz="14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ustomXml" Target="../ink/ink2.xml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customXml" Target="../ink/ink3.xml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8.png"/><Relationship Id="rId7" Type="http://schemas.openxmlformats.org/officeDocument/2006/relationships/customXml" Target="../ink/ink4.xml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customXml" Target="../ink/ink5.xml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customXml" Target="../ink/ink6.xml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5.png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customXml" Target="../ink/ink8.xml"/><Relationship Id="rId3" Type="http://schemas.openxmlformats.org/officeDocument/2006/relationships/image" Target="../media/image27.png"/><Relationship Id="rId7" Type="http://schemas.openxmlformats.org/officeDocument/2006/relationships/image" Target="../media/image30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7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Relationship Id="rId9" Type="http://schemas.openxmlformats.org/officeDocument/2006/relationships/image" Target="../media/image31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2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9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33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0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customXml" Target="../ink/ink11.xml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5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customXml" Target="../ink/ink12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customXml" Target="../ink/ink13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customXml" Target="../ink/ink14.xml"/><Relationship Id="rId1" Type="http://schemas.openxmlformats.org/officeDocument/2006/relationships/slideLayout" Target="../slideLayouts/slideLayout4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91544" y="404664"/>
            <a:ext cx="7024744" cy="385112"/>
          </a:xfrm>
        </p:spPr>
        <p:txBody>
          <a:bodyPr>
            <a:noAutofit/>
          </a:bodyPr>
          <a:lstStyle/>
          <a:p>
            <a:r>
              <a:rPr lang="en-IN" sz="2800" b="1" i="1" dirty="0"/>
              <a:t>Traversal of circular linked list</a:t>
            </a:r>
            <a:endParaRPr lang="en-IN" sz="2800" dirty="0"/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idx="1"/>
          </p:nvPr>
        </p:nvPicPr>
        <p:blipFill rotWithShape="1"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9001" r="10333"/>
          <a:stretch/>
        </p:blipFill>
        <p:spPr>
          <a:xfrm rot="16200000">
            <a:off x="3506551" y="-312578"/>
            <a:ext cx="4890867" cy="7344816"/>
          </a:xfrm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1EDC26-0A50-4432-B563-43EF93449C8D}" type="datetime1">
              <a:rPr lang="en-IN">
                <a:latin typeface="Century Gothic"/>
              </a:rPr>
              <a:pPr/>
              <a:t>09-08-2023</a:t>
            </a:fld>
            <a:endParaRPr lang="en-IN">
              <a:latin typeface="Century Gothic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A414A-FC3B-4762-BF9B-190CEE0147BD}" type="slidenum">
              <a:rPr lang="en-IN">
                <a:latin typeface="Century Gothic"/>
              </a:rPr>
              <a:pPr/>
              <a:t>1</a:t>
            </a:fld>
            <a:endParaRPr lang="en-IN">
              <a:latin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29100548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7490" y="1027664"/>
            <a:ext cx="7024744" cy="457120"/>
          </a:xfrm>
        </p:spPr>
        <p:txBody>
          <a:bodyPr>
            <a:normAutofit fontScale="90000"/>
          </a:bodyPr>
          <a:lstStyle/>
          <a:p>
            <a:r>
              <a:rPr lang="en-IN" sz="3200" b="1" i="1" dirty="0"/>
              <a:t>Deletion from a circular linked list :-</a:t>
            </a:r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68580" indent="0">
              <a:buNone/>
            </a:pPr>
            <a:r>
              <a:rPr lang="en-IN" sz="2000" i="1" dirty="0"/>
              <a:t>Deletion  in a circular linked list may be possible in four ways-</a:t>
            </a:r>
            <a:endParaRPr lang="en-IN" sz="2000" dirty="0"/>
          </a:p>
          <a:p>
            <a:r>
              <a:rPr lang="en-IN" sz="2000" b="1" i="1" dirty="0"/>
              <a:t>If list has only one element</a:t>
            </a:r>
            <a:endParaRPr lang="en-IN" sz="2000" dirty="0"/>
          </a:p>
          <a:p>
            <a:r>
              <a:rPr lang="en-IN" sz="2000" b="1" i="1" dirty="0"/>
              <a:t>Node to be deleted is the first node of list</a:t>
            </a:r>
            <a:endParaRPr lang="en-IN" sz="2000" dirty="0"/>
          </a:p>
          <a:p>
            <a:r>
              <a:rPr lang="en-IN" sz="2000" b="1" i="1" dirty="0"/>
              <a:t>Deletion in between</a:t>
            </a:r>
            <a:endParaRPr lang="en-IN" sz="2000" dirty="0"/>
          </a:p>
          <a:p>
            <a:r>
              <a:rPr lang="en-IN" sz="2000" b="1" i="1" dirty="0"/>
              <a:t>Node to be deleted is last node of list</a:t>
            </a:r>
            <a:endParaRPr lang="en-IN" sz="2000" dirty="0"/>
          </a:p>
          <a:p>
            <a:endParaRPr lang="en-IN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6BCBFA-AAE9-40F2-AC91-BE9581A936DE}" type="datetime1">
              <a:rPr lang="en-IN">
                <a:latin typeface="Century Gothic"/>
              </a:rPr>
              <a:pPr/>
              <a:t>09-08-2023</a:t>
            </a:fld>
            <a:endParaRPr lang="en-IN">
              <a:latin typeface="Century Gothic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A414A-FC3B-4762-BF9B-190CEE0147BD}" type="slidenum">
              <a:rPr lang="en-IN">
                <a:latin typeface="Century Gothic"/>
              </a:rPr>
              <a:pPr/>
              <a:t>2</a:t>
            </a:fld>
            <a:endParaRPr lang="en-IN">
              <a:latin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33204039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3552" y="476672"/>
            <a:ext cx="7024744" cy="457120"/>
          </a:xfrm>
        </p:spPr>
        <p:txBody>
          <a:bodyPr>
            <a:normAutofit fontScale="90000"/>
          </a:bodyPr>
          <a:lstStyle/>
          <a:p>
            <a:r>
              <a:rPr lang="en-IN" sz="3200" b="1" i="1" dirty="0"/>
              <a:t>Deletion from a circular linked list :-</a:t>
            </a:r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67493" y="1124745"/>
            <a:ext cx="6777317" cy="4707885"/>
          </a:xfrm>
        </p:spPr>
        <p:txBody>
          <a:bodyPr>
            <a:normAutofit/>
          </a:bodyPr>
          <a:lstStyle/>
          <a:p>
            <a:pPr marL="68580" indent="0">
              <a:buNone/>
            </a:pPr>
            <a:r>
              <a:rPr lang="en-IN" sz="1800" dirty="0"/>
              <a:t>Case 1:- </a:t>
            </a:r>
            <a:r>
              <a:rPr lang="en-IN" sz="1800" b="1" i="1" dirty="0"/>
              <a:t>If list has only one element</a:t>
            </a:r>
            <a:endParaRPr lang="en-IN" sz="1800" dirty="0"/>
          </a:p>
          <a:p>
            <a:r>
              <a:rPr lang="en-IN" sz="1800" dirty="0"/>
              <a:t>Here we check the condition for only one element of list </a:t>
            </a:r>
          </a:p>
          <a:p>
            <a:r>
              <a:rPr lang="en-IN" sz="1800" dirty="0"/>
              <a:t>then assign NULL value to last pointer because after deletion no node will be in list.</a:t>
            </a:r>
          </a:p>
          <a:p>
            <a:pPr marL="68580" indent="0">
              <a:buNone/>
            </a:pPr>
            <a:endParaRPr lang="en-IN" sz="1800" dirty="0"/>
          </a:p>
          <a:p>
            <a:pPr marL="68580" indent="0">
              <a:buNone/>
            </a:pPr>
            <a:endParaRPr lang="en-IN" sz="1800" dirty="0"/>
          </a:p>
          <a:p>
            <a:pPr marL="68580" indent="0">
              <a:buNone/>
            </a:pPr>
            <a:r>
              <a:rPr lang="en-IN" sz="1800" b="1" dirty="0"/>
              <a:t>if(last-&gt;link == last &amp;&amp; last-&gt;info == </a:t>
            </a:r>
            <a:r>
              <a:rPr lang="en-IN" sz="1800" b="1" dirty="0" err="1"/>
              <a:t>num</a:t>
            </a:r>
            <a:r>
              <a:rPr lang="en-IN" sz="1800" b="1" dirty="0"/>
              <a:t>) /* Only one element */</a:t>
            </a:r>
          </a:p>
          <a:p>
            <a:pPr marL="68580" indent="0">
              <a:buNone/>
            </a:pPr>
            <a:r>
              <a:rPr lang="en-IN" sz="1800" b="1" dirty="0"/>
              <a:t>{</a:t>
            </a:r>
          </a:p>
          <a:p>
            <a:pPr marL="68580" indent="0">
              <a:buNone/>
            </a:pPr>
            <a:r>
              <a:rPr lang="en-IN" sz="1800" b="1" dirty="0"/>
              <a:t>        </a:t>
            </a:r>
            <a:r>
              <a:rPr lang="en-IN" sz="1800" b="1" dirty="0" err="1"/>
              <a:t>tmp</a:t>
            </a:r>
            <a:r>
              <a:rPr lang="en-IN" sz="1800" b="1" dirty="0"/>
              <a:t> = last;</a:t>
            </a:r>
          </a:p>
          <a:p>
            <a:pPr marL="68580" indent="0">
              <a:buNone/>
            </a:pPr>
            <a:r>
              <a:rPr lang="en-IN" sz="1800" b="1" dirty="0"/>
              <a:t>       last = NULL;</a:t>
            </a:r>
          </a:p>
          <a:p>
            <a:pPr marL="68580" indent="0">
              <a:buNone/>
            </a:pPr>
            <a:r>
              <a:rPr lang="en-IN" sz="1800" b="1" dirty="0"/>
              <a:t>       free(</a:t>
            </a:r>
            <a:r>
              <a:rPr lang="en-IN" sz="1800" b="1" dirty="0" err="1"/>
              <a:t>tmp</a:t>
            </a:r>
            <a:r>
              <a:rPr lang="en-IN" sz="1800" b="1" dirty="0"/>
              <a:t>);</a:t>
            </a:r>
          </a:p>
          <a:p>
            <a:pPr marL="68580" indent="0">
              <a:buNone/>
            </a:pPr>
            <a:r>
              <a:rPr lang="en-IN" sz="1800" b="1" dirty="0"/>
              <a:t>}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03D184-0396-4CB3-8378-56A4227A0A80}" type="datetime1">
              <a:rPr lang="en-IN">
                <a:latin typeface="Century Gothic"/>
              </a:rPr>
              <a:pPr/>
              <a:t>09-08-2023</a:t>
            </a:fld>
            <a:endParaRPr lang="en-IN">
              <a:latin typeface="Century Gothic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A414A-FC3B-4762-BF9B-190CEE0147BD}" type="slidenum">
              <a:rPr lang="en-IN">
                <a:latin typeface="Century Gothic"/>
              </a:rPr>
              <a:pPr/>
              <a:t>3</a:t>
            </a:fld>
            <a:endParaRPr lang="en-IN">
              <a:latin typeface="Century Gothic"/>
            </a:endParaRPr>
          </a:p>
        </p:txBody>
      </p:sp>
      <p:pic>
        <p:nvPicPr>
          <p:cNvPr id="7" name="Picture 4" descr="https://media.geeksforgeeks.org/wp-content/uploads/CircularSinglyLinkedList3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9977" y="3501008"/>
            <a:ext cx="3168351" cy="2016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463593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3552" y="476672"/>
            <a:ext cx="7024744" cy="457120"/>
          </a:xfrm>
        </p:spPr>
        <p:txBody>
          <a:bodyPr>
            <a:normAutofit fontScale="90000"/>
          </a:bodyPr>
          <a:lstStyle/>
          <a:p>
            <a:r>
              <a:rPr lang="en-IN" sz="3200" b="1" i="1" dirty="0"/>
              <a:t>Deletion from a circular linked list :-</a:t>
            </a:r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67493" y="1124745"/>
            <a:ext cx="6777317" cy="4707885"/>
          </a:xfrm>
        </p:spPr>
        <p:txBody>
          <a:bodyPr>
            <a:normAutofit/>
          </a:bodyPr>
          <a:lstStyle/>
          <a:p>
            <a:pPr marL="68580" indent="0">
              <a:buNone/>
            </a:pPr>
            <a:r>
              <a:rPr lang="en-IN" sz="1800" dirty="0"/>
              <a:t>Case 1:- </a:t>
            </a:r>
            <a:r>
              <a:rPr lang="en-IN" sz="1800" b="1" i="1" dirty="0"/>
              <a:t>If list has only one element</a:t>
            </a:r>
            <a:endParaRPr lang="en-IN" sz="1800" dirty="0"/>
          </a:p>
          <a:p>
            <a:r>
              <a:rPr lang="en-IN" sz="1800" dirty="0"/>
              <a:t>Here we check the condition for only one element of list </a:t>
            </a:r>
          </a:p>
          <a:p>
            <a:r>
              <a:rPr lang="en-IN" sz="1800" dirty="0"/>
              <a:t>then assign NULL value to last pointer because after deletion no node will be in list.</a:t>
            </a:r>
          </a:p>
          <a:p>
            <a:pPr marL="68580" indent="0">
              <a:buNone/>
            </a:pPr>
            <a:endParaRPr lang="en-IN" sz="1800" dirty="0"/>
          </a:p>
          <a:p>
            <a:pPr marL="68580" indent="0">
              <a:buNone/>
            </a:pPr>
            <a:endParaRPr lang="en-IN" sz="1800" dirty="0"/>
          </a:p>
          <a:p>
            <a:pPr marL="68580" indent="0">
              <a:buNone/>
            </a:pPr>
            <a:r>
              <a:rPr lang="en-IN" sz="1800" b="1" dirty="0"/>
              <a:t>if(last-&gt;link == last &amp;&amp; last-&gt;info == </a:t>
            </a:r>
            <a:r>
              <a:rPr lang="en-IN" sz="1800" b="1" dirty="0" err="1"/>
              <a:t>num</a:t>
            </a:r>
            <a:r>
              <a:rPr lang="en-IN" sz="1800" b="1" dirty="0"/>
              <a:t>) /* Only one element */</a:t>
            </a:r>
          </a:p>
          <a:p>
            <a:pPr marL="68580" indent="0">
              <a:buNone/>
            </a:pPr>
            <a:r>
              <a:rPr lang="en-IN" sz="1800" b="1" dirty="0"/>
              <a:t>{</a:t>
            </a:r>
          </a:p>
          <a:p>
            <a:pPr marL="68580" indent="0">
              <a:buNone/>
            </a:pPr>
            <a:r>
              <a:rPr lang="en-IN" sz="1800" b="1" dirty="0"/>
              <a:t>        </a:t>
            </a:r>
            <a:r>
              <a:rPr lang="en-IN" sz="1800" b="1" dirty="0" err="1"/>
              <a:t>tmp</a:t>
            </a:r>
            <a:r>
              <a:rPr lang="en-IN" sz="1800" b="1" dirty="0"/>
              <a:t> = last;</a:t>
            </a:r>
          </a:p>
          <a:p>
            <a:pPr marL="68580" indent="0">
              <a:buNone/>
            </a:pPr>
            <a:r>
              <a:rPr lang="en-IN" sz="1800" b="1" dirty="0"/>
              <a:t>       last = NULL;</a:t>
            </a:r>
          </a:p>
          <a:p>
            <a:pPr marL="68580" indent="0">
              <a:buNone/>
            </a:pPr>
            <a:r>
              <a:rPr lang="en-IN" sz="1800" b="1" dirty="0"/>
              <a:t>       free(</a:t>
            </a:r>
            <a:r>
              <a:rPr lang="en-IN" sz="1800" b="1" dirty="0" err="1"/>
              <a:t>tmp</a:t>
            </a:r>
            <a:r>
              <a:rPr lang="en-IN" sz="1800" b="1" dirty="0"/>
              <a:t>);</a:t>
            </a:r>
          </a:p>
          <a:p>
            <a:pPr marL="68580" indent="0">
              <a:buNone/>
            </a:pPr>
            <a:r>
              <a:rPr lang="en-IN" sz="1800" b="1" dirty="0"/>
              <a:t>}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F95854-BC16-4DA1-BD5F-59E7FAA2EDB3}" type="datetime1">
              <a:rPr lang="en-IN">
                <a:latin typeface="Century Gothic"/>
              </a:rPr>
              <a:pPr/>
              <a:t>09-08-2023</a:t>
            </a:fld>
            <a:endParaRPr lang="en-IN">
              <a:latin typeface="Century Gothic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A414A-FC3B-4762-BF9B-190CEE0147BD}" type="slidenum">
              <a:rPr lang="en-IN">
                <a:latin typeface="Century Gothic"/>
              </a:rPr>
              <a:pPr/>
              <a:t>4</a:t>
            </a:fld>
            <a:endParaRPr lang="en-IN">
              <a:latin typeface="Century Gothic"/>
            </a:endParaRPr>
          </a:p>
        </p:txBody>
      </p:sp>
      <p:pic>
        <p:nvPicPr>
          <p:cNvPr id="7" name="Picture 4" descr="https://media.geeksforgeeks.org/wp-content/uploads/CircularSinglyLinkedList3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79977" y="3501008"/>
            <a:ext cx="3168351" cy="2016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75051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91544" y="404664"/>
            <a:ext cx="7024744" cy="457120"/>
          </a:xfrm>
        </p:spPr>
        <p:txBody>
          <a:bodyPr>
            <a:normAutofit fontScale="90000"/>
          </a:bodyPr>
          <a:lstStyle/>
          <a:p>
            <a:r>
              <a:rPr lang="en-IN" sz="3200" b="1" i="1" dirty="0"/>
              <a:t>Deletion from a circular linked list :-</a:t>
            </a:r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91545" y="908721"/>
            <a:ext cx="7137357" cy="4059813"/>
          </a:xfrm>
        </p:spPr>
        <p:txBody>
          <a:bodyPr>
            <a:noAutofit/>
          </a:bodyPr>
          <a:lstStyle/>
          <a:p>
            <a:pPr marL="68580" indent="0">
              <a:buNone/>
            </a:pPr>
            <a:r>
              <a:rPr lang="en-IN" sz="1800" dirty="0"/>
              <a:t>Case 2:- </a:t>
            </a:r>
            <a:r>
              <a:rPr lang="en-IN" sz="1800" b="1" i="1" dirty="0"/>
              <a:t>Node to be deleted is the first node of list</a:t>
            </a:r>
            <a:endParaRPr lang="en-IN" sz="1800" dirty="0"/>
          </a:p>
          <a:p>
            <a:pPr marL="68580" indent="0">
              <a:buNone/>
            </a:pPr>
            <a:endParaRPr lang="en-IN" sz="1800" dirty="0"/>
          </a:p>
          <a:p>
            <a:r>
              <a:rPr lang="en-IN" sz="1800" dirty="0"/>
              <a:t>Assign the link part of deleted node to the link part of pointer last. </a:t>
            </a:r>
          </a:p>
          <a:p>
            <a:r>
              <a:rPr lang="en-IN" sz="1800" dirty="0"/>
              <a:t>So now link part of last pointer will point to the next node which is now first node of list after deletion.</a:t>
            </a:r>
          </a:p>
          <a:p>
            <a:pPr marL="68580" indent="0">
              <a:buNone/>
            </a:pPr>
            <a:endParaRPr lang="en-IN" sz="1800" b="1" dirty="0"/>
          </a:p>
          <a:p>
            <a:pPr marL="68580" indent="0">
              <a:buNone/>
            </a:pPr>
            <a:r>
              <a:rPr lang="en-IN" sz="1800" b="1" dirty="0"/>
              <a:t>q = last-&gt;link; /*q is pointing to the first node of list*/</a:t>
            </a:r>
          </a:p>
          <a:p>
            <a:pPr marL="68580" indent="0">
              <a:buNone/>
            </a:pPr>
            <a:r>
              <a:rPr lang="en-IN" sz="1800" b="1" dirty="0"/>
              <a:t>if(q-&gt;info == </a:t>
            </a:r>
            <a:r>
              <a:rPr lang="en-IN" sz="1800" b="1" dirty="0" err="1"/>
              <a:t>num</a:t>
            </a:r>
            <a:r>
              <a:rPr lang="en-IN" sz="1800" b="1" dirty="0"/>
              <a:t>)</a:t>
            </a:r>
          </a:p>
          <a:p>
            <a:pPr marL="68580" indent="0">
              <a:buNone/>
            </a:pPr>
            <a:r>
              <a:rPr lang="en-IN" sz="1800" b="1" dirty="0"/>
              <a:t>{</a:t>
            </a:r>
          </a:p>
          <a:p>
            <a:pPr marL="68580" indent="0">
              <a:buNone/>
            </a:pPr>
            <a:r>
              <a:rPr lang="en-IN" sz="1800" b="1" dirty="0"/>
              <a:t>             </a:t>
            </a:r>
            <a:r>
              <a:rPr lang="en-IN" sz="1800" b="1" dirty="0" err="1"/>
              <a:t>tmp</a:t>
            </a:r>
            <a:r>
              <a:rPr lang="en-IN" sz="1800" b="1" dirty="0"/>
              <a:t> = q;</a:t>
            </a:r>
          </a:p>
          <a:p>
            <a:pPr marL="68580" indent="0">
              <a:buNone/>
            </a:pPr>
            <a:r>
              <a:rPr lang="en-IN" sz="1800" b="1" dirty="0"/>
              <a:t>             last-&gt;link = q-&gt;link;</a:t>
            </a:r>
          </a:p>
          <a:p>
            <a:pPr marL="68580" indent="0">
              <a:buNone/>
            </a:pPr>
            <a:r>
              <a:rPr lang="en-IN" sz="1800" b="1" dirty="0"/>
              <a:t>             free(</a:t>
            </a:r>
            <a:r>
              <a:rPr lang="en-IN" sz="1800" b="1" dirty="0" err="1"/>
              <a:t>tmp</a:t>
            </a:r>
            <a:r>
              <a:rPr lang="en-IN" sz="1800" b="1" dirty="0"/>
              <a:t>);</a:t>
            </a:r>
          </a:p>
          <a:p>
            <a:pPr marL="68580" indent="0">
              <a:buNone/>
            </a:pPr>
            <a:r>
              <a:rPr lang="en-IN" sz="1800" b="1" dirty="0"/>
              <a:t>}</a:t>
            </a:r>
          </a:p>
          <a:p>
            <a:pPr marL="68580" indent="0">
              <a:buNone/>
            </a:pPr>
            <a:endParaRPr lang="en-IN" sz="1800" dirty="0"/>
          </a:p>
          <a:p>
            <a:pPr marL="68580" indent="0">
              <a:buNone/>
            </a:pPr>
            <a:br>
              <a:rPr lang="en-IN" sz="1800" dirty="0"/>
            </a:br>
            <a:endParaRPr lang="en-IN" sz="18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63C148-B24F-4C86-8A38-2A90C8BE1BA3}" type="datetime1">
              <a:rPr lang="en-IN">
                <a:latin typeface="Century Gothic"/>
              </a:rPr>
              <a:pPr/>
              <a:t>09-08-2023</a:t>
            </a:fld>
            <a:endParaRPr lang="en-IN">
              <a:latin typeface="Century Gothic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A414A-FC3B-4762-BF9B-190CEE0147BD}" type="slidenum">
              <a:rPr lang="en-IN">
                <a:latin typeface="Century Gothic"/>
              </a:rPr>
              <a:pPr/>
              <a:t>5</a:t>
            </a:fld>
            <a:endParaRPr lang="en-IN">
              <a:latin typeface="Century Gothic"/>
            </a:endParaRPr>
          </a:p>
        </p:txBody>
      </p:sp>
      <p:pic>
        <p:nvPicPr>
          <p:cNvPr id="8" name="Picture 2" descr="https://media.geeksforgeeks.org/wp-content/uploads/CircularSinglLinkedList5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5357" y="4005064"/>
            <a:ext cx="4192971" cy="1584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810858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91544" y="332656"/>
            <a:ext cx="7560958" cy="457120"/>
          </a:xfrm>
        </p:spPr>
        <p:txBody>
          <a:bodyPr>
            <a:normAutofit fontScale="90000"/>
          </a:bodyPr>
          <a:lstStyle/>
          <a:p>
            <a:r>
              <a:rPr lang="en-IN" sz="3200" b="1" i="1" dirty="0"/>
              <a:t>Deletion from a circular linked list :-</a:t>
            </a:r>
            <a:endParaRPr lang="en-IN" sz="32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9EB525-F850-4E85-9E32-048ECBACB20D}" type="datetime1">
              <a:rPr lang="en-IN">
                <a:latin typeface="Century Gothic"/>
              </a:rPr>
              <a:pPr/>
              <a:t>09-08-2023</a:t>
            </a:fld>
            <a:endParaRPr lang="en-IN">
              <a:latin typeface="Century Gothic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A414A-FC3B-4762-BF9B-190CEE0147BD}" type="slidenum">
              <a:rPr lang="en-IN">
                <a:latin typeface="Century Gothic"/>
              </a:rPr>
              <a:pPr/>
              <a:t>6</a:t>
            </a:fld>
            <a:endParaRPr lang="en-IN">
              <a:latin typeface="Century Gothic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1991544" y="836712"/>
            <a:ext cx="3960440" cy="2484896"/>
          </a:xfrm>
        </p:spPr>
        <p:txBody>
          <a:bodyPr>
            <a:noAutofit/>
          </a:bodyPr>
          <a:lstStyle/>
          <a:p>
            <a:pPr marL="68580" indent="0">
              <a:buNone/>
            </a:pPr>
            <a:r>
              <a:rPr lang="en-IN" sz="1800" dirty="0"/>
              <a:t> Case 3:- </a:t>
            </a:r>
            <a:r>
              <a:rPr lang="en-IN" sz="1800" b="1" dirty="0"/>
              <a:t>Deletion in between is same as in single linked list. </a:t>
            </a:r>
          </a:p>
          <a:p>
            <a:pPr marL="68580" indent="0">
              <a:buNone/>
            </a:pPr>
            <a:endParaRPr lang="en-IN" sz="1800" dirty="0"/>
          </a:p>
          <a:p>
            <a:pPr marL="68580" indent="0">
              <a:buNone/>
            </a:pPr>
            <a:r>
              <a:rPr lang="en-IN" sz="1800" dirty="0"/>
              <a:t>Deletion of node in between will be as-</a:t>
            </a:r>
          </a:p>
          <a:p>
            <a:pPr marL="68580" indent="0">
              <a:buNone/>
            </a:pPr>
            <a:r>
              <a:rPr lang="en-IN" sz="1600" b="1" dirty="0"/>
              <a:t>q = last-&gt;link;</a:t>
            </a:r>
          </a:p>
          <a:p>
            <a:pPr marL="68580" indent="0">
              <a:buNone/>
            </a:pPr>
            <a:r>
              <a:rPr lang="en-IN" sz="1600" b="1" dirty="0"/>
              <a:t>while(q-&gt;link != last)</a:t>
            </a:r>
          </a:p>
          <a:p>
            <a:pPr marL="68580" indent="0">
              <a:buNone/>
            </a:pPr>
            <a:r>
              <a:rPr lang="en-IN" sz="1600" b="1" dirty="0"/>
              <a:t>{</a:t>
            </a:r>
          </a:p>
          <a:p>
            <a:pPr marL="68580" indent="0">
              <a:buNone/>
            </a:pPr>
            <a:r>
              <a:rPr lang="en-IN" sz="1600" b="1" dirty="0"/>
              <a:t>             if(q-&gt;link-&gt;info == </a:t>
            </a:r>
            <a:r>
              <a:rPr lang="en-IN" sz="1600" b="1" dirty="0" err="1"/>
              <a:t>num</a:t>
            </a:r>
            <a:r>
              <a:rPr lang="en-IN" sz="1600" b="1" dirty="0"/>
              <a:t>) /* Element deleted in between */</a:t>
            </a:r>
          </a:p>
          <a:p>
            <a:pPr marL="68580" indent="0">
              <a:buNone/>
            </a:pPr>
            <a:r>
              <a:rPr lang="en-IN" sz="1600" b="1" dirty="0"/>
              <a:t>             {</a:t>
            </a:r>
          </a:p>
          <a:p>
            <a:pPr marL="68580" indent="0">
              <a:buNone/>
            </a:pPr>
            <a:r>
              <a:rPr lang="en-IN" sz="1600" b="1" dirty="0"/>
              <a:t>                          </a:t>
            </a:r>
            <a:r>
              <a:rPr lang="en-IN" sz="1600" b="1" dirty="0" err="1"/>
              <a:t>tmp</a:t>
            </a:r>
            <a:r>
              <a:rPr lang="en-IN" sz="1600" b="1" dirty="0"/>
              <a:t> = q-&gt;link;</a:t>
            </a:r>
          </a:p>
          <a:p>
            <a:pPr marL="68580" indent="0">
              <a:buNone/>
            </a:pPr>
            <a:r>
              <a:rPr lang="en-IN" sz="1600" b="1" dirty="0"/>
              <a:t>                          q-&gt;link = </a:t>
            </a:r>
            <a:r>
              <a:rPr lang="en-IN" sz="1600" b="1" dirty="0" err="1"/>
              <a:t>tmp</a:t>
            </a:r>
            <a:r>
              <a:rPr lang="en-IN" sz="1600" b="1" dirty="0"/>
              <a:t>-&gt;link;</a:t>
            </a:r>
          </a:p>
          <a:p>
            <a:pPr marL="68580" indent="0">
              <a:buNone/>
            </a:pPr>
            <a:r>
              <a:rPr lang="en-IN" sz="1600" b="1" dirty="0"/>
              <a:t>                          free(</a:t>
            </a:r>
            <a:r>
              <a:rPr lang="en-IN" sz="1600" b="1" dirty="0" err="1"/>
              <a:t>tmp</a:t>
            </a:r>
            <a:r>
              <a:rPr lang="en-IN" sz="1600" b="1" dirty="0"/>
              <a:t>);</a:t>
            </a:r>
          </a:p>
          <a:p>
            <a:pPr marL="68580" indent="0">
              <a:buNone/>
            </a:pPr>
            <a:r>
              <a:rPr lang="en-IN" sz="1600" b="1" dirty="0"/>
              <a:t>            }</a:t>
            </a:r>
          </a:p>
          <a:p>
            <a:pPr marL="68580" indent="0">
              <a:buNone/>
            </a:pPr>
            <a:r>
              <a:rPr lang="en-IN" sz="1600" b="1" dirty="0"/>
              <a:t>            q = q-&gt;link;</a:t>
            </a:r>
          </a:p>
          <a:p>
            <a:pPr marL="68580" indent="0">
              <a:buNone/>
            </a:pPr>
            <a:r>
              <a:rPr lang="en-IN" sz="1600" b="1" dirty="0"/>
              <a:t>} /* End of while */</a:t>
            </a:r>
          </a:p>
        </p:txBody>
      </p:sp>
      <p:sp>
        <p:nvSpPr>
          <p:cNvPr id="8" name="Content Placeholder 7"/>
          <p:cNvSpPr>
            <a:spLocks noGrp="1"/>
          </p:cNvSpPr>
          <p:nvPr>
            <p:ph sz="quarter" idx="14"/>
          </p:nvPr>
        </p:nvSpPr>
        <p:spPr>
          <a:xfrm>
            <a:off x="6240016" y="1052736"/>
            <a:ext cx="3419856" cy="3493008"/>
          </a:xfrm>
        </p:spPr>
        <p:txBody>
          <a:bodyPr>
            <a:normAutofit fontScale="77500" lnSpcReduction="20000"/>
          </a:bodyPr>
          <a:lstStyle/>
          <a:p>
            <a:r>
              <a:rPr lang="en-IN" sz="2300" dirty="0"/>
              <a:t>First we are traversing the list, when we find the element to be deleted, </a:t>
            </a:r>
          </a:p>
          <a:p>
            <a:r>
              <a:rPr lang="en-IN" sz="2300" dirty="0"/>
              <a:t>then q points to the previous node. </a:t>
            </a:r>
          </a:p>
          <a:p>
            <a:r>
              <a:rPr lang="en-IN" sz="2300" dirty="0"/>
              <a:t>We assign the link part of node to be deleted to the link part of  previous node and </a:t>
            </a:r>
          </a:p>
          <a:p>
            <a:r>
              <a:rPr lang="en-IN" sz="2300" dirty="0"/>
              <a:t>then we free the address of node to be deleted from memory.</a:t>
            </a:r>
            <a:br>
              <a:rPr lang="en-IN" sz="2300" dirty="0"/>
            </a:br>
            <a:endParaRPr lang="en-IN" dirty="0"/>
          </a:p>
          <a:p>
            <a:endParaRPr lang="en-IN" dirty="0"/>
          </a:p>
        </p:txBody>
      </p:sp>
      <p:sp>
        <p:nvSpPr>
          <p:cNvPr id="9" name="TextBox 8"/>
          <p:cNvSpPr txBox="1"/>
          <p:nvPr/>
        </p:nvSpPr>
        <p:spPr>
          <a:xfrm>
            <a:off x="6459416" y="3933056"/>
            <a:ext cx="29523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prstClr val="black"/>
                </a:solidFill>
                <a:latin typeface="Century Gothic"/>
              </a:rPr>
              <a:t>As we need to stop at the previous node for deletion</a:t>
            </a:r>
          </a:p>
        </p:txBody>
      </p:sp>
      <p:sp>
        <p:nvSpPr>
          <p:cNvPr id="10" name="Right Arrow 9"/>
          <p:cNvSpPr/>
          <p:nvPr/>
        </p:nvSpPr>
        <p:spPr>
          <a:xfrm rot="1584240">
            <a:off x="5252671" y="3937231"/>
            <a:ext cx="1166674" cy="20898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prstClr val="white"/>
              </a:solidFill>
              <a:latin typeface="Century Gothic"/>
            </a:endParaRPr>
          </a:p>
        </p:txBody>
      </p:sp>
      <p:pic>
        <p:nvPicPr>
          <p:cNvPr id="11" name="Picture 2" descr="https://media.geeksforgeeks.org/wp-content/uploads/CircularSinglLinkedList5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5881" y="4856386"/>
            <a:ext cx="4697027" cy="1584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744560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91026" y="476672"/>
            <a:ext cx="8712968" cy="457120"/>
          </a:xfrm>
        </p:spPr>
        <p:txBody>
          <a:bodyPr>
            <a:noAutofit/>
          </a:bodyPr>
          <a:lstStyle/>
          <a:p>
            <a:r>
              <a:rPr lang="en-IN" sz="2400" b="1" i="1" dirty="0"/>
              <a:t>Same as Deletion in between in Singly Linked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07568" y="951139"/>
            <a:ext cx="7920880" cy="4705748"/>
          </a:xfrm>
        </p:spPr>
        <p:txBody>
          <a:bodyPr>
            <a:normAutofit/>
          </a:bodyPr>
          <a:lstStyle/>
          <a:p>
            <a:r>
              <a:rPr lang="en-IN" sz="1800" dirty="0"/>
              <a:t>If the element is other than the first element of linked list then </a:t>
            </a:r>
          </a:p>
          <a:p>
            <a:pPr lvl="1"/>
            <a:r>
              <a:rPr lang="en-IN" sz="1800" b="1" u="sng" dirty="0"/>
              <a:t>we give the link part of the deleted node to the link part of the previous node. </a:t>
            </a:r>
          </a:p>
          <a:p>
            <a:pPr lvl="1"/>
            <a:r>
              <a:rPr lang="en-IN" sz="1800" dirty="0"/>
              <a:t>This can be as-</a:t>
            </a:r>
          </a:p>
          <a:p>
            <a:pPr marL="1847088" lvl="8" indent="0">
              <a:buNone/>
            </a:pPr>
            <a:r>
              <a:rPr lang="en-IN" sz="2000" b="1" dirty="0" err="1"/>
              <a:t>tmp</a:t>
            </a:r>
            <a:r>
              <a:rPr lang="en-IN" sz="2000" b="1" dirty="0"/>
              <a:t> =q-&gt;link;</a:t>
            </a:r>
          </a:p>
          <a:p>
            <a:pPr marL="1847088" lvl="8" indent="0">
              <a:buNone/>
            </a:pPr>
            <a:r>
              <a:rPr lang="en-IN" sz="2000" b="1" dirty="0"/>
              <a:t>q-&gt;link = </a:t>
            </a:r>
            <a:r>
              <a:rPr lang="en-IN" sz="2000" b="1" dirty="0" err="1"/>
              <a:t>tmp</a:t>
            </a:r>
            <a:r>
              <a:rPr lang="en-IN" sz="2000" b="1" dirty="0"/>
              <a:t>-&gt;link;</a:t>
            </a:r>
          </a:p>
          <a:p>
            <a:pPr marL="1847088" lvl="8" indent="0">
              <a:buNone/>
            </a:pPr>
            <a:r>
              <a:rPr lang="en-IN" sz="2000" b="1" dirty="0"/>
              <a:t>free(</a:t>
            </a:r>
            <a:r>
              <a:rPr lang="en-IN" sz="2000" b="1" dirty="0" err="1"/>
              <a:t>tmp</a:t>
            </a:r>
            <a:r>
              <a:rPr lang="en-IN" sz="2000" b="1" dirty="0"/>
              <a:t>);</a:t>
            </a:r>
          </a:p>
        </p:txBody>
      </p:sp>
      <p:pic>
        <p:nvPicPr>
          <p:cNvPr id="20482" name="Picture 2" descr="https://1.bp.blogspot.com/-scUCKMUqVgU/XAau85KvM6I/AAAAAAAAFZs/6lH2odet02ETOGj374eUmS1T5SQNFuBzQCLcBGAs/s400/New%2BDoc%2B2018-12-04%2B10.16.54_9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3592" y="3501008"/>
            <a:ext cx="7200800" cy="24482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A9807-C9DF-467C-BF97-0FB62D79BEB3}" type="datetime1">
              <a:rPr lang="en-IN">
                <a:latin typeface="Century Gothic"/>
              </a:rPr>
              <a:pPr/>
              <a:t>09-08-2023</a:t>
            </a:fld>
            <a:endParaRPr lang="en-IN">
              <a:latin typeface="Century Gothic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A414A-FC3B-4762-BF9B-190CEE0147BD}" type="slidenum">
              <a:rPr lang="en-IN">
                <a:latin typeface="Century Gothic"/>
              </a:rPr>
              <a:pPr/>
              <a:t>7</a:t>
            </a:fld>
            <a:endParaRPr lang="en-IN">
              <a:latin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29963755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91544" y="404664"/>
            <a:ext cx="7024744" cy="457120"/>
          </a:xfrm>
        </p:spPr>
        <p:txBody>
          <a:bodyPr>
            <a:normAutofit fontScale="90000"/>
          </a:bodyPr>
          <a:lstStyle/>
          <a:p>
            <a:r>
              <a:rPr lang="en-IN" sz="3200" b="1" i="1" dirty="0"/>
              <a:t>Deletion from a circular linked list :-</a:t>
            </a:r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91545" y="836713"/>
            <a:ext cx="6777317" cy="4059813"/>
          </a:xfrm>
        </p:spPr>
        <p:txBody>
          <a:bodyPr>
            <a:noAutofit/>
          </a:bodyPr>
          <a:lstStyle/>
          <a:p>
            <a:pPr marL="68580" indent="0">
              <a:buNone/>
            </a:pPr>
            <a:r>
              <a:rPr lang="en-IN" sz="1800" dirty="0"/>
              <a:t> Case 4:- </a:t>
            </a:r>
            <a:r>
              <a:rPr lang="en-IN" sz="1800" b="1" dirty="0"/>
              <a:t>Deletion of last node </a:t>
            </a:r>
          </a:p>
          <a:p>
            <a:r>
              <a:rPr lang="en-IN" sz="1800" dirty="0"/>
              <a:t>Assign the link part of last node to the link part of previous node. </a:t>
            </a:r>
          </a:p>
          <a:p>
            <a:r>
              <a:rPr lang="en-IN" sz="1800" dirty="0"/>
              <a:t>So link part of previous node will point to the first node of list. </a:t>
            </a:r>
          </a:p>
          <a:p>
            <a:r>
              <a:rPr lang="en-IN" sz="1800" dirty="0"/>
              <a:t>Then assign the value of previous node to the pointer variable last </a:t>
            </a:r>
            <a:r>
              <a:rPr lang="en-IN" sz="1800" b="1" dirty="0"/>
              <a:t>because after deletion of last node , pointer variable last should point to the previous node.</a:t>
            </a:r>
          </a:p>
          <a:p>
            <a:pPr marL="68580" indent="0">
              <a:buNone/>
            </a:pPr>
            <a:endParaRPr lang="en-IN" sz="1800" b="1" dirty="0"/>
          </a:p>
          <a:p>
            <a:pPr marL="1051560" lvl="4" indent="0">
              <a:buNone/>
            </a:pPr>
            <a:r>
              <a:rPr lang="en-IN" sz="2000" b="1" dirty="0" err="1"/>
              <a:t>tmp</a:t>
            </a:r>
            <a:r>
              <a:rPr lang="en-IN" sz="2000" b="1" dirty="0"/>
              <a:t> = q-&gt;link;</a:t>
            </a:r>
          </a:p>
          <a:p>
            <a:pPr marL="1051560" lvl="4" indent="0">
              <a:buNone/>
            </a:pPr>
            <a:r>
              <a:rPr lang="en-IN" sz="2000" b="1" dirty="0"/>
              <a:t>q-&gt;link = last-&gt;link;</a:t>
            </a:r>
          </a:p>
          <a:p>
            <a:pPr marL="1051560" lvl="4" indent="0">
              <a:buNone/>
            </a:pPr>
            <a:r>
              <a:rPr lang="en-IN" sz="2000" b="1" dirty="0"/>
              <a:t>free(</a:t>
            </a:r>
            <a:r>
              <a:rPr lang="en-IN" sz="2000" b="1" dirty="0" err="1"/>
              <a:t>tmp</a:t>
            </a:r>
            <a:r>
              <a:rPr lang="en-IN" sz="2000" b="1" dirty="0"/>
              <a:t>);</a:t>
            </a:r>
          </a:p>
          <a:p>
            <a:pPr marL="1051560" lvl="4" indent="0">
              <a:buNone/>
            </a:pPr>
            <a:r>
              <a:rPr lang="en-IN" sz="2000" b="1" dirty="0"/>
              <a:t>last =q;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F7ED8C-EE43-4342-9DBF-88C543250F0A}" type="datetime1">
              <a:rPr lang="en-IN">
                <a:latin typeface="Century Gothic"/>
              </a:rPr>
              <a:pPr/>
              <a:t>09-08-2023</a:t>
            </a:fld>
            <a:endParaRPr lang="en-IN">
              <a:latin typeface="Century Gothic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A414A-FC3B-4762-BF9B-190CEE0147BD}" type="slidenum">
              <a:rPr lang="en-IN">
                <a:latin typeface="Century Gothic"/>
              </a:rPr>
              <a:pPr/>
              <a:t>8</a:t>
            </a:fld>
            <a:endParaRPr lang="en-IN">
              <a:latin typeface="Century Gothic"/>
            </a:endParaRPr>
          </a:p>
        </p:txBody>
      </p:sp>
      <p:pic>
        <p:nvPicPr>
          <p:cNvPr id="7" name="Picture 2" descr="https://media.geeksforgeeks.org/wp-content/uploads/CircularSinglLinkedList5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07969" y="3645024"/>
            <a:ext cx="4396383" cy="1944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" name="Straight Arrow Connector 8"/>
          <p:cNvCxnSpPr/>
          <p:nvPr/>
        </p:nvCxnSpPr>
        <p:spPr>
          <a:xfrm>
            <a:off x="6888088" y="4005064"/>
            <a:ext cx="576064" cy="61206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140499" y="4005064"/>
            <a:ext cx="432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prstClr val="black"/>
                </a:solidFill>
                <a:latin typeface="Century Gothic"/>
              </a:rPr>
              <a:t>q</a:t>
            </a:r>
          </a:p>
        </p:txBody>
      </p:sp>
    </p:spTree>
    <p:extLst>
      <p:ext uri="{BB962C8B-B14F-4D97-AF65-F5344CB8AC3E}">
        <p14:creationId xmlns:p14="http://schemas.microsoft.com/office/powerpoint/2010/main" val="2585339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Doubly Linked List</a:t>
            </a:r>
          </a:p>
        </p:txBody>
      </p:sp>
      <p:sp>
        <p:nvSpPr>
          <p:cNvPr id="8" name="Subtitle 7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30507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79576" y="476672"/>
            <a:ext cx="7024744" cy="457120"/>
          </a:xfrm>
        </p:spPr>
        <p:txBody>
          <a:bodyPr>
            <a:normAutofit fontScale="90000"/>
          </a:bodyPr>
          <a:lstStyle/>
          <a:p>
            <a:r>
              <a:rPr lang="en-IN" dirty="0"/>
              <a:t>Doubly Linked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23593" y="1196752"/>
            <a:ext cx="6777317" cy="4536504"/>
          </a:xfrm>
        </p:spPr>
        <p:txBody>
          <a:bodyPr>
            <a:normAutofit/>
          </a:bodyPr>
          <a:lstStyle/>
          <a:p>
            <a:pPr marL="68580" indent="0">
              <a:buNone/>
            </a:pPr>
            <a:r>
              <a:rPr lang="en-IN" sz="2000" b="1" i="1" dirty="0"/>
              <a:t>Drawback of single linked list-</a:t>
            </a:r>
          </a:p>
          <a:p>
            <a:endParaRPr lang="en-IN" i="1" dirty="0"/>
          </a:p>
          <a:p>
            <a:r>
              <a:rPr lang="en-IN" sz="2000" dirty="0"/>
              <a:t>In single linked list,</a:t>
            </a:r>
          </a:p>
          <a:p>
            <a:pPr lvl="1"/>
            <a:r>
              <a:rPr lang="en-IN" sz="2000" b="1" u="sng" dirty="0"/>
              <a:t>we can traverse only in one direction because each node has address of next node only. </a:t>
            </a:r>
          </a:p>
          <a:p>
            <a:endParaRPr lang="en-IN" sz="2000" dirty="0"/>
          </a:p>
          <a:p>
            <a:r>
              <a:rPr lang="en-IN" sz="2000" dirty="0"/>
              <a:t>Suppose we are in the middle of singly linked list and </a:t>
            </a:r>
          </a:p>
          <a:p>
            <a:pPr lvl="1"/>
            <a:r>
              <a:rPr lang="en-IN" sz="2000" b="1" u="sng" dirty="0"/>
              <a:t>To do operation with just previous node then we have no way to go on previous node, </a:t>
            </a:r>
          </a:p>
          <a:p>
            <a:pPr lvl="1"/>
            <a:r>
              <a:rPr lang="en-IN" sz="2000" dirty="0"/>
              <a:t>We will again traverse from starting node. </a:t>
            </a:r>
          </a:p>
          <a:p>
            <a:pPr marL="365760" lvl="1" indent="0">
              <a:buNone/>
            </a:pPr>
            <a:endParaRPr lang="en-IN" sz="2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7FDD88-BEBF-4878-A536-3EF3297D237A}" type="datetime1">
              <a:rPr lang="en-IN">
                <a:latin typeface="Century Gothic"/>
              </a:rPr>
              <a:pPr/>
              <a:t>09-08-2023</a:t>
            </a:fld>
            <a:endParaRPr lang="en-IN">
              <a:latin typeface="Century Gothic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A414A-FC3B-4762-BF9B-190CEE0147BD}" type="slidenum">
              <a:rPr lang="en-IN">
                <a:latin typeface="Century Gothic"/>
              </a:rPr>
              <a:pPr/>
              <a:t>10</a:t>
            </a:fld>
            <a:endParaRPr lang="en-IN">
              <a:latin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64645120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79576" y="476672"/>
            <a:ext cx="7024744" cy="457120"/>
          </a:xfrm>
        </p:spPr>
        <p:txBody>
          <a:bodyPr>
            <a:normAutofit fontScale="90000"/>
          </a:bodyPr>
          <a:lstStyle/>
          <a:p>
            <a:r>
              <a:rPr lang="en-IN" dirty="0"/>
              <a:t>Doubly Linked 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23593" y="1196752"/>
            <a:ext cx="6777317" cy="4536504"/>
          </a:xfrm>
        </p:spPr>
        <p:txBody>
          <a:bodyPr>
            <a:normAutofit/>
          </a:bodyPr>
          <a:lstStyle/>
          <a:p>
            <a:pPr marL="68580" indent="0">
              <a:buNone/>
            </a:pPr>
            <a:r>
              <a:rPr lang="en-IN" b="1" i="1" dirty="0"/>
              <a:t>Drawback of single linked list-</a:t>
            </a:r>
          </a:p>
          <a:p>
            <a:endParaRPr lang="en-IN" i="1" dirty="0"/>
          </a:p>
          <a:p>
            <a:pPr marL="68580" indent="0">
              <a:buNone/>
            </a:pPr>
            <a:r>
              <a:rPr lang="en-IN" b="1" i="1" dirty="0"/>
              <a:t>Solution-</a:t>
            </a:r>
          </a:p>
          <a:p>
            <a:r>
              <a:rPr lang="en-IN" sz="2000" dirty="0"/>
              <a:t>Doubly linked list, in this each node has address of both previous and next node.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668F35-789F-4C03-95D1-6ECA74E78608}" type="datetime1">
              <a:rPr lang="en-IN">
                <a:latin typeface="Century Gothic"/>
              </a:rPr>
              <a:pPr/>
              <a:t>09-08-2023</a:t>
            </a:fld>
            <a:endParaRPr lang="en-IN">
              <a:latin typeface="Century Gothic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A414A-FC3B-4762-BF9B-190CEE0147BD}" type="slidenum">
              <a:rPr lang="en-IN">
                <a:latin typeface="Century Gothic"/>
              </a:rPr>
              <a:pPr/>
              <a:t>11</a:t>
            </a:fld>
            <a:endParaRPr lang="en-IN">
              <a:latin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145594175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DE55D4-7584-4F10-AB6A-982193CAB1F7}" type="datetime1">
              <a:rPr lang="en-IN">
                <a:latin typeface="Century Gothic"/>
              </a:rPr>
              <a:pPr/>
              <a:t>09-08-2023</a:t>
            </a:fld>
            <a:endParaRPr lang="en-IN">
              <a:latin typeface="Century Gothic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A414A-FC3B-4762-BF9B-190CEE0147BD}" type="slidenum">
              <a:rPr lang="en-IN">
                <a:latin typeface="Century Gothic"/>
              </a:rPr>
              <a:pPr/>
              <a:t>12</a:t>
            </a:fld>
            <a:endParaRPr lang="en-IN">
              <a:latin typeface="Century Gothic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2279576" y="476672"/>
            <a:ext cx="7024744" cy="45712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7500" lnSpcReduction="20000"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b="1" dirty="0">
                <a:solidFill>
                  <a:srgbClr val="94C600"/>
                </a:solidFill>
                <a:latin typeface="Century Gothic"/>
              </a:rPr>
              <a:t>Doubly Linked List</a:t>
            </a:r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03475" y="1700808"/>
            <a:ext cx="6777038" cy="138977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785302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03290" y="964376"/>
            <a:ext cx="6777317" cy="4491861"/>
          </a:xfrm>
        </p:spPr>
        <p:txBody>
          <a:bodyPr>
            <a:normAutofit/>
          </a:bodyPr>
          <a:lstStyle/>
          <a:p>
            <a:pPr marL="68580" indent="0">
              <a:buNone/>
            </a:pPr>
            <a:r>
              <a:rPr lang="en-IN" sz="1800" b="1" i="1" dirty="0"/>
              <a:t>The data structure for doubly linked list will be as-</a:t>
            </a:r>
          </a:p>
          <a:p>
            <a:pPr marL="68580" indent="0">
              <a:buNone/>
            </a:pPr>
            <a:endParaRPr lang="en-IN" sz="1800" b="1" i="1" dirty="0"/>
          </a:p>
          <a:p>
            <a:pPr marL="68580" indent="0">
              <a:buNone/>
            </a:pPr>
            <a:r>
              <a:rPr lang="en-US" sz="1800" b="1" dirty="0" err="1"/>
              <a:t>struct</a:t>
            </a:r>
            <a:r>
              <a:rPr lang="en-US" sz="1800" b="1" dirty="0"/>
              <a:t> node</a:t>
            </a:r>
            <a:endParaRPr lang="en-IN" sz="1800" b="1" dirty="0"/>
          </a:p>
          <a:p>
            <a:pPr marL="68580" indent="0">
              <a:buNone/>
            </a:pPr>
            <a:r>
              <a:rPr lang="en-US" sz="1800" b="1" dirty="0"/>
              <a:t>{</a:t>
            </a:r>
            <a:endParaRPr lang="en-IN" sz="1800" b="1" dirty="0"/>
          </a:p>
          <a:p>
            <a:pPr marL="68580" indent="0">
              <a:buNone/>
            </a:pPr>
            <a:r>
              <a:rPr lang="en-US" sz="1800" b="1" dirty="0"/>
              <a:t>	</a:t>
            </a:r>
            <a:r>
              <a:rPr lang="en-US" sz="1800" b="1" dirty="0" err="1"/>
              <a:t>struct</a:t>
            </a:r>
            <a:r>
              <a:rPr lang="en-US" sz="1800" b="1" dirty="0"/>
              <a:t> node *</a:t>
            </a:r>
            <a:r>
              <a:rPr lang="en-US" sz="1800" b="1" dirty="0" err="1"/>
              <a:t>prev</a:t>
            </a:r>
            <a:r>
              <a:rPr lang="en-US" sz="1800" b="1" dirty="0"/>
              <a:t>;</a:t>
            </a:r>
            <a:endParaRPr lang="en-IN" sz="1800" b="1" dirty="0"/>
          </a:p>
          <a:p>
            <a:pPr marL="68580" indent="0">
              <a:buNone/>
            </a:pPr>
            <a:r>
              <a:rPr lang="en-US" sz="1800" b="1" dirty="0"/>
              <a:t>	</a:t>
            </a:r>
            <a:r>
              <a:rPr lang="en-US" sz="1800" b="1" dirty="0" err="1"/>
              <a:t>int</a:t>
            </a:r>
            <a:r>
              <a:rPr lang="en-US" sz="1800" b="1" dirty="0"/>
              <a:t> info;</a:t>
            </a:r>
            <a:endParaRPr lang="en-IN" sz="1800" b="1" dirty="0"/>
          </a:p>
          <a:p>
            <a:pPr marL="68580" indent="0">
              <a:buNone/>
            </a:pPr>
            <a:r>
              <a:rPr lang="en-US" sz="1800" b="1" dirty="0"/>
              <a:t>	</a:t>
            </a:r>
            <a:r>
              <a:rPr lang="en-US" sz="1800" b="1" dirty="0" err="1"/>
              <a:t>struct</a:t>
            </a:r>
            <a:r>
              <a:rPr lang="en-US" sz="1800" b="1" dirty="0"/>
              <a:t> node *next;</a:t>
            </a:r>
            <a:endParaRPr lang="en-IN" sz="1800" b="1" dirty="0"/>
          </a:p>
          <a:p>
            <a:pPr marL="68580" indent="0">
              <a:buNone/>
            </a:pPr>
            <a:r>
              <a:rPr lang="en-US" sz="1800" b="1" dirty="0"/>
              <a:t>}*start;</a:t>
            </a:r>
          </a:p>
          <a:p>
            <a:pPr marL="68580" indent="0">
              <a:buNone/>
            </a:pPr>
            <a:endParaRPr lang="en-IN" sz="1800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1A636C-8798-44E8-B6D2-42F806B57EA0}" type="datetime1">
              <a:rPr lang="en-IN">
                <a:latin typeface="Century Gothic"/>
              </a:rPr>
              <a:pPr/>
              <a:t>09-08-2023</a:t>
            </a:fld>
            <a:endParaRPr lang="en-IN">
              <a:latin typeface="Century Gothic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A414A-FC3B-4762-BF9B-190CEE0147BD}" type="slidenum">
              <a:rPr lang="en-IN">
                <a:latin typeface="Century Gothic"/>
              </a:rPr>
              <a:pPr/>
              <a:t>13</a:t>
            </a:fld>
            <a:endParaRPr lang="en-IN">
              <a:latin typeface="Century Gothic"/>
            </a:endParaRPr>
          </a:p>
        </p:txBody>
      </p:sp>
      <p:pic>
        <p:nvPicPr>
          <p:cNvPr id="5122" name="Picture 2" descr="https://2.bp.blogspot.com/--lWiPh8SR7E/XAi6WX63qdI/AAAAAAAAFbQ/dJbXS72rUOEZs6KcP8Cqa5SVDP8OccOsgCLcBGAs/s400/New%2BDoc%2B2018-12-04%2B10.16.54_18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1665" y="3933056"/>
            <a:ext cx="6016415" cy="2232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Title 1"/>
          <p:cNvSpPr txBox="1">
            <a:spLocks/>
          </p:cNvSpPr>
          <p:nvPr/>
        </p:nvSpPr>
        <p:spPr>
          <a:xfrm>
            <a:off x="2279576" y="476672"/>
            <a:ext cx="7024744" cy="45712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7500" lnSpcReduction="20000"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b="1" dirty="0">
                <a:solidFill>
                  <a:srgbClr val="94C600"/>
                </a:solidFill>
                <a:latin typeface="Century Gothic"/>
              </a:rPr>
              <a:t>Doubly Linked List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/>
              <p14:cNvContentPartPr/>
              <p14:nvPr/>
            </p14:nvContentPartPr>
            <p14:xfrm>
              <a:off x="2404200" y="2361240"/>
              <a:ext cx="2972160" cy="2507040"/>
            </p14:xfrm>
          </p:contentPart>
        </mc:Choice>
        <mc:Fallback>
          <p:pic>
            <p:nvPicPr>
              <p:cNvPr id="2" name="Ink 1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394840" y="2351880"/>
                <a:ext cx="2990880" cy="2525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854616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67493" y="1340769"/>
            <a:ext cx="6777317" cy="4491861"/>
          </a:xfrm>
        </p:spPr>
        <p:txBody>
          <a:bodyPr>
            <a:normAutofit/>
          </a:bodyPr>
          <a:lstStyle/>
          <a:p>
            <a:pPr marL="68580" indent="0">
              <a:buNone/>
            </a:pPr>
            <a:r>
              <a:rPr lang="en-US" sz="1800" b="1" dirty="0" err="1"/>
              <a:t>struct</a:t>
            </a:r>
            <a:r>
              <a:rPr lang="en-US" sz="1800" b="1" dirty="0"/>
              <a:t> node</a:t>
            </a:r>
            <a:endParaRPr lang="en-IN" sz="1800" b="1" dirty="0"/>
          </a:p>
          <a:p>
            <a:pPr marL="68580" indent="0">
              <a:buNone/>
            </a:pPr>
            <a:r>
              <a:rPr lang="en-US" sz="1800" b="1" dirty="0"/>
              <a:t>{</a:t>
            </a:r>
            <a:endParaRPr lang="en-IN" sz="1800" b="1" dirty="0"/>
          </a:p>
          <a:p>
            <a:pPr marL="68580" indent="0">
              <a:buNone/>
            </a:pPr>
            <a:r>
              <a:rPr lang="en-US" sz="1800" b="1" dirty="0"/>
              <a:t>	</a:t>
            </a:r>
            <a:r>
              <a:rPr lang="en-US" sz="1800" b="1" dirty="0" err="1"/>
              <a:t>struct</a:t>
            </a:r>
            <a:r>
              <a:rPr lang="en-US" sz="1800" b="1" dirty="0"/>
              <a:t> node *</a:t>
            </a:r>
            <a:r>
              <a:rPr lang="en-US" sz="1800" b="1" dirty="0" err="1"/>
              <a:t>prev</a:t>
            </a:r>
            <a:r>
              <a:rPr lang="en-US" sz="1800" b="1" dirty="0"/>
              <a:t>;</a:t>
            </a:r>
            <a:endParaRPr lang="en-IN" sz="1800" b="1" dirty="0"/>
          </a:p>
          <a:p>
            <a:pPr marL="68580" indent="0">
              <a:buNone/>
            </a:pPr>
            <a:r>
              <a:rPr lang="en-US" sz="1800" b="1" dirty="0"/>
              <a:t>	</a:t>
            </a:r>
            <a:r>
              <a:rPr lang="en-US" sz="1800" b="1" dirty="0" err="1"/>
              <a:t>int</a:t>
            </a:r>
            <a:r>
              <a:rPr lang="en-US" sz="1800" b="1" dirty="0"/>
              <a:t> info;</a:t>
            </a:r>
            <a:endParaRPr lang="en-IN" sz="1800" b="1" dirty="0"/>
          </a:p>
          <a:p>
            <a:pPr marL="68580" indent="0">
              <a:buNone/>
            </a:pPr>
            <a:r>
              <a:rPr lang="en-US" sz="1800" b="1" dirty="0"/>
              <a:t>	</a:t>
            </a:r>
            <a:r>
              <a:rPr lang="en-US" sz="1800" b="1" dirty="0" err="1"/>
              <a:t>struct</a:t>
            </a:r>
            <a:r>
              <a:rPr lang="en-US" sz="1800" b="1" dirty="0"/>
              <a:t> node *next;</a:t>
            </a:r>
            <a:endParaRPr lang="en-IN" sz="1800" b="1" dirty="0"/>
          </a:p>
          <a:p>
            <a:pPr marL="68580" indent="0">
              <a:buNone/>
            </a:pPr>
            <a:r>
              <a:rPr lang="en-US" sz="1800" b="1" dirty="0"/>
              <a:t>}*start;</a:t>
            </a:r>
          </a:p>
          <a:p>
            <a:pPr marL="68580" indent="0">
              <a:buNone/>
            </a:pPr>
            <a:endParaRPr lang="en-US" sz="1800" b="1" dirty="0"/>
          </a:p>
          <a:p>
            <a:endParaRPr lang="en-IN" sz="1800" b="1" i="1" dirty="0"/>
          </a:p>
          <a:p>
            <a:r>
              <a:rPr lang="en-IN" sz="1800" b="1" i="1" dirty="0" err="1"/>
              <a:t>struct</a:t>
            </a:r>
            <a:r>
              <a:rPr lang="en-IN" sz="1800" b="1" i="1" dirty="0"/>
              <a:t> node *previous is a pointer to structure, which will contain the address of previous node</a:t>
            </a:r>
          </a:p>
          <a:p>
            <a:r>
              <a:rPr lang="en-IN" sz="1800" b="1" i="1" dirty="0" err="1"/>
              <a:t>struct</a:t>
            </a:r>
            <a:r>
              <a:rPr lang="en-IN" sz="1800" b="1" i="1" dirty="0"/>
              <a:t> node * next will contain the address of next node in the list. </a:t>
            </a:r>
          </a:p>
          <a:p>
            <a:r>
              <a:rPr lang="en-IN" sz="1800" b="1" i="1" dirty="0"/>
              <a:t>Traversal in both directions at any time.</a:t>
            </a:r>
            <a:endParaRPr lang="en-IN" sz="1800" b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296542-DF0A-4227-9D70-E6119AE9E63F}" type="datetime1">
              <a:rPr lang="en-IN">
                <a:latin typeface="Century Gothic"/>
              </a:rPr>
              <a:pPr/>
              <a:t>09-08-2023</a:t>
            </a:fld>
            <a:endParaRPr lang="en-IN">
              <a:latin typeface="Century Gothic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A414A-FC3B-4762-BF9B-190CEE0147BD}" type="slidenum">
              <a:rPr lang="en-IN">
                <a:latin typeface="Century Gothic"/>
              </a:rPr>
              <a:pPr/>
              <a:t>14</a:t>
            </a:fld>
            <a:endParaRPr lang="en-IN">
              <a:latin typeface="Century Gothic"/>
            </a:endParaRPr>
          </a:p>
        </p:txBody>
      </p:sp>
      <p:sp>
        <p:nvSpPr>
          <p:cNvPr id="7" name="Title 1"/>
          <p:cNvSpPr txBox="1">
            <a:spLocks/>
          </p:cNvSpPr>
          <p:nvPr/>
        </p:nvSpPr>
        <p:spPr>
          <a:xfrm>
            <a:off x="2279576" y="476672"/>
            <a:ext cx="7024744" cy="45712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7500" lnSpcReduction="20000"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dirty="0">
                <a:solidFill>
                  <a:srgbClr val="94C600"/>
                </a:solidFill>
                <a:latin typeface="Century Gothic"/>
              </a:rPr>
              <a:t>Doubly Linked List</a:t>
            </a:r>
          </a:p>
        </p:txBody>
      </p:sp>
    </p:spTree>
    <p:extLst>
      <p:ext uri="{BB962C8B-B14F-4D97-AF65-F5344CB8AC3E}">
        <p14:creationId xmlns:p14="http://schemas.microsoft.com/office/powerpoint/2010/main" val="222924894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B5442-5B4E-4A54-8DC8-2F2FD3787D6B}" type="datetime1">
              <a:rPr lang="en-IN">
                <a:latin typeface="Century Gothic"/>
              </a:rPr>
              <a:pPr/>
              <a:t>09-08-2023</a:t>
            </a:fld>
            <a:endParaRPr lang="en-IN">
              <a:latin typeface="Century Gothic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A414A-FC3B-4762-BF9B-190CEE0147BD}" type="slidenum">
              <a:rPr lang="en-IN">
                <a:latin typeface="Century Gothic"/>
              </a:rPr>
              <a:pPr/>
              <a:t>15</a:t>
            </a:fld>
            <a:endParaRPr lang="en-IN">
              <a:latin typeface="Century Gothic"/>
            </a:endParaRPr>
          </a:p>
        </p:txBody>
      </p:sp>
      <p:sp>
        <p:nvSpPr>
          <p:cNvPr id="7" name="AutoShape 2" descr="https://1.bp.blogspot.com/-QedEwYvpppw/XAi92TVd5WI/AAAAAAAAFbc/rR26Axh1U9oXrVj9r6T_ggLEnukZVnv4wCLcBGAs/s400/New%2BDoc%2B2018-12-04%2B10.16.54_19.jpg"/>
          <p:cNvSpPr>
            <a:spLocks noChangeAspect="1" noChangeArrowheads="1"/>
          </p:cNvSpPr>
          <p:nvPr/>
        </p:nvSpPr>
        <p:spPr bwMode="auto">
          <a:xfrm>
            <a:off x="1679575" y="-647700"/>
            <a:ext cx="3810000" cy="1352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>
              <a:solidFill>
                <a:prstClr val="black"/>
              </a:solidFill>
              <a:latin typeface="Century Gothic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2279576" y="476672"/>
            <a:ext cx="7024744" cy="45712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7500" lnSpcReduction="20000"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b="1" dirty="0">
                <a:solidFill>
                  <a:srgbClr val="94C600"/>
                </a:solidFill>
                <a:latin typeface="Century Gothic"/>
              </a:rPr>
              <a:t>Doubly Linked List-Insertion at beginning</a:t>
            </a:r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567" b="28593"/>
          <a:stretch/>
        </p:blipFill>
        <p:spPr bwMode="auto">
          <a:xfrm>
            <a:off x="2403430" y="2204864"/>
            <a:ext cx="6777037" cy="23912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Rectangle 10"/>
          <p:cNvSpPr/>
          <p:nvPr/>
        </p:nvSpPr>
        <p:spPr>
          <a:xfrm>
            <a:off x="2524830" y="1412776"/>
            <a:ext cx="326711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dirty="0">
                <a:solidFill>
                  <a:prstClr val="black"/>
                </a:solidFill>
                <a:latin typeface="Century Gothic"/>
              </a:rPr>
              <a:t>A 5 steps process</a:t>
            </a:r>
            <a:endParaRPr lang="en-IN" dirty="0">
              <a:solidFill>
                <a:prstClr val="black"/>
              </a:solidFill>
              <a:latin typeface="Century Gothic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/>
              <p14:cNvContentPartPr/>
              <p14:nvPr/>
            </p14:nvContentPartPr>
            <p14:xfrm>
              <a:off x="3835920" y="4651200"/>
              <a:ext cx="200160" cy="239040"/>
            </p14:xfrm>
          </p:contentPart>
        </mc:Choice>
        <mc:Fallback>
          <p:pic>
            <p:nvPicPr>
              <p:cNvPr id="2" name="Ink 1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826560" y="4641840"/>
                <a:ext cx="218880" cy="257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4133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79576" y="1124745"/>
            <a:ext cx="7776864" cy="4707885"/>
          </a:xfrm>
        </p:spPr>
        <p:txBody>
          <a:bodyPr>
            <a:normAutofit/>
          </a:bodyPr>
          <a:lstStyle/>
          <a:p>
            <a:r>
              <a:rPr lang="en-IN" sz="1800" dirty="0"/>
              <a:t>Start points to the first node of doubly linked list. </a:t>
            </a:r>
          </a:p>
          <a:p>
            <a:r>
              <a:rPr lang="en-IN" sz="1800" dirty="0"/>
              <a:t>Assign the value of start to the next part of inserted node and address of inserted node to the </a:t>
            </a:r>
            <a:r>
              <a:rPr lang="en-IN" sz="1800" dirty="0" err="1"/>
              <a:t>prev</a:t>
            </a:r>
            <a:r>
              <a:rPr lang="en-IN" sz="1800" dirty="0"/>
              <a:t> part of start as-</a:t>
            </a:r>
            <a:endParaRPr lang="en-IN" sz="1900" dirty="0"/>
          </a:p>
          <a:p>
            <a:pPr marL="2189988" lvl="8" indent="-342900">
              <a:buFont typeface="+mj-lt"/>
              <a:buAutoNum type="arabicParenR"/>
            </a:pPr>
            <a:r>
              <a:rPr lang="en-IN" sz="1800" b="1" dirty="0" err="1"/>
              <a:t>tmp</a:t>
            </a:r>
            <a:r>
              <a:rPr lang="en-IN" sz="1800" b="1" dirty="0"/>
              <a:t>-&gt;next=start;</a:t>
            </a:r>
          </a:p>
          <a:p>
            <a:pPr marL="2189988" lvl="8" indent="-342900">
              <a:buFont typeface="+mj-lt"/>
              <a:buAutoNum type="arabicParenR"/>
            </a:pPr>
            <a:r>
              <a:rPr lang="en-IN" sz="1800" b="1" dirty="0" err="1"/>
              <a:t>tmp</a:t>
            </a:r>
            <a:r>
              <a:rPr lang="en-IN" sz="1800" b="1" dirty="0"/>
              <a:t>-&gt;info=data</a:t>
            </a:r>
          </a:p>
          <a:p>
            <a:pPr marL="2189988" lvl="8" indent="-342900">
              <a:buFont typeface="+mj-lt"/>
              <a:buAutoNum type="arabicParenR"/>
            </a:pPr>
            <a:r>
              <a:rPr lang="en-IN" sz="1800" b="1" dirty="0"/>
              <a:t>start-&gt;</a:t>
            </a:r>
            <a:r>
              <a:rPr lang="en-IN" sz="1800" b="1" dirty="0" err="1"/>
              <a:t>prev</a:t>
            </a:r>
            <a:r>
              <a:rPr lang="en-IN" sz="1800" b="1" dirty="0"/>
              <a:t> = </a:t>
            </a:r>
            <a:r>
              <a:rPr lang="en-IN" sz="1800" b="1" dirty="0" err="1"/>
              <a:t>tmp</a:t>
            </a:r>
            <a:r>
              <a:rPr lang="en-IN" sz="1800" b="1" dirty="0"/>
              <a:t>;</a:t>
            </a:r>
          </a:p>
          <a:p>
            <a:pPr marL="525780" indent="-457200">
              <a:buFont typeface="+mj-lt"/>
              <a:buAutoNum type="arabicParenR"/>
            </a:pPr>
            <a:r>
              <a:rPr lang="en-IN" sz="1800" dirty="0"/>
              <a:t>Now inserted node points to the next node, which was beginning node of the doubly linked list and </a:t>
            </a:r>
          </a:p>
          <a:p>
            <a:pPr marL="525780" indent="-457200">
              <a:buFont typeface="+mj-lt"/>
              <a:buAutoNum type="arabicParenR" startAt="3"/>
            </a:pPr>
            <a:r>
              <a:rPr lang="en-IN" sz="1800" dirty="0" err="1"/>
              <a:t>prev</a:t>
            </a:r>
            <a:r>
              <a:rPr lang="en-IN" sz="1800" dirty="0"/>
              <a:t> part of second node will point to the new inserted node. Now inserted node is the first node of the doubly linked list.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2092F-F9AE-4A19-AD70-F894A6415326}" type="datetime1">
              <a:rPr lang="en-IN">
                <a:latin typeface="Century Gothic"/>
              </a:rPr>
              <a:pPr/>
              <a:t>09-08-2023</a:t>
            </a:fld>
            <a:endParaRPr lang="en-IN">
              <a:latin typeface="Century Gothic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A414A-FC3B-4762-BF9B-190CEE0147BD}" type="slidenum">
              <a:rPr lang="en-IN">
                <a:latin typeface="Century Gothic"/>
              </a:rPr>
              <a:pPr/>
              <a:t>16</a:t>
            </a:fld>
            <a:endParaRPr lang="en-IN">
              <a:latin typeface="Century Gothic"/>
            </a:endParaRPr>
          </a:p>
        </p:txBody>
      </p:sp>
      <p:sp>
        <p:nvSpPr>
          <p:cNvPr id="7" name="AutoShape 2" descr="https://1.bp.blogspot.com/-QedEwYvpppw/XAi92TVd5WI/AAAAAAAAFbc/rR26Axh1U9oXrVj9r6T_ggLEnukZVnv4wCLcBGAs/s400/New%2BDoc%2B2018-12-04%2B10.16.54_19.jpg"/>
          <p:cNvSpPr>
            <a:spLocks noChangeAspect="1" noChangeArrowheads="1"/>
          </p:cNvSpPr>
          <p:nvPr/>
        </p:nvSpPr>
        <p:spPr bwMode="auto">
          <a:xfrm>
            <a:off x="1679575" y="-647700"/>
            <a:ext cx="3810000" cy="1352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>
              <a:solidFill>
                <a:prstClr val="black"/>
              </a:solidFill>
              <a:latin typeface="Century Gothic"/>
            </a:endParaRPr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32980" y="4437112"/>
            <a:ext cx="8167476" cy="18372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itle 1"/>
          <p:cNvSpPr txBox="1">
            <a:spLocks/>
          </p:cNvSpPr>
          <p:nvPr/>
        </p:nvSpPr>
        <p:spPr>
          <a:xfrm>
            <a:off x="2279576" y="476672"/>
            <a:ext cx="7024744" cy="45712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7500" lnSpcReduction="20000"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b="1" dirty="0">
                <a:solidFill>
                  <a:srgbClr val="94C600"/>
                </a:solidFill>
                <a:latin typeface="Century Gothic"/>
              </a:rPr>
              <a:t>Doubly Linked List-Insertion at beginning</a:t>
            </a:r>
          </a:p>
        </p:txBody>
      </p:sp>
      <p:sp>
        <p:nvSpPr>
          <p:cNvPr id="2" name="Curved Left Arrow 1"/>
          <p:cNvSpPr/>
          <p:nvPr/>
        </p:nvSpPr>
        <p:spPr>
          <a:xfrm>
            <a:off x="6816080" y="2132856"/>
            <a:ext cx="576064" cy="1152128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prstClr val="black"/>
              </a:solidFill>
              <a:latin typeface="Century Gothic"/>
            </a:endParaRPr>
          </a:p>
        </p:txBody>
      </p:sp>
      <p:sp>
        <p:nvSpPr>
          <p:cNvPr id="8" name="Curved Right Arrow 7"/>
          <p:cNvSpPr/>
          <p:nvPr/>
        </p:nvSpPr>
        <p:spPr>
          <a:xfrm rot="1179244">
            <a:off x="1510363" y="2698264"/>
            <a:ext cx="1045237" cy="1173440"/>
          </a:xfrm>
          <a:prstGeom prst="curv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prstClr val="black"/>
              </a:solidFill>
              <a:latin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15654966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50498" y="1052737"/>
            <a:ext cx="6777317" cy="4707885"/>
          </a:xfrm>
        </p:spPr>
        <p:txBody>
          <a:bodyPr>
            <a:normAutofit/>
          </a:bodyPr>
          <a:lstStyle/>
          <a:p>
            <a:r>
              <a:rPr lang="en-IN" sz="1900" dirty="0"/>
              <a:t>So start will be reassigned as-</a:t>
            </a:r>
          </a:p>
          <a:p>
            <a:pPr marL="68580" indent="0">
              <a:buNone/>
            </a:pPr>
            <a:r>
              <a:rPr lang="en-IN" sz="1900" b="1" dirty="0"/>
              <a:t>		  start= </a:t>
            </a:r>
            <a:r>
              <a:rPr lang="en-IN" sz="1900" b="1" dirty="0" err="1"/>
              <a:t>tmp</a:t>
            </a:r>
            <a:r>
              <a:rPr lang="en-IN" sz="1900" b="1" dirty="0"/>
              <a:t>;</a:t>
            </a:r>
          </a:p>
          <a:p>
            <a:r>
              <a:rPr lang="en-IN" sz="1900" dirty="0"/>
              <a:t>Now start will point to the inserted node which is first node of the doubly linked list. </a:t>
            </a:r>
          </a:p>
          <a:p>
            <a:r>
              <a:rPr lang="en-IN" sz="1900" dirty="0"/>
              <a:t>Assign NULL to </a:t>
            </a:r>
            <a:r>
              <a:rPr lang="en-IN" sz="1900" dirty="0" err="1"/>
              <a:t>prev</a:t>
            </a:r>
            <a:r>
              <a:rPr lang="en-IN" sz="1900" dirty="0"/>
              <a:t> part of inserted node since now it will become the first node and </a:t>
            </a:r>
            <a:r>
              <a:rPr lang="en-IN" sz="1900" dirty="0" err="1"/>
              <a:t>prev</a:t>
            </a:r>
            <a:r>
              <a:rPr lang="en-IN" sz="1900" dirty="0"/>
              <a:t> part of first node is NULL-</a:t>
            </a:r>
          </a:p>
          <a:p>
            <a:pPr marL="68580" indent="0">
              <a:buNone/>
            </a:pPr>
            <a:r>
              <a:rPr lang="en-IN" sz="1900" dirty="0"/>
              <a:t>		</a:t>
            </a:r>
            <a:r>
              <a:rPr lang="en-IN" sz="1900" b="1" dirty="0" err="1"/>
              <a:t>tmp</a:t>
            </a:r>
            <a:r>
              <a:rPr lang="en-IN" sz="1900" b="1" dirty="0"/>
              <a:t>-&gt;</a:t>
            </a:r>
            <a:r>
              <a:rPr lang="en-IN" sz="1900" b="1" dirty="0" err="1"/>
              <a:t>prev</a:t>
            </a:r>
            <a:r>
              <a:rPr lang="en-IN" sz="1900" b="1" dirty="0"/>
              <a:t>=NULL;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0B088C-DC26-4313-AAF5-02EC8283A493}" type="datetime1">
              <a:rPr lang="en-IN">
                <a:latin typeface="Century Gothic"/>
              </a:rPr>
              <a:pPr/>
              <a:t>09-08-2023</a:t>
            </a:fld>
            <a:endParaRPr lang="en-IN">
              <a:latin typeface="Century Gothic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A414A-FC3B-4762-BF9B-190CEE0147BD}" type="slidenum">
              <a:rPr lang="en-IN">
                <a:latin typeface="Century Gothic"/>
              </a:rPr>
              <a:pPr/>
              <a:t>17</a:t>
            </a:fld>
            <a:endParaRPr lang="en-IN">
              <a:latin typeface="Century Gothic"/>
            </a:endParaRPr>
          </a:p>
        </p:txBody>
      </p:sp>
      <p:sp>
        <p:nvSpPr>
          <p:cNvPr id="7" name="AutoShape 2" descr="https://1.bp.blogspot.com/-QedEwYvpppw/XAi92TVd5WI/AAAAAAAAFbc/rR26Axh1U9oXrVj9r6T_ggLEnukZVnv4wCLcBGAs/s400/New%2BDoc%2B2018-12-04%2B10.16.54_19.jpg"/>
          <p:cNvSpPr>
            <a:spLocks noChangeAspect="1" noChangeArrowheads="1"/>
          </p:cNvSpPr>
          <p:nvPr/>
        </p:nvSpPr>
        <p:spPr bwMode="auto">
          <a:xfrm>
            <a:off x="1679575" y="-647700"/>
            <a:ext cx="3810000" cy="1352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>
              <a:solidFill>
                <a:prstClr val="black"/>
              </a:solidFill>
              <a:latin typeface="Century Gothic"/>
            </a:endParaRPr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5560" y="3789041"/>
            <a:ext cx="7632848" cy="2155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itle 1"/>
          <p:cNvSpPr txBox="1">
            <a:spLocks/>
          </p:cNvSpPr>
          <p:nvPr/>
        </p:nvSpPr>
        <p:spPr>
          <a:xfrm>
            <a:off x="2279576" y="476672"/>
            <a:ext cx="7024744" cy="45712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7500" lnSpcReduction="20000"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b="1" dirty="0">
                <a:solidFill>
                  <a:srgbClr val="94C600"/>
                </a:solidFill>
                <a:latin typeface="Century Gothic"/>
              </a:rPr>
              <a:t>Doubly Linked List-Insertion at beginning</a:t>
            </a:r>
          </a:p>
        </p:txBody>
      </p:sp>
    </p:spTree>
    <p:extLst>
      <p:ext uri="{BB962C8B-B14F-4D97-AF65-F5344CB8AC3E}">
        <p14:creationId xmlns:p14="http://schemas.microsoft.com/office/powerpoint/2010/main" val="72748671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D13E10-CB7B-4A5C-A1F2-B5409C80E991}" type="datetime1">
              <a:rPr lang="en-IN">
                <a:latin typeface="Century Gothic"/>
              </a:rPr>
              <a:pPr/>
              <a:t>09-08-2023</a:t>
            </a:fld>
            <a:endParaRPr lang="en-IN">
              <a:latin typeface="Century Gothic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A414A-FC3B-4762-BF9B-190CEE0147BD}" type="slidenum">
              <a:rPr lang="en-IN">
                <a:latin typeface="Century Gothic"/>
              </a:rPr>
              <a:pPr/>
              <a:t>18</a:t>
            </a:fld>
            <a:endParaRPr lang="en-IN">
              <a:latin typeface="Century Gothic"/>
            </a:endParaRPr>
          </a:p>
        </p:txBody>
      </p:sp>
      <p:sp>
        <p:nvSpPr>
          <p:cNvPr id="7" name="AutoShape 2" descr="https://1.bp.blogspot.com/-QedEwYvpppw/XAi92TVd5WI/AAAAAAAAFbc/rR26Axh1U9oXrVj9r6T_ggLEnukZVnv4wCLcBGAs/s400/New%2BDoc%2B2018-12-04%2B10.16.54_19.jpg"/>
          <p:cNvSpPr>
            <a:spLocks noChangeAspect="1" noChangeArrowheads="1"/>
          </p:cNvSpPr>
          <p:nvPr/>
        </p:nvSpPr>
        <p:spPr bwMode="auto">
          <a:xfrm>
            <a:off x="1679575" y="-647700"/>
            <a:ext cx="3810000" cy="1352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>
              <a:solidFill>
                <a:prstClr val="black"/>
              </a:solidFill>
              <a:latin typeface="Century Gothic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2279576" y="620688"/>
            <a:ext cx="7024744" cy="45712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7500" lnSpcReduction="20000"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b="1" dirty="0">
                <a:solidFill>
                  <a:srgbClr val="94C600"/>
                </a:solidFill>
                <a:latin typeface="Century Gothic"/>
              </a:rPr>
              <a:t>Doubly Linked List-Insertion in between</a:t>
            </a:r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1244" b="25337"/>
          <a:stretch/>
        </p:blipFill>
        <p:spPr bwMode="auto">
          <a:xfrm>
            <a:off x="2279576" y="1340768"/>
            <a:ext cx="7704856" cy="403244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84940943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A922E3-F9BC-4378-B6E0-971A0236F7C5}" type="datetime1">
              <a:rPr lang="en-IN">
                <a:latin typeface="Century Gothic"/>
              </a:rPr>
              <a:pPr/>
              <a:t>09-08-2023</a:t>
            </a:fld>
            <a:endParaRPr lang="en-IN">
              <a:latin typeface="Century Gothic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A414A-FC3B-4762-BF9B-190CEE0147BD}" type="slidenum">
              <a:rPr lang="en-IN">
                <a:latin typeface="Century Gothic"/>
              </a:rPr>
              <a:pPr/>
              <a:t>19</a:t>
            </a:fld>
            <a:endParaRPr lang="en-IN">
              <a:latin typeface="Century Gothic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1977203" y="692696"/>
            <a:ext cx="8151245" cy="1656184"/>
          </a:xfrm>
        </p:spPr>
        <p:txBody>
          <a:bodyPr>
            <a:noAutofit/>
          </a:bodyPr>
          <a:lstStyle/>
          <a:p>
            <a:r>
              <a:rPr lang="en-IN" sz="2000" i="1" dirty="0"/>
              <a:t>Traverse to obtain the </a:t>
            </a:r>
            <a:r>
              <a:rPr lang="en-IN" sz="2000" b="1" i="1" dirty="0"/>
              <a:t>node (q) after which we want to insert the element. </a:t>
            </a:r>
          </a:p>
          <a:p>
            <a:r>
              <a:rPr lang="en-IN" sz="2000" i="1" dirty="0"/>
              <a:t>Assign the address of </a:t>
            </a:r>
            <a:r>
              <a:rPr lang="en-IN" sz="2000" b="1" i="1" dirty="0"/>
              <a:t>inserted node(</a:t>
            </a:r>
            <a:r>
              <a:rPr lang="en-IN" sz="2000" b="1" i="1" dirty="0" err="1"/>
              <a:t>tmp</a:t>
            </a:r>
            <a:r>
              <a:rPr lang="en-IN" sz="2000" i="1" dirty="0"/>
              <a:t>) to the </a:t>
            </a:r>
            <a:r>
              <a:rPr lang="en-IN" sz="2000" i="1" dirty="0" err="1"/>
              <a:t>prev</a:t>
            </a:r>
            <a:r>
              <a:rPr lang="en-IN" sz="2000" i="1" dirty="0"/>
              <a:t> part of next node. </a:t>
            </a:r>
          </a:p>
          <a:p>
            <a:pPr marL="68580" lvl="8" indent="0">
              <a:buNone/>
            </a:pPr>
            <a:r>
              <a:rPr lang="en-IN" sz="2000" b="1" i="1" dirty="0"/>
              <a:t>	q-&gt;next-&gt;</a:t>
            </a:r>
            <a:r>
              <a:rPr lang="en-IN" sz="2000" b="1" i="1" dirty="0" err="1"/>
              <a:t>prev</a:t>
            </a:r>
            <a:r>
              <a:rPr lang="en-IN" sz="2000" b="1" i="1" dirty="0"/>
              <a:t>=tmp;</a:t>
            </a:r>
            <a:endParaRPr lang="en-IN" sz="2000" b="1" dirty="0"/>
          </a:p>
        </p:txBody>
      </p:sp>
      <p:sp>
        <p:nvSpPr>
          <p:cNvPr id="7" name="AutoShape 2" descr="https://1.bp.blogspot.com/-QedEwYvpppw/XAi92TVd5WI/AAAAAAAAFbc/rR26Axh1U9oXrVj9r6T_ggLEnukZVnv4wCLcBGAs/s400/New%2BDoc%2B2018-12-04%2B10.16.54_19.jpg"/>
          <p:cNvSpPr>
            <a:spLocks noChangeAspect="1" noChangeArrowheads="1"/>
          </p:cNvSpPr>
          <p:nvPr/>
        </p:nvSpPr>
        <p:spPr bwMode="auto">
          <a:xfrm>
            <a:off x="1679575" y="-647700"/>
            <a:ext cx="3810000" cy="1352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>
              <a:solidFill>
                <a:prstClr val="black"/>
              </a:solidFill>
              <a:latin typeface="Century Gothic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1977203" y="332656"/>
            <a:ext cx="7024744" cy="37219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sz="1800" b="1" dirty="0">
                <a:solidFill>
                  <a:srgbClr val="94C600"/>
                </a:solidFill>
                <a:latin typeface="Century Gothic"/>
              </a:rPr>
              <a:t>Doubly Linked List-Insertion in between</a:t>
            </a: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421" b="17766"/>
          <a:stretch/>
        </p:blipFill>
        <p:spPr bwMode="auto">
          <a:xfrm>
            <a:off x="2279576" y="3429001"/>
            <a:ext cx="7200800" cy="25202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extBox 12"/>
          <p:cNvSpPr txBox="1"/>
          <p:nvPr/>
        </p:nvSpPr>
        <p:spPr>
          <a:xfrm>
            <a:off x="6312024" y="4504475"/>
            <a:ext cx="288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  <a:latin typeface="Century Gothic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46048103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C83449-880E-4E83-93A9-AD11E8EBF2AC}" type="datetime1">
              <a:rPr lang="en-IN">
                <a:latin typeface="Century Gothic"/>
              </a:rPr>
              <a:pPr/>
              <a:t>09-08-2023</a:t>
            </a:fld>
            <a:endParaRPr lang="en-IN">
              <a:latin typeface="Century Gothic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A414A-FC3B-4762-BF9B-190CEE0147BD}" type="slidenum">
              <a:rPr lang="en-IN">
                <a:latin typeface="Century Gothic"/>
              </a:rPr>
              <a:pPr/>
              <a:t>20</a:t>
            </a:fld>
            <a:endParaRPr lang="en-IN">
              <a:latin typeface="Century Gothic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1977203" y="692696"/>
            <a:ext cx="8151245" cy="3312368"/>
          </a:xfrm>
        </p:spPr>
        <p:txBody>
          <a:bodyPr>
            <a:noAutofit/>
          </a:bodyPr>
          <a:lstStyle/>
          <a:p>
            <a:r>
              <a:rPr lang="en-IN" sz="2000" i="1" dirty="0"/>
              <a:t>Assign the next part of previous node to the next part of inserted node. </a:t>
            </a:r>
          </a:p>
          <a:p>
            <a:pPr marL="68580" lvl="8" indent="0">
              <a:buNone/>
            </a:pPr>
            <a:r>
              <a:rPr lang="en-IN" sz="2000" b="1" i="1" dirty="0"/>
              <a:t>	tmp-&gt;next=q-&gt;next;</a:t>
            </a:r>
            <a:endParaRPr lang="en-IN" sz="2000" b="1" dirty="0"/>
          </a:p>
        </p:txBody>
      </p:sp>
      <p:sp>
        <p:nvSpPr>
          <p:cNvPr id="7" name="AutoShape 2" descr="https://1.bp.blogspot.com/-QedEwYvpppw/XAi92TVd5WI/AAAAAAAAFbc/rR26Axh1U9oXrVj9r6T_ggLEnukZVnv4wCLcBGAs/s400/New%2BDoc%2B2018-12-04%2B10.16.54_19.jpg"/>
          <p:cNvSpPr>
            <a:spLocks noChangeAspect="1" noChangeArrowheads="1"/>
          </p:cNvSpPr>
          <p:nvPr/>
        </p:nvSpPr>
        <p:spPr bwMode="auto">
          <a:xfrm>
            <a:off x="1679575" y="-647700"/>
            <a:ext cx="3810000" cy="1352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>
              <a:solidFill>
                <a:prstClr val="black"/>
              </a:solidFill>
              <a:latin typeface="Century Gothic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1977203" y="332656"/>
            <a:ext cx="7024744" cy="37219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sz="1800" b="1" dirty="0">
                <a:solidFill>
                  <a:srgbClr val="94C600"/>
                </a:solidFill>
                <a:latin typeface="Century Gothic"/>
              </a:rPr>
              <a:t>Doubly Linked List-Insertion in between</a:t>
            </a: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421" b="17766"/>
          <a:stretch/>
        </p:blipFill>
        <p:spPr bwMode="auto">
          <a:xfrm>
            <a:off x="2279576" y="3429001"/>
            <a:ext cx="7200800" cy="25202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extBox 10"/>
          <p:cNvSpPr txBox="1"/>
          <p:nvPr/>
        </p:nvSpPr>
        <p:spPr>
          <a:xfrm>
            <a:off x="6312024" y="4504475"/>
            <a:ext cx="288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  <a:latin typeface="Century Gothic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60096" y="4135143"/>
            <a:ext cx="288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  <a:latin typeface="Century Gothic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0249913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DB8606-8A55-4DB4-8223-D0292CF667C9}" type="datetime1">
              <a:rPr lang="en-IN">
                <a:latin typeface="Century Gothic"/>
              </a:rPr>
              <a:pPr/>
              <a:t>09-08-2023</a:t>
            </a:fld>
            <a:endParaRPr lang="en-IN">
              <a:latin typeface="Century Gothic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A414A-FC3B-4762-BF9B-190CEE0147BD}" type="slidenum">
              <a:rPr lang="en-IN">
                <a:latin typeface="Century Gothic"/>
              </a:rPr>
              <a:pPr/>
              <a:t>21</a:t>
            </a:fld>
            <a:endParaRPr lang="en-IN">
              <a:latin typeface="Century Gothic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1977203" y="692696"/>
            <a:ext cx="8151245" cy="3312368"/>
          </a:xfrm>
        </p:spPr>
        <p:txBody>
          <a:bodyPr>
            <a:noAutofit/>
          </a:bodyPr>
          <a:lstStyle/>
          <a:p>
            <a:r>
              <a:rPr lang="en-IN" sz="2000" i="1" dirty="0"/>
              <a:t>Address of previous node will be assigned to </a:t>
            </a:r>
            <a:r>
              <a:rPr lang="en-IN" sz="2000" i="1" dirty="0" err="1"/>
              <a:t>prev</a:t>
            </a:r>
            <a:r>
              <a:rPr lang="en-IN" sz="2000" i="1" dirty="0"/>
              <a:t> part of inserted node </a:t>
            </a:r>
          </a:p>
          <a:p>
            <a:pPr marL="68580" lvl="8" indent="0">
              <a:buNone/>
            </a:pPr>
            <a:r>
              <a:rPr lang="en-IN" sz="2000" b="1" i="1" dirty="0"/>
              <a:t>	tmp-&gt;</a:t>
            </a:r>
            <a:r>
              <a:rPr lang="en-IN" sz="2000" b="1" i="1" dirty="0" err="1"/>
              <a:t>prev</a:t>
            </a:r>
            <a:r>
              <a:rPr lang="en-IN" sz="2000" b="1" i="1" dirty="0"/>
              <a:t>=q;</a:t>
            </a:r>
            <a:endParaRPr lang="en-IN" sz="2000" b="1" dirty="0"/>
          </a:p>
        </p:txBody>
      </p:sp>
      <p:sp>
        <p:nvSpPr>
          <p:cNvPr id="7" name="AutoShape 2" descr="https://1.bp.blogspot.com/-QedEwYvpppw/XAi92TVd5WI/AAAAAAAAFbc/rR26Axh1U9oXrVj9r6T_ggLEnukZVnv4wCLcBGAs/s400/New%2BDoc%2B2018-12-04%2B10.16.54_19.jpg"/>
          <p:cNvSpPr>
            <a:spLocks noChangeAspect="1" noChangeArrowheads="1"/>
          </p:cNvSpPr>
          <p:nvPr/>
        </p:nvSpPr>
        <p:spPr bwMode="auto">
          <a:xfrm>
            <a:off x="1679575" y="-647700"/>
            <a:ext cx="3810000" cy="1352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>
              <a:solidFill>
                <a:prstClr val="black"/>
              </a:solidFill>
              <a:latin typeface="Century Gothic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1977203" y="332656"/>
            <a:ext cx="7024744" cy="37219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sz="1800" b="1" dirty="0">
                <a:solidFill>
                  <a:srgbClr val="94C600"/>
                </a:solidFill>
                <a:latin typeface="Century Gothic"/>
              </a:rPr>
              <a:t>Doubly Linked List-Insertion in between</a:t>
            </a: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421" b="17766"/>
          <a:stretch/>
        </p:blipFill>
        <p:spPr bwMode="auto">
          <a:xfrm>
            <a:off x="2279576" y="3429001"/>
            <a:ext cx="7200800" cy="25202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6312024" y="4504475"/>
            <a:ext cx="288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  <a:latin typeface="Century Gothic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60096" y="4135143"/>
            <a:ext cx="288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  <a:latin typeface="Century Gothic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87888" y="4276041"/>
            <a:ext cx="288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  <a:latin typeface="Century Gothic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312422791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236074-B6BC-4633-B6FC-FEBBEE1791C0}" type="datetime1">
              <a:rPr lang="en-IN">
                <a:latin typeface="Century Gothic"/>
              </a:rPr>
              <a:pPr/>
              <a:t>09-08-2023</a:t>
            </a:fld>
            <a:endParaRPr lang="en-IN">
              <a:latin typeface="Century Gothic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A414A-FC3B-4762-BF9B-190CEE0147BD}" type="slidenum">
              <a:rPr lang="en-IN">
                <a:latin typeface="Century Gothic"/>
              </a:rPr>
              <a:pPr/>
              <a:t>22</a:t>
            </a:fld>
            <a:endParaRPr lang="en-IN">
              <a:latin typeface="Century Gothic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1977203" y="692696"/>
            <a:ext cx="8151245" cy="3312368"/>
          </a:xfrm>
        </p:spPr>
        <p:txBody>
          <a:bodyPr>
            <a:noAutofit/>
          </a:bodyPr>
          <a:lstStyle/>
          <a:p>
            <a:r>
              <a:rPr lang="en-IN" sz="2000" i="1" dirty="0"/>
              <a:t>Address of inserted node will be assigned to next part of previous node.</a:t>
            </a:r>
            <a:endParaRPr lang="en-IN" sz="2000" dirty="0"/>
          </a:p>
          <a:p>
            <a:pPr marL="68580" indent="0">
              <a:buNone/>
            </a:pPr>
            <a:r>
              <a:rPr lang="en-IN" sz="2000" b="1" i="1" dirty="0"/>
              <a:t>	q-&gt;next=</a:t>
            </a:r>
            <a:r>
              <a:rPr lang="en-IN" sz="2000" b="1" i="1" dirty="0" err="1"/>
              <a:t>tmp</a:t>
            </a:r>
            <a:r>
              <a:rPr lang="en-IN" sz="2000" b="1" i="1" dirty="0"/>
              <a:t>;</a:t>
            </a:r>
          </a:p>
        </p:txBody>
      </p:sp>
      <p:sp>
        <p:nvSpPr>
          <p:cNvPr id="7" name="AutoShape 2" descr="https://1.bp.blogspot.com/-QedEwYvpppw/XAi92TVd5WI/AAAAAAAAFbc/rR26Axh1U9oXrVj9r6T_ggLEnukZVnv4wCLcBGAs/s400/New%2BDoc%2B2018-12-04%2B10.16.54_19.jpg"/>
          <p:cNvSpPr>
            <a:spLocks noChangeAspect="1" noChangeArrowheads="1"/>
          </p:cNvSpPr>
          <p:nvPr/>
        </p:nvSpPr>
        <p:spPr bwMode="auto">
          <a:xfrm>
            <a:off x="1679575" y="-647700"/>
            <a:ext cx="3810000" cy="1352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>
              <a:solidFill>
                <a:prstClr val="black"/>
              </a:solidFill>
              <a:latin typeface="Century Gothic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1977203" y="332656"/>
            <a:ext cx="7024744" cy="37219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sz="1800" b="1" dirty="0">
                <a:solidFill>
                  <a:srgbClr val="94C600"/>
                </a:solidFill>
                <a:latin typeface="Century Gothic"/>
              </a:rPr>
              <a:t>Doubly Linked List-Insertion in between</a:t>
            </a: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421" b="17766"/>
          <a:stretch/>
        </p:blipFill>
        <p:spPr bwMode="auto">
          <a:xfrm>
            <a:off x="2279576" y="3429001"/>
            <a:ext cx="7200800" cy="25202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6312024" y="4437112"/>
            <a:ext cx="288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  <a:latin typeface="Century Gothic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60096" y="4135143"/>
            <a:ext cx="288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  <a:latin typeface="Century Gothic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87888" y="4276041"/>
            <a:ext cx="288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  <a:latin typeface="Century Gothic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35960" y="4428441"/>
            <a:ext cx="288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  <a:latin typeface="Century Gothic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77580296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B028E-B83B-4639-8562-E8AC580EFDB5}" type="datetime1">
              <a:rPr lang="en-IN">
                <a:latin typeface="Century Gothic"/>
              </a:rPr>
              <a:pPr/>
              <a:t>09-08-2023</a:t>
            </a:fld>
            <a:endParaRPr lang="en-IN">
              <a:latin typeface="Century Gothic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A414A-FC3B-4762-BF9B-190CEE0147BD}" type="slidenum">
              <a:rPr lang="en-IN">
                <a:latin typeface="Century Gothic"/>
              </a:rPr>
              <a:pPr/>
              <a:t>23</a:t>
            </a:fld>
            <a:endParaRPr lang="en-IN">
              <a:latin typeface="Century Gothic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1977203" y="692696"/>
            <a:ext cx="8151245" cy="3312368"/>
          </a:xfrm>
        </p:spPr>
        <p:txBody>
          <a:bodyPr>
            <a:noAutofit/>
          </a:bodyPr>
          <a:lstStyle/>
          <a:p>
            <a:r>
              <a:rPr lang="en-IN" sz="1600" i="1" dirty="0"/>
              <a:t>Traverse to obtain the </a:t>
            </a:r>
            <a:r>
              <a:rPr lang="en-IN" sz="1600" b="1" i="1" dirty="0"/>
              <a:t>node (q) after which we want to insert the element. </a:t>
            </a:r>
          </a:p>
          <a:p>
            <a:r>
              <a:rPr lang="en-IN" sz="1600" i="1" dirty="0"/>
              <a:t>Assign the address of </a:t>
            </a:r>
            <a:r>
              <a:rPr lang="en-IN" sz="1600" b="1" i="1" dirty="0"/>
              <a:t>inserted node(</a:t>
            </a:r>
            <a:r>
              <a:rPr lang="en-IN" sz="1600" b="1" i="1" dirty="0" err="1"/>
              <a:t>tmp</a:t>
            </a:r>
            <a:r>
              <a:rPr lang="en-IN" sz="1600" i="1" dirty="0"/>
              <a:t>) to the </a:t>
            </a:r>
            <a:r>
              <a:rPr lang="en-IN" sz="1600" i="1" dirty="0" err="1"/>
              <a:t>prev</a:t>
            </a:r>
            <a:r>
              <a:rPr lang="en-IN" sz="1600" i="1" dirty="0"/>
              <a:t> part of next node. </a:t>
            </a:r>
          </a:p>
          <a:p>
            <a:pPr marL="68580" lvl="8" indent="0">
              <a:buNone/>
            </a:pPr>
            <a:r>
              <a:rPr lang="en-IN" sz="1600" b="1" i="1" dirty="0"/>
              <a:t>	q-&gt;next-&gt;</a:t>
            </a:r>
            <a:r>
              <a:rPr lang="en-IN" sz="1600" b="1" i="1" dirty="0" err="1"/>
              <a:t>prev</a:t>
            </a:r>
            <a:r>
              <a:rPr lang="en-IN" sz="1600" b="1" i="1" dirty="0"/>
              <a:t>=</a:t>
            </a:r>
            <a:r>
              <a:rPr lang="en-IN" sz="1600" b="1" i="1" dirty="0" err="1"/>
              <a:t>tmp</a:t>
            </a:r>
            <a:r>
              <a:rPr lang="en-IN" sz="1600" b="1" i="1" dirty="0"/>
              <a:t>;</a:t>
            </a:r>
            <a:endParaRPr lang="en-IN" sz="1600" b="1" dirty="0"/>
          </a:p>
          <a:p>
            <a:r>
              <a:rPr lang="en-IN" sz="1600" i="1" dirty="0"/>
              <a:t>Assign the next part of previous node to the next part of inserted node. </a:t>
            </a:r>
          </a:p>
          <a:p>
            <a:pPr marL="68580" lvl="8" indent="0">
              <a:buNone/>
            </a:pPr>
            <a:r>
              <a:rPr lang="en-IN" sz="1600" b="1" i="1" dirty="0"/>
              <a:t>	</a:t>
            </a:r>
            <a:r>
              <a:rPr lang="en-IN" sz="1600" b="1" i="1" dirty="0" err="1"/>
              <a:t>tmp</a:t>
            </a:r>
            <a:r>
              <a:rPr lang="en-IN" sz="1600" b="1" i="1" dirty="0"/>
              <a:t>-&gt;next=q-&gt;next;</a:t>
            </a:r>
            <a:endParaRPr lang="en-IN" sz="1600" b="1" dirty="0"/>
          </a:p>
          <a:p>
            <a:r>
              <a:rPr lang="en-IN" sz="1600" i="1" dirty="0"/>
              <a:t>Address of previous node will be assigned to </a:t>
            </a:r>
            <a:r>
              <a:rPr lang="en-IN" sz="1600" i="1" dirty="0" err="1"/>
              <a:t>prev</a:t>
            </a:r>
            <a:r>
              <a:rPr lang="en-IN" sz="1600" i="1" dirty="0"/>
              <a:t> part of inserted node </a:t>
            </a:r>
          </a:p>
          <a:p>
            <a:pPr marL="68580" lvl="8" indent="0">
              <a:buNone/>
            </a:pPr>
            <a:r>
              <a:rPr lang="en-IN" sz="1600" b="1" i="1" dirty="0"/>
              <a:t>	</a:t>
            </a:r>
            <a:r>
              <a:rPr lang="en-IN" sz="1600" b="1" i="1" dirty="0" err="1"/>
              <a:t>tmp</a:t>
            </a:r>
            <a:r>
              <a:rPr lang="en-IN" sz="1600" b="1" i="1" dirty="0"/>
              <a:t>-&gt;</a:t>
            </a:r>
            <a:r>
              <a:rPr lang="en-IN" sz="1600" b="1" i="1" dirty="0" err="1"/>
              <a:t>prev</a:t>
            </a:r>
            <a:r>
              <a:rPr lang="en-IN" sz="1600" b="1" i="1" dirty="0"/>
              <a:t>=q;</a:t>
            </a:r>
            <a:endParaRPr lang="en-IN" sz="1600" b="1" dirty="0"/>
          </a:p>
          <a:p>
            <a:r>
              <a:rPr lang="en-IN" sz="1600" i="1" dirty="0"/>
              <a:t>Address of inserted node will be assigned to next part of previous node.</a:t>
            </a:r>
            <a:endParaRPr lang="en-IN" sz="1600" dirty="0"/>
          </a:p>
          <a:p>
            <a:pPr marL="68580" indent="0">
              <a:buNone/>
            </a:pPr>
            <a:r>
              <a:rPr lang="en-IN" sz="1600" b="1" i="1" dirty="0"/>
              <a:t>	q-&gt;next=</a:t>
            </a:r>
            <a:r>
              <a:rPr lang="en-IN" sz="1600" b="1" i="1" dirty="0" err="1"/>
              <a:t>tmp</a:t>
            </a:r>
            <a:r>
              <a:rPr lang="en-IN" sz="1600" b="1" i="1" dirty="0"/>
              <a:t>;</a:t>
            </a:r>
          </a:p>
        </p:txBody>
      </p:sp>
      <p:sp>
        <p:nvSpPr>
          <p:cNvPr id="7" name="AutoShape 2" descr="https://1.bp.blogspot.com/-QedEwYvpppw/XAi92TVd5WI/AAAAAAAAFbc/rR26Axh1U9oXrVj9r6T_ggLEnukZVnv4wCLcBGAs/s400/New%2BDoc%2B2018-12-04%2B10.16.54_19.jpg"/>
          <p:cNvSpPr>
            <a:spLocks noChangeAspect="1" noChangeArrowheads="1"/>
          </p:cNvSpPr>
          <p:nvPr/>
        </p:nvSpPr>
        <p:spPr bwMode="auto">
          <a:xfrm>
            <a:off x="1679575" y="-647700"/>
            <a:ext cx="3810000" cy="1352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>
              <a:solidFill>
                <a:prstClr val="black"/>
              </a:solidFill>
              <a:latin typeface="Century Gothic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1977203" y="332656"/>
            <a:ext cx="7024744" cy="37219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sz="1800" b="1" dirty="0">
                <a:solidFill>
                  <a:srgbClr val="94C600"/>
                </a:solidFill>
                <a:latin typeface="Century Gothic"/>
              </a:rPr>
              <a:t>Doubly Linked List-Insertion in between</a:t>
            </a:r>
          </a:p>
        </p:txBody>
      </p:sp>
      <p:pic>
        <p:nvPicPr>
          <p:cNvPr id="8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421" b="17766"/>
          <a:stretch/>
        </p:blipFill>
        <p:spPr bwMode="auto">
          <a:xfrm>
            <a:off x="2279576" y="3429001"/>
            <a:ext cx="7200800" cy="252028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/>
              <p14:cNvContentPartPr/>
              <p14:nvPr/>
            </p14:nvContentPartPr>
            <p14:xfrm>
              <a:off x="2578440" y="1343520"/>
              <a:ext cx="379800" cy="2216520"/>
            </p14:xfrm>
          </p:contentPart>
        </mc:Choice>
        <mc:Fallback>
          <p:pic>
            <p:nvPicPr>
              <p:cNvPr id="2" name="Ink 1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569080" y="1334160"/>
                <a:ext cx="398520" cy="22352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5961830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64DBD-D535-49AC-877A-FEFE411DE1B8}" type="datetime1">
              <a:rPr lang="en-IN">
                <a:latin typeface="Century Gothic"/>
              </a:rPr>
              <a:pPr/>
              <a:t>09-08-2023</a:t>
            </a:fld>
            <a:endParaRPr lang="en-IN">
              <a:latin typeface="Century Gothic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A414A-FC3B-4762-BF9B-190CEE0147BD}" type="slidenum">
              <a:rPr lang="en-IN">
                <a:latin typeface="Century Gothic"/>
              </a:rPr>
              <a:pPr/>
              <a:t>24</a:t>
            </a:fld>
            <a:endParaRPr lang="en-IN">
              <a:latin typeface="Century Gothic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1977203" y="692696"/>
            <a:ext cx="8151245" cy="3312368"/>
          </a:xfrm>
        </p:spPr>
        <p:txBody>
          <a:bodyPr>
            <a:noAutofit/>
          </a:bodyPr>
          <a:lstStyle/>
          <a:p>
            <a:r>
              <a:rPr lang="en-IN" sz="2000" i="1" dirty="0"/>
              <a:t>Traverse to obtain the </a:t>
            </a:r>
            <a:r>
              <a:rPr lang="en-IN" sz="2000" b="1" i="1" dirty="0"/>
              <a:t>node (q) after which we want to insert the element. </a:t>
            </a:r>
          </a:p>
          <a:p>
            <a:pPr marL="68580" lvl="8" indent="0">
              <a:buNone/>
            </a:pPr>
            <a:r>
              <a:rPr lang="en-IN" sz="2000" b="1" i="1" dirty="0"/>
              <a:t>	tmp-&gt;next=NULL;</a:t>
            </a:r>
            <a:endParaRPr lang="en-IN" sz="2000" b="1" dirty="0"/>
          </a:p>
          <a:p>
            <a:r>
              <a:rPr lang="en-IN" sz="2000" i="1" dirty="0"/>
              <a:t>Address of previous node will be assigned to </a:t>
            </a:r>
            <a:r>
              <a:rPr lang="en-IN" sz="2000" i="1" dirty="0" err="1"/>
              <a:t>prev</a:t>
            </a:r>
            <a:r>
              <a:rPr lang="en-IN" sz="2000" i="1" dirty="0"/>
              <a:t> part of inserted node </a:t>
            </a:r>
          </a:p>
          <a:p>
            <a:pPr marL="68580" lvl="8" indent="0">
              <a:buNone/>
            </a:pPr>
            <a:r>
              <a:rPr lang="en-IN" sz="2000" b="1" i="1" dirty="0"/>
              <a:t>	tmp-&gt;</a:t>
            </a:r>
            <a:r>
              <a:rPr lang="en-IN" sz="2000" b="1" i="1" dirty="0" err="1"/>
              <a:t>prev</a:t>
            </a:r>
            <a:r>
              <a:rPr lang="en-IN" sz="2000" b="1" i="1" dirty="0"/>
              <a:t>=q;</a:t>
            </a:r>
            <a:endParaRPr lang="en-IN" sz="2000" b="1" dirty="0"/>
          </a:p>
        </p:txBody>
      </p:sp>
      <p:sp>
        <p:nvSpPr>
          <p:cNvPr id="7" name="AutoShape 2" descr="https://1.bp.blogspot.com/-QedEwYvpppw/XAi92TVd5WI/AAAAAAAAFbc/rR26Axh1U9oXrVj9r6T_ggLEnukZVnv4wCLcBGAs/s400/New%2BDoc%2B2018-12-04%2B10.16.54_19.jpg"/>
          <p:cNvSpPr>
            <a:spLocks noChangeAspect="1" noChangeArrowheads="1"/>
          </p:cNvSpPr>
          <p:nvPr/>
        </p:nvSpPr>
        <p:spPr bwMode="auto">
          <a:xfrm>
            <a:off x="1679575" y="-647700"/>
            <a:ext cx="3810000" cy="1352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>
              <a:solidFill>
                <a:prstClr val="black"/>
              </a:solidFill>
              <a:latin typeface="Century Gothic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1977203" y="332656"/>
            <a:ext cx="7024744" cy="37219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sz="1800" b="1" dirty="0">
                <a:solidFill>
                  <a:srgbClr val="94C600"/>
                </a:solidFill>
                <a:latin typeface="Century Gothic"/>
              </a:rPr>
              <a:t>Doubly Linked List-Insertion at the last</a:t>
            </a:r>
          </a:p>
        </p:txBody>
      </p:sp>
      <p:pic>
        <p:nvPicPr>
          <p:cNvPr id="10" name="Picture 2" descr="https://2.bp.blogspot.com/--lWiPh8SR7E/XAi6WX63qdI/AAAAAAAAFbQ/dJbXS72rUOEZs6KcP8Cqa5SVDP8OccOsgCLcBGAs/s400/New%2BDoc%2B2018-12-04%2B10.16.54_18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6609" y="3284984"/>
            <a:ext cx="6016415" cy="2232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8616281" y="3997810"/>
          <a:ext cx="1440159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60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1200" dirty="0" err="1">
                          <a:solidFill>
                            <a:schemeClr val="tx1"/>
                          </a:solidFill>
                        </a:rPr>
                        <a:t>prev</a:t>
                      </a:r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solidFill>
                            <a:schemeClr val="tx1"/>
                          </a:solidFill>
                        </a:rPr>
                        <a:t>next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2" name="Straight Arrow Connector 11"/>
          <p:cNvCxnSpPr/>
          <p:nvPr/>
        </p:nvCxnSpPr>
        <p:spPr>
          <a:xfrm>
            <a:off x="8400256" y="3573016"/>
            <a:ext cx="216024" cy="3600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616280" y="3501008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prstClr val="black"/>
                </a:solidFill>
                <a:latin typeface="Century Gothic"/>
              </a:rPr>
              <a:t>temp</a:t>
            </a:r>
          </a:p>
        </p:txBody>
      </p:sp>
      <p:cxnSp>
        <p:nvCxnSpPr>
          <p:cNvPr id="14" name="Straight Arrow Connector 13"/>
          <p:cNvCxnSpPr/>
          <p:nvPr/>
        </p:nvCxnSpPr>
        <p:spPr>
          <a:xfrm>
            <a:off x="7032104" y="3645024"/>
            <a:ext cx="216024" cy="3600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248128" y="3573016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prstClr val="black"/>
                </a:solidFill>
                <a:latin typeface="Century Gothic"/>
              </a:rPr>
              <a:t>q</a:t>
            </a:r>
          </a:p>
        </p:txBody>
      </p:sp>
      <p:cxnSp>
        <p:nvCxnSpPr>
          <p:cNvPr id="16" name="Straight Arrow Connector 15"/>
          <p:cNvCxnSpPr/>
          <p:nvPr/>
        </p:nvCxnSpPr>
        <p:spPr>
          <a:xfrm flipH="1">
            <a:off x="8073024" y="4077072"/>
            <a:ext cx="543257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184232" y="3707740"/>
            <a:ext cx="288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  <a:latin typeface="Century Gothic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75237922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F5B904-7C99-4C7D-953F-7244648FE760}" type="datetime1">
              <a:rPr lang="en-IN">
                <a:latin typeface="Century Gothic"/>
              </a:rPr>
              <a:pPr/>
              <a:t>09-08-2023</a:t>
            </a:fld>
            <a:endParaRPr lang="en-IN">
              <a:latin typeface="Century Gothic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A414A-FC3B-4762-BF9B-190CEE0147BD}" type="slidenum">
              <a:rPr lang="en-IN">
                <a:latin typeface="Century Gothic"/>
              </a:rPr>
              <a:pPr/>
              <a:t>25</a:t>
            </a:fld>
            <a:endParaRPr lang="en-IN">
              <a:latin typeface="Century Gothic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1977203" y="692696"/>
            <a:ext cx="8151245" cy="3312368"/>
          </a:xfrm>
        </p:spPr>
        <p:txBody>
          <a:bodyPr>
            <a:noAutofit/>
          </a:bodyPr>
          <a:lstStyle/>
          <a:p>
            <a:r>
              <a:rPr lang="en-IN" sz="2000" i="1" dirty="0"/>
              <a:t>Address of inserted node will be assigned to next part of previous node.</a:t>
            </a:r>
            <a:endParaRPr lang="en-IN" sz="2000" dirty="0"/>
          </a:p>
          <a:p>
            <a:pPr marL="68580" indent="0">
              <a:buNone/>
            </a:pPr>
            <a:r>
              <a:rPr lang="en-IN" sz="2000" b="1" i="1" dirty="0"/>
              <a:t>	q-&gt;next=</a:t>
            </a:r>
            <a:r>
              <a:rPr lang="en-IN" sz="2000" b="1" i="1" dirty="0" err="1"/>
              <a:t>tmp</a:t>
            </a:r>
            <a:r>
              <a:rPr lang="en-IN" sz="2000" b="1" i="1" dirty="0"/>
              <a:t>;</a:t>
            </a:r>
          </a:p>
        </p:txBody>
      </p:sp>
      <p:sp>
        <p:nvSpPr>
          <p:cNvPr id="7" name="AutoShape 2" descr="https://1.bp.blogspot.com/-QedEwYvpppw/XAi92TVd5WI/AAAAAAAAFbc/rR26Axh1U9oXrVj9r6T_ggLEnukZVnv4wCLcBGAs/s400/New%2BDoc%2B2018-12-04%2B10.16.54_19.jpg"/>
          <p:cNvSpPr>
            <a:spLocks noChangeAspect="1" noChangeArrowheads="1"/>
          </p:cNvSpPr>
          <p:nvPr/>
        </p:nvSpPr>
        <p:spPr bwMode="auto">
          <a:xfrm>
            <a:off x="1679575" y="-647700"/>
            <a:ext cx="3810000" cy="1352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>
              <a:solidFill>
                <a:prstClr val="black"/>
              </a:solidFill>
              <a:latin typeface="Century Gothic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1977203" y="332656"/>
            <a:ext cx="7024744" cy="37219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sz="1800" b="1" dirty="0">
                <a:solidFill>
                  <a:srgbClr val="94C600"/>
                </a:solidFill>
                <a:latin typeface="Century Gothic"/>
              </a:rPr>
              <a:t>Doubly Linked List-Insertion at the last</a:t>
            </a:r>
          </a:p>
        </p:txBody>
      </p:sp>
      <p:pic>
        <p:nvPicPr>
          <p:cNvPr id="10" name="Picture 2" descr="https://2.bp.blogspot.com/--lWiPh8SR7E/XAi6WX63qdI/AAAAAAAAFbQ/dJbXS72rUOEZs6KcP8Cqa5SVDP8OccOsgCLcBGAs/s400/New%2BDoc%2B2018-12-04%2B10.16.54_18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6609" y="3284984"/>
            <a:ext cx="6016415" cy="22322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8616281" y="3997810"/>
          <a:ext cx="1440159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803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606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IN" sz="1200" dirty="0" err="1">
                          <a:solidFill>
                            <a:schemeClr val="tx1"/>
                          </a:solidFill>
                        </a:rPr>
                        <a:t>prev</a:t>
                      </a:r>
                      <a:endParaRPr lang="en-IN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IN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sz="1200" dirty="0">
                          <a:solidFill>
                            <a:schemeClr val="tx1"/>
                          </a:solidFill>
                        </a:rPr>
                        <a:t>next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2" name="Straight Arrow Connector 11"/>
          <p:cNvCxnSpPr/>
          <p:nvPr/>
        </p:nvCxnSpPr>
        <p:spPr>
          <a:xfrm>
            <a:off x="8400256" y="3573016"/>
            <a:ext cx="216024" cy="3600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616280" y="3501008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prstClr val="black"/>
                </a:solidFill>
                <a:latin typeface="Century Gothic"/>
              </a:rPr>
              <a:t>temp</a:t>
            </a:r>
          </a:p>
        </p:txBody>
      </p:sp>
      <p:cxnSp>
        <p:nvCxnSpPr>
          <p:cNvPr id="14" name="Straight Arrow Connector 13"/>
          <p:cNvCxnSpPr/>
          <p:nvPr/>
        </p:nvCxnSpPr>
        <p:spPr>
          <a:xfrm>
            <a:off x="7032104" y="3645024"/>
            <a:ext cx="216024" cy="36004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7248128" y="3573016"/>
            <a:ext cx="9361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prstClr val="black"/>
                </a:solidFill>
                <a:latin typeface="Century Gothic"/>
              </a:rPr>
              <a:t>q</a:t>
            </a:r>
          </a:p>
        </p:txBody>
      </p:sp>
      <p:cxnSp>
        <p:nvCxnSpPr>
          <p:cNvPr id="16" name="Straight Arrow Connector 15"/>
          <p:cNvCxnSpPr/>
          <p:nvPr/>
        </p:nvCxnSpPr>
        <p:spPr>
          <a:xfrm flipH="1">
            <a:off x="8073024" y="4077072"/>
            <a:ext cx="543257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8184232" y="3707740"/>
            <a:ext cx="288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  <a:latin typeface="Century Gothic"/>
              </a:rPr>
              <a:t>1</a:t>
            </a:r>
          </a:p>
        </p:txBody>
      </p:sp>
      <p:cxnSp>
        <p:nvCxnSpPr>
          <p:cNvPr id="11" name="Straight Arrow Connector 10"/>
          <p:cNvCxnSpPr/>
          <p:nvPr/>
        </p:nvCxnSpPr>
        <p:spPr>
          <a:xfrm>
            <a:off x="8073024" y="4221088"/>
            <a:ext cx="543257" cy="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8200635" y="4233402"/>
            <a:ext cx="288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  <a:latin typeface="Century Gothic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3200606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79577" y="1340769"/>
            <a:ext cx="7560839" cy="4419853"/>
          </a:xfrm>
        </p:spPr>
        <p:txBody>
          <a:bodyPr>
            <a:normAutofit/>
          </a:bodyPr>
          <a:lstStyle/>
          <a:p>
            <a:pPr marL="68580" indent="0">
              <a:buNone/>
            </a:pPr>
            <a:r>
              <a:rPr lang="en-IN" sz="2000" dirty="0"/>
              <a:t>Traverse the linked list and compare with each element. After finding the element there may be three cases for deletion-</a:t>
            </a:r>
          </a:p>
          <a:p>
            <a:endParaRPr lang="en-IN" sz="2000" b="1" dirty="0"/>
          </a:p>
          <a:p>
            <a:r>
              <a:rPr lang="en-IN" sz="2000" b="1" dirty="0"/>
              <a:t>Deletion at beginning</a:t>
            </a:r>
            <a:endParaRPr lang="en-IN" sz="2000" dirty="0"/>
          </a:p>
          <a:p>
            <a:r>
              <a:rPr lang="en-IN" sz="2000" b="1" dirty="0"/>
              <a:t>Deletion in between</a:t>
            </a:r>
            <a:endParaRPr lang="en-IN" sz="2000" dirty="0"/>
          </a:p>
          <a:p>
            <a:r>
              <a:rPr lang="en-IN" sz="2000" b="1" dirty="0"/>
              <a:t>Deletion of last node</a:t>
            </a:r>
            <a:endParaRPr lang="en-IN" sz="2000" dirty="0"/>
          </a:p>
          <a:p>
            <a:pPr marL="68580" indent="0">
              <a:buNone/>
            </a:pPr>
            <a:br>
              <a:rPr lang="en-IN" sz="2000" b="1" i="1" dirty="0"/>
            </a:br>
            <a:endParaRPr lang="en-IN" sz="19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697564-01B1-470F-A89C-FD9EF83F3888}" type="datetime1">
              <a:rPr lang="en-IN">
                <a:latin typeface="Century Gothic"/>
              </a:rPr>
              <a:pPr/>
              <a:t>09-08-2023</a:t>
            </a:fld>
            <a:endParaRPr lang="en-IN">
              <a:latin typeface="Century Gothic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A414A-FC3B-4762-BF9B-190CEE0147BD}" type="slidenum">
              <a:rPr lang="en-IN">
                <a:latin typeface="Century Gothic"/>
              </a:rPr>
              <a:pPr/>
              <a:t>26</a:t>
            </a:fld>
            <a:endParaRPr lang="en-IN">
              <a:latin typeface="Century Gothic"/>
            </a:endParaRPr>
          </a:p>
        </p:txBody>
      </p:sp>
      <p:sp>
        <p:nvSpPr>
          <p:cNvPr id="7" name="AutoShape 2" descr="https://1.bp.blogspot.com/-QedEwYvpppw/XAi92TVd5WI/AAAAAAAAFbc/rR26Axh1U9oXrVj9r6T_ggLEnukZVnv4wCLcBGAs/s400/New%2BDoc%2B2018-12-04%2B10.16.54_19.jpg"/>
          <p:cNvSpPr>
            <a:spLocks noChangeAspect="1" noChangeArrowheads="1"/>
          </p:cNvSpPr>
          <p:nvPr/>
        </p:nvSpPr>
        <p:spPr bwMode="auto">
          <a:xfrm>
            <a:off x="1679575" y="-647700"/>
            <a:ext cx="3810000" cy="1352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>
              <a:solidFill>
                <a:prstClr val="black"/>
              </a:solidFill>
              <a:latin typeface="Century Gothic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2279576" y="476672"/>
            <a:ext cx="7024744" cy="45712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7500" lnSpcReduction="20000"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b="1" dirty="0">
                <a:solidFill>
                  <a:srgbClr val="94C600"/>
                </a:solidFill>
                <a:latin typeface="Century Gothic"/>
              </a:rPr>
              <a:t>Deletion from doubly linked list</a:t>
            </a:r>
          </a:p>
        </p:txBody>
      </p:sp>
    </p:spTree>
    <p:extLst>
      <p:ext uri="{BB962C8B-B14F-4D97-AF65-F5344CB8AC3E}">
        <p14:creationId xmlns:p14="http://schemas.microsoft.com/office/powerpoint/2010/main" val="73489270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1D6408-7B11-462F-A6E0-5BF876C369A3}" type="datetime1">
              <a:rPr lang="en-IN">
                <a:latin typeface="Century Gothic"/>
              </a:rPr>
              <a:pPr/>
              <a:t>09-08-2023</a:t>
            </a:fld>
            <a:endParaRPr lang="en-IN">
              <a:latin typeface="Century Gothic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A414A-FC3B-4762-BF9B-190CEE0147BD}" type="slidenum">
              <a:rPr lang="en-IN">
                <a:latin typeface="Century Gothic"/>
              </a:rPr>
              <a:pPr/>
              <a:t>27</a:t>
            </a:fld>
            <a:endParaRPr lang="en-IN">
              <a:latin typeface="Century Gothic"/>
            </a:endParaRPr>
          </a:p>
        </p:txBody>
      </p:sp>
      <p:sp>
        <p:nvSpPr>
          <p:cNvPr id="7" name="AutoShape 2" descr="https://1.bp.blogspot.com/-QedEwYvpppw/XAi92TVd5WI/AAAAAAAAFbc/rR26Axh1U9oXrVj9r6T_ggLEnukZVnv4wCLcBGAs/s400/New%2BDoc%2B2018-12-04%2B10.16.54_19.jpg"/>
          <p:cNvSpPr>
            <a:spLocks noChangeAspect="1" noChangeArrowheads="1"/>
          </p:cNvSpPr>
          <p:nvPr/>
        </p:nvSpPr>
        <p:spPr bwMode="auto">
          <a:xfrm>
            <a:off x="1679575" y="-647700"/>
            <a:ext cx="3810000" cy="1352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>
              <a:solidFill>
                <a:prstClr val="black"/>
              </a:solidFill>
              <a:latin typeface="Century Gothic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2279576" y="476672"/>
            <a:ext cx="7024744" cy="45712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45000" lnSpcReduction="20000"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b="1" dirty="0">
                <a:solidFill>
                  <a:srgbClr val="94C600"/>
                </a:solidFill>
                <a:latin typeface="Century Gothic"/>
              </a:rPr>
              <a:t>Deletion from doubly linked list-Deletion at beginning</a:t>
            </a:r>
            <a:endParaRPr lang="en-IN" dirty="0">
              <a:solidFill>
                <a:srgbClr val="94C600"/>
              </a:solidFill>
              <a:latin typeface="Century Gothic"/>
            </a:endParaRPr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9576" y="1268761"/>
            <a:ext cx="7658100" cy="197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8" name="Picture 4" descr="https://media.geeksforgeeks.org/wp-content/uploads/20200318143640/linked11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99657" y="3501008"/>
            <a:ext cx="6162675" cy="19716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4933454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07568" y="1124744"/>
            <a:ext cx="7776864" cy="4176464"/>
          </a:xfrm>
        </p:spPr>
        <p:txBody>
          <a:bodyPr>
            <a:normAutofit/>
          </a:bodyPr>
          <a:lstStyle/>
          <a:p>
            <a:r>
              <a:rPr lang="en-IN" sz="1800" i="1" dirty="0"/>
              <a:t>Assign the value of start to </a:t>
            </a:r>
            <a:r>
              <a:rPr lang="en-IN" sz="1800" i="1" dirty="0" err="1"/>
              <a:t>tmp</a:t>
            </a:r>
            <a:r>
              <a:rPr lang="en-IN" sz="1800" i="1" dirty="0"/>
              <a:t> as-</a:t>
            </a:r>
            <a:endParaRPr lang="en-IN" sz="1800" dirty="0"/>
          </a:p>
          <a:p>
            <a:pPr marL="68580" indent="0">
              <a:buNone/>
            </a:pPr>
            <a:r>
              <a:rPr lang="en-IN" sz="1800" b="1" i="1" dirty="0"/>
              <a:t>			</a:t>
            </a:r>
            <a:r>
              <a:rPr lang="en-IN" sz="1800" b="1" i="1" dirty="0" err="1"/>
              <a:t>tmp</a:t>
            </a:r>
            <a:r>
              <a:rPr lang="en-IN" sz="1800" b="1" i="1" dirty="0"/>
              <a:t> = start;</a:t>
            </a:r>
            <a:endParaRPr lang="en-IN" sz="1800" b="1" dirty="0"/>
          </a:p>
          <a:p>
            <a:r>
              <a:rPr lang="en-IN" sz="1800" i="1" dirty="0"/>
              <a:t>Now we assign the next part of deleted node to start as-</a:t>
            </a:r>
            <a:endParaRPr lang="en-IN" sz="1800" dirty="0"/>
          </a:p>
          <a:p>
            <a:pPr marL="68580" indent="0">
              <a:buNone/>
            </a:pPr>
            <a:r>
              <a:rPr lang="en-IN" sz="1800" b="1" i="1" dirty="0"/>
              <a:t>			start=start-&gt;next;</a:t>
            </a:r>
            <a:endParaRPr lang="en-IN" sz="1800" b="1" dirty="0"/>
          </a:p>
          <a:p>
            <a:r>
              <a:rPr lang="en-IN" sz="1800" i="1" dirty="0"/>
              <a:t>Since start points to the first node of linked list, so start-&gt;next will point to the second node of list. </a:t>
            </a:r>
          </a:p>
          <a:p>
            <a:r>
              <a:rPr lang="en-IN" sz="1800" i="1" dirty="0"/>
              <a:t>Then NULL will be assigned to start-&gt;prev. </a:t>
            </a:r>
          </a:p>
          <a:p>
            <a:pPr marL="68580" lvl="8" indent="0">
              <a:buNone/>
            </a:pPr>
            <a:r>
              <a:rPr lang="en-IN" sz="1800" b="1" i="1" dirty="0"/>
              <a:t>                                         start-&gt;</a:t>
            </a:r>
            <a:r>
              <a:rPr lang="en-IN" sz="1800" b="1" i="1" dirty="0" err="1"/>
              <a:t>prev</a:t>
            </a:r>
            <a:r>
              <a:rPr lang="en-IN" sz="1800" b="1" i="1" dirty="0"/>
              <a:t> = NULL;</a:t>
            </a:r>
            <a:endParaRPr lang="en-IN" sz="1800" b="1" dirty="0"/>
          </a:p>
          <a:p>
            <a:r>
              <a:rPr lang="en-IN" sz="1800" i="1" dirty="0"/>
              <a:t>Now we should free the node to be deleted which is pointed by </a:t>
            </a:r>
            <a:r>
              <a:rPr lang="en-IN" sz="1800" i="1" dirty="0" err="1"/>
              <a:t>tmp</a:t>
            </a:r>
            <a:r>
              <a:rPr lang="en-IN" sz="1800" i="1" dirty="0"/>
              <a:t>.</a:t>
            </a:r>
            <a:endParaRPr lang="en-IN" sz="1800" dirty="0"/>
          </a:p>
          <a:p>
            <a:pPr marL="68580" indent="0">
              <a:buNone/>
            </a:pPr>
            <a:r>
              <a:rPr lang="en-IN" sz="1800" b="1" i="1" dirty="0"/>
              <a:t>			free( </a:t>
            </a:r>
            <a:r>
              <a:rPr lang="en-IN" sz="1800" b="1" i="1" dirty="0" err="1"/>
              <a:t>tmp</a:t>
            </a:r>
            <a:r>
              <a:rPr lang="en-IN" sz="1800" b="1" i="1" dirty="0"/>
              <a:t> );</a:t>
            </a:r>
            <a:endParaRPr lang="en-IN" sz="1800" b="1" dirty="0"/>
          </a:p>
          <a:p>
            <a:pPr marL="1847088" lvl="8" indent="0">
              <a:buNone/>
            </a:pPr>
            <a:endParaRPr lang="en-IN" sz="18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C1F3DB-DA50-4168-A6C0-F303BDC95E90}" type="datetime1">
              <a:rPr lang="en-IN">
                <a:latin typeface="Century Gothic"/>
              </a:rPr>
              <a:pPr/>
              <a:t>09-08-2023</a:t>
            </a:fld>
            <a:endParaRPr lang="en-IN">
              <a:latin typeface="Century Gothic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A414A-FC3B-4762-BF9B-190CEE0147BD}" type="slidenum">
              <a:rPr lang="en-IN">
                <a:latin typeface="Century Gothic"/>
              </a:rPr>
              <a:pPr/>
              <a:t>28</a:t>
            </a:fld>
            <a:endParaRPr lang="en-IN">
              <a:latin typeface="Century Gothic"/>
            </a:endParaRPr>
          </a:p>
        </p:txBody>
      </p:sp>
      <p:sp>
        <p:nvSpPr>
          <p:cNvPr id="7" name="AutoShape 2" descr="https://1.bp.blogspot.com/-QedEwYvpppw/XAi92TVd5WI/AAAAAAAAFbc/rR26Axh1U9oXrVj9r6T_ggLEnukZVnv4wCLcBGAs/s400/New%2BDoc%2B2018-12-04%2B10.16.54_19.jpg"/>
          <p:cNvSpPr>
            <a:spLocks noChangeAspect="1" noChangeArrowheads="1"/>
          </p:cNvSpPr>
          <p:nvPr/>
        </p:nvSpPr>
        <p:spPr bwMode="auto">
          <a:xfrm>
            <a:off x="1679575" y="-647700"/>
            <a:ext cx="3810000" cy="1352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>
              <a:solidFill>
                <a:prstClr val="black"/>
              </a:solidFill>
              <a:latin typeface="Century Gothic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2279576" y="476672"/>
            <a:ext cx="7024744" cy="45712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7500" lnSpcReduction="20000"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b="1" dirty="0">
                <a:solidFill>
                  <a:srgbClr val="94C600"/>
                </a:solidFill>
                <a:latin typeface="Century Gothic"/>
              </a:rPr>
              <a:t>Doubly linked list-Deletion at beginning</a:t>
            </a:r>
            <a:endParaRPr lang="en-IN" dirty="0">
              <a:solidFill>
                <a:srgbClr val="94C600"/>
              </a:solidFill>
              <a:latin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284966858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A0611F-72BA-4F51-B943-B0BC6193B9BF}" type="datetime1">
              <a:rPr lang="en-IN">
                <a:latin typeface="Century Gothic"/>
              </a:rPr>
              <a:pPr/>
              <a:t>09-08-2023</a:t>
            </a:fld>
            <a:endParaRPr lang="en-IN">
              <a:latin typeface="Century Gothic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A414A-FC3B-4762-BF9B-190CEE0147BD}" type="slidenum">
              <a:rPr lang="en-IN">
                <a:latin typeface="Century Gothic"/>
              </a:rPr>
              <a:pPr/>
              <a:t>29</a:t>
            </a:fld>
            <a:endParaRPr lang="en-IN">
              <a:latin typeface="Century Gothic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135560" y="1052737"/>
            <a:ext cx="3600400" cy="4890865"/>
            <a:chOff x="755576" y="554359"/>
            <a:chExt cx="6168008" cy="4890865"/>
          </a:xfrm>
        </p:grpSpPr>
        <p:pic>
          <p:nvPicPr>
            <p:cNvPr id="3074" name="Picture 2" descr="Doubly Linked List deletion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789" b="16924"/>
            <a:stretch/>
          </p:blipFill>
          <p:spPr bwMode="auto">
            <a:xfrm>
              <a:off x="755576" y="554359"/>
              <a:ext cx="6096000" cy="9304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7" name="Group 6"/>
            <p:cNvGrpSpPr/>
            <p:nvPr/>
          </p:nvGrpSpPr>
          <p:grpSpPr>
            <a:xfrm>
              <a:off x="755576" y="1700808"/>
              <a:ext cx="6168008" cy="3744416"/>
              <a:chOff x="755576" y="1700808"/>
              <a:chExt cx="6168008" cy="3744416"/>
            </a:xfrm>
          </p:grpSpPr>
          <p:pic>
            <p:nvPicPr>
              <p:cNvPr id="3076" name="Picture 4" descr="Doubly Linked List deletion"/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5527" b="13619"/>
              <a:stretch/>
            </p:blipFill>
            <p:spPr bwMode="auto">
              <a:xfrm>
                <a:off x="755576" y="1700808"/>
                <a:ext cx="6096000" cy="88297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078" name="Picture 6" descr="Doubly Linked List deletion"/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4409" b="14737"/>
              <a:stretch/>
            </p:blipFill>
            <p:spPr bwMode="auto">
              <a:xfrm>
                <a:off x="755576" y="2598666"/>
                <a:ext cx="6096000" cy="9743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080" name="Picture 8" descr="Doubly Linked List deletion"/>
              <p:cNvPicPr>
                <a:picLocks noChangeAspect="1" noChangeArrowheads="1"/>
              </p:cNvPicPr>
              <p:nvPr/>
            </p:nvPicPr>
            <p:blipFill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4649" b="12922"/>
              <a:stretch/>
            </p:blipFill>
            <p:spPr bwMode="auto">
              <a:xfrm>
                <a:off x="755576" y="3573016"/>
                <a:ext cx="6096000" cy="89817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082" name="Picture 10" descr="Doubly Linked List deletion"/>
              <p:cNvPicPr>
                <a:picLocks noChangeAspect="1" noChangeArrowheads="1"/>
              </p:cNvPicPr>
              <p:nvPr/>
            </p:nvPicPr>
            <p:blipFill rotWithShape="1"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7516" b="13216"/>
              <a:stretch/>
            </p:blipFill>
            <p:spPr bwMode="auto">
              <a:xfrm>
                <a:off x="827584" y="4655815"/>
                <a:ext cx="6096000" cy="78940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sp>
        <p:nvSpPr>
          <p:cNvPr id="12" name="Content Placeholder 2"/>
          <p:cNvSpPr txBox="1">
            <a:spLocks/>
          </p:cNvSpPr>
          <p:nvPr/>
        </p:nvSpPr>
        <p:spPr>
          <a:xfrm>
            <a:off x="6096000" y="1268760"/>
            <a:ext cx="4032448" cy="4176464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4008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24712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32588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517904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719072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9202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121408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94C600"/>
              </a:buClr>
            </a:pPr>
            <a:r>
              <a:rPr lang="en-IN" sz="1700" i="1" dirty="0">
                <a:solidFill>
                  <a:srgbClr val="3E3D2D"/>
                </a:solidFill>
                <a:latin typeface="Century Gothic"/>
              </a:rPr>
              <a:t>Assign the value of start to </a:t>
            </a:r>
            <a:r>
              <a:rPr lang="en-IN" sz="1700" i="1" dirty="0" err="1">
                <a:solidFill>
                  <a:srgbClr val="3E3D2D"/>
                </a:solidFill>
                <a:latin typeface="Century Gothic"/>
              </a:rPr>
              <a:t>tmp</a:t>
            </a:r>
            <a:r>
              <a:rPr lang="en-IN" sz="1700" i="1" dirty="0">
                <a:solidFill>
                  <a:srgbClr val="3E3D2D"/>
                </a:solidFill>
                <a:latin typeface="Century Gothic"/>
              </a:rPr>
              <a:t> as-</a:t>
            </a:r>
            <a:endParaRPr lang="en-IN" sz="1700" dirty="0">
              <a:solidFill>
                <a:srgbClr val="3E3D2D"/>
              </a:solidFill>
              <a:latin typeface="Century Gothic"/>
            </a:endParaRPr>
          </a:p>
          <a:p>
            <a:pPr marL="68580" indent="0">
              <a:buClr>
                <a:srgbClr val="94C600"/>
              </a:buClr>
              <a:buNone/>
            </a:pPr>
            <a:r>
              <a:rPr lang="en-IN" sz="1700" b="1" i="1" dirty="0">
                <a:solidFill>
                  <a:srgbClr val="3E3D2D"/>
                </a:solidFill>
                <a:latin typeface="Century Gothic"/>
              </a:rPr>
              <a:t>	1)tmp = start;</a:t>
            </a:r>
            <a:endParaRPr lang="en-IN" sz="1700" b="1" dirty="0">
              <a:solidFill>
                <a:srgbClr val="3E3D2D"/>
              </a:solidFill>
              <a:latin typeface="Century Gothic"/>
            </a:endParaRPr>
          </a:p>
        </p:txBody>
      </p:sp>
      <p:sp>
        <p:nvSpPr>
          <p:cNvPr id="13" name="Title 1"/>
          <p:cNvSpPr txBox="1">
            <a:spLocks/>
          </p:cNvSpPr>
          <p:nvPr/>
        </p:nvSpPr>
        <p:spPr>
          <a:xfrm>
            <a:off x="1991544" y="332656"/>
            <a:ext cx="7024744" cy="45712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sz="2000" b="1" dirty="0">
                <a:solidFill>
                  <a:srgbClr val="94C600"/>
                </a:solidFill>
                <a:latin typeface="Century Gothic"/>
              </a:rPr>
              <a:t>Doubly linked list-Deletion at beginning</a:t>
            </a:r>
            <a:endParaRPr lang="en-IN" sz="2000" dirty="0">
              <a:solidFill>
                <a:srgbClr val="94C600"/>
              </a:solidFill>
              <a:latin typeface="Century Gothic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207568" y="971436"/>
            <a:ext cx="288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  <a:latin typeface="Century Gothic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9781946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E12A80-9FB5-48CD-B2C6-5213DD0DF25C}" type="datetime1">
              <a:rPr lang="en-IN">
                <a:latin typeface="Century Gothic"/>
              </a:rPr>
              <a:pPr/>
              <a:t>09-08-2023</a:t>
            </a:fld>
            <a:endParaRPr lang="en-IN">
              <a:latin typeface="Century Gothic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A414A-FC3B-4762-BF9B-190CEE0147BD}" type="slidenum">
              <a:rPr lang="en-IN">
                <a:latin typeface="Century Gothic"/>
              </a:rPr>
              <a:pPr/>
              <a:t>30</a:t>
            </a:fld>
            <a:endParaRPr lang="en-IN">
              <a:latin typeface="Century Gothic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135560" y="1052737"/>
            <a:ext cx="3600400" cy="4890865"/>
            <a:chOff x="755576" y="554359"/>
            <a:chExt cx="6168008" cy="4890865"/>
          </a:xfrm>
        </p:grpSpPr>
        <p:pic>
          <p:nvPicPr>
            <p:cNvPr id="3074" name="Picture 2" descr="Doubly Linked List deletion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789" b="16924"/>
            <a:stretch/>
          </p:blipFill>
          <p:spPr bwMode="auto">
            <a:xfrm>
              <a:off x="755576" y="554359"/>
              <a:ext cx="6096000" cy="9304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7" name="Group 6"/>
            <p:cNvGrpSpPr/>
            <p:nvPr/>
          </p:nvGrpSpPr>
          <p:grpSpPr>
            <a:xfrm>
              <a:off x="755576" y="1700808"/>
              <a:ext cx="6168008" cy="3744416"/>
              <a:chOff x="755576" y="1700808"/>
              <a:chExt cx="6168008" cy="3744416"/>
            </a:xfrm>
          </p:grpSpPr>
          <p:pic>
            <p:nvPicPr>
              <p:cNvPr id="3076" name="Picture 4" descr="Doubly Linked List deletion"/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5527" b="13619"/>
              <a:stretch/>
            </p:blipFill>
            <p:spPr bwMode="auto">
              <a:xfrm>
                <a:off x="755576" y="1700808"/>
                <a:ext cx="6096000" cy="88297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078" name="Picture 6" descr="Doubly Linked List deletion"/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4409" b="14737"/>
              <a:stretch/>
            </p:blipFill>
            <p:spPr bwMode="auto">
              <a:xfrm>
                <a:off x="755576" y="2598666"/>
                <a:ext cx="6096000" cy="9743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080" name="Picture 8" descr="Doubly Linked List deletion"/>
              <p:cNvPicPr>
                <a:picLocks noChangeAspect="1" noChangeArrowheads="1"/>
              </p:cNvPicPr>
              <p:nvPr/>
            </p:nvPicPr>
            <p:blipFill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4649" b="12922"/>
              <a:stretch/>
            </p:blipFill>
            <p:spPr bwMode="auto">
              <a:xfrm>
                <a:off x="755576" y="3573016"/>
                <a:ext cx="6096000" cy="89817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082" name="Picture 10" descr="Doubly Linked List deletion"/>
              <p:cNvPicPr>
                <a:picLocks noChangeAspect="1" noChangeArrowheads="1"/>
              </p:cNvPicPr>
              <p:nvPr/>
            </p:nvPicPr>
            <p:blipFill rotWithShape="1"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7516" b="13216"/>
              <a:stretch/>
            </p:blipFill>
            <p:spPr bwMode="auto">
              <a:xfrm>
                <a:off x="827584" y="4655815"/>
                <a:ext cx="6096000" cy="78940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sp>
        <p:nvSpPr>
          <p:cNvPr id="12" name="Content Placeholder 2"/>
          <p:cNvSpPr txBox="1">
            <a:spLocks/>
          </p:cNvSpPr>
          <p:nvPr/>
        </p:nvSpPr>
        <p:spPr>
          <a:xfrm>
            <a:off x="6096000" y="1268760"/>
            <a:ext cx="4032448" cy="4176464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4008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24712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32588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517904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719072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9202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121408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94C600"/>
              </a:buClr>
            </a:pPr>
            <a:r>
              <a:rPr lang="en-IN" sz="1700" i="1" dirty="0">
                <a:solidFill>
                  <a:srgbClr val="3E3D2D"/>
                </a:solidFill>
                <a:latin typeface="Century Gothic"/>
              </a:rPr>
              <a:t>Now we assign the next part of deleted node to start as-</a:t>
            </a:r>
            <a:endParaRPr lang="en-IN" sz="1700" dirty="0">
              <a:solidFill>
                <a:srgbClr val="3E3D2D"/>
              </a:solidFill>
              <a:latin typeface="Century Gothic"/>
            </a:endParaRPr>
          </a:p>
          <a:p>
            <a:pPr marL="68580" indent="0">
              <a:buClr>
                <a:srgbClr val="94C600"/>
              </a:buClr>
              <a:buNone/>
            </a:pPr>
            <a:r>
              <a:rPr lang="en-IN" sz="1700" b="1" i="1" dirty="0">
                <a:solidFill>
                  <a:srgbClr val="3E3D2D"/>
                </a:solidFill>
                <a:latin typeface="Century Gothic"/>
              </a:rPr>
              <a:t>	2)start=start-&gt;next;</a:t>
            </a:r>
            <a:endParaRPr lang="en-IN" sz="1700" b="1" dirty="0">
              <a:solidFill>
                <a:srgbClr val="3E3D2D"/>
              </a:solidFill>
              <a:latin typeface="Century Gothic"/>
            </a:endParaRPr>
          </a:p>
        </p:txBody>
      </p:sp>
      <p:sp>
        <p:nvSpPr>
          <p:cNvPr id="13" name="Title 1"/>
          <p:cNvSpPr txBox="1">
            <a:spLocks/>
          </p:cNvSpPr>
          <p:nvPr/>
        </p:nvSpPr>
        <p:spPr>
          <a:xfrm>
            <a:off x="1991544" y="332656"/>
            <a:ext cx="7024744" cy="45712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sz="2000" b="1" dirty="0">
                <a:solidFill>
                  <a:srgbClr val="94C600"/>
                </a:solidFill>
                <a:latin typeface="Century Gothic"/>
              </a:rPr>
              <a:t>Doubly linked list-Deletion at beginning</a:t>
            </a:r>
            <a:endParaRPr lang="en-IN" sz="2000" dirty="0">
              <a:solidFill>
                <a:srgbClr val="94C600"/>
              </a:solidFill>
              <a:latin typeface="Century Gothic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668744" y="2727711"/>
            <a:ext cx="288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  <a:latin typeface="Century Gothi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07568" y="971436"/>
            <a:ext cx="288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  <a:latin typeface="Century Gothic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429246913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369391-0530-40E2-A800-9860285E56D3}" type="datetime1">
              <a:rPr lang="en-IN">
                <a:latin typeface="Century Gothic"/>
              </a:rPr>
              <a:pPr/>
              <a:t>09-08-2023</a:t>
            </a:fld>
            <a:endParaRPr lang="en-IN">
              <a:latin typeface="Century Gothic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A414A-FC3B-4762-BF9B-190CEE0147BD}" type="slidenum">
              <a:rPr lang="en-IN">
                <a:latin typeface="Century Gothic"/>
              </a:rPr>
              <a:pPr/>
              <a:t>31</a:t>
            </a:fld>
            <a:endParaRPr lang="en-IN">
              <a:latin typeface="Century Gothic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135560" y="1052737"/>
            <a:ext cx="3600400" cy="4890865"/>
            <a:chOff x="755576" y="554359"/>
            <a:chExt cx="6168008" cy="4890865"/>
          </a:xfrm>
        </p:grpSpPr>
        <p:pic>
          <p:nvPicPr>
            <p:cNvPr id="3074" name="Picture 2" descr="Doubly Linked List deletion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789" b="16924"/>
            <a:stretch/>
          </p:blipFill>
          <p:spPr bwMode="auto">
            <a:xfrm>
              <a:off x="755576" y="554359"/>
              <a:ext cx="6096000" cy="9304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7" name="Group 6"/>
            <p:cNvGrpSpPr/>
            <p:nvPr/>
          </p:nvGrpSpPr>
          <p:grpSpPr>
            <a:xfrm>
              <a:off x="755576" y="1700808"/>
              <a:ext cx="6168008" cy="3744416"/>
              <a:chOff x="755576" y="1700808"/>
              <a:chExt cx="6168008" cy="3744416"/>
            </a:xfrm>
          </p:grpSpPr>
          <p:pic>
            <p:nvPicPr>
              <p:cNvPr id="3076" name="Picture 4" descr="Doubly Linked List deletion"/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5527" b="13619"/>
              <a:stretch/>
            </p:blipFill>
            <p:spPr bwMode="auto">
              <a:xfrm>
                <a:off x="755576" y="1700808"/>
                <a:ext cx="6096000" cy="88297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078" name="Picture 6" descr="Doubly Linked List deletion"/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4409" b="14737"/>
              <a:stretch/>
            </p:blipFill>
            <p:spPr bwMode="auto">
              <a:xfrm>
                <a:off x="755576" y="2598666"/>
                <a:ext cx="6096000" cy="9743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080" name="Picture 8" descr="Doubly Linked List deletion"/>
              <p:cNvPicPr>
                <a:picLocks noChangeAspect="1" noChangeArrowheads="1"/>
              </p:cNvPicPr>
              <p:nvPr/>
            </p:nvPicPr>
            <p:blipFill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4649" b="12922"/>
              <a:stretch/>
            </p:blipFill>
            <p:spPr bwMode="auto">
              <a:xfrm>
                <a:off x="755576" y="3573016"/>
                <a:ext cx="6096000" cy="89817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082" name="Picture 10" descr="Doubly Linked List deletion"/>
              <p:cNvPicPr>
                <a:picLocks noChangeAspect="1" noChangeArrowheads="1"/>
              </p:cNvPicPr>
              <p:nvPr/>
            </p:nvPicPr>
            <p:blipFill rotWithShape="1"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7516" b="13216"/>
              <a:stretch/>
            </p:blipFill>
            <p:spPr bwMode="auto">
              <a:xfrm>
                <a:off x="827584" y="4655815"/>
                <a:ext cx="6096000" cy="78940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sp>
        <p:nvSpPr>
          <p:cNvPr id="12" name="Content Placeholder 2"/>
          <p:cNvSpPr txBox="1">
            <a:spLocks/>
          </p:cNvSpPr>
          <p:nvPr/>
        </p:nvSpPr>
        <p:spPr>
          <a:xfrm>
            <a:off x="6096000" y="1268760"/>
            <a:ext cx="4032448" cy="4176464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4008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24712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32588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517904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719072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9202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121408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94C600"/>
              </a:buClr>
            </a:pPr>
            <a:r>
              <a:rPr lang="en-IN" sz="1700" i="1" dirty="0">
                <a:solidFill>
                  <a:srgbClr val="3E3D2D"/>
                </a:solidFill>
                <a:latin typeface="Century Gothic"/>
              </a:rPr>
              <a:t>Since start points to the first node of linked list, so start-&gt;next will point to the second node of list. </a:t>
            </a:r>
          </a:p>
          <a:p>
            <a:pPr>
              <a:buClr>
                <a:srgbClr val="94C600"/>
              </a:buClr>
            </a:pPr>
            <a:r>
              <a:rPr lang="en-IN" sz="1700" i="1" dirty="0">
                <a:solidFill>
                  <a:srgbClr val="3E3D2D"/>
                </a:solidFill>
                <a:latin typeface="Century Gothic"/>
              </a:rPr>
              <a:t>Then NULL will be assigned to start-&gt;prev. </a:t>
            </a:r>
          </a:p>
          <a:p>
            <a:pPr marL="68580" lvl="8" indent="0">
              <a:buClr>
                <a:srgbClr val="94C600"/>
              </a:buClr>
              <a:buNone/>
            </a:pPr>
            <a:r>
              <a:rPr lang="en-IN" sz="1700" b="1" i="1" dirty="0">
                <a:solidFill>
                  <a:srgbClr val="3E3D2D"/>
                </a:solidFill>
                <a:latin typeface="Century Gothic"/>
              </a:rPr>
              <a:t>                 3)start-&gt;</a:t>
            </a:r>
            <a:r>
              <a:rPr lang="en-IN" sz="1700" b="1" i="1" dirty="0" err="1">
                <a:solidFill>
                  <a:srgbClr val="3E3D2D"/>
                </a:solidFill>
                <a:latin typeface="Century Gothic"/>
              </a:rPr>
              <a:t>prev</a:t>
            </a:r>
            <a:r>
              <a:rPr lang="en-IN" sz="1700" b="1" i="1" dirty="0">
                <a:solidFill>
                  <a:srgbClr val="3E3D2D"/>
                </a:solidFill>
                <a:latin typeface="Century Gothic"/>
              </a:rPr>
              <a:t> = NULL;</a:t>
            </a:r>
            <a:endParaRPr lang="en-IN" sz="1700" b="1" dirty="0">
              <a:solidFill>
                <a:srgbClr val="3E3D2D"/>
              </a:solidFill>
              <a:latin typeface="Century Gothic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927648" y="3491716"/>
            <a:ext cx="288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  <a:latin typeface="Century Gothic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68744" y="2727711"/>
            <a:ext cx="288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  <a:latin typeface="Century Gothic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07568" y="971436"/>
            <a:ext cx="288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  <a:latin typeface="Century Gothic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3613637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CA95C9-906F-4A6E-AB43-658CF9179473}" type="datetime1">
              <a:rPr lang="en-IN">
                <a:latin typeface="Century Gothic"/>
              </a:rPr>
              <a:pPr/>
              <a:t>09-08-2023</a:t>
            </a:fld>
            <a:endParaRPr lang="en-IN">
              <a:latin typeface="Century Gothic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A414A-FC3B-4762-BF9B-190CEE0147BD}" type="slidenum">
              <a:rPr lang="en-IN">
                <a:latin typeface="Century Gothic"/>
              </a:rPr>
              <a:pPr/>
              <a:t>32</a:t>
            </a:fld>
            <a:endParaRPr lang="en-IN">
              <a:latin typeface="Century Gothic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135560" y="1052737"/>
            <a:ext cx="3600400" cy="4890865"/>
            <a:chOff x="755576" y="554359"/>
            <a:chExt cx="6168008" cy="4890865"/>
          </a:xfrm>
        </p:grpSpPr>
        <p:pic>
          <p:nvPicPr>
            <p:cNvPr id="3074" name="Picture 2" descr="Doubly Linked List deletion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789" b="16924"/>
            <a:stretch/>
          </p:blipFill>
          <p:spPr bwMode="auto">
            <a:xfrm>
              <a:off x="755576" y="554359"/>
              <a:ext cx="6096000" cy="9304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7" name="Group 6"/>
            <p:cNvGrpSpPr/>
            <p:nvPr/>
          </p:nvGrpSpPr>
          <p:grpSpPr>
            <a:xfrm>
              <a:off x="755576" y="1700808"/>
              <a:ext cx="6168008" cy="3744416"/>
              <a:chOff x="755576" y="1700808"/>
              <a:chExt cx="6168008" cy="3744416"/>
            </a:xfrm>
          </p:grpSpPr>
          <p:pic>
            <p:nvPicPr>
              <p:cNvPr id="3076" name="Picture 4" descr="Doubly Linked List deletion"/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5527" b="13619"/>
              <a:stretch/>
            </p:blipFill>
            <p:spPr bwMode="auto">
              <a:xfrm>
                <a:off x="755576" y="1700808"/>
                <a:ext cx="6096000" cy="88297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078" name="Picture 6" descr="Doubly Linked List deletion"/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4409" b="14737"/>
              <a:stretch/>
            </p:blipFill>
            <p:spPr bwMode="auto">
              <a:xfrm>
                <a:off x="755576" y="2598666"/>
                <a:ext cx="6096000" cy="9743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080" name="Picture 8" descr="Doubly Linked List deletion"/>
              <p:cNvPicPr>
                <a:picLocks noChangeAspect="1" noChangeArrowheads="1"/>
              </p:cNvPicPr>
              <p:nvPr/>
            </p:nvPicPr>
            <p:blipFill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4649" b="12922"/>
              <a:stretch/>
            </p:blipFill>
            <p:spPr bwMode="auto">
              <a:xfrm>
                <a:off x="755576" y="3573016"/>
                <a:ext cx="6096000" cy="89817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082" name="Picture 10" descr="Doubly Linked List deletion"/>
              <p:cNvPicPr>
                <a:picLocks noChangeAspect="1" noChangeArrowheads="1"/>
              </p:cNvPicPr>
              <p:nvPr/>
            </p:nvPicPr>
            <p:blipFill rotWithShape="1"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7516" b="13216"/>
              <a:stretch/>
            </p:blipFill>
            <p:spPr bwMode="auto">
              <a:xfrm>
                <a:off x="827584" y="4655815"/>
                <a:ext cx="6096000" cy="78940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sp>
        <p:nvSpPr>
          <p:cNvPr id="12" name="Content Placeholder 2"/>
          <p:cNvSpPr txBox="1">
            <a:spLocks/>
          </p:cNvSpPr>
          <p:nvPr/>
        </p:nvSpPr>
        <p:spPr>
          <a:xfrm>
            <a:off x="6096000" y="1268760"/>
            <a:ext cx="4032448" cy="4176464"/>
          </a:xfrm>
          <a:prstGeom prst="rect">
            <a:avLst/>
          </a:prstGeom>
        </p:spPr>
        <p:txBody>
          <a:bodyPr>
            <a:normAutofit/>
          </a:bodyPr>
          <a:lstStyle>
            <a:lvl1pPr marL="34290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4008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24712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32588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517904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719072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9202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121408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94C600"/>
              </a:buClr>
            </a:pPr>
            <a:r>
              <a:rPr lang="en-IN" sz="1700" i="1" dirty="0">
                <a:solidFill>
                  <a:srgbClr val="3E3D2D"/>
                </a:solidFill>
                <a:latin typeface="Century Gothic"/>
              </a:rPr>
              <a:t>Now we should free the node to be deleted which is pointed by tmp.</a:t>
            </a:r>
            <a:endParaRPr lang="en-IN" sz="1700" dirty="0">
              <a:solidFill>
                <a:srgbClr val="3E3D2D"/>
              </a:solidFill>
              <a:latin typeface="Century Gothic"/>
            </a:endParaRPr>
          </a:p>
          <a:p>
            <a:pPr marL="68580" indent="0">
              <a:buClr>
                <a:srgbClr val="94C600"/>
              </a:buClr>
              <a:buNone/>
            </a:pPr>
            <a:r>
              <a:rPr lang="en-IN" sz="1700" b="1" i="1" dirty="0">
                <a:solidFill>
                  <a:srgbClr val="3E3D2D"/>
                </a:solidFill>
                <a:latin typeface="Century Gothic"/>
              </a:rPr>
              <a:t>	4)free( tmp );</a:t>
            </a:r>
            <a:endParaRPr lang="en-IN" sz="1700" b="1" dirty="0">
              <a:solidFill>
                <a:srgbClr val="3E3D2D"/>
              </a:solidFill>
              <a:latin typeface="Century Gothic"/>
            </a:endParaRPr>
          </a:p>
          <a:p>
            <a:pPr marL="1847088" lvl="8" indent="0">
              <a:buClr>
                <a:srgbClr val="94C600"/>
              </a:buClr>
              <a:buNone/>
            </a:pPr>
            <a:endParaRPr lang="en-IN" sz="1800" dirty="0">
              <a:solidFill>
                <a:srgbClr val="3E3D2D"/>
              </a:solidFill>
              <a:latin typeface="Century Gothic"/>
            </a:endParaRPr>
          </a:p>
        </p:txBody>
      </p:sp>
      <p:sp>
        <p:nvSpPr>
          <p:cNvPr id="13" name="Title 1"/>
          <p:cNvSpPr txBox="1">
            <a:spLocks/>
          </p:cNvSpPr>
          <p:nvPr/>
        </p:nvSpPr>
        <p:spPr>
          <a:xfrm>
            <a:off x="1991544" y="332656"/>
            <a:ext cx="7024744" cy="45712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sz="2000" b="1" dirty="0">
                <a:solidFill>
                  <a:srgbClr val="94C600"/>
                </a:solidFill>
                <a:latin typeface="Century Gothic"/>
              </a:rPr>
              <a:t>Doubly linked list-Deletion at beginning</a:t>
            </a:r>
            <a:endParaRPr lang="en-IN" sz="2000" dirty="0">
              <a:solidFill>
                <a:srgbClr val="94C600"/>
              </a:solidFill>
              <a:latin typeface="Century Gothic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668744" y="2727711"/>
            <a:ext cx="288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  <a:latin typeface="Century Gothi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07568" y="971436"/>
            <a:ext cx="288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  <a:latin typeface="Century Gothic"/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7648" y="3491716"/>
            <a:ext cx="288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  <a:latin typeface="Century Gothic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91544" y="4437112"/>
            <a:ext cx="288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  <a:latin typeface="Century Gothic"/>
              </a:rPr>
              <a:t>4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7">
            <p14:nvContentPartPr>
              <p14:cNvPr id="2" name="Ink 1"/>
              <p14:cNvContentPartPr/>
              <p14:nvPr/>
            </p14:nvContentPartPr>
            <p14:xfrm>
              <a:off x="7204080" y="2590200"/>
              <a:ext cx="1044360" cy="176760"/>
            </p14:xfrm>
          </p:contentPart>
        </mc:Choice>
        <mc:Fallback>
          <p:pic>
            <p:nvPicPr>
              <p:cNvPr id="2" name="Ink 1"/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194720" y="2580840"/>
                <a:ext cx="1063080" cy="195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2536700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2FFB74-0752-413F-8387-EC76C630F181}" type="datetime1">
              <a:rPr lang="en-IN">
                <a:latin typeface="Century Gothic"/>
              </a:rPr>
              <a:pPr/>
              <a:t>09-08-2023</a:t>
            </a:fld>
            <a:endParaRPr lang="en-IN">
              <a:latin typeface="Century Gothic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A414A-FC3B-4762-BF9B-190CEE0147BD}" type="slidenum">
              <a:rPr lang="en-IN">
                <a:latin typeface="Century Gothic"/>
              </a:rPr>
              <a:pPr/>
              <a:t>33</a:t>
            </a:fld>
            <a:endParaRPr lang="en-IN">
              <a:latin typeface="Century Gothic"/>
            </a:endParaRPr>
          </a:p>
        </p:txBody>
      </p:sp>
      <p:grpSp>
        <p:nvGrpSpPr>
          <p:cNvPr id="8" name="Group 7"/>
          <p:cNvGrpSpPr/>
          <p:nvPr/>
        </p:nvGrpSpPr>
        <p:grpSpPr>
          <a:xfrm>
            <a:off x="2135560" y="1052737"/>
            <a:ext cx="3600400" cy="4890865"/>
            <a:chOff x="755576" y="554359"/>
            <a:chExt cx="6168008" cy="4890865"/>
          </a:xfrm>
        </p:grpSpPr>
        <p:pic>
          <p:nvPicPr>
            <p:cNvPr id="3074" name="Picture 2" descr="Doubly Linked List deletion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12789" b="16924"/>
            <a:stretch/>
          </p:blipFill>
          <p:spPr bwMode="auto">
            <a:xfrm>
              <a:off x="755576" y="554359"/>
              <a:ext cx="6096000" cy="93042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7" name="Group 6"/>
            <p:cNvGrpSpPr/>
            <p:nvPr/>
          </p:nvGrpSpPr>
          <p:grpSpPr>
            <a:xfrm>
              <a:off x="755576" y="1700808"/>
              <a:ext cx="6168008" cy="3744416"/>
              <a:chOff x="755576" y="1700808"/>
              <a:chExt cx="6168008" cy="3744416"/>
            </a:xfrm>
          </p:grpSpPr>
          <p:pic>
            <p:nvPicPr>
              <p:cNvPr id="3076" name="Picture 4" descr="Doubly Linked List deletion"/>
              <p:cNvPicPr>
                <a:picLocks noChangeAspect="1" noChangeArrowheads="1"/>
              </p:cNvPicPr>
              <p:nvPr/>
            </p:nvPicPr>
            <p:blipFill rotWithShape="1"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5527" b="13619"/>
              <a:stretch/>
            </p:blipFill>
            <p:spPr bwMode="auto">
              <a:xfrm>
                <a:off x="755576" y="1700808"/>
                <a:ext cx="6096000" cy="88297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078" name="Picture 6" descr="Doubly Linked List deletion"/>
              <p:cNvPicPr>
                <a:picLocks noChangeAspect="1" noChangeArrowheads="1"/>
              </p:cNvPicPr>
              <p:nvPr/>
            </p:nvPicPr>
            <p:blipFill rotWithShape="1"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4409" b="14737"/>
              <a:stretch/>
            </p:blipFill>
            <p:spPr bwMode="auto">
              <a:xfrm>
                <a:off x="755576" y="2598666"/>
                <a:ext cx="6096000" cy="97435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080" name="Picture 8" descr="Doubly Linked List deletion"/>
              <p:cNvPicPr>
                <a:picLocks noChangeAspect="1" noChangeArrowheads="1"/>
              </p:cNvPicPr>
              <p:nvPr/>
            </p:nvPicPr>
            <p:blipFill rotWithShape="1"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14649" b="12922"/>
              <a:stretch/>
            </p:blipFill>
            <p:spPr bwMode="auto">
              <a:xfrm>
                <a:off x="755576" y="3573016"/>
                <a:ext cx="6096000" cy="89817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082" name="Picture 10" descr="Doubly Linked List deletion"/>
              <p:cNvPicPr>
                <a:picLocks noChangeAspect="1" noChangeArrowheads="1"/>
              </p:cNvPicPr>
              <p:nvPr/>
            </p:nvPicPr>
            <p:blipFill rotWithShape="1"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t="27516" b="13216"/>
              <a:stretch/>
            </p:blipFill>
            <p:spPr bwMode="auto">
              <a:xfrm>
                <a:off x="827584" y="4655815"/>
                <a:ext cx="6096000" cy="78940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sp>
        <p:nvSpPr>
          <p:cNvPr id="12" name="Content Placeholder 2"/>
          <p:cNvSpPr txBox="1">
            <a:spLocks/>
          </p:cNvSpPr>
          <p:nvPr/>
        </p:nvSpPr>
        <p:spPr>
          <a:xfrm>
            <a:off x="6096000" y="1268760"/>
            <a:ext cx="4032448" cy="4176464"/>
          </a:xfrm>
          <a:prstGeom prst="rect">
            <a:avLst/>
          </a:prstGeom>
        </p:spPr>
        <p:txBody>
          <a:bodyPr>
            <a:normAutofit fontScale="92500"/>
          </a:bodyPr>
          <a:lstStyle>
            <a:lvl1pPr marL="34290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4008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24712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32588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517904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719072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9202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121408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94C600"/>
              </a:buClr>
            </a:pPr>
            <a:r>
              <a:rPr lang="en-IN" sz="1700" i="1" dirty="0">
                <a:solidFill>
                  <a:srgbClr val="3E3D2D"/>
                </a:solidFill>
                <a:latin typeface="Century Gothic"/>
              </a:rPr>
              <a:t>Assign the value of start to </a:t>
            </a:r>
            <a:r>
              <a:rPr lang="en-IN" sz="1700" i="1" dirty="0" err="1">
                <a:solidFill>
                  <a:srgbClr val="3E3D2D"/>
                </a:solidFill>
                <a:latin typeface="Century Gothic"/>
              </a:rPr>
              <a:t>tmp</a:t>
            </a:r>
            <a:r>
              <a:rPr lang="en-IN" sz="1700" i="1" dirty="0">
                <a:solidFill>
                  <a:srgbClr val="3E3D2D"/>
                </a:solidFill>
                <a:latin typeface="Century Gothic"/>
              </a:rPr>
              <a:t> as-</a:t>
            </a:r>
            <a:endParaRPr lang="en-IN" sz="1700" dirty="0">
              <a:solidFill>
                <a:srgbClr val="3E3D2D"/>
              </a:solidFill>
              <a:latin typeface="Century Gothic"/>
            </a:endParaRPr>
          </a:p>
          <a:p>
            <a:pPr marL="68580" indent="0">
              <a:buClr>
                <a:srgbClr val="94C600"/>
              </a:buClr>
              <a:buNone/>
            </a:pPr>
            <a:r>
              <a:rPr lang="en-IN" sz="1700" b="1" i="1" dirty="0">
                <a:solidFill>
                  <a:srgbClr val="3E3D2D"/>
                </a:solidFill>
                <a:latin typeface="Century Gothic"/>
              </a:rPr>
              <a:t>	1)tmp = start;</a:t>
            </a:r>
            <a:endParaRPr lang="en-IN" sz="1700" b="1" dirty="0">
              <a:solidFill>
                <a:srgbClr val="3E3D2D"/>
              </a:solidFill>
              <a:latin typeface="Century Gothic"/>
            </a:endParaRPr>
          </a:p>
          <a:p>
            <a:pPr>
              <a:buClr>
                <a:srgbClr val="94C600"/>
              </a:buClr>
            </a:pPr>
            <a:r>
              <a:rPr lang="en-IN" sz="1700" i="1" dirty="0">
                <a:solidFill>
                  <a:srgbClr val="3E3D2D"/>
                </a:solidFill>
                <a:latin typeface="Century Gothic"/>
              </a:rPr>
              <a:t>Now we assign the next part of deleted node to start as-</a:t>
            </a:r>
            <a:endParaRPr lang="en-IN" sz="1700" dirty="0">
              <a:solidFill>
                <a:srgbClr val="3E3D2D"/>
              </a:solidFill>
              <a:latin typeface="Century Gothic"/>
            </a:endParaRPr>
          </a:p>
          <a:p>
            <a:pPr marL="68580" indent="0">
              <a:buClr>
                <a:srgbClr val="94C600"/>
              </a:buClr>
              <a:buNone/>
            </a:pPr>
            <a:r>
              <a:rPr lang="en-IN" sz="1700" b="1" i="1" dirty="0">
                <a:solidFill>
                  <a:srgbClr val="3E3D2D"/>
                </a:solidFill>
                <a:latin typeface="Century Gothic"/>
              </a:rPr>
              <a:t>	2)start=start-&gt;next;</a:t>
            </a:r>
            <a:endParaRPr lang="en-IN" sz="1700" b="1" dirty="0">
              <a:solidFill>
                <a:srgbClr val="3E3D2D"/>
              </a:solidFill>
              <a:latin typeface="Century Gothic"/>
            </a:endParaRPr>
          </a:p>
          <a:p>
            <a:pPr>
              <a:buClr>
                <a:srgbClr val="94C600"/>
              </a:buClr>
            </a:pPr>
            <a:r>
              <a:rPr lang="en-IN" sz="1700" i="1" dirty="0">
                <a:solidFill>
                  <a:srgbClr val="3E3D2D"/>
                </a:solidFill>
                <a:latin typeface="Century Gothic"/>
              </a:rPr>
              <a:t>Since start points to the first node of linked list, so start-&gt;next will point to the second node of list. </a:t>
            </a:r>
          </a:p>
          <a:p>
            <a:pPr>
              <a:buClr>
                <a:srgbClr val="94C600"/>
              </a:buClr>
            </a:pPr>
            <a:r>
              <a:rPr lang="en-IN" sz="1700" i="1" dirty="0">
                <a:solidFill>
                  <a:srgbClr val="3E3D2D"/>
                </a:solidFill>
                <a:latin typeface="Century Gothic"/>
              </a:rPr>
              <a:t>Then NULL will be assigned to start-&gt;prev. </a:t>
            </a:r>
          </a:p>
          <a:p>
            <a:pPr marL="68580" lvl="8" indent="0">
              <a:buClr>
                <a:srgbClr val="94C600"/>
              </a:buClr>
              <a:buNone/>
            </a:pPr>
            <a:r>
              <a:rPr lang="en-IN" sz="1700" b="1" i="1" dirty="0">
                <a:solidFill>
                  <a:srgbClr val="3E3D2D"/>
                </a:solidFill>
                <a:latin typeface="Century Gothic"/>
              </a:rPr>
              <a:t>                 3)start-&gt;</a:t>
            </a:r>
            <a:r>
              <a:rPr lang="en-IN" sz="1700" b="1" i="1" dirty="0" err="1">
                <a:solidFill>
                  <a:srgbClr val="3E3D2D"/>
                </a:solidFill>
                <a:latin typeface="Century Gothic"/>
              </a:rPr>
              <a:t>prev</a:t>
            </a:r>
            <a:r>
              <a:rPr lang="en-IN" sz="1700" b="1" i="1" dirty="0">
                <a:solidFill>
                  <a:srgbClr val="3E3D2D"/>
                </a:solidFill>
                <a:latin typeface="Century Gothic"/>
              </a:rPr>
              <a:t> = NULL;</a:t>
            </a:r>
            <a:endParaRPr lang="en-IN" sz="1700" b="1" dirty="0">
              <a:solidFill>
                <a:srgbClr val="3E3D2D"/>
              </a:solidFill>
              <a:latin typeface="Century Gothic"/>
            </a:endParaRPr>
          </a:p>
          <a:p>
            <a:pPr>
              <a:buClr>
                <a:srgbClr val="94C600"/>
              </a:buClr>
            </a:pPr>
            <a:r>
              <a:rPr lang="en-IN" sz="1700" i="1" dirty="0">
                <a:solidFill>
                  <a:srgbClr val="3E3D2D"/>
                </a:solidFill>
                <a:latin typeface="Century Gothic"/>
              </a:rPr>
              <a:t>Now we should free the node to be deleted which is pointed by </a:t>
            </a:r>
            <a:r>
              <a:rPr lang="en-IN" sz="1700" i="1" dirty="0" err="1">
                <a:solidFill>
                  <a:srgbClr val="3E3D2D"/>
                </a:solidFill>
                <a:latin typeface="Century Gothic"/>
              </a:rPr>
              <a:t>tmp</a:t>
            </a:r>
            <a:r>
              <a:rPr lang="en-IN" sz="1700" i="1" dirty="0">
                <a:solidFill>
                  <a:srgbClr val="3E3D2D"/>
                </a:solidFill>
                <a:latin typeface="Century Gothic"/>
              </a:rPr>
              <a:t>.</a:t>
            </a:r>
            <a:endParaRPr lang="en-IN" sz="1700" dirty="0">
              <a:solidFill>
                <a:srgbClr val="3E3D2D"/>
              </a:solidFill>
              <a:latin typeface="Century Gothic"/>
            </a:endParaRPr>
          </a:p>
          <a:p>
            <a:pPr marL="68580" indent="0">
              <a:buClr>
                <a:srgbClr val="94C600"/>
              </a:buClr>
              <a:buNone/>
            </a:pPr>
            <a:r>
              <a:rPr lang="en-IN" sz="1700" b="1" i="1" dirty="0">
                <a:solidFill>
                  <a:srgbClr val="3E3D2D"/>
                </a:solidFill>
                <a:latin typeface="Century Gothic"/>
              </a:rPr>
              <a:t>	4)free( tmp );</a:t>
            </a:r>
            <a:endParaRPr lang="en-IN" sz="1700" b="1" dirty="0">
              <a:solidFill>
                <a:srgbClr val="3E3D2D"/>
              </a:solidFill>
              <a:latin typeface="Century Gothic"/>
            </a:endParaRPr>
          </a:p>
          <a:p>
            <a:pPr marL="1847088" lvl="8" indent="0">
              <a:buClr>
                <a:srgbClr val="94C600"/>
              </a:buClr>
              <a:buNone/>
            </a:pPr>
            <a:endParaRPr lang="en-IN" sz="1800" dirty="0">
              <a:solidFill>
                <a:srgbClr val="3E3D2D"/>
              </a:solidFill>
              <a:latin typeface="Century Gothic"/>
            </a:endParaRPr>
          </a:p>
        </p:txBody>
      </p:sp>
      <p:sp>
        <p:nvSpPr>
          <p:cNvPr id="13" name="Title 1"/>
          <p:cNvSpPr txBox="1">
            <a:spLocks/>
          </p:cNvSpPr>
          <p:nvPr/>
        </p:nvSpPr>
        <p:spPr>
          <a:xfrm>
            <a:off x="1991544" y="332656"/>
            <a:ext cx="7024744" cy="457120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sz="2000" b="1" dirty="0">
                <a:solidFill>
                  <a:srgbClr val="94C600"/>
                </a:solidFill>
                <a:latin typeface="Century Gothic"/>
              </a:rPr>
              <a:t>Doubly linked list-Deletion at beginning</a:t>
            </a:r>
            <a:endParaRPr lang="en-IN" sz="2000" dirty="0">
              <a:solidFill>
                <a:srgbClr val="94C600"/>
              </a:solidFill>
              <a:latin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233994298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35561" y="933793"/>
            <a:ext cx="7560839" cy="4419853"/>
          </a:xfrm>
        </p:spPr>
        <p:txBody>
          <a:bodyPr>
            <a:normAutofit/>
          </a:bodyPr>
          <a:lstStyle/>
          <a:p>
            <a:r>
              <a:rPr lang="en-IN" sz="2000" b="1" i="1" dirty="0"/>
              <a:t>Concept-</a:t>
            </a:r>
          </a:p>
          <a:p>
            <a:r>
              <a:rPr lang="en-IN" sz="2000" i="1" dirty="0"/>
              <a:t>We assign the next part of the deleted node to the next part of the previous node </a:t>
            </a:r>
          </a:p>
          <a:p>
            <a:pPr lvl="1"/>
            <a:r>
              <a:rPr lang="en-IN" sz="2000" i="1" dirty="0"/>
              <a:t> address of the previous node to </a:t>
            </a:r>
            <a:r>
              <a:rPr lang="en-IN" sz="2000" i="1" dirty="0" err="1"/>
              <a:t>prev</a:t>
            </a:r>
            <a:r>
              <a:rPr lang="en-IN" sz="2000" i="1" dirty="0"/>
              <a:t> part of next node. </a:t>
            </a:r>
            <a:endParaRPr lang="en-IN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C8EC9F7-AFB7-4EC6-93E4-61615B466874}" type="datetime1">
              <a:rPr lang="en-IN">
                <a:latin typeface="Century Gothic"/>
              </a:rPr>
              <a:pPr/>
              <a:t>09-08-2023</a:t>
            </a:fld>
            <a:endParaRPr lang="en-IN">
              <a:latin typeface="Century Gothic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A414A-FC3B-4762-BF9B-190CEE0147BD}" type="slidenum">
              <a:rPr lang="en-IN">
                <a:latin typeface="Century Gothic"/>
              </a:rPr>
              <a:pPr/>
              <a:t>34</a:t>
            </a:fld>
            <a:endParaRPr lang="en-IN">
              <a:latin typeface="Century Gothic"/>
            </a:endParaRPr>
          </a:p>
        </p:txBody>
      </p:sp>
      <p:sp>
        <p:nvSpPr>
          <p:cNvPr id="7" name="AutoShape 2" descr="https://1.bp.blogspot.com/-QedEwYvpppw/XAi92TVd5WI/AAAAAAAAFbc/rR26Axh1U9oXrVj9r6T_ggLEnukZVnv4wCLcBGAs/s400/New%2BDoc%2B2018-12-04%2B10.16.54_19.jpg"/>
          <p:cNvSpPr>
            <a:spLocks noChangeAspect="1" noChangeArrowheads="1"/>
          </p:cNvSpPr>
          <p:nvPr/>
        </p:nvSpPr>
        <p:spPr bwMode="auto">
          <a:xfrm>
            <a:off x="1679575" y="-647700"/>
            <a:ext cx="3810000" cy="1352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>
              <a:solidFill>
                <a:prstClr val="black"/>
              </a:solidFill>
              <a:latin typeface="Century Gothic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2279576" y="476672"/>
            <a:ext cx="7024744" cy="45712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52500" lnSpcReduction="20000"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b="1" dirty="0">
                <a:solidFill>
                  <a:srgbClr val="94C600"/>
                </a:solidFill>
                <a:latin typeface="Century Gothic"/>
              </a:rPr>
              <a:t>Deletion from doubly linked list-Deletion in between</a:t>
            </a:r>
            <a:endParaRPr lang="en-IN" dirty="0">
              <a:solidFill>
                <a:srgbClr val="94C600"/>
              </a:solidFill>
              <a:latin typeface="Century Gothic"/>
            </a:endParaRP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9576" y="3501008"/>
            <a:ext cx="7024744" cy="28803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/>
              <p14:cNvContentPartPr/>
              <p14:nvPr/>
            </p14:nvContentPartPr>
            <p14:xfrm>
              <a:off x="4478160" y="2777400"/>
              <a:ext cx="1143720" cy="3121560"/>
            </p14:xfrm>
          </p:contentPart>
        </mc:Choice>
        <mc:Fallback>
          <p:pic>
            <p:nvPicPr>
              <p:cNvPr id="2" name="Ink 1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4468800" y="2768040"/>
                <a:ext cx="1162440" cy="3140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5264881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35561" y="933793"/>
            <a:ext cx="7560839" cy="4419853"/>
          </a:xfrm>
        </p:spPr>
        <p:txBody>
          <a:bodyPr>
            <a:normAutofit/>
          </a:bodyPr>
          <a:lstStyle/>
          <a:p>
            <a:pPr marL="2189988" lvl="8" indent="-342900">
              <a:buFont typeface="+mj-lt"/>
              <a:buAutoNum type="arabicParenR"/>
            </a:pPr>
            <a:r>
              <a:rPr lang="en-IN" sz="2000" b="1" i="1" dirty="0"/>
              <a:t>tmp=q-&gt;next;</a:t>
            </a:r>
            <a:endParaRPr lang="en-IN" sz="2000" b="1" dirty="0"/>
          </a:p>
          <a:p>
            <a:r>
              <a:rPr lang="en-IN" sz="2000" i="1" dirty="0"/>
              <a:t>Here q is pointing to the previous node of node to be deleted. </a:t>
            </a:r>
          </a:p>
          <a:p>
            <a:pPr lvl="1"/>
            <a:r>
              <a:rPr lang="en-IN" sz="2000" i="1" dirty="0"/>
              <a:t>After statement 1 </a:t>
            </a:r>
            <a:r>
              <a:rPr lang="en-IN" sz="2000" i="1" dirty="0" err="1"/>
              <a:t>tmp</a:t>
            </a:r>
            <a:r>
              <a:rPr lang="en-IN" sz="2000" i="1" dirty="0"/>
              <a:t> will point to the node to be deleted. </a:t>
            </a:r>
          </a:p>
          <a:p>
            <a:pPr marL="68580" indent="0">
              <a:buNone/>
            </a:pP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AA72F63-831E-49D2-BD98-294C777E2A2C}" type="datetime1">
              <a:rPr lang="en-IN">
                <a:latin typeface="Century Gothic"/>
              </a:rPr>
              <a:pPr/>
              <a:t>09-08-2023</a:t>
            </a:fld>
            <a:endParaRPr lang="en-IN">
              <a:latin typeface="Century Gothic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A414A-FC3B-4762-BF9B-190CEE0147BD}" type="slidenum">
              <a:rPr lang="en-IN">
                <a:latin typeface="Century Gothic"/>
              </a:rPr>
              <a:pPr/>
              <a:t>35</a:t>
            </a:fld>
            <a:endParaRPr lang="en-IN">
              <a:latin typeface="Century Gothic"/>
            </a:endParaRPr>
          </a:p>
        </p:txBody>
      </p:sp>
      <p:sp>
        <p:nvSpPr>
          <p:cNvPr id="7" name="AutoShape 2" descr="https://1.bp.blogspot.com/-QedEwYvpppw/XAi92TVd5WI/AAAAAAAAFbc/rR26Axh1U9oXrVj9r6T_ggLEnukZVnv4wCLcBGAs/s400/New%2BDoc%2B2018-12-04%2B10.16.54_19.jpg"/>
          <p:cNvSpPr>
            <a:spLocks noChangeAspect="1" noChangeArrowheads="1"/>
          </p:cNvSpPr>
          <p:nvPr/>
        </p:nvSpPr>
        <p:spPr bwMode="auto">
          <a:xfrm>
            <a:off x="1679575" y="-647700"/>
            <a:ext cx="3810000" cy="1352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>
              <a:solidFill>
                <a:prstClr val="black"/>
              </a:solidFill>
              <a:latin typeface="Century Gothic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2279576" y="476672"/>
            <a:ext cx="7024744" cy="45712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52500" lnSpcReduction="20000"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b="1" dirty="0">
                <a:solidFill>
                  <a:srgbClr val="94C600"/>
                </a:solidFill>
                <a:latin typeface="Century Gothic"/>
              </a:rPr>
              <a:t>Deletion from doubly linked list-Deletion in between</a:t>
            </a:r>
            <a:endParaRPr lang="en-IN" dirty="0">
              <a:solidFill>
                <a:srgbClr val="94C600"/>
              </a:solidFill>
              <a:latin typeface="Century Gothic"/>
            </a:endParaRP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6776" y="3140968"/>
            <a:ext cx="7024744" cy="26642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6162327" y="4941168"/>
            <a:ext cx="288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  <a:latin typeface="Century Gothic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43612127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35561" y="933793"/>
            <a:ext cx="7560839" cy="4419853"/>
          </a:xfrm>
        </p:spPr>
        <p:txBody>
          <a:bodyPr>
            <a:normAutofit/>
          </a:bodyPr>
          <a:lstStyle/>
          <a:p>
            <a:pPr marL="2189988" lvl="8" indent="-342900">
              <a:buFont typeface="+mj-lt"/>
              <a:buAutoNum type="arabicParenR"/>
            </a:pPr>
            <a:r>
              <a:rPr lang="en-IN" sz="2000" b="1" i="1" dirty="0"/>
              <a:t>tmp=q-&gt;next;</a:t>
            </a:r>
            <a:endParaRPr lang="en-IN" sz="2000" b="1" dirty="0"/>
          </a:p>
          <a:p>
            <a:pPr marL="2189988" lvl="8" indent="-342900">
              <a:buFont typeface="+mj-lt"/>
              <a:buAutoNum type="arabicParenR"/>
            </a:pPr>
            <a:r>
              <a:rPr lang="en-IN" sz="2000" b="1" i="1" dirty="0"/>
              <a:t>q-&gt;next=</a:t>
            </a:r>
            <a:r>
              <a:rPr lang="en-IN" sz="2000" b="1" i="1" dirty="0" err="1"/>
              <a:t>tmp</a:t>
            </a:r>
            <a:r>
              <a:rPr lang="en-IN" sz="2000" b="1" i="1" dirty="0"/>
              <a:t>-&gt;next;</a:t>
            </a:r>
          </a:p>
          <a:p>
            <a:pPr lvl="1"/>
            <a:r>
              <a:rPr lang="en-IN" sz="2000" i="1" dirty="0"/>
              <a:t>After statement 2 next part of previous node will point to next node of the node to be deleted </a:t>
            </a:r>
          </a:p>
          <a:p>
            <a:pPr marL="68580" indent="0">
              <a:buNone/>
            </a:pP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1C4DF-DAAD-4B47-8B47-14C22C8C1584}" type="datetime1">
              <a:rPr lang="en-IN">
                <a:latin typeface="Century Gothic"/>
              </a:rPr>
              <a:pPr/>
              <a:t>09-08-2023</a:t>
            </a:fld>
            <a:endParaRPr lang="en-IN">
              <a:latin typeface="Century Gothic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A414A-FC3B-4762-BF9B-190CEE0147BD}" type="slidenum">
              <a:rPr lang="en-IN">
                <a:latin typeface="Century Gothic"/>
              </a:rPr>
              <a:pPr/>
              <a:t>36</a:t>
            </a:fld>
            <a:endParaRPr lang="en-IN">
              <a:latin typeface="Century Gothic"/>
            </a:endParaRPr>
          </a:p>
        </p:txBody>
      </p:sp>
      <p:sp>
        <p:nvSpPr>
          <p:cNvPr id="7" name="AutoShape 2" descr="https://1.bp.blogspot.com/-QedEwYvpppw/XAi92TVd5WI/AAAAAAAAFbc/rR26Axh1U9oXrVj9r6T_ggLEnukZVnv4wCLcBGAs/s400/New%2BDoc%2B2018-12-04%2B10.16.54_19.jpg"/>
          <p:cNvSpPr>
            <a:spLocks noChangeAspect="1" noChangeArrowheads="1"/>
          </p:cNvSpPr>
          <p:nvPr/>
        </p:nvSpPr>
        <p:spPr bwMode="auto">
          <a:xfrm>
            <a:off x="1679575" y="-647700"/>
            <a:ext cx="3810000" cy="1352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>
              <a:solidFill>
                <a:prstClr val="black"/>
              </a:solidFill>
              <a:latin typeface="Century Gothic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2279576" y="476672"/>
            <a:ext cx="7024744" cy="45712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52500" lnSpcReduction="20000"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b="1" dirty="0">
                <a:solidFill>
                  <a:srgbClr val="94C600"/>
                </a:solidFill>
                <a:latin typeface="Century Gothic"/>
              </a:rPr>
              <a:t>Deletion from doubly linked list-Deletion in between</a:t>
            </a:r>
            <a:endParaRPr lang="en-IN" dirty="0">
              <a:solidFill>
                <a:srgbClr val="94C600"/>
              </a:solidFill>
              <a:latin typeface="Century Gothic"/>
            </a:endParaRPr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9576" y="3140968"/>
            <a:ext cx="7024744" cy="27363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extBox 13"/>
          <p:cNvSpPr txBox="1"/>
          <p:nvPr/>
        </p:nvSpPr>
        <p:spPr>
          <a:xfrm>
            <a:off x="6137180" y="4978334"/>
            <a:ext cx="288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  <a:latin typeface="Century Gothic"/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91948" y="3645024"/>
            <a:ext cx="288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  <a:latin typeface="Century Gothic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91143193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35561" y="933793"/>
            <a:ext cx="7560839" cy="4419853"/>
          </a:xfrm>
        </p:spPr>
        <p:txBody>
          <a:bodyPr>
            <a:normAutofit/>
          </a:bodyPr>
          <a:lstStyle/>
          <a:p>
            <a:pPr marL="2189988" lvl="8" indent="-342900">
              <a:buFont typeface="+mj-lt"/>
              <a:buAutoNum type="arabicParenR"/>
            </a:pPr>
            <a:r>
              <a:rPr lang="en-IN" sz="1800" b="1" i="1" dirty="0"/>
              <a:t>tmp=q-&gt;next;</a:t>
            </a:r>
            <a:endParaRPr lang="en-IN" sz="1800" b="1" dirty="0"/>
          </a:p>
          <a:p>
            <a:pPr marL="2189988" lvl="8" indent="-342900">
              <a:buFont typeface="+mj-lt"/>
              <a:buAutoNum type="arabicParenR"/>
            </a:pPr>
            <a:r>
              <a:rPr lang="en-IN" sz="1800" b="1" i="1" dirty="0"/>
              <a:t>q-&gt;next=</a:t>
            </a:r>
            <a:r>
              <a:rPr lang="en-IN" sz="1800" b="1" i="1" dirty="0" err="1"/>
              <a:t>tmp</a:t>
            </a:r>
            <a:r>
              <a:rPr lang="en-IN" sz="1800" b="1" i="1" dirty="0"/>
              <a:t>-&gt;next;</a:t>
            </a:r>
          </a:p>
          <a:p>
            <a:pPr marL="2189988" lvl="8" indent="-342900">
              <a:buFont typeface="+mj-lt"/>
              <a:buAutoNum type="arabicParenR"/>
            </a:pPr>
            <a:r>
              <a:rPr lang="en-IN" sz="1800" b="1" i="1" dirty="0" err="1"/>
              <a:t>tmp</a:t>
            </a:r>
            <a:r>
              <a:rPr lang="en-IN" sz="1800" b="1" i="1" dirty="0"/>
              <a:t>-&gt;next-&gt;</a:t>
            </a:r>
            <a:r>
              <a:rPr lang="en-IN" sz="1800" b="1" i="1" dirty="0" err="1"/>
              <a:t>prev</a:t>
            </a:r>
            <a:r>
              <a:rPr lang="en-IN" sz="1800" b="1" i="1" dirty="0"/>
              <a:t>=q;</a:t>
            </a:r>
            <a:endParaRPr lang="en-IN" sz="1800" b="1" dirty="0"/>
          </a:p>
          <a:p>
            <a:pPr lvl="1"/>
            <a:r>
              <a:rPr lang="en-IN" sz="1800" i="1" dirty="0"/>
              <a:t>After statement 3 </a:t>
            </a:r>
            <a:r>
              <a:rPr lang="en-IN" sz="1800" i="1" dirty="0" err="1"/>
              <a:t>prev</a:t>
            </a:r>
            <a:r>
              <a:rPr lang="en-IN" sz="1800" i="1" dirty="0"/>
              <a:t> part of next node will point to previous node.</a:t>
            </a:r>
            <a:endParaRPr lang="en-IN" sz="1800" dirty="0"/>
          </a:p>
          <a:p>
            <a:pPr marL="68580" indent="0">
              <a:buNone/>
            </a:pPr>
            <a:endParaRPr lang="en-IN" sz="2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ADF7441-FFEE-4429-BC4E-5E0CBF2825F2}" type="datetime1">
              <a:rPr lang="en-IN">
                <a:latin typeface="Century Gothic"/>
              </a:rPr>
              <a:pPr/>
              <a:t>09-08-2023</a:t>
            </a:fld>
            <a:endParaRPr lang="en-IN">
              <a:latin typeface="Century Gothic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A414A-FC3B-4762-BF9B-190CEE0147BD}" type="slidenum">
              <a:rPr lang="en-IN">
                <a:latin typeface="Century Gothic"/>
              </a:rPr>
              <a:pPr/>
              <a:t>37</a:t>
            </a:fld>
            <a:endParaRPr lang="en-IN">
              <a:latin typeface="Century Gothic"/>
            </a:endParaRPr>
          </a:p>
        </p:txBody>
      </p:sp>
      <p:sp>
        <p:nvSpPr>
          <p:cNvPr id="7" name="AutoShape 2" descr="https://1.bp.blogspot.com/-QedEwYvpppw/XAi92TVd5WI/AAAAAAAAFbc/rR26Axh1U9oXrVj9r6T_ggLEnukZVnv4wCLcBGAs/s400/New%2BDoc%2B2018-12-04%2B10.16.54_19.jpg"/>
          <p:cNvSpPr>
            <a:spLocks noChangeAspect="1" noChangeArrowheads="1"/>
          </p:cNvSpPr>
          <p:nvPr/>
        </p:nvSpPr>
        <p:spPr bwMode="auto">
          <a:xfrm>
            <a:off x="1679575" y="-647700"/>
            <a:ext cx="3810000" cy="1352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>
              <a:solidFill>
                <a:prstClr val="black"/>
              </a:solidFill>
              <a:latin typeface="Century Gothic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2279576" y="476672"/>
            <a:ext cx="7024744" cy="45712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52500" lnSpcReduction="20000"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b="1" dirty="0">
                <a:solidFill>
                  <a:srgbClr val="94C600"/>
                </a:solidFill>
                <a:latin typeface="Century Gothic"/>
              </a:rPr>
              <a:t>Deletion from doubly linked list-Deletion in between</a:t>
            </a:r>
            <a:endParaRPr lang="en-IN" dirty="0">
              <a:solidFill>
                <a:srgbClr val="94C600"/>
              </a:solidFill>
              <a:latin typeface="Century Gothic"/>
            </a:endParaRP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9576" y="3212976"/>
            <a:ext cx="7024744" cy="316835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Box 9"/>
          <p:cNvSpPr txBox="1"/>
          <p:nvPr/>
        </p:nvSpPr>
        <p:spPr>
          <a:xfrm>
            <a:off x="2207568" y="971436"/>
            <a:ext cx="288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  <a:latin typeface="Century Gothic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91948" y="3851756"/>
            <a:ext cx="288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  <a:latin typeface="Century Gothic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137180" y="5482390"/>
            <a:ext cx="288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  <a:latin typeface="Century Gothic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35960" y="3140968"/>
            <a:ext cx="288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  <a:latin typeface="Century Gothic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83439995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35561" y="933793"/>
            <a:ext cx="7560839" cy="4419853"/>
          </a:xfrm>
        </p:spPr>
        <p:txBody>
          <a:bodyPr>
            <a:normAutofit/>
          </a:bodyPr>
          <a:lstStyle/>
          <a:p>
            <a:pPr marL="2189988" lvl="8" indent="-342900">
              <a:buFont typeface="+mj-lt"/>
              <a:buAutoNum type="arabicParenR"/>
            </a:pPr>
            <a:r>
              <a:rPr lang="en-IN" sz="1800" b="1" i="1" dirty="0"/>
              <a:t>tmp=q-&gt;next;</a:t>
            </a:r>
            <a:endParaRPr lang="en-IN" sz="1800" b="1" dirty="0"/>
          </a:p>
          <a:p>
            <a:pPr marL="2189988" lvl="8" indent="-342900">
              <a:buFont typeface="+mj-lt"/>
              <a:buAutoNum type="arabicParenR"/>
            </a:pPr>
            <a:r>
              <a:rPr lang="en-IN" sz="1800" b="1" i="1" dirty="0"/>
              <a:t>q-&gt;next=</a:t>
            </a:r>
            <a:r>
              <a:rPr lang="en-IN" sz="1800" b="1" i="1" dirty="0" err="1"/>
              <a:t>tmp</a:t>
            </a:r>
            <a:r>
              <a:rPr lang="en-IN" sz="1800" b="1" i="1" dirty="0"/>
              <a:t>-&gt;next;</a:t>
            </a:r>
          </a:p>
          <a:p>
            <a:pPr marL="2189988" lvl="8" indent="-342900">
              <a:buFont typeface="+mj-lt"/>
              <a:buAutoNum type="arabicParenR"/>
            </a:pPr>
            <a:r>
              <a:rPr lang="en-IN" sz="1800" b="1" i="1" dirty="0" err="1"/>
              <a:t>tmp</a:t>
            </a:r>
            <a:r>
              <a:rPr lang="en-IN" sz="1800" b="1" i="1" dirty="0"/>
              <a:t>-&gt;next-&gt;</a:t>
            </a:r>
            <a:r>
              <a:rPr lang="en-IN" sz="1800" b="1" i="1" dirty="0" err="1"/>
              <a:t>prev</a:t>
            </a:r>
            <a:r>
              <a:rPr lang="en-IN" sz="1800" b="1" i="1" dirty="0"/>
              <a:t>=q;</a:t>
            </a:r>
            <a:endParaRPr lang="en-IN" sz="1800" b="1" dirty="0"/>
          </a:p>
          <a:p>
            <a:pPr marL="2189988" lvl="8" indent="-342900">
              <a:buFont typeface="+mj-lt"/>
              <a:buAutoNum type="arabicParenR"/>
            </a:pPr>
            <a:r>
              <a:rPr lang="en-IN" sz="1800" b="1" i="1" dirty="0"/>
              <a:t>free(</a:t>
            </a:r>
            <a:r>
              <a:rPr lang="en-IN" sz="1800" b="1" i="1" dirty="0" err="1"/>
              <a:t>tmp</a:t>
            </a:r>
            <a:r>
              <a:rPr lang="en-IN" sz="1800" b="1" i="1" dirty="0"/>
              <a:t>);</a:t>
            </a:r>
            <a:endParaRPr lang="en-IN" sz="1800" b="1" dirty="0"/>
          </a:p>
          <a:p>
            <a:r>
              <a:rPr lang="en-IN" sz="1800" i="1" dirty="0"/>
              <a:t>Here q is pointing to the previous node of node to be deleted. </a:t>
            </a:r>
          </a:p>
          <a:p>
            <a:pPr lvl="1"/>
            <a:r>
              <a:rPr lang="en-IN" sz="1800" i="1" dirty="0"/>
              <a:t>After statement 1 </a:t>
            </a:r>
            <a:r>
              <a:rPr lang="en-IN" sz="1800" i="1" dirty="0" err="1"/>
              <a:t>tmp</a:t>
            </a:r>
            <a:r>
              <a:rPr lang="en-IN" sz="1800" i="1" dirty="0"/>
              <a:t> will point to the node to be deleted. </a:t>
            </a:r>
          </a:p>
          <a:p>
            <a:pPr lvl="1"/>
            <a:r>
              <a:rPr lang="en-IN" sz="1800" i="1" dirty="0"/>
              <a:t>After statement 2 next part of previous node will point to next node of the node to be deleted </a:t>
            </a:r>
          </a:p>
          <a:p>
            <a:pPr lvl="1"/>
            <a:r>
              <a:rPr lang="en-IN" sz="1800" i="1" dirty="0"/>
              <a:t>After statement 3 </a:t>
            </a:r>
            <a:r>
              <a:rPr lang="en-IN" sz="1800" i="1" dirty="0" err="1"/>
              <a:t>prev</a:t>
            </a:r>
            <a:r>
              <a:rPr lang="en-IN" sz="1800" i="1" dirty="0"/>
              <a:t> part of next node will point to previous node.</a:t>
            </a:r>
            <a:endParaRPr lang="en-IN" sz="1800" dirty="0"/>
          </a:p>
          <a:p>
            <a:pPr marL="68580" indent="0">
              <a:buNone/>
            </a:pPr>
            <a:endParaRPr lang="en-IN" sz="2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8AF141-F080-41E6-9E32-E016FA741ED4}" type="datetime1">
              <a:rPr lang="en-IN">
                <a:latin typeface="Century Gothic"/>
              </a:rPr>
              <a:pPr/>
              <a:t>09-08-2023</a:t>
            </a:fld>
            <a:endParaRPr lang="en-IN">
              <a:latin typeface="Century Gothic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A414A-FC3B-4762-BF9B-190CEE0147BD}" type="slidenum">
              <a:rPr lang="en-IN">
                <a:latin typeface="Century Gothic"/>
              </a:rPr>
              <a:pPr/>
              <a:t>38</a:t>
            </a:fld>
            <a:endParaRPr lang="en-IN">
              <a:latin typeface="Century Gothic"/>
            </a:endParaRPr>
          </a:p>
        </p:txBody>
      </p:sp>
      <p:sp>
        <p:nvSpPr>
          <p:cNvPr id="7" name="AutoShape 2" descr="https://1.bp.blogspot.com/-QedEwYvpppw/XAi92TVd5WI/AAAAAAAAFbc/rR26Axh1U9oXrVj9r6T_ggLEnukZVnv4wCLcBGAs/s400/New%2BDoc%2B2018-12-04%2B10.16.54_19.jpg"/>
          <p:cNvSpPr>
            <a:spLocks noChangeAspect="1" noChangeArrowheads="1"/>
          </p:cNvSpPr>
          <p:nvPr/>
        </p:nvSpPr>
        <p:spPr bwMode="auto">
          <a:xfrm>
            <a:off x="1679575" y="-647700"/>
            <a:ext cx="3810000" cy="13525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>
              <a:solidFill>
                <a:prstClr val="black"/>
              </a:solidFill>
              <a:latin typeface="Century Gothic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2279576" y="476672"/>
            <a:ext cx="7024744" cy="45712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52500" lnSpcReduction="20000"/>
          </a:bodyPr>
          <a:lstStyle>
            <a:lvl1pPr algn="l" defTabSz="914400" rtl="0" eaLnBrk="1" latinLnBrk="0" hangingPunct="1">
              <a:spcBef>
                <a:spcPct val="0"/>
              </a:spcBef>
              <a:buNone/>
              <a:defRPr sz="4000" kern="1200">
                <a:solidFill>
                  <a:schemeClr val="accent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IN" b="1" dirty="0">
                <a:solidFill>
                  <a:srgbClr val="94C600"/>
                </a:solidFill>
                <a:latin typeface="Century Gothic"/>
              </a:rPr>
              <a:t>Deletion from doubly linked list-Deletion in between</a:t>
            </a:r>
            <a:endParaRPr lang="en-IN" dirty="0">
              <a:solidFill>
                <a:srgbClr val="94C600"/>
              </a:solidFill>
              <a:latin typeface="Century Gothic"/>
            </a:endParaRP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9576" y="4941168"/>
            <a:ext cx="7024744" cy="14401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/>
              <p14:cNvContentPartPr/>
              <p14:nvPr/>
            </p14:nvContentPartPr>
            <p14:xfrm>
              <a:off x="3921240" y="2010960"/>
              <a:ext cx="498960" cy="296280"/>
            </p14:xfrm>
          </p:contentPart>
        </mc:Choice>
        <mc:Fallback>
          <p:pic>
            <p:nvPicPr>
              <p:cNvPr id="2" name="Ink 1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911880" y="2001600"/>
                <a:ext cx="517680" cy="315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01570672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3552" y="476672"/>
            <a:ext cx="7344934" cy="601136"/>
          </a:xfrm>
        </p:spPr>
        <p:txBody>
          <a:bodyPr>
            <a:normAutofit/>
          </a:bodyPr>
          <a:lstStyle/>
          <a:p>
            <a:r>
              <a:rPr lang="en-IN" sz="2400" b="1" dirty="0"/>
              <a:t>Doubly linked list-Deletion of last node</a:t>
            </a:r>
            <a:endParaRPr lang="en-IN" sz="24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95601" y="1412776"/>
            <a:ext cx="6777317" cy="4896544"/>
          </a:xfrm>
        </p:spPr>
        <p:txBody>
          <a:bodyPr>
            <a:normAutofit/>
          </a:bodyPr>
          <a:lstStyle/>
          <a:p>
            <a:pPr marL="68580" indent="0">
              <a:buNone/>
            </a:pPr>
            <a:r>
              <a:rPr lang="en-IN" sz="2000" b="1" i="1" dirty="0"/>
              <a:t>Concept-</a:t>
            </a:r>
          </a:p>
          <a:p>
            <a:r>
              <a:rPr lang="en-IN" sz="2000" i="1" dirty="0"/>
              <a:t>If node to be deleted is last node of doubly linked list then </a:t>
            </a:r>
          </a:p>
          <a:p>
            <a:pPr lvl="1"/>
            <a:r>
              <a:rPr lang="en-IN" sz="2000" i="1" dirty="0"/>
              <a:t>we will just free the last node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9FFBFBE-414B-44F2-90E3-0441C7B9F6BE}" type="datetime1">
              <a:rPr lang="en-IN">
                <a:latin typeface="Century Gothic"/>
              </a:rPr>
              <a:pPr/>
              <a:t>09-08-2023</a:t>
            </a:fld>
            <a:endParaRPr lang="en-IN">
              <a:latin typeface="Century Gothic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A414A-FC3B-4762-BF9B-190CEE0147BD}" type="slidenum">
              <a:rPr lang="en-IN">
                <a:latin typeface="Century Gothic"/>
              </a:rPr>
              <a:pPr/>
              <a:t>39</a:t>
            </a:fld>
            <a:endParaRPr lang="en-IN">
              <a:latin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376944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3552" y="476672"/>
            <a:ext cx="7344934" cy="601136"/>
          </a:xfrm>
        </p:spPr>
        <p:txBody>
          <a:bodyPr>
            <a:normAutofit/>
          </a:bodyPr>
          <a:lstStyle/>
          <a:p>
            <a:r>
              <a:rPr lang="en-IN" sz="2400" b="1" dirty="0"/>
              <a:t>Doubly linked list-Deletion of last node</a:t>
            </a:r>
            <a:endParaRPr lang="en-IN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4EB6E5-B43D-49FD-A813-74619BAD4F57}" type="datetime1">
              <a:rPr lang="en-IN">
                <a:latin typeface="Century Gothic"/>
              </a:rPr>
              <a:pPr/>
              <a:t>09-08-2023</a:t>
            </a:fld>
            <a:endParaRPr lang="en-IN">
              <a:latin typeface="Century Gothic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A414A-FC3B-4762-BF9B-190CEE0147BD}" type="slidenum">
              <a:rPr lang="en-IN">
                <a:latin typeface="Century Gothic"/>
              </a:rPr>
              <a:pPr/>
              <a:t>40</a:t>
            </a:fld>
            <a:endParaRPr lang="en-IN">
              <a:latin typeface="Century Gothic"/>
            </a:endParaRPr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50" b="1"/>
          <a:stretch/>
        </p:blipFill>
        <p:spPr bwMode="auto">
          <a:xfrm>
            <a:off x="1991544" y="2204865"/>
            <a:ext cx="3456000" cy="86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5171" y="1196780"/>
            <a:ext cx="3456000" cy="10080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7" name="Picture 7" descr="Doubly Linked List deletion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1544" y="4005064"/>
            <a:ext cx="3456000" cy="1243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9" name="Picture 9" descr="Doubly Linked List deletion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4567" y="3068960"/>
            <a:ext cx="3456000" cy="950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Content Placeholder 2"/>
          <p:cNvSpPr txBox="1">
            <a:spLocks/>
          </p:cNvSpPr>
          <p:nvPr/>
        </p:nvSpPr>
        <p:spPr>
          <a:xfrm>
            <a:off x="5727396" y="1096138"/>
            <a:ext cx="4473061" cy="4896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4008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24712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32588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517904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719072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9202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121408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47088" lvl="8" indent="0">
              <a:buClr>
                <a:srgbClr val="94C600"/>
              </a:buClr>
              <a:buNone/>
            </a:pPr>
            <a:r>
              <a:rPr lang="en-IN" sz="2000" b="1" i="1" dirty="0">
                <a:solidFill>
                  <a:srgbClr val="3E3D2D"/>
                </a:solidFill>
                <a:latin typeface="Century Gothic"/>
              </a:rPr>
              <a:t>1) tmp=q-&gt;next;</a:t>
            </a:r>
            <a:endParaRPr lang="en-IN" sz="2000" b="1" dirty="0">
              <a:solidFill>
                <a:srgbClr val="3E3D2D"/>
              </a:solidFill>
              <a:latin typeface="Century Gothic"/>
            </a:endParaRPr>
          </a:p>
          <a:p>
            <a:pPr>
              <a:buClr>
                <a:srgbClr val="94C600"/>
              </a:buClr>
            </a:pPr>
            <a:r>
              <a:rPr lang="en-IN" sz="2000" i="1" dirty="0">
                <a:solidFill>
                  <a:srgbClr val="3E3D2D"/>
                </a:solidFill>
                <a:latin typeface="Century Gothic"/>
              </a:rPr>
              <a:t>Here q is second last node</a:t>
            </a:r>
          </a:p>
          <a:p>
            <a:pPr>
              <a:buClr>
                <a:srgbClr val="94C600"/>
              </a:buClr>
            </a:pPr>
            <a:r>
              <a:rPr lang="en-IN" sz="2000" i="1" dirty="0">
                <a:solidFill>
                  <a:srgbClr val="3E3D2D"/>
                </a:solidFill>
                <a:latin typeface="Century Gothic"/>
              </a:rPr>
              <a:t>After statement 1,  </a:t>
            </a:r>
            <a:r>
              <a:rPr lang="en-IN" sz="2000" i="1" dirty="0" err="1">
                <a:solidFill>
                  <a:srgbClr val="3E3D2D"/>
                </a:solidFill>
                <a:latin typeface="Century Gothic"/>
              </a:rPr>
              <a:t>tmp</a:t>
            </a:r>
            <a:r>
              <a:rPr lang="en-IN" sz="2000" i="1" dirty="0">
                <a:solidFill>
                  <a:srgbClr val="3E3D2D"/>
                </a:solidFill>
                <a:latin typeface="Century Gothic"/>
              </a:rPr>
              <a:t> will point to last node</a:t>
            </a:r>
          </a:p>
          <a:p>
            <a:pPr>
              <a:buClr>
                <a:srgbClr val="94C600"/>
              </a:buClr>
            </a:pPr>
            <a:endParaRPr lang="en-IN" sz="1800" dirty="0">
              <a:solidFill>
                <a:srgbClr val="3E3D2D"/>
              </a:solidFill>
              <a:latin typeface="Century Gothic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799856" y="1096138"/>
            <a:ext cx="288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  <a:latin typeface="Century Gothic"/>
              </a:rPr>
              <a:t>1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3" name="Ink 2"/>
              <p14:cNvContentPartPr/>
              <p14:nvPr/>
            </p14:nvContentPartPr>
            <p14:xfrm>
              <a:off x="4042200" y="1116360"/>
              <a:ext cx="321840" cy="366480"/>
            </p14:xfrm>
          </p:contentPart>
        </mc:Choice>
        <mc:Fallback>
          <p:pic>
            <p:nvPicPr>
              <p:cNvPr id="3" name="Ink 2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032840" y="1107000"/>
                <a:ext cx="340560" cy="38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7" name="Ink 6"/>
              <p14:cNvContentPartPr/>
              <p14:nvPr/>
            </p14:nvContentPartPr>
            <p14:xfrm>
              <a:off x="3845280" y="498600"/>
              <a:ext cx="5483160" cy="1511640"/>
            </p14:xfrm>
          </p:contentPart>
        </mc:Choice>
        <mc:Fallback>
          <p:pic>
            <p:nvPicPr>
              <p:cNvPr id="7" name="Ink 6"/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835920" y="489240"/>
                <a:ext cx="5501880" cy="1530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23748040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3552" y="476672"/>
            <a:ext cx="7344934" cy="601136"/>
          </a:xfrm>
        </p:spPr>
        <p:txBody>
          <a:bodyPr>
            <a:normAutofit/>
          </a:bodyPr>
          <a:lstStyle/>
          <a:p>
            <a:r>
              <a:rPr lang="en-IN" sz="2400" b="1" dirty="0"/>
              <a:t>Doubly linked list-Deletion of last node</a:t>
            </a:r>
            <a:endParaRPr lang="en-IN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61D01F-5E21-4834-9B5A-288969DFE1B4}" type="datetime1">
              <a:rPr lang="en-IN">
                <a:latin typeface="Century Gothic"/>
              </a:rPr>
              <a:pPr/>
              <a:t>09-08-2023</a:t>
            </a:fld>
            <a:endParaRPr lang="en-IN">
              <a:latin typeface="Century Gothic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A414A-FC3B-4762-BF9B-190CEE0147BD}" type="slidenum">
              <a:rPr lang="en-IN">
                <a:latin typeface="Century Gothic"/>
              </a:rPr>
              <a:pPr/>
              <a:t>41</a:t>
            </a:fld>
            <a:endParaRPr lang="en-IN">
              <a:latin typeface="Century Gothic"/>
            </a:endParaRPr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50" b="1"/>
          <a:stretch/>
        </p:blipFill>
        <p:spPr bwMode="auto">
          <a:xfrm>
            <a:off x="2076789" y="3112373"/>
            <a:ext cx="3456000" cy="86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5171" y="1196780"/>
            <a:ext cx="3456000" cy="10080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7" name="Picture 7" descr="Doubly Linked List deletion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1544" y="4005064"/>
            <a:ext cx="3456000" cy="1243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9" name="Picture 9" descr="Doubly Linked List deletion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4567" y="2204864"/>
            <a:ext cx="3456000" cy="950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Content Placeholder 2"/>
          <p:cNvSpPr txBox="1">
            <a:spLocks/>
          </p:cNvSpPr>
          <p:nvPr/>
        </p:nvSpPr>
        <p:spPr>
          <a:xfrm>
            <a:off x="5727396" y="1096138"/>
            <a:ext cx="4473061" cy="4896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4008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24712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32588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517904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719072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9202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121408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847088" lvl="8" indent="0">
              <a:buClr>
                <a:srgbClr val="94C600"/>
              </a:buClr>
              <a:buNone/>
            </a:pPr>
            <a:r>
              <a:rPr lang="en-IN" sz="2000" b="1" i="1" dirty="0">
                <a:solidFill>
                  <a:srgbClr val="3E3D2D"/>
                </a:solidFill>
                <a:latin typeface="Century Gothic"/>
              </a:rPr>
              <a:t>2) free(tmp);</a:t>
            </a:r>
            <a:endParaRPr lang="en-IN" sz="2000" b="1" dirty="0">
              <a:solidFill>
                <a:srgbClr val="3E3D2D"/>
              </a:solidFill>
              <a:latin typeface="Century Gothic"/>
            </a:endParaRPr>
          </a:p>
          <a:p>
            <a:pPr>
              <a:buClr>
                <a:srgbClr val="94C600"/>
              </a:buClr>
            </a:pPr>
            <a:r>
              <a:rPr lang="en-IN" sz="2000" i="1" dirty="0">
                <a:solidFill>
                  <a:srgbClr val="3E3D2D"/>
                </a:solidFill>
                <a:latin typeface="Century Gothic"/>
              </a:rPr>
              <a:t>After statement 2, last node will be deleted</a:t>
            </a:r>
            <a:endParaRPr lang="en-IN" sz="2000" dirty="0">
              <a:solidFill>
                <a:srgbClr val="3E3D2D"/>
              </a:solidFill>
              <a:latin typeface="Century Gothic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799856" y="1096138"/>
            <a:ext cx="288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  <a:latin typeface="Century Gothic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83379" y="2495648"/>
            <a:ext cx="288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  <a:latin typeface="Century Gothic"/>
              </a:rPr>
              <a:t>2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3" name="Ink 2"/>
              <p14:cNvContentPartPr/>
              <p14:nvPr/>
            </p14:nvContentPartPr>
            <p14:xfrm>
              <a:off x="8159880" y="1458720"/>
              <a:ext cx="646560" cy="68400"/>
            </p14:xfrm>
          </p:contentPart>
        </mc:Choice>
        <mc:Fallback>
          <p:pic>
            <p:nvPicPr>
              <p:cNvPr id="3" name="Ink 2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8150520" y="1449360"/>
                <a:ext cx="665280" cy="871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4309834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3552" y="476672"/>
            <a:ext cx="7344934" cy="601136"/>
          </a:xfrm>
        </p:spPr>
        <p:txBody>
          <a:bodyPr>
            <a:normAutofit/>
          </a:bodyPr>
          <a:lstStyle/>
          <a:p>
            <a:r>
              <a:rPr lang="en-IN" sz="2400" b="1" dirty="0"/>
              <a:t>Doubly linked list-Deletion of last node</a:t>
            </a:r>
            <a:endParaRPr lang="en-IN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1B5E3-EBDA-4007-AECA-59042E3E0A96}" type="datetime1">
              <a:rPr lang="en-IN">
                <a:latin typeface="Century Gothic"/>
              </a:rPr>
              <a:pPr/>
              <a:t>09-08-2023</a:t>
            </a:fld>
            <a:endParaRPr lang="en-IN">
              <a:latin typeface="Century Gothic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A414A-FC3B-4762-BF9B-190CEE0147BD}" type="slidenum">
              <a:rPr lang="en-IN">
                <a:latin typeface="Century Gothic"/>
              </a:rPr>
              <a:pPr/>
              <a:t>42</a:t>
            </a:fld>
            <a:endParaRPr lang="en-IN">
              <a:latin typeface="Century Gothic"/>
            </a:endParaRPr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50" b="1"/>
          <a:stretch/>
        </p:blipFill>
        <p:spPr bwMode="auto">
          <a:xfrm>
            <a:off x="2076789" y="3112373"/>
            <a:ext cx="3456000" cy="86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5171" y="1196780"/>
            <a:ext cx="3456000" cy="10080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7" name="Picture 7" descr="Doubly Linked List deletion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91544" y="4005064"/>
            <a:ext cx="3456000" cy="1243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9" name="Picture 9" descr="Doubly Linked List deletion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4567" y="2204864"/>
            <a:ext cx="3456000" cy="950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Content Placeholder 2"/>
          <p:cNvSpPr txBox="1">
            <a:spLocks/>
          </p:cNvSpPr>
          <p:nvPr/>
        </p:nvSpPr>
        <p:spPr>
          <a:xfrm>
            <a:off x="5727396" y="1096138"/>
            <a:ext cx="4473061" cy="4896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4008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24712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32588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517904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719072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9202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121408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94C600"/>
              </a:buClr>
            </a:pPr>
            <a:r>
              <a:rPr lang="en-IN" sz="1800" i="1" dirty="0">
                <a:solidFill>
                  <a:srgbClr val="3E3D2D"/>
                </a:solidFill>
                <a:latin typeface="Century Gothic"/>
              </a:rPr>
              <a:t>Next part of second last node </a:t>
            </a:r>
            <a:r>
              <a:rPr lang="en-IN" sz="1800" i="1" dirty="0" err="1">
                <a:solidFill>
                  <a:srgbClr val="3E3D2D"/>
                </a:solidFill>
                <a:latin typeface="Century Gothic"/>
              </a:rPr>
              <a:t>i.e</a:t>
            </a:r>
            <a:r>
              <a:rPr lang="en-IN" sz="1800" i="1" dirty="0">
                <a:solidFill>
                  <a:srgbClr val="3E3D2D"/>
                </a:solidFill>
                <a:latin typeface="Century Gothic"/>
              </a:rPr>
              <a:t> q will be NULL.</a:t>
            </a:r>
            <a:endParaRPr lang="en-IN" sz="1800" dirty="0">
              <a:solidFill>
                <a:srgbClr val="3E3D2D"/>
              </a:solidFill>
              <a:latin typeface="Century Gothic"/>
            </a:endParaRPr>
          </a:p>
          <a:p>
            <a:pPr marL="1847088" lvl="8" indent="0">
              <a:buClr>
                <a:srgbClr val="94C600"/>
              </a:buClr>
              <a:buNone/>
            </a:pPr>
            <a:r>
              <a:rPr lang="en-IN" sz="1800" b="1" i="1" dirty="0">
                <a:solidFill>
                  <a:srgbClr val="3E3D2D"/>
                </a:solidFill>
                <a:latin typeface="Century Gothic"/>
              </a:rPr>
              <a:t>3) q-&gt;next=NULL;</a:t>
            </a:r>
            <a:endParaRPr lang="en-IN" sz="1800" b="1" dirty="0">
              <a:solidFill>
                <a:srgbClr val="3E3D2D"/>
              </a:solidFill>
              <a:latin typeface="Century Gothic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4799856" y="1096138"/>
            <a:ext cx="288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  <a:latin typeface="Century Gothic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83379" y="2495648"/>
            <a:ext cx="288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  <a:latin typeface="Century Gothic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5800" y="2987660"/>
            <a:ext cx="2880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FF0000"/>
                </a:solidFill>
                <a:latin typeface="Century Gothic"/>
              </a:rPr>
              <a:t>3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3" name="Ink 2"/>
              <p14:cNvContentPartPr/>
              <p14:nvPr/>
            </p14:nvContentPartPr>
            <p14:xfrm>
              <a:off x="3969480" y="1238040"/>
              <a:ext cx="4831560" cy="2487600"/>
            </p14:xfrm>
          </p:contentPart>
        </mc:Choice>
        <mc:Fallback>
          <p:pic>
            <p:nvPicPr>
              <p:cNvPr id="3" name="Ink 2"/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960120" y="1228680"/>
                <a:ext cx="4850280" cy="2506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50306401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63552" y="476672"/>
            <a:ext cx="7344934" cy="601136"/>
          </a:xfrm>
        </p:spPr>
        <p:txBody>
          <a:bodyPr>
            <a:normAutofit/>
          </a:bodyPr>
          <a:lstStyle/>
          <a:p>
            <a:r>
              <a:rPr lang="en-IN" sz="2400" b="1" dirty="0"/>
              <a:t>Doubly linked list-Deletion of last node</a:t>
            </a:r>
            <a:endParaRPr lang="en-IN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75B8C4-A4FE-4734-B7D5-A73AB89D563A}" type="datetime1">
              <a:rPr lang="en-IN">
                <a:latin typeface="Century Gothic"/>
              </a:rPr>
              <a:pPr/>
              <a:t>09-08-2023</a:t>
            </a:fld>
            <a:endParaRPr lang="en-IN">
              <a:latin typeface="Century Gothic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A414A-FC3B-4762-BF9B-190CEE0147BD}" type="slidenum">
              <a:rPr lang="en-IN">
                <a:latin typeface="Century Gothic"/>
              </a:rPr>
              <a:pPr/>
              <a:t>43</a:t>
            </a:fld>
            <a:endParaRPr lang="en-IN">
              <a:latin typeface="Century Gothic"/>
            </a:endParaRPr>
          </a:p>
        </p:txBody>
      </p:sp>
      <p:pic>
        <p:nvPicPr>
          <p:cNvPr id="5122" name="Picture 2"/>
          <p:cNvPicPr>
            <a:picLocks noGrp="1" noChangeAspect="1" noChangeArrowheads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250" b="1"/>
          <a:stretch/>
        </p:blipFill>
        <p:spPr bwMode="auto">
          <a:xfrm>
            <a:off x="2045171" y="3070033"/>
            <a:ext cx="3456000" cy="86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45171" y="1196780"/>
            <a:ext cx="3456000" cy="10080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127" name="Picture 7" descr="Doubly Linked List deletion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3464" y="3861048"/>
            <a:ext cx="3456000" cy="12431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9" name="Picture 9" descr="Doubly Linked List deletion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4567" y="2119132"/>
            <a:ext cx="3456000" cy="9509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Content Placeholder 2"/>
          <p:cNvSpPr txBox="1">
            <a:spLocks/>
          </p:cNvSpPr>
          <p:nvPr/>
        </p:nvSpPr>
        <p:spPr>
          <a:xfrm>
            <a:off x="5727396" y="1096138"/>
            <a:ext cx="4473061" cy="48965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2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40080" indent="-27432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2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1440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20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124712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32588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600" kern="1200" baseline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517904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1719072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1920240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121408" indent="-22860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76000"/>
              <a:buFont typeface="Wingdings 2" pitchFamily="18" charset="2"/>
              <a:buChar char="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rgbClr val="94C600"/>
              </a:buClr>
            </a:pPr>
            <a:r>
              <a:rPr lang="en-IN" sz="1800" i="1" dirty="0">
                <a:solidFill>
                  <a:srgbClr val="3E3D2D"/>
                </a:solidFill>
                <a:latin typeface="Century Gothic"/>
              </a:rPr>
              <a:t>If node to be deleted is last node of doubly linked list then </a:t>
            </a:r>
          </a:p>
          <a:p>
            <a:pPr lvl="1">
              <a:buClr>
                <a:srgbClr val="94C600"/>
              </a:buClr>
            </a:pPr>
            <a:r>
              <a:rPr lang="en-IN" sz="1600" i="1" dirty="0">
                <a:solidFill>
                  <a:srgbClr val="3E3D2D"/>
                </a:solidFill>
                <a:latin typeface="Century Gothic"/>
              </a:rPr>
              <a:t>we will just free the last node and </a:t>
            </a:r>
          </a:p>
          <a:p>
            <a:pPr marL="1847088" lvl="8" indent="0">
              <a:buClr>
                <a:srgbClr val="94C600"/>
              </a:buClr>
              <a:buNone/>
            </a:pPr>
            <a:r>
              <a:rPr lang="en-IN" sz="1800" b="1" i="1" dirty="0" err="1">
                <a:solidFill>
                  <a:srgbClr val="3E3D2D"/>
                </a:solidFill>
                <a:latin typeface="Century Gothic"/>
              </a:rPr>
              <a:t>tmp</a:t>
            </a:r>
            <a:r>
              <a:rPr lang="en-IN" sz="1800" b="1" i="1" dirty="0">
                <a:solidFill>
                  <a:srgbClr val="3E3D2D"/>
                </a:solidFill>
                <a:latin typeface="Century Gothic"/>
              </a:rPr>
              <a:t>=q-&gt;next;</a:t>
            </a:r>
            <a:endParaRPr lang="en-IN" sz="1800" b="1" dirty="0">
              <a:solidFill>
                <a:srgbClr val="3E3D2D"/>
              </a:solidFill>
              <a:latin typeface="Century Gothic"/>
            </a:endParaRPr>
          </a:p>
          <a:p>
            <a:pPr marL="1847088" lvl="8" indent="0">
              <a:buClr>
                <a:srgbClr val="94C600"/>
              </a:buClr>
              <a:buNone/>
            </a:pPr>
            <a:r>
              <a:rPr lang="en-IN" sz="1800" b="1" i="1" dirty="0">
                <a:solidFill>
                  <a:srgbClr val="3E3D2D"/>
                </a:solidFill>
                <a:latin typeface="Century Gothic"/>
              </a:rPr>
              <a:t>free(</a:t>
            </a:r>
            <a:r>
              <a:rPr lang="en-IN" sz="1800" b="1" i="1" dirty="0" err="1">
                <a:solidFill>
                  <a:srgbClr val="3E3D2D"/>
                </a:solidFill>
                <a:latin typeface="Century Gothic"/>
              </a:rPr>
              <a:t>tmp</a:t>
            </a:r>
            <a:r>
              <a:rPr lang="en-IN" sz="1800" b="1" i="1" dirty="0">
                <a:solidFill>
                  <a:srgbClr val="3E3D2D"/>
                </a:solidFill>
                <a:latin typeface="Century Gothic"/>
              </a:rPr>
              <a:t>);</a:t>
            </a:r>
            <a:endParaRPr lang="en-IN" sz="1800" b="1" dirty="0">
              <a:solidFill>
                <a:srgbClr val="3E3D2D"/>
              </a:solidFill>
              <a:latin typeface="Century Gothic"/>
            </a:endParaRPr>
          </a:p>
          <a:p>
            <a:pPr lvl="1">
              <a:buClr>
                <a:srgbClr val="94C600"/>
              </a:buClr>
            </a:pPr>
            <a:r>
              <a:rPr lang="en-IN" sz="1600" i="1" dirty="0">
                <a:solidFill>
                  <a:srgbClr val="3E3D2D"/>
                </a:solidFill>
                <a:latin typeface="Century Gothic"/>
              </a:rPr>
              <a:t>next part of second last node will be NULL.</a:t>
            </a:r>
            <a:endParaRPr lang="en-IN" sz="1600" dirty="0">
              <a:solidFill>
                <a:srgbClr val="3E3D2D"/>
              </a:solidFill>
              <a:latin typeface="Century Gothic"/>
            </a:endParaRPr>
          </a:p>
          <a:p>
            <a:pPr marL="1847088" lvl="8" indent="0">
              <a:buClr>
                <a:srgbClr val="94C600"/>
              </a:buClr>
              <a:buNone/>
            </a:pPr>
            <a:r>
              <a:rPr lang="en-IN" sz="1800" b="1" i="1" dirty="0">
                <a:solidFill>
                  <a:srgbClr val="3E3D2D"/>
                </a:solidFill>
                <a:latin typeface="Century Gothic"/>
              </a:rPr>
              <a:t>q-&gt;next=NULL;</a:t>
            </a:r>
            <a:endParaRPr lang="en-IN" sz="1800" b="1" dirty="0">
              <a:solidFill>
                <a:srgbClr val="3E3D2D"/>
              </a:solidFill>
              <a:latin typeface="Century Gothic"/>
            </a:endParaRPr>
          </a:p>
          <a:p>
            <a:pPr>
              <a:buClr>
                <a:srgbClr val="94C600"/>
              </a:buClr>
            </a:pPr>
            <a:r>
              <a:rPr lang="en-IN" sz="1800" i="1" dirty="0">
                <a:solidFill>
                  <a:srgbClr val="3E3D2D"/>
                </a:solidFill>
                <a:latin typeface="Century Gothic"/>
              </a:rPr>
              <a:t>Here q is second last node</a:t>
            </a:r>
          </a:p>
          <a:p>
            <a:pPr>
              <a:buClr>
                <a:srgbClr val="94C600"/>
              </a:buClr>
            </a:pPr>
            <a:r>
              <a:rPr lang="en-IN" sz="1800" i="1" dirty="0">
                <a:solidFill>
                  <a:srgbClr val="3E3D2D"/>
                </a:solidFill>
                <a:latin typeface="Century Gothic"/>
              </a:rPr>
              <a:t>After statement 1,  </a:t>
            </a:r>
            <a:r>
              <a:rPr lang="en-IN" sz="1800" i="1" dirty="0" err="1">
                <a:solidFill>
                  <a:srgbClr val="3E3D2D"/>
                </a:solidFill>
                <a:latin typeface="Century Gothic"/>
              </a:rPr>
              <a:t>tmp</a:t>
            </a:r>
            <a:r>
              <a:rPr lang="en-IN" sz="1800" i="1" dirty="0">
                <a:solidFill>
                  <a:srgbClr val="3E3D2D"/>
                </a:solidFill>
                <a:latin typeface="Century Gothic"/>
              </a:rPr>
              <a:t> will point to last node</a:t>
            </a:r>
          </a:p>
          <a:p>
            <a:pPr>
              <a:buClr>
                <a:srgbClr val="94C600"/>
              </a:buClr>
            </a:pPr>
            <a:r>
              <a:rPr lang="en-IN" sz="1800" i="1" dirty="0">
                <a:solidFill>
                  <a:srgbClr val="3E3D2D"/>
                </a:solidFill>
                <a:latin typeface="Century Gothic"/>
              </a:rPr>
              <a:t>After statement 2 last node will be deleted and after statement 3 second last node will become the last node of list.</a:t>
            </a:r>
            <a:endParaRPr lang="en-IN" sz="1800" dirty="0">
              <a:solidFill>
                <a:srgbClr val="3E3D2D"/>
              </a:solidFill>
              <a:latin typeface="Century Gothic"/>
            </a:endParaRPr>
          </a:p>
          <a:p>
            <a:pPr>
              <a:buClr>
                <a:srgbClr val="94C600"/>
              </a:buClr>
            </a:pPr>
            <a:endParaRPr lang="en-IN" sz="1800" dirty="0">
              <a:solidFill>
                <a:srgbClr val="3E3D2D"/>
              </a:solidFill>
              <a:latin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2529186990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2567490" y="1027664"/>
            <a:ext cx="7024744" cy="529128"/>
          </a:xfrm>
        </p:spPr>
        <p:txBody>
          <a:bodyPr>
            <a:normAutofit/>
          </a:bodyPr>
          <a:lstStyle/>
          <a:p>
            <a:r>
              <a:rPr lang="en-IN" sz="2800" b="1" dirty="0"/>
              <a:t>Application of Linked List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i="1" dirty="0"/>
              <a:t>Polynomial Representation and Addition</a:t>
            </a:r>
            <a:endParaRPr lang="en-IN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8B5BD8-057A-4396-9307-7BE5E71B1766}" type="datetime1">
              <a:rPr lang="en-IN">
                <a:latin typeface="Century Gothic"/>
              </a:rPr>
              <a:pPr/>
              <a:t>09-08-2023</a:t>
            </a:fld>
            <a:endParaRPr lang="en-IN">
              <a:latin typeface="Century Gothic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A414A-FC3B-4762-BF9B-190CEE0147BD}" type="slidenum">
              <a:rPr lang="en-IN">
                <a:latin typeface="Century Gothic"/>
              </a:rPr>
              <a:pPr/>
              <a:t>44</a:t>
            </a:fld>
            <a:endParaRPr lang="en-IN">
              <a:latin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1370810950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2567490" y="1027664"/>
            <a:ext cx="7024744" cy="529128"/>
          </a:xfrm>
        </p:spPr>
        <p:txBody>
          <a:bodyPr>
            <a:normAutofit/>
          </a:bodyPr>
          <a:lstStyle/>
          <a:p>
            <a:r>
              <a:rPr lang="en-IN" sz="2800" b="1" i="1" dirty="0"/>
              <a:t>Polynomial arithmetic with linked list</a:t>
            </a:r>
            <a:endParaRPr lang="en-IN" sz="2800" dirty="0"/>
          </a:p>
        </p:txBody>
      </p:sp>
      <p:sp>
        <p:nvSpPr>
          <p:cNvPr id="11" name="Content Placeholder 10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i="1" dirty="0"/>
              <a:t>Linked list can be used </a:t>
            </a:r>
          </a:p>
          <a:p>
            <a:pPr lvl="1"/>
            <a:r>
              <a:rPr lang="en-IN" b="1" i="1" dirty="0"/>
              <a:t>to represent polynomial expression </a:t>
            </a:r>
          </a:p>
          <a:p>
            <a:pPr lvl="1"/>
            <a:r>
              <a:rPr lang="en-IN" b="1" i="1" dirty="0"/>
              <a:t>for arithmetic operations also. </a:t>
            </a:r>
            <a:endParaRPr lang="en-IN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D2BB7E-53C1-43AB-A5E5-A2C75B39947B}" type="datetime1">
              <a:rPr lang="en-IN">
                <a:latin typeface="Century Gothic"/>
              </a:rPr>
              <a:pPr/>
              <a:t>09-08-2023</a:t>
            </a:fld>
            <a:endParaRPr lang="en-IN">
              <a:latin typeface="Century Gothic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A414A-FC3B-4762-BF9B-190CEE0147BD}" type="slidenum">
              <a:rPr lang="en-IN">
                <a:latin typeface="Century Gothic"/>
              </a:rPr>
              <a:pPr/>
              <a:t>45</a:t>
            </a:fld>
            <a:endParaRPr lang="en-IN">
              <a:latin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2267701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2567490" y="1027664"/>
            <a:ext cx="7024744" cy="529128"/>
          </a:xfrm>
        </p:spPr>
        <p:txBody>
          <a:bodyPr>
            <a:normAutofit/>
          </a:bodyPr>
          <a:lstStyle/>
          <a:p>
            <a:r>
              <a:rPr lang="en-IN" sz="2800" b="1" i="1" dirty="0"/>
              <a:t>Representation of Polynomial</a:t>
            </a:r>
            <a:endParaRPr lang="en-IN" sz="2800" dirty="0"/>
          </a:p>
        </p:txBody>
      </p:sp>
      <p:sp>
        <p:nvSpPr>
          <p:cNvPr id="11" name="Content Placeholder 10"/>
          <p:cNvSpPr>
            <a:spLocks noGrp="1"/>
          </p:cNvSpPr>
          <p:nvPr>
            <p:ph idx="1"/>
          </p:nvPr>
        </p:nvSpPr>
        <p:spPr>
          <a:xfrm>
            <a:off x="2567493" y="1700809"/>
            <a:ext cx="6777317" cy="4131821"/>
          </a:xfrm>
        </p:spPr>
        <p:txBody>
          <a:bodyPr>
            <a:normAutofit/>
          </a:bodyPr>
          <a:lstStyle/>
          <a:p>
            <a:r>
              <a:rPr lang="en-IN" sz="2000" i="1" dirty="0"/>
              <a:t>Let us take a polynomial expression-</a:t>
            </a:r>
            <a:endParaRPr lang="en-IN" sz="2000" dirty="0"/>
          </a:p>
          <a:p>
            <a:pPr marL="68580" indent="0">
              <a:buNone/>
            </a:pPr>
            <a:r>
              <a:rPr lang="en-IN" sz="2000" b="1" i="1" dirty="0"/>
              <a:t>		5x</a:t>
            </a:r>
            <a:r>
              <a:rPr lang="en-IN" sz="2000" b="1" i="1" baseline="30000" dirty="0"/>
              <a:t>4 </a:t>
            </a:r>
            <a:r>
              <a:rPr lang="en-IN" sz="2000" b="1" i="1" dirty="0"/>
              <a:t>+ x</a:t>
            </a:r>
            <a:r>
              <a:rPr lang="en-IN" sz="2000" b="1" i="1" baseline="30000" dirty="0"/>
              <a:t>3</a:t>
            </a:r>
            <a:r>
              <a:rPr lang="en-IN" sz="2000" b="1" i="1" dirty="0"/>
              <a:t> - 6x + 2</a:t>
            </a:r>
            <a:endParaRPr lang="en-IN" sz="2000" b="1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ED122E-A894-4BA1-8FDD-8866C59F469C}" type="datetime1">
              <a:rPr lang="en-IN">
                <a:latin typeface="Century Gothic"/>
              </a:rPr>
              <a:pPr/>
              <a:t>09-08-2023</a:t>
            </a:fld>
            <a:endParaRPr lang="en-IN">
              <a:latin typeface="Century Gothic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A414A-FC3B-4762-BF9B-190CEE0147BD}" type="slidenum">
              <a:rPr lang="en-IN">
                <a:latin typeface="Century Gothic"/>
              </a:rPr>
              <a:pPr/>
              <a:t>46</a:t>
            </a:fld>
            <a:endParaRPr lang="en-IN">
              <a:latin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182637512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2567490" y="1027664"/>
            <a:ext cx="7024744" cy="529128"/>
          </a:xfrm>
        </p:spPr>
        <p:txBody>
          <a:bodyPr>
            <a:normAutofit/>
          </a:bodyPr>
          <a:lstStyle/>
          <a:p>
            <a:r>
              <a:rPr lang="en-IN" sz="2800" b="1" i="1" dirty="0"/>
              <a:t>Representation of Polynomial</a:t>
            </a:r>
            <a:endParaRPr lang="en-IN" sz="2800" dirty="0"/>
          </a:p>
        </p:txBody>
      </p:sp>
      <p:sp>
        <p:nvSpPr>
          <p:cNvPr id="11" name="Content Placeholder 10"/>
          <p:cNvSpPr>
            <a:spLocks noGrp="1"/>
          </p:cNvSpPr>
          <p:nvPr>
            <p:ph idx="1"/>
          </p:nvPr>
        </p:nvSpPr>
        <p:spPr>
          <a:xfrm>
            <a:off x="2567493" y="1700809"/>
            <a:ext cx="6777317" cy="4131821"/>
          </a:xfrm>
        </p:spPr>
        <p:txBody>
          <a:bodyPr>
            <a:normAutofit/>
          </a:bodyPr>
          <a:lstStyle/>
          <a:p>
            <a:r>
              <a:rPr lang="en-IN" sz="2000" i="1" dirty="0"/>
              <a:t>Let us take a polynomial expression-</a:t>
            </a:r>
            <a:endParaRPr lang="en-IN" sz="2000" dirty="0"/>
          </a:p>
          <a:p>
            <a:pPr marL="68580" indent="0">
              <a:buNone/>
            </a:pPr>
            <a:r>
              <a:rPr lang="en-IN" sz="2000" b="1" i="1" dirty="0"/>
              <a:t>		5x</a:t>
            </a:r>
            <a:r>
              <a:rPr lang="en-IN" sz="2000" b="1" i="1" baseline="30000" dirty="0"/>
              <a:t>4 </a:t>
            </a:r>
            <a:r>
              <a:rPr lang="en-IN" sz="2000" b="1" i="1" dirty="0"/>
              <a:t>+ x</a:t>
            </a:r>
            <a:r>
              <a:rPr lang="en-IN" sz="2000" b="1" i="1" baseline="30000" dirty="0"/>
              <a:t>3</a:t>
            </a:r>
            <a:r>
              <a:rPr lang="en-IN" sz="2000" b="1" i="1" dirty="0"/>
              <a:t> - 6x + 2</a:t>
            </a:r>
            <a:endParaRPr lang="en-IN" sz="2000" b="1" dirty="0"/>
          </a:p>
          <a:p>
            <a:r>
              <a:rPr lang="en-IN" sz="2000" i="1" dirty="0"/>
              <a:t>Here we can see every symbol x is attached with two things, </a:t>
            </a:r>
          </a:p>
          <a:p>
            <a:pPr lvl="1"/>
            <a:r>
              <a:rPr lang="en-IN" sz="2000" i="1" dirty="0"/>
              <a:t>coefficient </a:t>
            </a:r>
          </a:p>
          <a:p>
            <a:pPr lvl="1"/>
            <a:r>
              <a:rPr lang="en-IN" sz="2000" i="1" dirty="0"/>
              <a:t>exponent. 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958DB-3A3C-43F5-A4AC-11C4DEC281A6}" type="datetime1">
              <a:rPr lang="en-IN">
                <a:latin typeface="Century Gothic"/>
              </a:rPr>
              <a:pPr/>
              <a:t>09-08-2023</a:t>
            </a:fld>
            <a:endParaRPr lang="en-IN">
              <a:latin typeface="Century Gothic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A414A-FC3B-4762-BF9B-190CEE0147BD}" type="slidenum">
              <a:rPr lang="en-IN">
                <a:latin typeface="Century Gothic"/>
              </a:rPr>
              <a:pPr/>
              <a:t>47</a:t>
            </a:fld>
            <a:endParaRPr lang="en-IN">
              <a:latin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4161288472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2567490" y="1027664"/>
            <a:ext cx="7024744" cy="529128"/>
          </a:xfrm>
        </p:spPr>
        <p:txBody>
          <a:bodyPr>
            <a:normAutofit/>
          </a:bodyPr>
          <a:lstStyle/>
          <a:p>
            <a:r>
              <a:rPr lang="en-IN" sz="2800" b="1" i="1" dirty="0"/>
              <a:t>Representation of Polynomial</a:t>
            </a:r>
            <a:endParaRPr lang="en-IN" sz="2800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DA2913-550A-4536-8592-FF049F1770D0}" type="datetime1">
              <a:rPr lang="en-IN">
                <a:latin typeface="Century Gothic"/>
              </a:rPr>
              <a:pPr/>
              <a:t>09-08-2023</a:t>
            </a:fld>
            <a:endParaRPr lang="en-IN">
              <a:latin typeface="Century Gothic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A414A-FC3B-4762-BF9B-190CEE0147BD}" type="slidenum">
              <a:rPr lang="en-IN">
                <a:latin typeface="Century Gothic"/>
              </a:rPr>
              <a:pPr/>
              <a:t>48</a:t>
            </a:fld>
            <a:endParaRPr lang="en-IN">
              <a:latin typeface="Century Gothic"/>
            </a:endParaRPr>
          </a:p>
        </p:txBody>
      </p:sp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5560" y="1988840"/>
            <a:ext cx="3600400" cy="35219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Rectangle 1"/>
          <p:cNvSpPr/>
          <p:nvPr/>
        </p:nvSpPr>
        <p:spPr>
          <a:xfrm>
            <a:off x="6096000" y="2128756"/>
            <a:ext cx="4067944" cy="28623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i="1" dirty="0">
                <a:solidFill>
                  <a:prstClr val="black"/>
                </a:solidFill>
                <a:latin typeface="Century Gothic"/>
              </a:rPr>
              <a:t>As in 5x</a:t>
            </a:r>
            <a:r>
              <a:rPr lang="en-IN" sz="2000" i="1" baseline="30000" dirty="0">
                <a:solidFill>
                  <a:prstClr val="black"/>
                </a:solidFill>
                <a:latin typeface="Century Gothic"/>
              </a:rPr>
              <a:t>4</a:t>
            </a:r>
            <a:r>
              <a:rPr lang="en-IN" sz="2000" i="1" dirty="0">
                <a:solidFill>
                  <a:prstClr val="black"/>
                </a:solidFill>
                <a:latin typeface="Century Gothic"/>
              </a:rPr>
              <a:t> , coefficient is 5 and exponent is 4. 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b="1" i="1" dirty="0">
              <a:solidFill>
                <a:prstClr val="black"/>
              </a:solidFill>
              <a:latin typeface="Century Gothic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i="1" dirty="0">
                <a:solidFill>
                  <a:prstClr val="black"/>
                </a:solidFill>
                <a:latin typeface="Century Gothic"/>
              </a:rPr>
              <a:t>5x</a:t>
            </a:r>
            <a:r>
              <a:rPr lang="en-IN" sz="2000" b="1" i="1" baseline="30000" dirty="0">
                <a:solidFill>
                  <a:prstClr val="black"/>
                </a:solidFill>
                <a:latin typeface="Century Gothic"/>
              </a:rPr>
              <a:t>4 </a:t>
            </a:r>
            <a:r>
              <a:rPr lang="en-IN" sz="2000" b="1" i="1" dirty="0">
                <a:solidFill>
                  <a:prstClr val="black"/>
                </a:solidFill>
                <a:latin typeface="Century Gothic"/>
              </a:rPr>
              <a:t>+ x</a:t>
            </a:r>
            <a:r>
              <a:rPr lang="en-IN" sz="2000" b="1" i="1" baseline="30000" dirty="0">
                <a:solidFill>
                  <a:prstClr val="black"/>
                </a:solidFill>
                <a:latin typeface="Century Gothic"/>
              </a:rPr>
              <a:t>3</a:t>
            </a:r>
            <a:r>
              <a:rPr lang="en-IN" sz="2000" b="1" i="1" dirty="0">
                <a:solidFill>
                  <a:prstClr val="black"/>
                </a:solidFill>
                <a:latin typeface="Century Gothic"/>
              </a:rPr>
              <a:t> - 6x + 2</a:t>
            </a:r>
            <a:endParaRPr lang="en-IN" sz="2000" b="1" dirty="0">
              <a:solidFill>
                <a:prstClr val="black"/>
              </a:solidFill>
              <a:latin typeface="Century Gothic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i="1" dirty="0">
              <a:solidFill>
                <a:prstClr val="black"/>
              </a:solidFill>
              <a:latin typeface="Century Gothic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b="1" i="1" dirty="0">
                <a:solidFill>
                  <a:prstClr val="black"/>
                </a:solidFill>
                <a:latin typeface="Century Gothic"/>
              </a:rPr>
              <a:t>Each node of list will contain the coefficient and exponent of each term of polynomial expression</a:t>
            </a:r>
            <a:r>
              <a:rPr lang="en-IN" sz="2000" i="1" dirty="0">
                <a:solidFill>
                  <a:prstClr val="black"/>
                </a:solidFill>
                <a:latin typeface="Century Gothic"/>
              </a:rPr>
              <a:t>. 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3" name="Ink 2"/>
              <p14:cNvContentPartPr/>
              <p14:nvPr/>
            </p14:nvContentPartPr>
            <p14:xfrm>
              <a:off x="2578080" y="2752920"/>
              <a:ext cx="1461600" cy="2797560"/>
            </p14:xfrm>
          </p:contentPart>
        </mc:Choice>
        <mc:Fallback>
          <p:pic>
            <p:nvPicPr>
              <p:cNvPr id="3" name="Ink 2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568720" y="2743560"/>
                <a:ext cx="1480320" cy="28162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471490229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2567490" y="1027664"/>
            <a:ext cx="7024744" cy="529128"/>
          </a:xfrm>
        </p:spPr>
        <p:txBody>
          <a:bodyPr>
            <a:normAutofit/>
          </a:bodyPr>
          <a:lstStyle/>
          <a:p>
            <a:r>
              <a:rPr lang="en-IN" sz="2800" b="1" i="1" dirty="0"/>
              <a:t>Representation of Polynomial</a:t>
            </a:r>
            <a:endParaRPr lang="en-IN" sz="2800" dirty="0"/>
          </a:p>
        </p:txBody>
      </p:sp>
      <p:sp>
        <p:nvSpPr>
          <p:cNvPr id="11" name="Content Placeholder 10"/>
          <p:cNvSpPr>
            <a:spLocks noGrp="1"/>
          </p:cNvSpPr>
          <p:nvPr>
            <p:ph idx="1"/>
          </p:nvPr>
        </p:nvSpPr>
        <p:spPr>
          <a:xfrm>
            <a:off x="2567493" y="1700809"/>
            <a:ext cx="6777317" cy="4131821"/>
          </a:xfrm>
        </p:spPr>
        <p:txBody>
          <a:bodyPr>
            <a:normAutofit/>
          </a:bodyPr>
          <a:lstStyle/>
          <a:p>
            <a:r>
              <a:rPr lang="en-IN" sz="2000" i="1" dirty="0"/>
              <a:t>So the data structure for polynomial expression will be-</a:t>
            </a:r>
            <a:endParaRPr lang="en-IN" sz="2000" dirty="0"/>
          </a:p>
          <a:p>
            <a:pPr marL="68580" indent="0">
              <a:buNone/>
            </a:pPr>
            <a:r>
              <a:rPr lang="en-IN" sz="2000" b="1" i="1" dirty="0" err="1"/>
              <a:t>struct</a:t>
            </a:r>
            <a:r>
              <a:rPr lang="en-IN" sz="2000" b="1" i="1" dirty="0"/>
              <a:t> node{</a:t>
            </a:r>
            <a:endParaRPr lang="en-IN" sz="2000" dirty="0"/>
          </a:p>
          <a:p>
            <a:pPr marL="68580" indent="0">
              <a:buNone/>
            </a:pPr>
            <a:r>
              <a:rPr lang="en-IN" sz="2000" b="1" i="1" dirty="0"/>
              <a:t>                         </a:t>
            </a:r>
            <a:r>
              <a:rPr lang="en-IN" sz="2000" b="1" i="1" dirty="0" err="1"/>
              <a:t>int</a:t>
            </a:r>
            <a:r>
              <a:rPr lang="en-IN" sz="2000" b="1" i="1" dirty="0"/>
              <a:t> coefficient;</a:t>
            </a:r>
            <a:endParaRPr lang="en-IN" sz="2000" dirty="0"/>
          </a:p>
          <a:p>
            <a:pPr marL="68580" indent="0">
              <a:buNone/>
            </a:pPr>
            <a:r>
              <a:rPr lang="en-IN" sz="2000" b="1" i="1" dirty="0"/>
              <a:t>                         </a:t>
            </a:r>
            <a:r>
              <a:rPr lang="en-IN" sz="2000" b="1" i="1" dirty="0" err="1"/>
              <a:t>int</a:t>
            </a:r>
            <a:r>
              <a:rPr lang="en-IN" sz="2000" b="1" i="1" dirty="0"/>
              <a:t> exponent;</a:t>
            </a:r>
            <a:endParaRPr lang="en-IN" sz="2000" dirty="0"/>
          </a:p>
          <a:p>
            <a:pPr marL="68580" indent="0">
              <a:buNone/>
            </a:pPr>
            <a:r>
              <a:rPr lang="en-IN" sz="2000" b="1" i="1" dirty="0"/>
              <a:t>                         </a:t>
            </a:r>
            <a:r>
              <a:rPr lang="en-IN" sz="2000" b="1" i="1" dirty="0" err="1"/>
              <a:t>struct</a:t>
            </a:r>
            <a:r>
              <a:rPr lang="en-IN" sz="2000" b="1" i="1" dirty="0"/>
              <a:t> node *link;</a:t>
            </a:r>
            <a:endParaRPr lang="en-IN" sz="2000" dirty="0"/>
          </a:p>
          <a:p>
            <a:pPr marL="68580" indent="0">
              <a:buNone/>
            </a:pPr>
            <a:r>
              <a:rPr lang="en-IN" sz="2000" b="1" i="1" dirty="0"/>
              <a:t>                 }</a:t>
            </a:r>
            <a:endParaRPr lang="en-IN" sz="2000" dirty="0"/>
          </a:p>
          <a:p>
            <a:pPr lvl="1"/>
            <a:endParaRPr lang="en-IN" sz="2000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1E9B958-AC6B-4E80-A6A7-47EDC1CFAC37}" type="datetime1">
              <a:rPr lang="en-IN">
                <a:latin typeface="Century Gothic"/>
              </a:rPr>
              <a:pPr/>
              <a:t>09-08-2023</a:t>
            </a:fld>
            <a:endParaRPr lang="en-IN">
              <a:latin typeface="Century Gothic"/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A414A-FC3B-4762-BF9B-190CEE0147BD}" type="slidenum">
              <a:rPr lang="en-IN">
                <a:latin typeface="Century Gothic"/>
              </a:rPr>
              <a:pPr/>
              <a:t>49</a:t>
            </a:fld>
            <a:endParaRPr lang="en-IN">
              <a:latin typeface="Century Gothic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/>
              <p14:cNvContentPartPr/>
              <p14:nvPr/>
            </p14:nvContentPartPr>
            <p14:xfrm>
              <a:off x="4247400" y="2839320"/>
              <a:ext cx="496080" cy="1112040"/>
            </p14:xfrm>
          </p:contentPart>
        </mc:Choice>
        <mc:Fallback>
          <p:pic>
            <p:nvPicPr>
              <p:cNvPr id="2" name="Ink 1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238040" y="2829960"/>
                <a:ext cx="514800" cy="11307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57807734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67493" y="980729"/>
            <a:ext cx="6777317" cy="4851901"/>
          </a:xfrm>
        </p:spPr>
        <p:txBody>
          <a:bodyPr>
            <a:normAutofit/>
          </a:bodyPr>
          <a:lstStyle/>
          <a:p>
            <a:r>
              <a:rPr lang="en-IN" sz="2000" b="1" i="1" dirty="0"/>
              <a:t>Descending sorted linked list is used based on the exponent </a:t>
            </a:r>
          </a:p>
          <a:p>
            <a:endParaRPr lang="en-IN" sz="2000" b="1" i="1" dirty="0"/>
          </a:p>
          <a:p>
            <a:r>
              <a:rPr lang="en-IN" sz="2000" i="1" dirty="0"/>
              <a:t>As it will be easier for arithmetic operation with polynomial linked list. </a:t>
            </a:r>
          </a:p>
          <a:p>
            <a:endParaRPr lang="en-IN" sz="2000" i="1" dirty="0"/>
          </a:p>
          <a:p>
            <a:r>
              <a:rPr lang="en-IN" sz="2000" i="1" dirty="0"/>
              <a:t>Otherwise, we have a need to traverse the full list for every arithmetic operation. </a:t>
            </a:r>
          </a:p>
          <a:p>
            <a:endParaRPr lang="en-IN" sz="2000" i="1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C01C16-BA2A-4113-BF6B-A155EB3B8EBA}" type="datetime1">
              <a:rPr lang="en-IN">
                <a:latin typeface="Century Gothic"/>
              </a:rPr>
              <a:pPr/>
              <a:t>09-08-2023</a:t>
            </a:fld>
            <a:endParaRPr lang="en-IN">
              <a:latin typeface="Century Gothic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A414A-FC3B-4762-BF9B-190CEE0147BD}" type="slidenum">
              <a:rPr lang="en-IN">
                <a:latin typeface="Century Gothic"/>
              </a:rPr>
              <a:pPr/>
              <a:t>50</a:t>
            </a:fld>
            <a:endParaRPr lang="en-IN">
              <a:latin typeface="Century Gothic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/>
              <p14:cNvContentPartPr/>
              <p14:nvPr/>
            </p14:nvContentPartPr>
            <p14:xfrm>
              <a:off x="2435160" y="723240"/>
              <a:ext cx="3701880" cy="1045800"/>
            </p14:xfrm>
          </p:contentPart>
        </mc:Choice>
        <mc:Fallback>
          <p:pic>
            <p:nvPicPr>
              <p:cNvPr id="2" name="Ink 1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425800" y="713880"/>
                <a:ext cx="3720600" cy="10645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6533521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67493" y="980729"/>
            <a:ext cx="6777317" cy="4851901"/>
          </a:xfrm>
        </p:spPr>
        <p:txBody>
          <a:bodyPr>
            <a:normAutofit/>
          </a:bodyPr>
          <a:lstStyle/>
          <a:p>
            <a:r>
              <a:rPr lang="en-IN" sz="2000" i="1" dirty="0"/>
              <a:t>Now we can represent polynomial expression </a:t>
            </a:r>
          </a:p>
          <a:p>
            <a:r>
              <a:rPr lang="en-IN" sz="2000" b="1" i="1" dirty="0"/>
              <a:t>5x</a:t>
            </a:r>
            <a:r>
              <a:rPr lang="en-IN" sz="2000" b="1" i="1" baseline="30000" dirty="0"/>
              <a:t>4 </a:t>
            </a:r>
            <a:r>
              <a:rPr lang="en-IN" sz="2000" b="1" i="1" dirty="0"/>
              <a:t>+ x</a:t>
            </a:r>
            <a:r>
              <a:rPr lang="en-IN" sz="2000" b="1" i="1" baseline="30000" dirty="0"/>
              <a:t>3</a:t>
            </a:r>
            <a:r>
              <a:rPr lang="en-IN" sz="2000" b="1" i="1" dirty="0"/>
              <a:t> - 6x + 2 </a:t>
            </a:r>
            <a:r>
              <a:rPr lang="en-IN" sz="2000" i="1" dirty="0"/>
              <a:t>as-</a:t>
            </a:r>
            <a:endParaRPr lang="en-IN" sz="2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1429B-C543-49C2-BCB5-6849D2DD0E66}" type="datetime1">
              <a:rPr lang="en-IN">
                <a:latin typeface="Century Gothic"/>
              </a:rPr>
              <a:pPr/>
              <a:t>09-08-2023</a:t>
            </a:fld>
            <a:endParaRPr lang="en-IN">
              <a:latin typeface="Century Gothic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A414A-FC3B-4762-BF9B-190CEE0147BD}" type="slidenum">
              <a:rPr lang="en-IN">
                <a:latin typeface="Century Gothic"/>
              </a:rPr>
              <a:pPr/>
              <a:t>51</a:t>
            </a:fld>
            <a:endParaRPr lang="en-IN">
              <a:latin typeface="Century Gothic"/>
            </a:endParaRP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5640" y="3429000"/>
            <a:ext cx="6264696" cy="18722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69740160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95600" y="692696"/>
            <a:ext cx="7024744" cy="529128"/>
          </a:xfrm>
        </p:spPr>
        <p:txBody>
          <a:bodyPr>
            <a:normAutofit fontScale="90000"/>
          </a:bodyPr>
          <a:lstStyle/>
          <a:p>
            <a:r>
              <a:rPr lang="en-IN" sz="3200" b="1" i="1" dirty="0"/>
              <a:t>Creation of polynomial linked list</a:t>
            </a:r>
            <a:endParaRPr lang="en-IN" sz="3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67493" y="1628801"/>
            <a:ext cx="6777317" cy="4203829"/>
          </a:xfrm>
        </p:spPr>
        <p:txBody>
          <a:bodyPr>
            <a:normAutofit/>
          </a:bodyPr>
          <a:lstStyle/>
          <a:p>
            <a:r>
              <a:rPr lang="en-IN" sz="2000" i="1" dirty="0"/>
              <a:t>Creation of polynomial linked list will be same as </a:t>
            </a:r>
          </a:p>
          <a:p>
            <a:pPr lvl="1"/>
            <a:r>
              <a:rPr lang="en-IN" sz="1800" i="1" dirty="0"/>
              <a:t>creation of sorted linked list but </a:t>
            </a:r>
          </a:p>
          <a:p>
            <a:pPr lvl="1"/>
            <a:r>
              <a:rPr lang="en-IN" sz="1800" b="1" i="1" u="sng" dirty="0"/>
              <a:t>it be in descending order and based on exponent of symbol.</a:t>
            </a:r>
            <a:endParaRPr lang="en-IN" sz="1800" u="sng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181411-CEB7-4F91-9B8C-B36843654282}" type="datetime1">
              <a:rPr lang="en-IN">
                <a:latin typeface="Century Gothic"/>
              </a:rPr>
              <a:pPr/>
              <a:t>09-08-2023</a:t>
            </a:fld>
            <a:endParaRPr lang="en-IN">
              <a:latin typeface="Century Gothic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A414A-FC3B-4762-BF9B-190CEE0147BD}" type="slidenum">
              <a:rPr lang="en-IN">
                <a:latin typeface="Century Gothic"/>
              </a:rPr>
              <a:pPr/>
              <a:t>52</a:t>
            </a:fld>
            <a:endParaRPr lang="en-IN">
              <a:latin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163334795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67493" y="1628801"/>
            <a:ext cx="6777317" cy="4203829"/>
          </a:xfrm>
        </p:spPr>
        <p:txBody>
          <a:bodyPr>
            <a:normAutofit lnSpcReduction="10000"/>
          </a:bodyPr>
          <a:lstStyle/>
          <a:p>
            <a:r>
              <a:rPr lang="en-IN" sz="2000" b="1" i="1" dirty="0"/>
              <a:t>Insertion at the Start</a:t>
            </a:r>
          </a:p>
          <a:p>
            <a:endParaRPr lang="en-IN" sz="2000" i="1" dirty="0"/>
          </a:p>
          <a:p>
            <a:r>
              <a:rPr lang="en-IN" sz="2000" i="1" dirty="0"/>
              <a:t>In if condition we are checking for the node to be added will be first node or not.</a:t>
            </a:r>
          </a:p>
          <a:p>
            <a:pPr marL="68580" indent="0">
              <a:buNone/>
            </a:pPr>
            <a:endParaRPr lang="en-IN" sz="2000" b="1" i="1" dirty="0"/>
          </a:p>
          <a:p>
            <a:pPr marL="68580" indent="0">
              <a:buNone/>
            </a:pPr>
            <a:r>
              <a:rPr lang="en-IN" sz="2000" b="1" i="1" dirty="0"/>
              <a:t>/* list empty or </a:t>
            </a:r>
            <a:r>
              <a:rPr lang="en-IN" sz="2000" b="1" i="1" dirty="0" err="1"/>
              <a:t>exp</a:t>
            </a:r>
            <a:r>
              <a:rPr lang="en-IN" sz="2000" b="1" i="1" dirty="0"/>
              <a:t> greater than first one */</a:t>
            </a:r>
            <a:endParaRPr lang="en-IN" sz="2000" dirty="0"/>
          </a:p>
          <a:p>
            <a:pPr marL="68580" indent="0">
              <a:buNone/>
            </a:pPr>
            <a:r>
              <a:rPr lang="en-IN" sz="2000" b="1" i="1" dirty="0"/>
              <a:t>if(start==NULL || ex&gt; start-&gt;expo)</a:t>
            </a:r>
            <a:endParaRPr lang="en-IN" sz="2000" dirty="0"/>
          </a:p>
          <a:p>
            <a:pPr marL="68580" indent="0">
              <a:buNone/>
            </a:pPr>
            <a:r>
              <a:rPr lang="en-IN" sz="2000" b="1" i="1" dirty="0"/>
              <a:t>{</a:t>
            </a:r>
            <a:endParaRPr lang="en-IN" sz="2000" dirty="0"/>
          </a:p>
          <a:p>
            <a:pPr marL="68580" indent="0">
              <a:buNone/>
            </a:pPr>
            <a:r>
              <a:rPr lang="en-IN" sz="2000" b="1" i="1" dirty="0"/>
              <a:t>                </a:t>
            </a:r>
            <a:r>
              <a:rPr lang="en-IN" sz="2000" b="1" i="1" dirty="0" err="1"/>
              <a:t>tmp</a:t>
            </a:r>
            <a:r>
              <a:rPr lang="en-IN" sz="2000" b="1" i="1" dirty="0"/>
              <a:t>-&gt;link=start;</a:t>
            </a:r>
            <a:endParaRPr lang="en-IN" sz="2000" dirty="0"/>
          </a:p>
          <a:p>
            <a:pPr marL="68580" indent="0">
              <a:buNone/>
            </a:pPr>
            <a:r>
              <a:rPr lang="en-IN" sz="2000" b="1" i="1" dirty="0"/>
              <a:t>                start=</a:t>
            </a:r>
            <a:r>
              <a:rPr lang="en-IN" sz="2000" b="1" i="1" dirty="0" err="1"/>
              <a:t>tmp</a:t>
            </a:r>
            <a:r>
              <a:rPr lang="en-IN" sz="2000" b="1" i="1" dirty="0"/>
              <a:t>;</a:t>
            </a:r>
            <a:endParaRPr lang="en-IN" sz="2000" dirty="0"/>
          </a:p>
          <a:p>
            <a:pPr marL="68580" indent="0">
              <a:buNone/>
            </a:pPr>
            <a:r>
              <a:rPr lang="en-IN" sz="2000" b="1" i="1" dirty="0"/>
              <a:t>                return start;</a:t>
            </a:r>
            <a:endParaRPr lang="en-IN" sz="2000" dirty="0"/>
          </a:p>
          <a:p>
            <a:pPr marL="68580" indent="0">
              <a:buNone/>
            </a:pPr>
            <a:r>
              <a:rPr lang="en-IN" sz="2000" b="1" i="1" dirty="0"/>
              <a:t>}</a:t>
            </a:r>
            <a:endParaRPr lang="en-IN" sz="2000" dirty="0"/>
          </a:p>
          <a:p>
            <a:pPr marL="68580" indent="0">
              <a:buNone/>
            </a:pPr>
            <a:endParaRPr lang="en-IN" sz="20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3B0EF6-8FCA-44C6-935A-7C15BFF4BFAE}" type="datetime1">
              <a:rPr lang="en-IN">
                <a:latin typeface="Century Gothic"/>
              </a:rPr>
              <a:pPr/>
              <a:t>09-08-2023</a:t>
            </a:fld>
            <a:endParaRPr lang="en-IN">
              <a:latin typeface="Century Gothic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A414A-FC3B-4762-BF9B-190CEE0147BD}" type="slidenum">
              <a:rPr lang="en-IN">
                <a:latin typeface="Century Gothic"/>
              </a:rPr>
              <a:pPr/>
              <a:t>53</a:t>
            </a:fld>
            <a:endParaRPr lang="en-IN">
              <a:latin typeface="Century Gothic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2495600" y="692696"/>
            <a:ext cx="7024744" cy="529128"/>
          </a:xfrm>
        </p:spPr>
        <p:txBody>
          <a:bodyPr>
            <a:normAutofit fontScale="90000"/>
          </a:bodyPr>
          <a:lstStyle/>
          <a:p>
            <a:r>
              <a:rPr lang="en-IN" sz="3200" b="1" i="1" dirty="0"/>
              <a:t>Creation of polynomial linked list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2895696209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991544" y="404664"/>
            <a:ext cx="7024744" cy="385112"/>
          </a:xfrm>
        </p:spPr>
        <p:txBody>
          <a:bodyPr>
            <a:normAutofit fontScale="90000"/>
          </a:bodyPr>
          <a:lstStyle/>
          <a:p>
            <a:r>
              <a:rPr lang="en-IN" sz="2400" b="1" i="1" dirty="0"/>
              <a:t>Creation of polynomial linked list</a:t>
            </a:r>
            <a:endParaRPr lang="en-IN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6415E7-5538-4306-B623-B8C6C3675461}" type="datetime1">
              <a:rPr lang="en-IN">
                <a:latin typeface="Century Gothic"/>
              </a:rPr>
              <a:pPr/>
              <a:t>09-08-2023</a:t>
            </a:fld>
            <a:endParaRPr lang="en-IN">
              <a:latin typeface="Century Gothic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A414A-FC3B-4762-BF9B-190CEE0147BD}" type="slidenum">
              <a:rPr lang="en-IN">
                <a:latin typeface="Century Gothic"/>
              </a:rPr>
              <a:pPr/>
              <a:t>54</a:t>
            </a:fld>
            <a:endParaRPr lang="en-IN">
              <a:latin typeface="Century Gothic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sz="quarter" idx="13"/>
          </p:nvPr>
        </p:nvSpPr>
        <p:spPr>
          <a:xfrm>
            <a:off x="1991544" y="1124744"/>
            <a:ext cx="4320480" cy="4681696"/>
          </a:xfrm>
        </p:spPr>
        <p:txBody>
          <a:bodyPr>
            <a:normAutofit fontScale="70000" lnSpcReduction="20000"/>
          </a:bodyPr>
          <a:lstStyle/>
          <a:p>
            <a:pPr marL="68580" indent="0">
              <a:buNone/>
            </a:pPr>
            <a:r>
              <a:rPr lang="en-IN" b="1" i="1" dirty="0"/>
              <a:t>else</a:t>
            </a:r>
            <a:endParaRPr lang="en-IN" dirty="0"/>
          </a:p>
          <a:p>
            <a:pPr marL="68580" indent="0">
              <a:buNone/>
            </a:pPr>
            <a:r>
              <a:rPr lang="en-IN" b="1" i="1" dirty="0"/>
              <a:t>{ </a:t>
            </a:r>
            <a:endParaRPr lang="en-IN" dirty="0"/>
          </a:p>
          <a:p>
            <a:pPr marL="68580" indent="0">
              <a:buNone/>
            </a:pPr>
            <a:r>
              <a:rPr lang="en-IN" b="1" i="1" dirty="0"/>
              <a:t>               </a:t>
            </a:r>
            <a:r>
              <a:rPr lang="en-IN" b="1" i="1" dirty="0" err="1"/>
              <a:t>ptr</a:t>
            </a:r>
            <a:r>
              <a:rPr lang="en-IN" b="1" i="1" dirty="0"/>
              <a:t>=start;</a:t>
            </a:r>
            <a:endParaRPr lang="en-IN" dirty="0"/>
          </a:p>
          <a:p>
            <a:pPr marL="68580" indent="0">
              <a:buNone/>
            </a:pPr>
            <a:r>
              <a:rPr lang="en-IN" b="1" i="1" dirty="0"/>
              <a:t>              while(</a:t>
            </a:r>
            <a:r>
              <a:rPr lang="en-IN" b="1" i="1" dirty="0" err="1"/>
              <a:t>ptr</a:t>
            </a:r>
            <a:r>
              <a:rPr lang="en-IN" b="1" i="1" dirty="0"/>
              <a:t>-&gt;link!=NULL &amp;&amp; </a:t>
            </a:r>
            <a:r>
              <a:rPr lang="en-IN" b="1" i="1" dirty="0" err="1"/>
              <a:t>ptr</a:t>
            </a:r>
            <a:r>
              <a:rPr lang="en-IN" b="1" i="1" dirty="0"/>
              <a:t>-&gt;link-&gt;expo &gt; ex)</a:t>
            </a:r>
            <a:endParaRPr lang="en-IN" dirty="0"/>
          </a:p>
          <a:p>
            <a:pPr marL="68580" indent="0">
              <a:buNone/>
            </a:pPr>
            <a:r>
              <a:rPr lang="en-IN" b="1" i="1" dirty="0"/>
              <a:t>                         {</a:t>
            </a:r>
          </a:p>
          <a:p>
            <a:pPr marL="68580" indent="0">
              <a:buNone/>
            </a:pPr>
            <a:r>
              <a:rPr lang="en-IN" b="1" i="1" dirty="0"/>
              <a:t>		 </a:t>
            </a:r>
            <a:r>
              <a:rPr lang="en-IN" b="1" i="1" dirty="0" err="1"/>
              <a:t>ptr</a:t>
            </a:r>
            <a:r>
              <a:rPr lang="en-IN" b="1" i="1" dirty="0"/>
              <a:t>=</a:t>
            </a:r>
            <a:r>
              <a:rPr lang="en-IN" b="1" i="1" dirty="0" err="1"/>
              <a:t>ptr</a:t>
            </a:r>
            <a:r>
              <a:rPr lang="en-IN" b="1" i="1" dirty="0"/>
              <a:t>-&gt;link;</a:t>
            </a:r>
          </a:p>
          <a:p>
            <a:pPr marL="68580" indent="0">
              <a:buNone/>
            </a:pPr>
            <a:r>
              <a:rPr lang="en-IN" b="1" i="1" dirty="0"/>
              <a:t>    	         }</a:t>
            </a:r>
            <a:endParaRPr lang="en-IN" dirty="0"/>
          </a:p>
          <a:p>
            <a:pPr marL="68580" indent="0">
              <a:buNone/>
            </a:pPr>
            <a:r>
              <a:rPr lang="en-IN" b="1" i="1" dirty="0"/>
              <a:t>             </a:t>
            </a:r>
            <a:r>
              <a:rPr lang="en-IN" b="1" i="1" dirty="0" err="1"/>
              <a:t>tmp</a:t>
            </a:r>
            <a:r>
              <a:rPr lang="en-IN" b="1" i="1" dirty="0"/>
              <a:t>-&gt;link=</a:t>
            </a:r>
            <a:r>
              <a:rPr lang="en-IN" b="1" i="1" dirty="0" err="1"/>
              <a:t>ptr</a:t>
            </a:r>
            <a:r>
              <a:rPr lang="en-IN" b="1" i="1" dirty="0"/>
              <a:t>-&gt;link;</a:t>
            </a:r>
            <a:endParaRPr lang="en-IN" dirty="0"/>
          </a:p>
          <a:p>
            <a:pPr marL="68580" indent="0">
              <a:buNone/>
            </a:pPr>
            <a:r>
              <a:rPr lang="en-IN" b="1" i="1" dirty="0"/>
              <a:t>             </a:t>
            </a:r>
            <a:r>
              <a:rPr lang="en-IN" b="1" i="1" dirty="0" err="1"/>
              <a:t>ptr</a:t>
            </a:r>
            <a:r>
              <a:rPr lang="en-IN" b="1" i="1" dirty="0"/>
              <a:t>-&gt;link=</a:t>
            </a:r>
            <a:r>
              <a:rPr lang="en-IN" b="1" i="1" dirty="0" err="1"/>
              <a:t>tmp</a:t>
            </a:r>
            <a:r>
              <a:rPr lang="en-IN" b="1" i="1" dirty="0"/>
              <a:t>;</a:t>
            </a:r>
          </a:p>
          <a:p>
            <a:pPr marL="68580" indent="0">
              <a:buNone/>
            </a:pPr>
            <a:r>
              <a:rPr lang="en-IN" b="1" i="1" dirty="0"/>
              <a:t>           </a:t>
            </a:r>
          </a:p>
          <a:p>
            <a:pPr marL="68580" indent="0">
              <a:buNone/>
            </a:pPr>
            <a:r>
              <a:rPr lang="en-IN" b="1" i="1" dirty="0"/>
              <a:t>	</a:t>
            </a:r>
          </a:p>
          <a:p>
            <a:pPr marL="68580" indent="0">
              <a:buNone/>
            </a:pPr>
            <a:r>
              <a:rPr lang="en-IN" b="1" i="1" dirty="0"/>
              <a:t>	</a:t>
            </a:r>
          </a:p>
          <a:p>
            <a:pPr marL="68580" indent="0">
              <a:buNone/>
            </a:pPr>
            <a:r>
              <a:rPr lang="en-IN" b="1" i="1" dirty="0"/>
              <a:t>	 if(</a:t>
            </a:r>
            <a:r>
              <a:rPr lang="en-IN" b="1" i="1" dirty="0" err="1"/>
              <a:t>ptr</a:t>
            </a:r>
            <a:r>
              <a:rPr lang="en-IN" b="1" i="1" dirty="0"/>
              <a:t>-&gt;link==NULL) /* item to be added in the end */</a:t>
            </a:r>
            <a:endParaRPr lang="en-IN" dirty="0"/>
          </a:p>
          <a:p>
            <a:pPr marL="68580" indent="0">
              <a:buNone/>
            </a:pPr>
            <a:r>
              <a:rPr lang="en-IN" b="1" i="1" dirty="0"/>
              <a:t>                           </a:t>
            </a:r>
            <a:r>
              <a:rPr lang="en-IN" b="1" i="1" dirty="0" err="1"/>
              <a:t>tmp</a:t>
            </a:r>
            <a:r>
              <a:rPr lang="en-IN" b="1" i="1" dirty="0"/>
              <a:t>-&gt;link=NULL;</a:t>
            </a:r>
            <a:endParaRPr lang="en-IN" dirty="0"/>
          </a:p>
          <a:p>
            <a:pPr marL="68580" indent="0">
              <a:buNone/>
            </a:pPr>
            <a:r>
              <a:rPr lang="en-IN" b="1" i="1" dirty="0"/>
              <a:t>}</a:t>
            </a:r>
            <a:endParaRPr lang="en-IN" dirty="0"/>
          </a:p>
          <a:p>
            <a:pPr marL="68580" indent="0">
              <a:buNone/>
            </a:pPr>
            <a:endParaRPr lang="en-IN" dirty="0"/>
          </a:p>
        </p:txBody>
      </p:sp>
      <p:sp>
        <p:nvSpPr>
          <p:cNvPr id="2" name="Content Placeholder 1"/>
          <p:cNvSpPr>
            <a:spLocks noGrp="1"/>
          </p:cNvSpPr>
          <p:nvPr>
            <p:ph sz="quarter" idx="14"/>
          </p:nvPr>
        </p:nvSpPr>
        <p:spPr>
          <a:xfrm>
            <a:off x="6672064" y="1268761"/>
            <a:ext cx="3419856" cy="4609687"/>
          </a:xfrm>
        </p:spPr>
        <p:txBody>
          <a:bodyPr>
            <a:normAutofit/>
          </a:bodyPr>
          <a:lstStyle/>
          <a:p>
            <a:r>
              <a:rPr lang="en-IN" sz="1800" i="1" dirty="0"/>
              <a:t>In else part </a:t>
            </a:r>
          </a:p>
          <a:p>
            <a:pPr lvl="1"/>
            <a:r>
              <a:rPr lang="en-IN" sz="1800" i="1" dirty="0"/>
              <a:t>we traverse the list and </a:t>
            </a:r>
          </a:p>
          <a:p>
            <a:pPr lvl="1"/>
            <a:r>
              <a:rPr lang="en-IN" sz="1800" i="1" dirty="0"/>
              <a:t>check the condition for exponent then </a:t>
            </a:r>
          </a:p>
          <a:p>
            <a:pPr lvl="1"/>
            <a:r>
              <a:rPr lang="en-IN" sz="1800" i="1" dirty="0"/>
              <a:t>we add the node at proper place in list. </a:t>
            </a:r>
          </a:p>
          <a:p>
            <a:endParaRPr lang="en-IN" sz="1800" i="1" dirty="0"/>
          </a:p>
          <a:p>
            <a:endParaRPr lang="en-IN" sz="1800" i="1" dirty="0"/>
          </a:p>
          <a:p>
            <a:r>
              <a:rPr lang="en-IN" sz="1800" b="1" i="1" dirty="0"/>
              <a:t>If node will be added at the end of list then </a:t>
            </a:r>
          </a:p>
          <a:p>
            <a:pPr lvl="1"/>
            <a:r>
              <a:rPr lang="en-IN" sz="1600" i="1" dirty="0"/>
              <a:t>we assign NULL in link part of added node.</a:t>
            </a:r>
          </a:p>
          <a:p>
            <a:endParaRPr lang="en-IN" sz="1800" dirty="0"/>
          </a:p>
        </p:txBody>
      </p:sp>
      <p:sp>
        <p:nvSpPr>
          <p:cNvPr id="8" name="Down Arrow 7"/>
          <p:cNvSpPr/>
          <p:nvPr/>
        </p:nvSpPr>
        <p:spPr>
          <a:xfrm rot="3515417">
            <a:off x="6370668" y="4358726"/>
            <a:ext cx="295950" cy="97844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solidFill>
                <a:prstClr val="white"/>
              </a:solidFill>
              <a:latin typeface="Century Gothic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9" name="Ink 8"/>
              <p14:cNvContentPartPr/>
              <p14:nvPr/>
            </p14:nvContentPartPr>
            <p14:xfrm>
              <a:off x="2944200" y="3326040"/>
              <a:ext cx="1748160" cy="256320"/>
            </p14:xfrm>
          </p:contentPart>
        </mc:Choice>
        <mc:Fallback>
          <p:pic>
            <p:nvPicPr>
              <p:cNvPr id="9" name="Ink 8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934840" y="3316680"/>
                <a:ext cx="1766880" cy="2750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46199260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991544" y="404664"/>
            <a:ext cx="7024744" cy="385112"/>
          </a:xfrm>
        </p:spPr>
        <p:txBody>
          <a:bodyPr>
            <a:normAutofit fontScale="90000"/>
          </a:bodyPr>
          <a:lstStyle/>
          <a:p>
            <a:r>
              <a:rPr lang="en-IN" sz="2400" b="1" i="1" dirty="0"/>
              <a:t>Creation of polynomial linked list</a:t>
            </a:r>
            <a:endParaRPr lang="en-IN" sz="2400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3C0A68-DCC1-41DC-A787-9BA3D6F58F2E}" type="datetime1">
              <a:rPr lang="en-IN">
                <a:latin typeface="Century Gothic"/>
              </a:rPr>
              <a:pPr/>
              <a:t>09-08-2023</a:t>
            </a:fld>
            <a:endParaRPr lang="en-IN">
              <a:latin typeface="Century Gothic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A414A-FC3B-4762-BF9B-190CEE0147BD}" type="slidenum">
              <a:rPr lang="en-IN">
                <a:latin typeface="Century Gothic"/>
              </a:rPr>
              <a:pPr/>
              <a:t>55</a:t>
            </a:fld>
            <a:endParaRPr lang="en-IN">
              <a:latin typeface="Century Gothic"/>
            </a:endParaRPr>
          </a:p>
        </p:txBody>
      </p:sp>
      <p:pic>
        <p:nvPicPr>
          <p:cNvPr id="1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9576" y="4797152"/>
            <a:ext cx="7560840" cy="15841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extBox 11"/>
          <p:cNvSpPr txBox="1"/>
          <p:nvPr/>
        </p:nvSpPr>
        <p:spPr>
          <a:xfrm>
            <a:off x="2423592" y="1199654"/>
            <a:ext cx="3816424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i="1" dirty="0">
                <a:solidFill>
                  <a:prstClr val="black"/>
                </a:solidFill>
                <a:latin typeface="Century Gothic"/>
              </a:rPr>
              <a:t>Lets insert 9x</a:t>
            </a:r>
            <a:r>
              <a:rPr lang="en-IN" b="1" i="1" baseline="30000" dirty="0">
                <a:solidFill>
                  <a:prstClr val="black"/>
                </a:solidFill>
                <a:latin typeface="Century Gothic"/>
              </a:rPr>
              <a:t>2</a:t>
            </a:r>
          </a:p>
          <a:p>
            <a:r>
              <a:rPr lang="en-IN" b="1" i="1" dirty="0">
                <a:solidFill>
                  <a:prstClr val="black"/>
                </a:solidFill>
                <a:latin typeface="Century Gothic"/>
              </a:rPr>
              <a:t>Let ex=2</a:t>
            </a:r>
          </a:p>
          <a:p>
            <a:r>
              <a:rPr lang="en-IN" b="1" i="1" dirty="0" err="1">
                <a:solidFill>
                  <a:prstClr val="black"/>
                </a:solidFill>
                <a:latin typeface="Century Gothic"/>
              </a:rPr>
              <a:t>Ptr</a:t>
            </a:r>
            <a:r>
              <a:rPr lang="en-IN" b="1" i="1" dirty="0">
                <a:solidFill>
                  <a:prstClr val="black"/>
                </a:solidFill>
                <a:latin typeface="Century Gothic"/>
              </a:rPr>
              <a:t>=1</a:t>
            </a:r>
            <a:r>
              <a:rPr lang="en-IN" b="1" i="1" baseline="30000" dirty="0">
                <a:solidFill>
                  <a:prstClr val="black"/>
                </a:solidFill>
                <a:latin typeface="Century Gothic"/>
              </a:rPr>
              <a:t>st</a:t>
            </a:r>
            <a:r>
              <a:rPr lang="en-IN" b="1" i="1" dirty="0">
                <a:solidFill>
                  <a:prstClr val="black"/>
                </a:solidFill>
                <a:latin typeface="Century Gothic"/>
              </a:rPr>
              <a:t> Node</a:t>
            </a:r>
          </a:p>
          <a:p>
            <a:r>
              <a:rPr lang="en-IN" b="1" i="1" dirty="0">
                <a:solidFill>
                  <a:prstClr val="black"/>
                </a:solidFill>
                <a:latin typeface="Century Gothic"/>
              </a:rPr>
              <a:t>Check if </a:t>
            </a:r>
            <a:r>
              <a:rPr lang="en-IN" b="1" i="1" dirty="0" err="1">
                <a:solidFill>
                  <a:prstClr val="black"/>
                </a:solidFill>
                <a:latin typeface="Century Gothic"/>
              </a:rPr>
              <a:t>ptr</a:t>
            </a:r>
            <a:r>
              <a:rPr lang="en-IN" b="1" i="1" dirty="0">
                <a:solidFill>
                  <a:prstClr val="black"/>
                </a:solidFill>
                <a:latin typeface="Century Gothic"/>
              </a:rPr>
              <a:t>-&gt;link-&gt;expo &gt; ex</a:t>
            </a:r>
          </a:p>
          <a:p>
            <a:r>
              <a:rPr lang="en-IN" b="1" i="1" dirty="0">
                <a:solidFill>
                  <a:prstClr val="black"/>
                </a:solidFill>
                <a:latin typeface="Century Gothic"/>
              </a:rPr>
              <a:t>Check if 2</a:t>
            </a:r>
            <a:r>
              <a:rPr lang="en-IN" b="1" i="1" baseline="30000" dirty="0">
                <a:solidFill>
                  <a:prstClr val="black"/>
                </a:solidFill>
                <a:latin typeface="Century Gothic"/>
              </a:rPr>
              <a:t>nd</a:t>
            </a:r>
            <a:r>
              <a:rPr lang="en-IN" b="1" i="1" dirty="0">
                <a:solidFill>
                  <a:prstClr val="black"/>
                </a:solidFill>
                <a:latin typeface="Century Gothic"/>
              </a:rPr>
              <a:t> node’s expo &gt;ex</a:t>
            </a:r>
          </a:p>
          <a:p>
            <a:r>
              <a:rPr lang="en-IN" b="1" i="1" dirty="0">
                <a:solidFill>
                  <a:prstClr val="black"/>
                </a:solidFill>
                <a:latin typeface="Century Gothic"/>
              </a:rPr>
              <a:t>If 3&gt;2, yes</a:t>
            </a:r>
          </a:p>
          <a:p>
            <a:r>
              <a:rPr lang="en-IN" b="1" i="1" dirty="0">
                <a:solidFill>
                  <a:prstClr val="black"/>
                </a:solidFill>
                <a:latin typeface="Century Gothic"/>
              </a:rPr>
              <a:t>Then </a:t>
            </a:r>
          </a:p>
          <a:p>
            <a:r>
              <a:rPr lang="en-IN" b="1" i="1" dirty="0" err="1">
                <a:solidFill>
                  <a:prstClr val="black"/>
                </a:solidFill>
                <a:latin typeface="Century Gothic"/>
              </a:rPr>
              <a:t>Ptr</a:t>
            </a:r>
            <a:r>
              <a:rPr lang="en-IN" b="1" i="1" dirty="0">
                <a:solidFill>
                  <a:prstClr val="black"/>
                </a:solidFill>
                <a:latin typeface="Century Gothic"/>
              </a:rPr>
              <a:t>=</a:t>
            </a:r>
            <a:r>
              <a:rPr lang="en-IN" b="1" i="1" dirty="0" err="1">
                <a:solidFill>
                  <a:prstClr val="black"/>
                </a:solidFill>
                <a:latin typeface="Century Gothic"/>
              </a:rPr>
              <a:t>ptr</a:t>
            </a:r>
            <a:r>
              <a:rPr lang="en-IN" b="1" i="1" dirty="0">
                <a:solidFill>
                  <a:prstClr val="black"/>
                </a:solidFill>
                <a:latin typeface="Century Gothic"/>
              </a:rPr>
              <a:t>-&gt;link</a:t>
            </a:r>
          </a:p>
          <a:p>
            <a:r>
              <a:rPr lang="en-IN" b="1" i="1" dirty="0" err="1">
                <a:solidFill>
                  <a:prstClr val="black"/>
                </a:solidFill>
                <a:latin typeface="Century Gothic"/>
              </a:rPr>
              <a:t>Ptr</a:t>
            </a:r>
            <a:r>
              <a:rPr lang="en-IN" b="1" i="1" dirty="0">
                <a:solidFill>
                  <a:prstClr val="black"/>
                </a:solidFill>
                <a:latin typeface="Century Gothic"/>
              </a:rPr>
              <a:t>=2</a:t>
            </a:r>
            <a:r>
              <a:rPr lang="en-IN" b="1" i="1" baseline="30000" dirty="0">
                <a:solidFill>
                  <a:prstClr val="black"/>
                </a:solidFill>
                <a:latin typeface="Century Gothic"/>
              </a:rPr>
              <a:t>nd</a:t>
            </a:r>
            <a:r>
              <a:rPr lang="en-IN" b="1" i="1" dirty="0">
                <a:solidFill>
                  <a:prstClr val="black"/>
                </a:solidFill>
                <a:latin typeface="Century Gothic"/>
              </a:rPr>
              <a:t> node</a:t>
            </a:r>
          </a:p>
          <a:p>
            <a:r>
              <a:rPr lang="en-IN" b="1" i="1" dirty="0">
                <a:solidFill>
                  <a:prstClr val="black"/>
                </a:solidFill>
                <a:latin typeface="Century Gothic"/>
              </a:rPr>
              <a:t>Check if </a:t>
            </a:r>
            <a:r>
              <a:rPr lang="en-IN" b="1" i="1" dirty="0" err="1">
                <a:solidFill>
                  <a:prstClr val="black"/>
                </a:solidFill>
                <a:latin typeface="Century Gothic"/>
              </a:rPr>
              <a:t>ptr</a:t>
            </a:r>
            <a:r>
              <a:rPr lang="en-IN" b="1" i="1" dirty="0">
                <a:solidFill>
                  <a:prstClr val="black"/>
                </a:solidFill>
                <a:latin typeface="Century Gothic"/>
              </a:rPr>
              <a:t>-&gt;link-&gt;expo&gt;ex</a:t>
            </a:r>
          </a:p>
          <a:p>
            <a:r>
              <a:rPr lang="en-IN" b="1" i="1" dirty="0">
                <a:solidFill>
                  <a:prstClr val="black"/>
                </a:solidFill>
                <a:latin typeface="Century Gothic"/>
              </a:rPr>
              <a:t>Check if 3</a:t>
            </a:r>
            <a:r>
              <a:rPr lang="en-IN" b="1" i="1" baseline="30000" dirty="0">
                <a:solidFill>
                  <a:prstClr val="black"/>
                </a:solidFill>
                <a:latin typeface="Century Gothic"/>
              </a:rPr>
              <a:t>rd</a:t>
            </a:r>
            <a:r>
              <a:rPr lang="en-IN" b="1" i="1" dirty="0">
                <a:solidFill>
                  <a:prstClr val="black"/>
                </a:solidFill>
                <a:latin typeface="Century Gothic"/>
              </a:rPr>
              <a:t> node’s expo&gt;ex</a:t>
            </a:r>
          </a:p>
          <a:p>
            <a:r>
              <a:rPr lang="en-IN" b="1" i="1" dirty="0">
                <a:solidFill>
                  <a:prstClr val="black"/>
                </a:solidFill>
                <a:latin typeface="Century Gothic"/>
              </a:rPr>
              <a:t>If 1&gt;2, no</a:t>
            </a:r>
          </a:p>
          <a:p>
            <a:r>
              <a:rPr lang="en-IN" b="1" i="1" dirty="0">
                <a:solidFill>
                  <a:prstClr val="black"/>
                </a:solidFill>
                <a:latin typeface="Century Gothic"/>
              </a:rPr>
              <a:t>Insert the new node here</a:t>
            </a:r>
          </a:p>
          <a:p>
            <a:r>
              <a:rPr lang="en-IN" b="1" i="1" dirty="0">
                <a:solidFill>
                  <a:prstClr val="black"/>
                </a:solidFill>
                <a:latin typeface="Century Gothic"/>
              </a:rPr>
              <a:t> </a:t>
            </a:r>
            <a:endParaRPr lang="en-US" dirty="0">
              <a:solidFill>
                <a:prstClr val="black"/>
              </a:solidFill>
              <a:latin typeface="Century Gothic"/>
            </a:endParaRPr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6240017" y="4984552"/>
          <a:ext cx="828093" cy="370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603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60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60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" name="Bent Arrow 14"/>
          <p:cNvSpPr/>
          <p:nvPr/>
        </p:nvSpPr>
        <p:spPr>
          <a:xfrm>
            <a:off x="5879976" y="5085184"/>
            <a:ext cx="360040" cy="360040"/>
          </a:xfrm>
          <a:prstGeom prst="ben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prstClr val="black"/>
              </a:solidFill>
              <a:latin typeface="Century Gothic"/>
            </a:endParaRPr>
          </a:p>
        </p:txBody>
      </p:sp>
      <p:sp>
        <p:nvSpPr>
          <p:cNvPr id="16" name="Bent Arrow 15"/>
          <p:cNvSpPr/>
          <p:nvPr/>
        </p:nvSpPr>
        <p:spPr>
          <a:xfrm rot="5400000">
            <a:off x="7032104" y="5109950"/>
            <a:ext cx="360040" cy="360040"/>
          </a:xfrm>
          <a:prstGeom prst="ben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black"/>
              </a:solidFill>
              <a:latin typeface="Century Gothic"/>
            </a:endParaRPr>
          </a:p>
        </p:txBody>
      </p:sp>
    </p:spTree>
    <p:extLst>
      <p:ext uri="{BB962C8B-B14F-4D97-AF65-F5344CB8AC3E}">
        <p14:creationId xmlns:p14="http://schemas.microsoft.com/office/powerpoint/2010/main" val="2170696773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67493" y="1628801"/>
            <a:ext cx="6777317" cy="4203829"/>
          </a:xfrm>
        </p:spPr>
        <p:txBody>
          <a:bodyPr>
            <a:normAutofit/>
          </a:bodyPr>
          <a:lstStyle/>
          <a:p>
            <a:pPr marL="68580" indent="0">
              <a:buNone/>
            </a:pPr>
            <a:r>
              <a:rPr lang="en-IN" dirty="0"/>
              <a:t>Input : </a:t>
            </a:r>
          </a:p>
          <a:p>
            <a:pPr marL="68580" indent="0">
              <a:buNone/>
            </a:pPr>
            <a:r>
              <a:rPr lang="en-IN" dirty="0"/>
              <a:t>	p1= 13x</a:t>
            </a:r>
            <a:r>
              <a:rPr lang="en-IN" baseline="30000" dirty="0"/>
              <a:t>8</a:t>
            </a:r>
            <a:r>
              <a:rPr lang="en-IN" dirty="0"/>
              <a:t> + 7x</a:t>
            </a:r>
            <a:r>
              <a:rPr lang="en-IN" baseline="30000" dirty="0"/>
              <a:t>5</a:t>
            </a:r>
            <a:r>
              <a:rPr lang="en-IN" dirty="0"/>
              <a:t> + 32x</a:t>
            </a:r>
            <a:r>
              <a:rPr lang="en-IN" baseline="30000" dirty="0"/>
              <a:t>2</a:t>
            </a:r>
            <a:r>
              <a:rPr lang="en-IN" dirty="0"/>
              <a:t> + 54 </a:t>
            </a:r>
          </a:p>
          <a:p>
            <a:pPr marL="68580" indent="0">
              <a:buNone/>
            </a:pPr>
            <a:r>
              <a:rPr lang="en-IN" dirty="0"/>
              <a:t>	p2= 3x</a:t>
            </a:r>
            <a:r>
              <a:rPr lang="en-IN" baseline="30000" dirty="0"/>
              <a:t>12</a:t>
            </a:r>
            <a:r>
              <a:rPr lang="en-IN" dirty="0"/>
              <a:t> + 17x</a:t>
            </a:r>
            <a:r>
              <a:rPr lang="en-IN" baseline="30000" dirty="0"/>
              <a:t>5</a:t>
            </a:r>
            <a:r>
              <a:rPr lang="en-IN" dirty="0"/>
              <a:t> + 3x</a:t>
            </a:r>
            <a:r>
              <a:rPr lang="en-IN" baseline="30000" dirty="0"/>
              <a:t>3</a:t>
            </a:r>
            <a:r>
              <a:rPr lang="en-IN" dirty="0"/>
              <a:t> + 98 </a:t>
            </a:r>
          </a:p>
          <a:p>
            <a:pPr marL="68580" indent="0">
              <a:buNone/>
            </a:pPr>
            <a:r>
              <a:rPr lang="en-IN" dirty="0"/>
              <a:t>Output : 3x</a:t>
            </a:r>
            <a:r>
              <a:rPr lang="en-IN" baseline="30000" dirty="0"/>
              <a:t>12 </a:t>
            </a:r>
            <a:r>
              <a:rPr lang="en-IN" dirty="0"/>
              <a:t>+ 13x</a:t>
            </a:r>
            <a:r>
              <a:rPr lang="en-IN" baseline="30000" dirty="0"/>
              <a:t>8</a:t>
            </a:r>
            <a:r>
              <a:rPr lang="en-IN" dirty="0"/>
              <a:t> + 24x</a:t>
            </a:r>
            <a:r>
              <a:rPr lang="en-IN" baseline="30000" dirty="0"/>
              <a:t>5 </a:t>
            </a:r>
            <a:r>
              <a:rPr lang="en-IN" dirty="0"/>
              <a:t>+ 3x</a:t>
            </a:r>
            <a:r>
              <a:rPr lang="en-IN" baseline="30000" dirty="0"/>
              <a:t>3</a:t>
            </a:r>
            <a:r>
              <a:rPr lang="en-IN" dirty="0"/>
              <a:t> + 32x</a:t>
            </a:r>
            <a:r>
              <a:rPr lang="en-IN" baseline="30000" dirty="0"/>
              <a:t>2</a:t>
            </a:r>
            <a:r>
              <a:rPr lang="en-IN" dirty="0"/>
              <a:t> + 152</a:t>
            </a:r>
            <a:endParaRPr lang="en-IN" b="1" u="sng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C5D98-2F44-4088-A449-7E7228D2056C}" type="datetime1">
              <a:rPr lang="en-IN">
                <a:latin typeface="Century Gothic"/>
              </a:rPr>
              <a:pPr/>
              <a:t>09-08-2023</a:t>
            </a:fld>
            <a:endParaRPr lang="en-IN">
              <a:latin typeface="Century Gothic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A414A-FC3B-4762-BF9B-190CEE0147BD}" type="slidenum">
              <a:rPr lang="en-IN">
                <a:latin typeface="Century Gothic"/>
              </a:rPr>
              <a:pPr/>
              <a:t>56</a:t>
            </a:fld>
            <a:endParaRPr lang="en-IN">
              <a:latin typeface="Century Gothic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2495600" y="692696"/>
            <a:ext cx="7024744" cy="529128"/>
          </a:xfrm>
        </p:spPr>
        <p:txBody>
          <a:bodyPr>
            <a:normAutofit/>
          </a:bodyPr>
          <a:lstStyle/>
          <a:p>
            <a:r>
              <a:rPr lang="en-IN" sz="2800" i="1" dirty="0"/>
              <a:t>Addition with polynomial linked list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770378607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67493" y="1628801"/>
            <a:ext cx="6777317" cy="4203829"/>
          </a:xfrm>
        </p:spPr>
        <p:txBody>
          <a:bodyPr>
            <a:normAutofit/>
          </a:bodyPr>
          <a:lstStyle/>
          <a:p>
            <a:r>
              <a:rPr lang="en-IN" sz="2000" dirty="0"/>
              <a:t>For addition of two polynomial linked list, we have a need to traverse the nodes of both the lists. </a:t>
            </a:r>
          </a:p>
          <a:p>
            <a:pPr lvl="1"/>
            <a:endParaRPr lang="en-IN" sz="2000" dirty="0"/>
          </a:p>
          <a:p>
            <a:pPr lvl="1"/>
            <a:r>
              <a:rPr lang="en-IN" sz="2000" b="1" dirty="0"/>
              <a:t>If the node has exponent value higher than another, then </a:t>
            </a:r>
          </a:p>
          <a:p>
            <a:pPr lvl="2"/>
            <a:r>
              <a:rPr lang="en-IN" dirty="0"/>
              <a:t>that node will be added to the resultant list </a:t>
            </a:r>
          </a:p>
          <a:p>
            <a:pPr marL="685800" lvl="2" indent="0" algn="ctr">
              <a:buNone/>
            </a:pPr>
            <a:r>
              <a:rPr lang="en-IN" dirty="0"/>
              <a:t>or </a:t>
            </a:r>
          </a:p>
          <a:p>
            <a:pPr lvl="2"/>
            <a:endParaRPr lang="en-IN" b="1" u="sng" dirty="0"/>
          </a:p>
          <a:p>
            <a:pPr lvl="1"/>
            <a:r>
              <a:rPr lang="en-IN" b="1" u="sng" dirty="0"/>
              <a:t>Nodes which have unique exponent values in both the lists will be added in the resultant list.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3801288-B318-46EC-85BB-AD2492B2E778}" type="datetime1">
              <a:rPr lang="en-IN">
                <a:latin typeface="Century Gothic"/>
              </a:rPr>
              <a:pPr/>
              <a:t>09-08-2023</a:t>
            </a:fld>
            <a:endParaRPr lang="en-IN">
              <a:latin typeface="Century Gothic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A414A-FC3B-4762-BF9B-190CEE0147BD}" type="slidenum">
              <a:rPr lang="en-IN">
                <a:latin typeface="Century Gothic"/>
              </a:rPr>
              <a:pPr/>
              <a:t>57</a:t>
            </a:fld>
            <a:endParaRPr lang="en-IN">
              <a:latin typeface="Century Gothic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2495600" y="692696"/>
            <a:ext cx="7024744" cy="529128"/>
          </a:xfrm>
        </p:spPr>
        <p:txBody>
          <a:bodyPr>
            <a:normAutofit/>
          </a:bodyPr>
          <a:lstStyle/>
          <a:p>
            <a:r>
              <a:rPr lang="en-IN" sz="2800" i="1" dirty="0"/>
              <a:t>Addition with polynomial linked list</a:t>
            </a:r>
            <a:endParaRPr lang="en-IN" sz="3200" dirty="0"/>
          </a:p>
        </p:txBody>
      </p:sp>
    </p:spTree>
    <p:extLst>
      <p:ext uri="{BB962C8B-B14F-4D97-AF65-F5344CB8AC3E}">
        <p14:creationId xmlns:p14="http://schemas.microsoft.com/office/powerpoint/2010/main" val="1543949583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07568" y="836713"/>
            <a:ext cx="7776864" cy="4491861"/>
          </a:xfrm>
        </p:spPr>
        <p:txBody>
          <a:bodyPr>
            <a:normAutofit/>
          </a:bodyPr>
          <a:lstStyle/>
          <a:p>
            <a:pPr lvl="1"/>
            <a:endParaRPr lang="en-IN" sz="2000" dirty="0"/>
          </a:p>
          <a:p>
            <a:pPr lvl="1"/>
            <a:r>
              <a:rPr lang="en-IN" sz="2000" dirty="0"/>
              <a:t>If the nodes have </a:t>
            </a:r>
            <a:r>
              <a:rPr lang="en-IN" sz="2000" b="1" dirty="0"/>
              <a:t>same exponent </a:t>
            </a:r>
            <a:r>
              <a:rPr lang="en-IN" sz="2000" dirty="0"/>
              <a:t>value then </a:t>
            </a:r>
          </a:p>
          <a:p>
            <a:pPr lvl="2"/>
            <a:r>
              <a:rPr lang="en-IN" dirty="0"/>
              <a:t>first the coefficient of both nodes will be added </a:t>
            </a:r>
          </a:p>
          <a:p>
            <a:pPr lvl="2"/>
            <a:r>
              <a:rPr lang="en-IN" dirty="0"/>
              <a:t>then the result will be added to the resultant list. 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DCCA09-56E5-46FD-B12C-6E7779ADAAFB}" type="datetime1">
              <a:rPr lang="en-IN">
                <a:latin typeface="Century Gothic"/>
              </a:rPr>
              <a:pPr/>
              <a:t>09-08-2023</a:t>
            </a:fld>
            <a:endParaRPr lang="en-IN">
              <a:latin typeface="Century Gothic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A414A-FC3B-4762-BF9B-190CEE0147BD}" type="slidenum">
              <a:rPr lang="en-IN">
                <a:latin typeface="Century Gothic"/>
              </a:rPr>
              <a:pPr/>
              <a:t>58</a:t>
            </a:fld>
            <a:endParaRPr lang="en-IN">
              <a:latin typeface="Century Gothic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991544" y="332656"/>
            <a:ext cx="7024744" cy="529128"/>
          </a:xfrm>
        </p:spPr>
        <p:txBody>
          <a:bodyPr>
            <a:normAutofit/>
          </a:bodyPr>
          <a:lstStyle/>
          <a:p>
            <a:r>
              <a:rPr lang="en-IN" sz="2000" b="1" i="1" dirty="0"/>
              <a:t>Addition with polynomial linked list</a:t>
            </a:r>
            <a:endParaRPr lang="en-IN" sz="2400" b="1" dirty="0"/>
          </a:p>
        </p:txBody>
      </p:sp>
    </p:spTree>
    <p:extLst>
      <p:ext uri="{BB962C8B-B14F-4D97-AF65-F5344CB8AC3E}">
        <p14:creationId xmlns:p14="http://schemas.microsoft.com/office/powerpoint/2010/main" val="2253824412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07568" y="836713"/>
            <a:ext cx="7776864" cy="4491861"/>
          </a:xfrm>
        </p:spPr>
        <p:txBody>
          <a:bodyPr>
            <a:normAutofit/>
          </a:bodyPr>
          <a:lstStyle/>
          <a:p>
            <a:pPr lvl="1"/>
            <a:r>
              <a:rPr lang="en-IN" sz="2000" dirty="0"/>
              <a:t>Suppose in traversing one list is finished then </a:t>
            </a:r>
          </a:p>
          <a:p>
            <a:pPr lvl="2"/>
            <a:r>
              <a:rPr lang="en-IN" b="1" dirty="0"/>
              <a:t>remaining node of the another list will be added to the resultant list</a:t>
            </a:r>
            <a:r>
              <a:rPr lang="en-IN" dirty="0"/>
              <a:t>.</a:t>
            </a:r>
            <a:br>
              <a:rPr lang="en-IN" dirty="0"/>
            </a:b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D44DAE-79F5-4E78-9DED-70F55F5280DE}" type="datetime1">
              <a:rPr lang="en-IN">
                <a:latin typeface="Century Gothic"/>
              </a:rPr>
              <a:pPr/>
              <a:t>09-08-2023</a:t>
            </a:fld>
            <a:endParaRPr lang="en-IN">
              <a:latin typeface="Century Gothic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1FA414A-FC3B-4762-BF9B-190CEE0147BD}" type="slidenum">
              <a:rPr lang="en-IN">
                <a:latin typeface="Century Gothic"/>
              </a:rPr>
              <a:pPr/>
              <a:t>59</a:t>
            </a:fld>
            <a:endParaRPr lang="en-IN">
              <a:latin typeface="Century Gothic"/>
            </a:endParaRPr>
          </a:p>
        </p:txBody>
      </p:sp>
      <p:sp>
        <p:nvSpPr>
          <p:cNvPr id="7" name="Title 1"/>
          <p:cNvSpPr>
            <a:spLocks noGrp="1"/>
          </p:cNvSpPr>
          <p:nvPr>
            <p:ph type="title"/>
          </p:nvPr>
        </p:nvSpPr>
        <p:spPr>
          <a:xfrm>
            <a:off x="1991544" y="332656"/>
            <a:ext cx="7024744" cy="529128"/>
          </a:xfrm>
        </p:spPr>
        <p:txBody>
          <a:bodyPr>
            <a:normAutofit/>
          </a:bodyPr>
          <a:lstStyle/>
          <a:p>
            <a:r>
              <a:rPr lang="en-IN" sz="2000" b="1" i="1" dirty="0"/>
              <a:t>Addition with polynomial linked list</a:t>
            </a:r>
            <a:endParaRPr lang="en-IN" sz="2400" b="1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1624" y="1988840"/>
            <a:ext cx="6552728" cy="38884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9250669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ustin">
  <a:themeElements>
    <a:clrScheme name="Austin">
      <a:dk1>
        <a:sysClr val="windowText" lastClr="000000"/>
      </a:dk1>
      <a:lt1>
        <a:sysClr val="window" lastClr="FFFFFF"/>
      </a:lt1>
      <a:dk2>
        <a:srgbClr val="3E3D2D"/>
      </a:dk2>
      <a:lt2>
        <a:srgbClr val="CAF278"/>
      </a:lt2>
      <a:accent1>
        <a:srgbClr val="94C600"/>
      </a:accent1>
      <a:accent2>
        <a:srgbClr val="71685A"/>
      </a:accent2>
      <a:accent3>
        <a:srgbClr val="FF6700"/>
      </a:accent3>
      <a:accent4>
        <a:srgbClr val="909465"/>
      </a:accent4>
      <a:accent5>
        <a:srgbClr val="956B43"/>
      </a:accent5>
      <a:accent6>
        <a:srgbClr val="FEA022"/>
      </a:accent6>
      <a:hlink>
        <a:srgbClr val="E68200"/>
      </a:hlink>
      <a:folHlink>
        <a:srgbClr val="FFA94A"/>
      </a:folHlink>
    </a:clrScheme>
    <a:fontScheme name="Austin">
      <a:maj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Austin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  <a:lumMod val="100000"/>
              </a:schemeClr>
            </a:gs>
          </a:gsLst>
          <a:lin ang="504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75000"/>
                <a:satMod val="120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>
            <a:bevelT w="50800" h="12700" prst="softRound"/>
          </a:sp3d>
        </a:effectStyle>
        <a:effectStyle>
          <a:effectLst>
            <a:outerShdw blurRad="44450" dist="50800" dir="5400000" sx="96000" rotWithShape="0">
              <a:srgbClr val="000000">
                <a:alpha val="3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15875" prstMaterial="metal">
            <a:bevelT w="101600" h="25400" prst="softRound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94000"/>
                <a:satMod val="114000"/>
                <a:lumMod val="96000"/>
              </a:schemeClr>
            </a:gs>
            <a:gs pos="62000">
              <a:schemeClr val="phClr">
                <a:tint val="92000"/>
                <a:shade val="66000"/>
                <a:satMod val="110000"/>
                <a:lumMod val="80000"/>
              </a:schemeClr>
            </a:gs>
            <a:gs pos="100000">
              <a:schemeClr val="phClr">
                <a:tint val="89000"/>
                <a:shade val="62000"/>
                <a:satMod val="110000"/>
                <a:lumMod val="7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80000"/>
                <a:shade val="58000"/>
              </a:schemeClr>
              <a:schemeClr val="phClr">
                <a:tint val="73000"/>
                <a:shade val="68000"/>
                <a:satMod val="150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3005</Words>
  <Application>Microsoft Office PowerPoint</Application>
  <PresentationFormat>Widescreen</PresentationFormat>
  <Paragraphs>533</Paragraphs>
  <Slides>59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59</vt:i4>
      </vt:variant>
    </vt:vector>
  </HeadingPairs>
  <TitlesOfParts>
    <vt:vector size="64" baseType="lpstr">
      <vt:lpstr>Arial</vt:lpstr>
      <vt:lpstr>Calibri</vt:lpstr>
      <vt:lpstr>Century Gothic</vt:lpstr>
      <vt:lpstr>Wingdings 2</vt:lpstr>
      <vt:lpstr>Austin</vt:lpstr>
      <vt:lpstr>Traversal of circular linked list</vt:lpstr>
      <vt:lpstr>Deletion from a circular linked list :-</vt:lpstr>
      <vt:lpstr>Deletion from a circular linked list :-</vt:lpstr>
      <vt:lpstr>Deletion from a circular linked list :-</vt:lpstr>
      <vt:lpstr>Deletion from a circular linked list :-</vt:lpstr>
      <vt:lpstr>Deletion from a circular linked list :-</vt:lpstr>
      <vt:lpstr>Same as Deletion in between in Singly Linked List</vt:lpstr>
      <vt:lpstr>Deletion from a circular linked list :-</vt:lpstr>
      <vt:lpstr>Doubly Linked List</vt:lpstr>
      <vt:lpstr>Doubly Linked List</vt:lpstr>
      <vt:lpstr>Doubly Linked List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Doubly linked list-Deletion of last node</vt:lpstr>
      <vt:lpstr>Doubly linked list-Deletion of last node</vt:lpstr>
      <vt:lpstr>Doubly linked list-Deletion of last node</vt:lpstr>
      <vt:lpstr>Doubly linked list-Deletion of last node</vt:lpstr>
      <vt:lpstr>Doubly linked list-Deletion of last node</vt:lpstr>
      <vt:lpstr>Application of Linked List</vt:lpstr>
      <vt:lpstr>Polynomial arithmetic with linked list</vt:lpstr>
      <vt:lpstr>Representation of Polynomial</vt:lpstr>
      <vt:lpstr>Representation of Polynomial</vt:lpstr>
      <vt:lpstr>Representation of Polynomial</vt:lpstr>
      <vt:lpstr>Representation of Polynomial</vt:lpstr>
      <vt:lpstr>PowerPoint Presentation</vt:lpstr>
      <vt:lpstr>PowerPoint Presentation</vt:lpstr>
      <vt:lpstr>Creation of polynomial linked list</vt:lpstr>
      <vt:lpstr>Creation of polynomial linked list</vt:lpstr>
      <vt:lpstr>Creation of polynomial linked list</vt:lpstr>
      <vt:lpstr>Creation of polynomial linked list</vt:lpstr>
      <vt:lpstr>Addition with polynomial linked list</vt:lpstr>
      <vt:lpstr>Addition with polynomial linked list</vt:lpstr>
      <vt:lpstr>Addition with polynomial linked list</vt:lpstr>
      <vt:lpstr>Addition with polynomial linked list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Traversal of circular linked list</dc:title>
  <dc:creator>Jyothi Rao</dc:creator>
  <cp:lastModifiedBy>Jyothi Rao</cp:lastModifiedBy>
  <cp:revision>1</cp:revision>
  <dcterms:created xsi:type="dcterms:W3CDTF">2023-08-09T08:50:35Z</dcterms:created>
  <dcterms:modified xsi:type="dcterms:W3CDTF">2023-08-09T08:54:19Z</dcterms:modified>
</cp:coreProperties>
</file>