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69.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67.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154.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164.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16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170.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54.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159.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57.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47.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51.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160.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32.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15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Lst>
  <p:sldSz cy="6858000" cx="9144000"/>
  <p:notesSz cx="6858000" cy="9144000"/>
  <p:embeddedFontLst>
    <p:embeddedFont>
      <p:font typeface="Century Gothic"/>
      <p:regular r:id="rId177"/>
      <p:bold r:id="rId178"/>
      <p:italic r:id="rId179"/>
      <p:boldItalic r:id="rId18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2880">
          <p15:clr>
            <a:srgbClr val="000000"/>
          </p15:clr>
        </p15:guide>
        <p15:guide id="2" pos="2160">
          <p15:clr>
            <a:srgbClr val="000000"/>
          </p15:clr>
        </p15:guide>
      </p15:notesGuideLst>
    </p:ext>
    <p:ext uri="GoogleSlidesCustomDataVersion2">
      <go:slidesCustomData xmlns:go="http://customooxmlschemas.google.com/" r:id="rId181" roundtripDataSignature="AMtx7mh2b+KdGujkNBN69MGbbG88b6vi1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0BDA5D4-ED71-4B3A-B446-2160A7B29074}">
  <a:tblStyle styleId="{40BDA5D4-ED71-4B3A-B446-2160A7B29074}" styleName="Table_0">
    <a:wholeTbl>
      <a:tcTxStyle b="off" i="off">
        <a:font>
          <a:latin typeface="Century Gothic"/>
          <a:ea typeface="Century Gothic"/>
          <a:cs typeface="Century Gothic"/>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EF5E6"/>
          </a:solidFill>
        </a:fill>
      </a:tcStyle>
    </a:wholeTbl>
    <a:band1H>
      <a:tcTxStyle/>
      <a:tcStyle>
        <a:fill>
          <a:solidFill>
            <a:srgbClr val="DCEACA"/>
          </a:solidFill>
        </a:fill>
      </a:tcStyle>
    </a:band1H>
    <a:band2H>
      <a:tcTxStyle/>
    </a:band2H>
    <a:band1V>
      <a:tcTxStyle/>
      <a:tcStyle>
        <a:fill>
          <a:solidFill>
            <a:srgbClr val="DCEACA"/>
          </a:solidFill>
        </a:fill>
      </a:tcStyle>
    </a:band1V>
    <a:band2V>
      <a:tcTxStyle/>
    </a:band2V>
    <a:lastCol>
      <a:tcTxStyle b="on" i="off">
        <a:font>
          <a:latin typeface="Century Gothic"/>
          <a:ea typeface="Century Gothic"/>
          <a:cs typeface="Century Gothic"/>
        </a:font>
        <a:schemeClr val="lt1"/>
      </a:tcTxStyle>
      <a:tcStyle>
        <a:fill>
          <a:solidFill>
            <a:schemeClr val="accent1"/>
          </a:solidFill>
        </a:fill>
      </a:tcStyle>
    </a:lastCol>
    <a:firstCol>
      <a:tcTxStyle b="on" i="off">
        <a:font>
          <a:latin typeface="Century Gothic"/>
          <a:ea typeface="Century Gothic"/>
          <a:cs typeface="Century Gothic"/>
        </a:font>
        <a:schemeClr val="lt1"/>
      </a:tcTxStyle>
      <a:tcStyle>
        <a:fill>
          <a:solidFill>
            <a:schemeClr val="accent1"/>
          </a:solidFill>
        </a:fill>
      </a:tcStyle>
    </a:firstCol>
    <a:lastRow>
      <a:tcTxStyle b="on" i="off">
        <a:font>
          <a:latin typeface="Century Gothic"/>
          <a:ea typeface="Century Gothic"/>
          <a:cs typeface="Century Gothic"/>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entury Gothic"/>
          <a:ea typeface="Century Gothic"/>
          <a:cs typeface="Century Gothic"/>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181" Type="http://customschemas.google.com/relationships/presentationmetadata" Target="metadata"/><Relationship Id="rId34" Type="http://schemas.openxmlformats.org/officeDocument/2006/relationships/slide" Target="slides/slide28.xml"/><Relationship Id="rId180" Type="http://schemas.openxmlformats.org/officeDocument/2006/relationships/font" Target="fonts/CenturyGothic-boldItalic.fntdata"/><Relationship Id="rId37" Type="http://schemas.openxmlformats.org/officeDocument/2006/relationships/slide" Target="slides/slide31.xml"/><Relationship Id="rId176" Type="http://schemas.openxmlformats.org/officeDocument/2006/relationships/slide" Target="slides/slide170.xml"/><Relationship Id="rId36" Type="http://schemas.openxmlformats.org/officeDocument/2006/relationships/slide" Target="slides/slide30.xml"/><Relationship Id="rId175" Type="http://schemas.openxmlformats.org/officeDocument/2006/relationships/slide" Target="slides/slide169.xml"/><Relationship Id="rId39" Type="http://schemas.openxmlformats.org/officeDocument/2006/relationships/slide" Target="slides/slide33.xml"/><Relationship Id="rId174" Type="http://schemas.openxmlformats.org/officeDocument/2006/relationships/slide" Target="slides/slide168.xml"/><Relationship Id="rId38" Type="http://schemas.openxmlformats.org/officeDocument/2006/relationships/slide" Target="slides/slide32.xml"/><Relationship Id="rId173" Type="http://schemas.openxmlformats.org/officeDocument/2006/relationships/slide" Target="slides/slide167.xml"/><Relationship Id="rId179" Type="http://schemas.openxmlformats.org/officeDocument/2006/relationships/font" Target="fonts/CenturyGothic-italic.fntdata"/><Relationship Id="rId178" Type="http://schemas.openxmlformats.org/officeDocument/2006/relationships/font" Target="fonts/CenturyGothic-bold.fntdata"/><Relationship Id="rId177" Type="http://schemas.openxmlformats.org/officeDocument/2006/relationships/font" Target="fonts/CenturyGothic-regular.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29" Type="http://schemas.openxmlformats.org/officeDocument/2006/relationships/slide" Target="slides/slide123.xml"/><Relationship Id="rId128" Type="http://schemas.openxmlformats.org/officeDocument/2006/relationships/slide" Target="slides/slide122.xml"/><Relationship Id="rId127" Type="http://schemas.openxmlformats.org/officeDocument/2006/relationships/slide" Target="slides/slide121.xml"/><Relationship Id="rId126" Type="http://schemas.openxmlformats.org/officeDocument/2006/relationships/slide" Target="slides/slide120.xml"/><Relationship Id="rId26" Type="http://schemas.openxmlformats.org/officeDocument/2006/relationships/slide" Target="slides/slide20.xml"/><Relationship Id="rId121" Type="http://schemas.openxmlformats.org/officeDocument/2006/relationships/slide" Target="slides/slide115.xml"/><Relationship Id="rId25" Type="http://schemas.openxmlformats.org/officeDocument/2006/relationships/slide" Target="slides/slide19.xml"/><Relationship Id="rId120" Type="http://schemas.openxmlformats.org/officeDocument/2006/relationships/slide" Target="slides/slide114.xml"/><Relationship Id="rId28" Type="http://schemas.openxmlformats.org/officeDocument/2006/relationships/slide" Target="slides/slide22.xml"/><Relationship Id="rId27" Type="http://schemas.openxmlformats.org/officeDocument/2006/relationships/slide" Target="slides/slide21.xml"/><Relationship Id="rId125" Type="http://schemas.openxmlformats.org/officeDocument/2006/relationships/slide" Target="slides/slide119.xml"/><Relationship Id="rId29" Type="http://schemas.openxmlformats.org/officeDocument/2006/relationships/slide" Target="slides/slide23.xml"/><Relationship Id="rId124" Type="http://schemas.openxmlformats.org/officeDocument/2006/relationships/slide" Target="slides/slide118.xml"/><Relationship Id="rId123" Type="http://schemas.openxmlformats.org/officeDocument/2006/relationships/slide" Target="slides/slide117.xml"/><Relationship Id="rId122" Type="http://schemas.openxmlformats.org/officeDocument/2006/relationships/slide" Target="slides/slide116.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9" Type="http://schemas.openxmlformats.org/officeDocument/2006/relationships/slide" Target="slides/slide113.xml"/><Relationship Id="rId15" Type="http://schemas.openxmlformats.org/officeDocument/2006/relationships/slide" Target="slides/slide9.xml"/><Relationship Id="rId110" Type="http://schemas.openxmlformats.org/officeDocument/2006/relationships/slide" Target="slides/slide104.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slide" Target="slides/slide108.xml"/><Relationship Id="rId18" Type="http://schemas.openxmlformats.org/officeDocument/2006/relationships/slide" Target="slides/slide12.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150" Type="http://schemas.openxmlformats.org/officeDocument/2006/relationships/slide" Target="slides/slide144.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3.xml"/><Relationship Id="rId4" Type="http://schemas.openxmlformats.org/officeDocument/2006/relationships/tableStyles" Target="tableStyles.xml"/><Relationship Id="rId148" Type="http://schemas.openxmlformats.org/officeDocument/2006/relationships/slide" Target="slides/slide142.xml"/><Relationship Id="rId9" Type="http://schemas.openxmlformats.org/officeDocument/2006/relationships/slide" Target="slides/slide3.xml"/><Relationship Id="rId143" Type="http://schemas.openxmlformats.org/officeDocument/2006/relationships/slide" Target="slides/slide137.xml"/><Relationship Id="rId142" Type="http://schemas.openxmlformats.org/officeDocument/2006/relationships/slide" Target="slides/slide136.xml"/><Relationship Id="rId141" Type="http://schemas.openxmlformats.org/officeDocument/2006/relationships/slide" Target="slides/slide135.xml"/><Relationship Id="rId140" Type="http://schemas.openxmlformats.org/officeDocument/2006/relationships/slide" Target="slides/slide134.xml"/><Relationship Id="rId5" Type="http://schemas.openxmlformats.org/officeDocument/2006/relationships/slideMaster" Target="slideMasters/slideMaster1.xml"/><Relationship Id="rId147" Type="http://schemas.openxmlformats.org/officeDocument/2006/relationships/slide" Target="slides/slide141.xml"/><Relationship Id="rId6" Type="http://schemas.openxmlformats.org/officeDocument/2006/relationships/notesMaster" Target="notesMasters/notesMaster1.xml"/><Relationship Id="rId146" Type="http://schemas.openxmlformats.org/officeDocument/2006/relationships/slide" Target="slides/slide140.xml"/><Relationship Id="rId7" Type="http://schemas.openxmlformats.org/officeDocument/2006/relationships/slide" Target="slides/slide1.xml"/><Relationship Id="rId145" Type="http://schemas.openxmlformats.org/officeDocument/2006/relationships/slide" Target="slides/slide139.xml"/><Relationship Id="rId8" Type="http://schemas.openxmlformats.org/officeDocument/2006/relationships/slide" Target="slides/slide2.xml"/><Relationship Id="rId144" Type="http://schemas.openxmlformats.org/officeDocument/2006/relationships/slide" Target="slides/slide138.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139" Type="http://schemas.openxmlformats.org/officeDocument/2006/relationships/slide" Target="slides/slide133.xml"/><Relationship Id="rId138" Type="http://schemas.openxmlformats.org/officeDocument/2006/relationships/slide" Target="slides/slide132.xml"/><Relationship Id="rId137" Type="http://schemas.openxmlformats.org/officeDocument/2006/relationships/slide" Target="slides/slide131.xml"/><Relationship Id="rId132" Type="http://schemas.openxmlformats.org/officeDocument/2006/relationships/slide" Target="slides/slide126.xml"/><Relationship Id="rId131" Type="http://schemas.openxmlformats.org/officeDocument/2006/relationships/slide" Target="slides/slide125.xml"/><Relationship Id="rId130" Type="http://schemas.openxmlformats.org/officeDocument/2006/relationships/slide" Target="slides/slide124.xml"/><Relationship Id="rId136" Type="http://schemas.openxmlformats.org/officeDocument/2006/relationships/slide" Target="slides/slide130.xml"/><Relationship Id="rId135" Type="http://schemas.openxmlformats.org/officeDocument/2006/relationships/slide" Target="slides/slide129.xml"/><Relationship Id="rId134" Type="http://schemas.openxmlformats.org/officeDocument/2006/relationships/slide" Target="slides/slide128.xml"/><Relationship Id="rId133" Type="http://schemas.openxmlformats.org/officeDocument/2006/relationships/slide" Target="slides/slide127.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172" Type="http://schemas.openxmlformats.org/officeDocument/2006/relationships/slide" Target="slides/slide166.xml"/><Relationship Id="rId65" Type="http://schemas.openxmlformats.org/officeDocument/2006/relationships/slide" Target="slides/slide59.xml"/><Relationship Id="rId171" Type="http://schemas.openxmlformats.org/officeDocument/2006/relationships/slide" Target="slides/slide165.xml"/><Relationship Id="rId68" Type="http://schemas.openxmlformats.org/officeDocument/2006/relationships/slide" Target="slides/slide62.xml"/><Relationship Id="rId170" Type="http://schemas.openxmlformats.org/officeDocument/2006/relationships/slide" Target="slides/slide164.xml"/><Relationship Id="rId67" Type="http://schemas.openxmlformats.org/officeDocument/2006/relationships/slide" Target="slides/slide61.xml"/><Relationship Id="rId60" Type="http://schemas.openxmlformats.org/officeDocument/2006/relationships/slide" Target="slides/slide54.xml"/><Relationship Id="rId165" Type="http://schemas.openxmlformats.org/officeDocument/2006/relationships/slide" Target="slides/slide159.xml"/><Relationship Id="rId69" Type="http://schemas.openxmlformats.org/officeDocument/2006/relationships/slide" Target="slides/slide63.xml"/><Relationship Id="rId164" Type="http://schemas.openxmlformats.org/officeDocument/2006/relationships/slide" Target="slides/slide158.xml"/><Relationship Id="rId163" Type="http://schemas.openxmlformats.org/officeDocument/2006/relationships/slide" Target="slides/slide157.xml"/><Relationship Id="rId162" Type="http://schemas.openxmlformats.org/officeDocument/2006/relationships/slide" Target="slides/slide156.xml"/><Relationship Id="rId169" Type="http://schemas.openxmlformats.org/officeDocument/2006/relationships/slide" Target="slides/slide163.xml"/><Relationship Id="rId168" Type="http://schemas.openxmlformats.org/officeDocument/2006/relationships/slide" Target="slides/slide162.xml"/><Relationship Id="rId167" Type="http://schemas.openxmlformats.org/officeDocument/2006/relationships/slide" Target="slides/slide161.xml"/><Relationship Id="rId166" Type="http://schemas.openxmlformats.org/officeDocument/2006/relationships/slide" Target="slides/slide160.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161" Type="http://schemas.openxmlformats.org/officeDocument/2006/relationships/slide" Target="slides/slide155.xml"/><Relationship Id="rId54" Type="http://schemas.openxmlformats.org/officeDocument/2006/relationships/slide" Target="slides/slide48.xml"/><Relationship Id="rId160" Type="http://schemas.openxmlformats.org/officeDocument/2006/relationships/slide" Target="slides/slide154.xml"/><Relationship Id="rId57" Type="http://schemas.openxmlformats.org/officeDocument/2006/relationships/slide" Target="slides/slide51.xml"/><Relationship Id="rId56" Type="http://schemas.openxmlformats.org/officeDocument/2006/relationships/slide" Target="slides/slide50.xml"/><Relationship Id="rId159" Type="http://schemas.openxmlformats.org/officeDocument/2006/relationships/slide" Target="slides/slide153.xml"/><Relationship Id="rId59" Type="http://schemas.openxmlformats.org/officeDocument/2006/relationships/slide" Target="slides/slide53.xml"/><Relationship Id="rId154" Type="http://schemas.openxmlformats.org/officeDocument/2006/relationships/slide" Target="slides/slide148.xml"/><Relationship Id="rId58" Type="http://schemas.openxmlformats.org/officeDocument/2006/relationships/slide" Target="slides/slide52.xml"/><Relationship Id="rId153" Type="http://schemas.openxmlformats.org/officeDocument/2006/relationships/slide" Target="slides/slide147.xml"/><Relationship Id="rId152" Type="http://schemas.openxmlformats.org/officeDocument/2006/relationships/slide" Target="slides/slide146.xml"/><Relationship Id="rId151" Type="http://schemas.openxmlformats.org/officeDocument/2006/relationships/slide" Target="slides/slide145.xml"/><Relationship Id="rId158" Type="http://schemas.openxmlformats.org/officeDocument/2006/relationships/slide" Target="slides/slide152.xml"/><Relationship Id="rId157" Type="http://schemas.openxmlformats.org/officeDocument/2006/relationships/slide" Target="slides/slide151.xml"/><Relationship Id="rId156" Type="http://schemas.openxmlformats.org/officeDocument/2006/relationships/slide" Target="slides/slide150.xml"/><Relationship Id="rId155" Type="http://schemas.openxmlformats.org/officeDocument/2006/relationships/slide" Target="slides/slide1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 name="Google Shape;331;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 name="Google Shape;349;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8" name="Google Shape;358;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 name="Google Shape;367;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6" name="Google Shape;376;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5" name="Google Shape;385;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4" name="Google Shape;394;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3" name="Google Shape;403;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2" name="Google Shape;412;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1" name="Google Shape;421;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0" name="Google Shape;430;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9" name="Google Shape;439;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0" name="Google Shape;450;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9" name="Google Shape;459;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8" name="Google Shape;468;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7" name="Google Shape;477;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6" name="Google Shape;486;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5" name="Google Shape;495;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4" name="Google Shape;504;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3" name="Google Shape;513;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2" name="Google Shape;522;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1" name="Google Shape;531;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0" name="Google Shape;540;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9" name="Google Shape;549;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8" name="Google Shape;558;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7" name="Google Shape;567;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8" name="Google Shape;578;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4" name="Google Shape;584;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5" name="Google Shape;595;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6" name="Google Shape;606;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7" name="Google Shape;617;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6" name="Google Shape;626;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5" name="Google Shape;635;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4" name="Google Shape;644;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3" name="Google Shape;653;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3" name="Google Shape;663;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2" name="Google Shape;672;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2" name="Google Shape;682;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2" name="Google Shape;692;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p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2" name="Google Shape;702;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p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2" name="Google Shape;712;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p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1" name="Google Shape;721;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0" name="Google Shape;730;p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1" name="Google Shape;731;p5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0" name="Google Shape;740;p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1" name="Google Shape;741;p5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p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4" name="Google Shape;754;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3" name="Google Shape;763;p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4" name="Google Shape;764;p5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5" name="Google Shape;775;p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6" name="Google Shape;776;p5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5" name="Google Shape;785;p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6" name="Google Shape;786;p5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5" name="Google Shape;795;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p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4" name="Google Shape;804;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3" name="Google Shape;813;p6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4" name="Google Shape;814;p6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3" name="Google Shape;823;p6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4" name="Google Shape;824;p6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p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3" name="Google Shape;833;p6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4" name="Google Shape;834;p6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p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3" name="Google Shape;843;p6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4" name="Google Shape;844;p6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p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3" name="Google Shape;853;p6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4" name="Google Shape;854;p6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p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3" name="Google Shape;863;p7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4" name="Google Shape;864;p7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p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3" name="Google Shape;873;p7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4" name="Google Shape;874;p7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p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3" name="Google Shape;883;p7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4" name="Google Shape;884;p7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p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3" name="Google Shape;893;p7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4" name="Google Shape;894;p7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p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4" name="Google Shape;904;p7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5" name="Google Shape;905;p7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p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6" name="Google Shape;916;p7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7" name="Google Shape;917;p7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p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7" name="Google Shape;927;p7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8" name="Google Shape;928;p7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0" name="Google Shape;940;p7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1" name="Google Shape;941;p7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p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1" name="Google Shape;951;p7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2" name="Google Shape;952;p7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p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1" name="Google Shape;961;p7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2" name="Google Shape;962;p7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p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1" name="Google Shape;971;p8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2" name="Google Shape;972;p8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0" name="Shape 980"/>
        <p:cNvGrpSpPr/>
        <p:nvPr/>
      </p:nvGrpSpPr>
      <p:grpSpPr>
        <a:xfrm>
          <a:off x="0" y="0"/>
          <a:ext cx="0" cy="0"/>
          <a:chOff x="0" y="0"/>
          <a:chExt cx="0" cy="0"/>
        </a:xfrm>
      </p:grpSpPr>
      <p:sp>
        <p:nvSpPr>
          <p:cNvPr id="981" name="Google Shape;981;p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2" name="Google Shape;982;p8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3" name="Google Shape;983;p8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p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5" name="Google Shape;995;p8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6" name="Google Shape;996;p8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p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6" name="Google Shape;1006;p8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7" name="Google Shape;1007;p8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5" name="Shape 1015"/>
        <p:cNvGrpSpPr/>
        <p:nvPr/>
      </p:nvGrpSpPr>
      <p:grpSpPr>
        <a:xfrm>
          <a:off x="0" y="0"/>
          <a:ext cx="0" cy="0"/>
          <a:chOff x="0" y="0"/>
          <a:chExt cx="0" cy="0"/>
        </a:xfrm>
      </p:grpSpPr>
      <p:sp>
        <p:nvSpPr>
          <p:cNvPr id="1016" name="Google Shape;1016;p8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7" name="Google Shape;1017;p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p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6" name="Google Shape;1026;p8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7" name="Google Shape;1027;p8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5" name="Shape 1035"/>
        <p:cNvGrpSpPr/>
        <p:nvPr/>
      </p:nvGrpSpPr>
      <p:grpSpPr>
        <a:xfrm>
          <a:off x="0" y="0"/>
          <a:ext cx="0" cy="0"/>
          <a:chOff x="0" y="0"/>
          <a:chExt cx="0" cy="0"/>
        </a:xfrm>
      </p:grpSpPr>
      <p:sp>
        <p:nvSpPr>
          <p:cNvPr id="1036" name="Google Shape;1036;p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7" name="Google Shape;1037;p8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8" name="Google Shape;1038;p8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7" name="Shape 1047"/>
        <p:cNvGrpSpPr/>
        <p:nvPr/>
      </p:nvGrpSpPr>
      <p:grpSpPr>
        <a:xfrm>
          <a:off x="0" y="0"/>
          <a:ext cx="0" cy="0"/>
          <a:chOff x="0" y="0"/>
          <a:chExt cx="0" cy="0"/>
        </a:xfrm>
      </p:grpSpPr>
      <p:sp>
        <p:nvSpPr>
          <p:cNvPr id="1048" name="Google Shape;1048;p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9" name="Google Shape;1049;p8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0" name="Google Shape;1050;p8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p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9" name="Google Shape;1059;p8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0" name="Google Shape;1060;p8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7" name="Shape 1067"/>
        <p:cNvGrpSpPr/>
        <p:nvPr/>
      </p:nvGrpSpPr>
      <p:grpSpPr>
        <a:xfrm>
          <a:off x="0" y="0"/>
          <a:ext cx="0" cy="0"/>
          <a:chOff x="0" y="0"/>
          <a:chExt cx="0" cy="0"/>
        </a:xfrm>
      </p:grpSpPr>
      <p:sp>
        <p:nvSpPr>
          <p:cNvPr id="1068" name="Google Shape;1068;p9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9" name="Google Shape;1069;p9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0" name="Google Shape;1070;p9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p9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9" name="Google Shape;1079;p9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0" name="Google Shape;1080;p9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7" name="Shape 1087"/>
        <p:cNvGrpSpPr/>
        <p:nvPr/>
      </p:nvGrpSpPr>
      <p:grpSpPr>
        <a:xfrm>
          <a:off x="0" y="0"/>
          <a:ext cx="0" cy="0"/>
          <a:chOff x="0" y="0"/>
          <a:chExt cx="0" cy="0"/>
        </a:xfrm>
      </p:grpSpPr>
      <p:sp>
        <p:nvSpPr>
          <p:cNvPr id="1088" name="Google Shape;1088;p9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9" name="Google Shape;1089;p9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0" name="Google Shape;1090;p9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p9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0" name="Google Shape;1100;p9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1" name="Google Shape;1101;p9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p9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1" name="Google Shape;1111;p9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2" name="Google Shape;1112;p9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0" name="Shape 1120"/>
        <p:cNvGrpSpPr/>
        <p:nvPr/>
      </p:nvGrpSpPr>
      <p:grpSpPr>
        <a:xfrm>
          <a:off x="0" y="0"/>
          <a:ext cx="0" cy="0"/>
          <a:chOff x="0" y="0"/>
          <a:chExt cx="0" cy="0"/>
        </a:xfrm>
      </p:grpSpPr>
      <p:sp>
        <p:nvSpPr>
          <p:cNvPr id="1121" name="Google Shape;1121;p9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2" name="Google Shape;1122;p9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3" name="Google Shape;1123;p9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0" name="Shape 1130"/>
        <p:cNvGrpSpPr/>
        <p:nvPr/>
      </p:nvGrpSpPr>
      <p:grpSpPr>
        <a:xfrm>
          <a:off x="0" y="0"/>
          <a:ext cx="0" cy="0"/>
          <a:chOff x="0" y="0"/>
          <a:chExt cx="0" cy="0"/>
        </a:xfrm>
      </p:grpSpPr>
      <p:sp>
        <p:nvSpPr>
          <p:cNvPr id="1131" name="Google Shape;1131;p9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2" name="Google Shape;1132;p9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3" name="Google Shape;1133;p9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1" name="Shape 1141"/>
        <p:cNvGrpSpPr/>
        <p:nvPr/>
      </p:nvGrpSpPr>
      <p:grpSpPr>
        <a:xfrm>
          <a:off x="0" y="0"/>
          <a:ext cx="0" cy="0"/>
          <a:chOff x="0" y="0"/>
          <a:chExt cx="0" cy="0"/>
        </a:xfrm>
      </p:grpSpPr>
      <p:sp>
        <p:nvSpPr>
          <p:cNvPr id="1142" name="Google Shape;1142;p9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3" name="Google Shape;1143;p9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4" name="Google Shape;1144;p9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2" name="Shape 1152"/>
        <p:cNvGrpSpPr/>
        <p:nvPr/>
      </p:nvGrpSpPr>
      <p:grpSpPr>
        <a:xfrm>
          <a:off x="0" y="0"/>
          <a:ext cx="0" cy="0"/>
          <a:chOff x="0" y="0"/>
          <a:chExt cx="0" cy="0"/>
        </a:xfrm>
      </p:grpSpPr>
      <p:sp>
        <p:nvSpPr>
          <p:cNvPr id="1153" name="Google Shape;1153;p9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4" name="Google Shape;1154;p9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5" name="Google Shape;1155;p9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3" name="Shape 1163"/>
        <p:cNvGrpSpPr/>
        <p:nvPr/>
      </p:nvGrpSpPr>
      <p:grpSpPr>
        <a:xfrm>
          <a:off x="0" y="0"/>
          <a:ext cx="0" cy="0"/>
          <a:chOff x="0" y="0"/>
          <a:chExt cx="0" cy="0"/>
        </a:xfrm>
      </p:grpSpPr>
      <p:sp>
        <p:nvSpPr>
          <p:cNvPr id="1164" name="Google Shape;1164;p9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5" name="Google Shape;1165;p9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6" name="Google Shape;1166;p9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p10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6" name="Google Shape;1176;p10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7" name="Google Shape;1177;p10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p10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6" name="Google Shape;1186;p10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0" name="Shape 1190"/>
        <p:cNvGrpSpPr/>
        <p:nvPr/>
      </p:nvGrpSpPr>
      <p:grpSpPr>
        <a:xfrm>
          <a:off x="0" y="0"/>
          <a:ext cx="0" cy="0"/>
          <a:chOff x="0" y="0"/>
          <a:chExt cx="0" cy="0"/>
        </a:xfrm>
      </p:grpSpPr>
      <p:sp>
        <p:nvSpPr>
          <p:cNvPr id="1191" name="Google Shape;1191;p10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2" name="Google Shape;1192;p10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p10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1" name="Google Shape;1201;p10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8" name="Shape 1208"/>
        <p:cNvGrpSpPr/>
        <p:nvPr/>
      </p:nvGrpSpPr>
      <p:grpSpPr>
        <a:xfrm>
          <a:off x="0" y="0"/>
          <a:ext cx="0" cy="0"/>
          <a:chOff x="0" y="0"/>
          <a:chExt cx="0" cy="0"/>
        </a:xfrm>
      </p:grpSpPr>
      <p:sp>
        <p:nvSpPr>
          <p:cNvPr id="1209" name="Google Shape;1209;p10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0" name="Google Shape;1210;p10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8" name="Shape 1218"/>
        <p:cNvGrpSpPr/>
        <p:nvPr/>
      </p:nvGrpSpPr>
      <p:grpSpPr>
        <a:xfrm>
          <a:off x="0" y="0"/>
          <a:ext cx="0" cy="0"/>
          <a:chOff x="0" y="0"/>
          <a:chExt cx="0" cy="0"/>
        </a:xfrm>
      </p:grpSpPr>
      <p:sp>
        <p:nvSpPr>
          <p:cNvPr id="1219" name="Google Shape;1219;p10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0" name="Google Shape;1220;p10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8" name="Shape 1228"/>
        <p:cNvGrpSpPr/>
        <p:nvPr/>
      </p:nvGrpSpPr>
      <p:grpSpPr>
        <a:xfrm>
          <a:off x="0" y="0"/>
          <a:ext cx="0" cy="0"/>
          <a:chOff x="0" y="0"/>
          <a:chExt cx="0" cy="0"/>
        </a:xfrm>
      </p:grpSpPr>
      <p:sp>
        <p:nvSpPr>
          <p:cNvPr id="1229" name="Google Shape;1229;p10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0" name="Google Shape;1230;p10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7" name="Shape 1237"/>
        <p:cNvGrpSpPr/>
        <p:nvPr/>
      </p:nvGrpSpPr>
      <p:grpSpPr>
        <a:xfrm>
          <a:off x="0" y="0"/>
          <a:ext cx="0" cy="0"/>
          <a:chOff x="0" y="0"/>
          <a:chExt cx="0" cy="0"/>
        </a:xfrm>
      </p:grpSpPr>
      <p:sp>
        <p:nvSpPr>
          <p:cNvPr id="1238" name="Google Shape;1238;p10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9" name="Google Shape;1239;p10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6" name="Shape 1246"/>
        <p:cNvGrpSpPr/>
        <p:nvPr/>
      </p:nvGrpSpPr>
      <p:grpSpPr>
        <a:xfrm>
          <a:off x="0" y="0"/>
          <a:ext cx="0" cy="0"/>
          <a:chOff x="0" y="0"/>
          <a:chExt cx="0" cy="0"/>
        </a:xfrm>
      </p:grpSpPr>
      <p:sp>
        <p:nvSpPr>
          <p:cNvPr id="1247" name="Google Shape;1247;p10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8" name="Google Shape;1248;p10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5" name="Shape 1255"/>
        <p:cNvGrpSpPr/>
        <p:nvPr/>
      </p:nvGrpSpPr>
      <p:grpSpPr>
        <a:xfrm>
          <a:off x="0" y="0"/>
          <a:ext cx="0" cy="0"/>
          <a:chOff x="0" y="0"/>
          <a:chExt cx="0" cy="0"/>
        </a:xfrm>
      </p:grpSpPr>
      <p:sp>
        <p:nvSpPr>
          <p:cNvPr id="1256" name="Google Shape;1256;p10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7" name="Google Shape;1257;p10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4" name="Shape 1264"/>
        <p:cNvGrpSpPr/>
        <p:nvPr/>
      </p:nvGrpSpPr>
      <p:grpSpPr>
        <a:xfrm>
          <a:off x="0" y="0"/>
          <a:ext cx="0" cy="0"/>
          <a:chOff x="0" y="0"/>
          <a:chExt cx="0" cy="0"/>
        </a:xfrm>
      </p:grpSpPr>
      <p:sp>
        <p:nvSpPr>
          <p:cNvPr id="1265" name="Google Shape;1265;p1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6" name="Google Shape;1266;p1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5" name="Shape 1275"/>
        <p:cNvGrpSpPr/>
        <p:nvPr/>
      </p:nvGrpSpPr>
      <p:grpSpPr>
        <a:xfrm>
          <a:off x="0" y="0"/>
          <a:ext cx="0" cy="0"/>
          <a:chOff x="0" y="0"/>
          <a:chExt cx="0" cy="0"/>
        </a:xfrm>
      </p:grpSpPr>
      <p:sp>
        <p:nvSpPr>
          <p:cNvPr id="1276" name="Google Shape;1276;p1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7" name="Google Shape;1277;p1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2" name="Shape 1292"/>
        <p:cNvGrpSpPr/>
        <p:nvPr/>
      </p:nvGrpSpPr>
      <p:grpSpPr>
        <a:xfrm>
          <a:off x="0" y="0"/>
          <a:ext cx="0" cy="0"/>
          <a:chOff x="0" y="0"/>
          <a:chExt cx="0" cy="0"/>
        </a:xfrm>
      </p:grpSpPr>
      <p:sp>
        <p:nvSpPr>
          <p:cNvPr id="1293" name="Google Shape;1293;p1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4" name="Google Shape;1294;p1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8" name="Shape 1308"/>
        <p:cNvGrpSpPr/>
        <p:nvPr/>
      </p:nvGrpSpPr>
      <p:grpSpPr>
        <a:xfrm>
          <a:off x="0" y="0"/>
          <a:ext cx="0" cy="0"/>
          <a:chOff x="0" y="0"/>
          <a:chExt cx="0" cy="0"/>
        </a:xfrm>
      </p:grpSpPr>
      <p:sp>
        <p:nvSpPr>
          <p:cNvPr id="1309" name="Google Shape;1309;p1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0" name="Google Shape;1310;p1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9" name="Shape 1319"/>
        <p:cNvGrpSpPr/>
        <p:nvPr/>
      </p:nvGrpSpPr>
      <p:grpSpPr>
        <a:xfrm>
          <a:off x="0" y="0"/>
          <a:ext cx="0" cy="0"/>
          <a:chOff x="0" y="0"/>
          <a:chExt cx="0" cy="0"/>
        </a:xfrm>
      </p:grpSpPr>
      <p:sp>
        <p:nvSpPr>
          <p:cNvPr id="1320" name="Google Shape;1320;p1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1" name="Google Shape;1321;p1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9" name="Shape 1329"/>
        <p:cNvGrpSpPr/>
        <p:nvPr/>
      </p:nvGrpSpPr>
      <p:grpSpPr>
        <a:xfrm>
          <a:off x="0" y="0"/>
          <a:ext cx="0" cy="0"/>
          <a:chOff x="0" y="0"/>
          <a:chExt cx="0" cy="0"/>
        </a:xfrm>
      </p:grpSpPr>
      <p:sp>
        <p:nvSpPr>
          <p:cNvPr id="1330" name="Google Shape;1330;p1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1" name="Google Shape;1331;p1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8" name="Shape 1338"/>
        <p:cNvGrpSpPr/>
        <p:nvPr/>
      </p:nvGrpSpPr>
      <p:grpSpPr>
        <a:xfrm>
          <a:off x="0" y="0"/>
          <a:ext cx="0" cy="0"/>
          <a:chOff x="0" y="0"/>
          <a:chExt cx="0" cy="0"/>
        </a:xfrm>
      </p:grpSpPr>
      <p:sp>
        <p:nvSpPr>
          <p:cNvPr id="1339" name="Google Shape;1339;p1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0" name="Google Shape;1340;p1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7" name="Shape 1347"/>
        <p:cNvGrpSpPr/>
        <p:nvPr/>
      </p:nvGrpSpPr>
      <p:grpSpPr>
        <a:xfrm>
          <a:off x="0" y="0"/>
          <a:ext cx="0" cy="0"/>
          <a:chOff x="0" y="0"/>
          <a:chExt cx="0" cy="0"/>
        </a:xfrm>
      </p:grpSpPr>
      <p:sp>
        <p:nvSpPr>
          <p:cNvPr id="1348" name="Google Shape;1348;p1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9" name="Google Shape;1349;p1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7" name="Shape 1357"/>
        <p:cNvGrpSpPr/>
        <p:nvPr/>
      </p:nvGrpSpPr>
      <p:grpSpPr>
        <a:xfrm>
          <a:off x="0" y="0"/>
          <a:ext cx="0" cy="0"/>
          <a:chOff x="0" y="0"/>
          <a:chExt cx="0" cy="0"/>
        </a:xfrm>
      </p:grpSpPr>
      <p:sp>
        <p:nvSpPr>
          <p:cNvPr id="1358" name="Google Shape;1358;p1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9" name="Google Shape;1359;p1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7" name="Shape 1367"/>
        <p:cNvGrpSpPr/>
        <p:nvPr/>
      </p:nvGrpSpPr>
      <p:grpSpPr>
        <a:xfrm>
          <a:off x="0" y="0"/>
          <a:ext cx="0" cy="0"/>
          <a:chOff x="0" y="0"/>
          <a:chExt cx="0" cy="0"/>
        </a:xfrm>
      </p:grpSpPr>
      <p:sp>
        <p:nvSpPr>
          <p:cNvPr id="1368" name="Google Shape;1368;p1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9" name="Google Shape;1369;p1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7" name="Shape 1377"/>
        <p:cNvGrpSpPr/>
        <p:nvPr/>
      </p:nvGrpSpPr>
      <p:grpSpPr>
        <a:xfrm>
          <a:off x="0" y="0"/>
          <a:ext cx="0" cy="0"/>
          <a:chOff x="0" y="0"/>
          <a:chExt cx="0" cy="0"/>
        </a:xfrm>
      </p:grpSpPr>
      <p:sp>
        <p:nvSpPr>
          <p:cNvPr id="1378" name="Google Shape;1378;p1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9" name="Google Shape;1379;p1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7" name="Shape 1387"/>
        <p:cNvGrpSpPr/>
        <p:nvPr/>
      </p:nvGrpSpPr>
      <p:grpSpPr>
        <a:xfrm>
          <a:off x="0" y="0"/>
          <a:ext cx="0" cy="0"/>
          <a:chOff x="0" y="0"/>
          <a:chExt cx="0" cy="0"/>
        </a:xfrm>
      </p:grpSpPr>
      <p:sp>
        <p:nvSpPr>
          <p:cNvPr id="1388" name="Google Shape;1388;p1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9" name="Google Shape;1389;p1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0" name="Google Shape;1390;p1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1" name="Shape 1401"/>
        <p:cNvGrpSpPr/>
        <p:nvPr/>
      </p:nvGrpSpPr>
      <p:grpSpPr>
        <a:xfrm>
          <a:off x="0" y="0"/>
          <a:ext cx="0" cy="0"/>
          <a:chOff x="0" y="0"/>
          <a:chExt cx="0" cy="0"/>
        </a:xfrm>
      </p:grpSpPr>
      <p:sp>
        <p:nvSpPr>
          <p:cNvPr id="1402" name="Google Shape;1402;p1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3" name="Google Shape;1403;p1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4" name="Google Shape;1404;p1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2" name="Shape 1412"/>
        <p:cNvGrpSpPr/>
        <p:nvPr/>
      </p:nvGrpSpPr>
      <p:grpSpPr>
        <a:xfrm>
          <a:off x="0" y="0"/>
          <a:ext cx="0" cy="0"/>
          <a:chOff x="0" y="0"/>
          <a:chExt cx="0" cy="0"/>
        </a:xfrm>
      </p:grpSpPr>
      <p:sp>
        <p:nvSpPr>
          <p:cNvPr id="1413" name="Google Shape;1413;p1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4" name="Google Shape;1414;p1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4" name="Shape 1424"/>
        <p:cNvGrpSpPr/>
        <p:nvPr/>
      </p:nvGrpSpPr>
      <p:grpSpPr>
        <a:xfrm>
          <a:off x="0" y="0"/>
          <a:ext cx="0" cy="0"/>
          <a:chOff x="0" y="0"/>
          <a:chExt cx="0" cy="0"/>
        </a:xfrm>
      </p:grpSpPr>
      <p:sp>
        <p:nvSpPr>
          <p:cNvPr id="1425" name="Google Shape;1425;p1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6" name="Google Shape;1426;p1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3" name="Shape 1433"/>
        <p:cNvGrpSpPr/>
        <p:nvPr/>
      </p:nvGrpSpPr>
      <p:grpSpPr>
        <a:xfrm>
          <a:off x="0" y="0"/>
          <a:ext cx="0" cy="0"/>
          <a:chOff x="0" y="0"/>
          <a:chExt cx="0" cy="0"/>
        </a:xfrm>
      </p:grpSpPr>
      <p:sp>
        <p:nvSpPr>
          <p:cNvPr id="1434" name="Google Shape;1434;p1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5" name="Google Shape;1435;p1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2" name="Shape 1442"/>
        <p:cNvGrpSpPr/>
        <p:nvPr/>
      </p:nvGrpSpPr>
      <p:grpSpPr>
        <a:xfrm>
          <a:off x="0" y="0"/>
          <a:ext cx="0" cy="0"/>
          <a:chOff x="0" y="0"/>
          <a:chExt cx="0" cy="0"/>
        </a:xfrm>
      </p:grpSpPr>
      <p:sp>
        <p:nvSpPr>
          <p:cNvPr id="1443" name="Google Shape;1443;p1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4" name="Google Shape;1444;p1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1" name="Shape 1451"/>
        <p:cNvGrpSpPr/>
        <p:nvPr/>
      </p:nvGrpSpPr>
      <p:grpSpPr>
        <a:xfrm>
          <a:off x="0" y="0"/>
          <a:ext cx="0" cy="0"/>
          <a:chOff x="0" y="0"/>
          <a:chExt cx="0" cy="0"/>
        </a:xfrm>
      </p:grpSpPr>
      <p:sp>
        <p:nvSpPr>
          <p:cNvPr id="1452" name="Google Shape;1452;p1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3" name="Google Shape;1453;p1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0" name="Shape 1460"/>
        <p:cNvGrpSpPr/>
        <p:nvPr/>
      </p:nvGrpSpPr>
      <p:grpSpPr>
        <a:xfrm>
          <a:off x="0" y="0"/>
          <a:ext cx="0" cy="0"/>
          <a:chOff x="0" y="0"/>
          <a:chExt cx="0" cy="0"/>
        </a:xfrm>
      </p:grpSpPr>
      <p:sp>
        <p:nvSpPr>
          <p:cNvPr id="1461" name="Google Shape;1461;p1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2" name="Google Shape;1462;p1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0" name="Shape 1470"/>
        <p:cNvGrpSpPr/>
        <p:nvPr/>
      </p:nvGrpSpPr>
      <p:grpSpPr>
        <a:xfrm>
          <a:off x="0" y="0"/>
          <a:ext cx="0" cy="0"/>
          <a:chOff x="0" y="0"/>
          <a:chExt cx="0" cy="0"/>
        </a:xfrm>
      </p:grpSpPr>
      <p:sp>
        <p:nvSpPr>
          <p:cNvPr id="1471" name="Google Shape;1471;p1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2" name="Google Shape;1472;p1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9" name="Shape 1479"/>
        <p:cNvGrpSpPr/>
        <p:nvPr/>
      </p:nvGrpSpPr>
      <p:grpSpPr>
        <a:xfrm>
          <a:off x="0" y="0"/>
          <a:ext cx="0" cy="0"/>
          <a:chOff x="0" y="0"/>
          <a:chExt cx="0" cy="0"/>
        </a:xfrm>
      </p:grpSpPr>
      <p:sp>
        <p:nvSpPr>
          <p:cNvPr id="1480" name="Google Shape;1480;p1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1" name="Google Shape;1481;p1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0" name="Shape 1490"/>
        <p:cNvGrpSpPr/>
        <p:nvPr/>
      </p:nvGrpSpPr>
      <p:grpSpPr>
        <a:xfrm>
          <a:off x="0" y="0"/>
          <a:ext cx="0" cy="0"/>
          <a:chOff x="0" y="0"/>
          <a:chExt cx="0" cy="0"/>
        </a:xfrm>
      </p:grpSpPr>
      <p:sp>
        <p:nvSpPr>
          <p:cNvPr id="1491" name="Google Shape;1491;p1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2" name="Google Shape;1492;p1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3" name="Shape 1503"/>
        <p:cNvGrpSpPr/>
        <p:nvPr/>
      </p:nvGrpSpPr>
      <p:grpSpPr>
        <a:xfrm>
          <a:off x="0" y="0"/>
          <a:ext cx="0" cy="0"/>
          <a:chOff x="0" y="0"/>
          <a:chExt cx="0" cy="0"/>
        </a:xfrm>
      </p:grpSpPr>
      <p:sp>
        <p:nvSpPr>
          <p:cNvPr id="1504" name="Google Shape;1504;p1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5" name="Google Shape;1505;p1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4" name="Shape 1514"/>
        <p:cNvGrpSpPr/>
        <p:nvPr/>
      </p:nvGrpSpPr>
      <p:grpSpPr>
        <a:xfrm>
          <a:off x="0" y="0"/>
          <a:ext cx="0" cy="0"/>
          <a:chOff x="0" y="0"/>
          <a:chExt cx="0" cy="0"/>
        </a:xfrm>
      </p:grpSpPr>
      <p:sp>
        <p:nvSpPr>
          <p:cNvPr id="1515" name="Google Shape;1515;p1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6" name="Google Shape;1516;p1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7" name="Shape 1527"/>
        <p:cNvGrpSpPr/>
        <p:nvPr/>
      </p:nvGrpSpPr>
      <p:grpSpPr>
        <a:xfrm>
          <a:off x="0" y="0"/>
          <a:ext cx="0" cy="0"/>
          <a:chOff x="0" y="0"/>
          <a:chExt cx="0" cy="0"/>
        </a:xfrm>
      </p:grpSpPr>
      <p:sp>
        <p:nvSpPr>
          <p:cNvPr id="1528" name="Google Shape;1528;p1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9" name="Google Shape;1529;p1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7" name="Shape 1537"/>
        <p:cNvGrpSpPr/>
        <p:nvPr/>
      </p:nvGrpSpPr>
      <p:grpSpPr>
        <a:xfrm>
          <a:off x="0" y="0"/>
          <a:ext cx="0" cy="0"/>
          <a:chOff x="0" y="0"/>
          <a:chExt cx="0" cy="0"/>
        </a:xfrm>
      </p:grpSpPr>
      <p:sp>
        <p:nvSpPr>
          <p:cNvPr id="1538" name="Google Shape;1538;p1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9" name="Google Shape;1539;p1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9" name="Shape 1549"/>
        <p:cNvGrpSpPr/>
        <p:nvPr/>
      </p:nvGrpSpPr>
      <p:grpSpPr>
        <a:xfrm>
          <a:off x="0" y="0"/>
          <a:ext cx="0" cy="0"/>
          <a:chOff x="0" y="0"/>
          <a:chExt cx="0" cy="0"/>
        </a:xfrm>
      </p:grpSpPr>
      <p:sp>
        <p:nvSpPr>
          <p:cNvPr id="1550" name="Google Shape;1550;p1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1" name="Google Shape;1551;p1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2" name="Shape 1562"/>
        <p:cNvGrpSpPr/>
        <p:nvPr/>
      </p:nvGrpSpPr>
      <p:grpSpPr>
        <a:xfrm>
          <a:off x="0" y="0"/>
          <a:ext cx="0" cy="0"/>
          <a:chOff x="0" y="0"/>
          <a:chExt cx="0" cy="0"/>
        </a:xfrm>
      </p:grpSpPr>
      <p:sp>
        <p:nvSpPr>
          <p:cNvPr id="1563" name="Google Shape;1563;p1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4" name="Google Shape;1564;p1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6" name="Shape 1576"/>
        <p:cNvGrpSpPr/>
        <p:nvPr/>
      </p:nvGrpSpPr>
      <p:grpSpPr>
        <a:xfrm>
          <a:off x="0" y="0"/>
          <a:ext cx="0" cy="0"/>
          <a:chOff x="0" y="0"/>
          <a:chExt cx="0" cy="0"/>
        </a:xfrm>
      </p:grpSpPr>
      <p:sp>
        <p:nvSpPr>
          <p:cNvPr id="1577" name="Google Shape;1577;p1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8" name="Google Shape;1578;p1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1" name="Shape 1591"/>
        <p:cNvGrpSpPr/>
        <p:nvPr/>
      </p:nvGrpSpPr>
      <p:grpSpPr>
        <a:xfrm>
          <a:off x="0" y="0"/>
          <a:ext cx="0" cy="0"/>
          <a:chOff x="0" y="0"/>
          <a:chExt cx="0" cy="0"/>
        </a:xfrm>
      </p:grpSpPr>
      <p:sp>
        <p:nvSpPr>
          <p:cNvPr id="1592" name="Google Shape;1592;p1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3" name="Google Shape;1593;p1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2" name="Shape 1602"/>
        <p:cNvGrpSpPr/>
        <p:nvPr/>
      </p:nvGrpSpPr>
      <p:grpSpPr>
        <a:xfrm>
          <a:off x="0" y="0"/>
          <a:ext cx="0" cy="0"/>
          <a:chOff x="0" y="0"/>
          <a:chExt cx="0" cy="0"/>
        </a:xfrm>
      </p:grpSpPr>
      <p:sp>
        <p:nvSpPr>
          <p:cNvPr id="1603" name="Google Shape;1603;p1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4" name="Google Shape;1604;p1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0" name="Shape 1620"/>
        <p:cNvGrpSpPr/>
        <p:nvPr/>
      </p:nvGrpSpPr>
      <p:grpSpPr>
        <a:xfrm>
          <a:off x="0" y="0"/>
          <a:ext cx="0" cy="0"/>
          <a:chOff x="0" y="0"/>
          <a:chExt cx="0" cy="0"/>
        </a:xfrm>
      </p:grpSpPr>
      <p:sp>
        <p:nvSpPr>
          <p:cNvPr id="1621" name="Google Shape;1621;p1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2" name="Google Shape;1622;p1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0" name="Shape 1640"/>
        <p:cNvGrpSpPr/>
        <p:nvPr/>
      </p:nvGrpSpPr>
      <p:grpSpPr>
        <a:xfrm>
          <a:off x="0" y="0"/>
          <a:ext cx="0" cy="0"/>
          <a:chOff x="0" y="0"/>
          <a:chExt cx="0" cy="0"/>
        </a:xfrm>
      </p:grpSpPr>
      <p:sp>
        <p:nvSpPr>
          <p:cNvPr id="1641" name="Google Shape;1641;p1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2" name="Google Shape;1642;p1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8" name="Shape 1658"/>
        <p:cNvGrpSpPr/>
        <p:nvPr/>
      </p:nvGrpSpPr>
      <p:grpSpPr>
        <a:xfrm>
          <a:off x="0" y="0"/>
          <a:ext cx="0" cy="0"/>
          <a:chOff x="0" y="0"/>
          <a:chExt cx="0" cy="0"/>
        </a:xfrm>
      </p:grpSpPr>
      <p:sp>
        <p:nvSpPr>
          <p:cNvPr id="1659" name="Google Shape;1659;p1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0" name="Google Shape;1660;p1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8" name="Shape 1668"/>
        <p:cNvGrpSpPr/>
        <p:nvPr/>
      </p:nvGrpSpPr>
      <p:grpSpPr>
        <a:xfrm>
          <a:off x="0" y="0"/>
          <a:ext cx="0" cy="0"/>
          <a:chOff x="0" y="0"/>
          <a:chExt cx="0" cy="0"/>
        </a:xfrm>
      </p:grpSpPr>
      <p:sp>
        <p:nvSpPr>
          <p:cNvPr id="1669" name="Google Shape;1669;p1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0" name="Google Shape;1670;p1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9" name="Shape 1679"/>
        <p:cNvGrpSpPr/>
        <p:nvPr/>
      </p:nvGrpSpPr>
      <p:grpSpPr>
        <a:xfrm>
          <a:off x="0" y="0"/>
          <a:ext cx="0" cy="0"/>
          <a:chOff x="0" y="0"/>
          <a:chExt cx="0" cy="0"/>
        </a:xfrm>
      </p:grpSpPr>
      <p:sp>
        <p:nvSpPr>
          <p:cNvPr id="1680" name="Google Shape;1680;p1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1" name="Google Shape;1681;p1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9" name="Shape 1689"/>
        <p:cNvGrpSpPr/>
        <p:nvPr/>
      </p:nvGrpSpPr>
      <p:grpSpPr>
        <a:xfrm>
          <a:off x="0" y="0"/>
          <a:ext cx="0" cy="0"/>
          <a:chOff x="0" y="0"/>
          <a:chExt cx="0" cy="0"/>
        </a:xfrm>
      </p:grpSpPr>
      <p:sp>
        <p:nvSpPr>
          <p:cNvPr id="1690" name="Google Shape;1690;p1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1" name="Google Shape;1691;p1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6" name="Shape 1706"/>
        <p:cNvGrpSpPr/>
        <p:nvPr/>
      </p:nvGrpSpPr>
      <p:grpSpPr>
        <a:xfrm>
          <a:off x="0" y="0"/>
          <a:ext cx="0" cy="0"/>
          <a:chOff x="0" y="0"/>
          <a:chExt cx="0" cy="0"/>
        </a:xfrm>
      </p:grpSpPr>
      <p:sp>
        <p:nvSpPr>
          <p:cNvPr id="1707" name="Google Shape;1707;p1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8" name="Google Shape;1708;p1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4" name="Shape 1724"/>
        <p:cNvGrpSpPr/>
        <p:nvPr/>
      </p:nvGrpSpPr>
      <p:grpSpPr>
        <a:xfrm>
          <a:off x="0" y="0"/>
          <a:ext cx="0" cy="0"/>
          <a:chOff x="0" y="0"/>
          <a:chExt cx="0" cy="0"/>
        </a:xfrm>
      </p:grpSpPr>
      <p:sp>
        <p:nvSpPr>
          <p:cNvPr id="1725" name="Google Shape;1725;p1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6" name="Google Shape;1726;p1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3" name="Shape 1743"/>
        <p:cNvGrpSpPr/>
        <p:nvPr/>
      </p:nvGrpSpPr>
      <p:grpSpPr>
        <a:xfrm>
          <a:off x="0" y="0"/>
          <a:ext cx="0" cy="0"/>
          <a:chOff x="0" y="0"/>
          <a:chExt cx="0" cy="0"/>
        </a:xfrm>
      </p:grpSpPr>
      <p:sp>
        <p:nvSpPr>
          <p:cNvPr id="1744" name="Google Shape;1744;p1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5" name="Google Shape;1745;p1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3" name="Shape 1763"/>
        <p:cNvGrpSpPr/>
        <p:nvPr/>
      </p:nvGrpSpPr>
      <p:grpSpPr>
        <a:xfrm>
          <a:off x="0" y="0"/>
          <a:ext cx="0" cy="0"/>
          <a:chOff x="0" y="0"/>
          <a:chExt cx="0" cy="0"/>
        </a:xfrm>
      </p:grpSpPr>
      <p:sp>
        <p:nvSpPr>
          <p:cNvPr id="1764" name="Google Shape;1764;p1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5" name="Google Shape;1765;p1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9" name="Shape 1779"/>
        <p:cNvGrpSpPr/>
        <p:nvPr/>
      </p:nvGrpSpPr>
      <p:grpSpPr>
        <a:xfrm>
          <a:off x="0" y="0"/>
          <a:ext cx="0" cy="0"/>
          <a:chOff x="0" y="0"/>
          <a:chExt cx="0" cy="0"/>
        </a:xfrm>
      </p:grpSpPr>
      <p:sp>
        <p:nvSpPr>
          <p:cNvPr id="1780" name="Google Shape;1780;p1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1" name="Google Shape;1781;p1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0" name="Shape 1790"/>
        <p:cNvGrpSpPr/>
        <p:nvPr/>
      </p:nvGrpSpPr>
      <p:grpSpPr>
        <a:xfrm>
          <a:off x="0" y="0"/>
          <a:ext cx="0" cy="0"/>
          <a:chOff x="0" y="0"/>
          <a:chExt cx="0" cy="0"/>
        </a:xfrm>
      </p:grpSpPr>
      <p:sp>
        <p:nvSpPr>
          <p:cNvPr id="1791" name="Google Shape;1791;p1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2" name="Google Shape;1792;p1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2" name="Shape 1802"/>
        <p:cNvGrpSpPr/>
        <p:nvPr/>
      </p:nvGrpSpPr>
      <p:grpSpPr>
        <a:xfrm>
          <a:off x="0" y="0"/>
          <a:ext cx="0" cy="0"/>
          <a:chOff x="0" y="0"/>
          <a:chExt cx="0" cy="0"/>
        </a:xfrm>
      </p:grpSpPr>
      <p:sp>
        <p:nvSpPr>
          <p:cNvPr id="1803" name="Google Shape;1803;p1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4" name="Google Shape;1804;p1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5" name="Shape 1815"/>
        <p:cNvGrpSpPr/>
        <p:nvPr/>
      </p:nvGrpSpPr>
      <p:grpSpPr>
        <a:xfrm>
          <a:off x="0" y="0"/>
          <a:ext cx="0" cy="0"/>
          <a:chOff x="0" y="0"/>
          <a:chExt cx="0" cy="0"/>
        </a:xfrm>
      </p:grpSpPr>
      <p:sp>
        <p:nvSpPr>
          <p:cNvPr id="1816" name="Google Shape;1816;p1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7" name="Google Shape;1817;p1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0" name="Shape 1830"/>
        <p:cNvGrpSpPr/>
        <p:nvPr/>
      </p:nvGrpSpPr>
      <p:grpSpPr>
        <a:xfrm>
          <a:off x="0" y="0"/>
          <a:ext cx="0" cy="0"/>
          <a:chOff x="0" y="0"/>
          <a:chExt cx="0" cy="0"/>
        </a:xfrm>
      </p:grpSpPr>
      <p:sp>
        <p:nvSpPr>
          <p:cNvPr id="1831" name="Google Shape;1831;p1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2" name="Google Shape;1832;p1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1" name="Shape 1841"/>
        <p:cNvGrpSpPr/>
        <p:nvPr/>
      </p:nvGrpSpPr>
      <p:grpSpPr>
        <a:xfrm>
          <a:off x="0" y="0"/>
          <a:ext cx="0" cy="0"/>
          <a:chOff x="0" y="0"/>
          <a:chExt cx="0" cy="0"/>
        </a:xfrm>
      </p:grpSpPr>
      <p:sp>
        <p:nvSpPr>
          <p:cNvPr id="1842" name="Google Shape;1842;p1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3" name="Google Shape;1843;p1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0" name="Shape 1850"/>
        <p:cNvGrpSpPr/>
        <p:nvPr/>
      </p:nvGrpSpPr>
      <p:grpSpPr>
        <a:xfrm>
          <a:off x="0" y="0"/>
          <a:ext cx="0" cy="0"/>
          <a:chOff x="0" y="0"/>
          <a:chExt cx="0" cy="0"/>
        </a:xfrm>
      </p:grpSpPr>
      <p:sp>
        <p:nvSpPr>
          <p:cNvPr id="1851" name="Google Shape;1851;p1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2" name="Google Shape;1852;p1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4" name="Shape 1864"/>
        <p:cNvGrpSpPr/>
        <p:nvPr/>
      </p:nvGrpSpPr>
      <p:grpSpPr>
        <a:xfrm>
          <a:off x="0" y="0"/>
          <a:ext cx="0" cy="0"/>
          <a:chOff x="0" y="0"/>
          <a:chExt cx="0" cy="0"/>
        </a:xfrm>
      </p:grpSpPr>
      <p:sp>
        <p:nvSpPr>
          <p:cNvPr id="1865" name="Google Shape;1865;p16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6" name="Google Shape;1866;p1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9" name="Shape 1879"/>
        <p:cNvGrpSpPr/>
        <p:nvPr/>
      </p:nvGrpSpPr>
      <p:grpSpPr>
        <a:xfrm>
          <a:off x="0" y="0"/>
          <a:ext cx="0" cy="0"/>
          <a:chOff x="0" y="0"/>
          <a:chExt cx="0" cy="0"/>
        </a:xfrm>
      </p:grpSpPr>
      <p:sp>
        <p:nvSpPr>
          <p:cNvPr id="1880" name="Google Shape;1880;p1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1" name="Google Shape;1881;p1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5" name="Shape 1895"/>
        <p:cNvGrpSpPr/>
        <p:nvPr/>
      </p:nvGrpSpPr>
      <p:grpSpPr>
        <a:xfrm>
          <a:off x="0" y="0"/>
          <a:ext cx="0" cy="0"/>
          <a:chOff x="0" y="0"/>
          <a:chExt cx="0" cy="0"/>
        </a:xfrm>
      </p:grpSpPr>
      <p:sp>
        <p:nvSpPr>
          <p:cNvPr id="1896" name="Google Shape;1896;p1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7" name="Google Shape;1897;p1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8" name="Shape 1908"/>
        <p:cNvGrpSpPr/>
        <p:nvPr/>
      </p:nvGrpSpPr>
      <p:grpSpPr>
        <a:xfrm>
          <a:off x="0" y="0"/>
          <a:ext cx="0" cy="0"/>
          <a:chOff x="0" y="0"/>
          <a:chExt cx="0" cy="0"/>
        </a:xfrm>
      </p:grpSpPr>
      <p:sp>
        <p:nvSpPr>
          <p:cNvPr id="1909" name="Google Shape;1909;p1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0" name="Google Shape;1910;p1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7" name="Shape 1917"/>
        <p:cNvGrpSpPr/>
        <p:nvPr/>
      </p:nvGrpSpPr>
      <p:grpSpPr>
        <a:xfrm>
          <a:off x="0" y="0"/>
          <a:ext cx="0" cy="0"/>
          <a:chOff x="0" y="0"/>
          <a:chExt cx="0" cy="0"/>
        </a:xfrm>
      </p:grpSpPr>
      <p:sp>
        <p:nvSpPr>
          <p:cNvPr id="1918" name="Google Shape;1918;p16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9" name="Google Shape;1919;p1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6" name="Shape 1926"/>
        <p:cNvGrpSpPr/>
        <p:nvPr/>
      </p:nvGrpSpPr>
      <p:grpSpPr>
        <a:xfrm>
          <a:off x="0" y="0"/>
          <a:ext cx="0" cy="0"/>
          <a:chOff x="0" y="0"/>
          <a:chExt cx="0" cy="0"/>
        </a:xfrm>
      </p:grpSpPr>
      <p:sp>
        <p:nvSpPr>
          <p:cNvPr id="1927" name="Google Shape;1927;p16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8" name="Google Shape;1928;p1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5" name="Shape 1935"/>
        <p:cNvGrpSpPr/>
        <p:nvPr/>
      </p:nvGrpSpPr>
      <p:grpSpPr>
        <a:xfrm>
          <a:off x="0" y="0"/>
          <a:ext cx="0" cy="0"/>
          <a:chOff x="0" y="0"/>
          <a:chExt cx="0" cy="0"/>
        </a:xfrm>
      </p:grpSpPr>
      <p:sp>
        <p:nvSpPr>
          <p:cNvPr id="1936" name="Google Shape;1936;p16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7" name="Google Shape;1937;p1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5" name="Shape 1945"/>
        <p:cNvGrpSpPr/>
        <p:nvPr/>
      </p:nvGrpSpPr>
      <p:grpSpPr>
        <a:xfrm>
          <a:off x="0" y="0"/>
          <a:ext cx="0" cy="0"/>
          <a:chOff x="0" y="0"/>
          <a:chExt cx="0" cy="0"/>
        </a:xfrm>
      </p:grpSpPr>
      <p:sp>
        <p:nvSpPr>
          <p:cNvPr id="1946" name="Google Shape;1946;p17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7" name="Google Shape;1947;p1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4" name="Shape 1954"/>
        <p:cNvGrpSpPr/>
        <p:nvPr/>
      </p:nvGrpSpPr>
      <p:grpSpPr>
        <a:xfrm>
          <a:off x="0" y="0"/>
          <a:ext cx="0" cy="0"/>
          <a:chOff x="0" y="0"/>
          <a:chExt cx="0" cy="0"/>
        </a:xfrm>
      </p:grpSpPr>
      <p:sp>
        <p:nvSpPr>
          <p:cNvPr id="1955" name="Google Shape;1955;p1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6" name="Google Shape;1956;p1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2" name="Shape 1962"/>
        <p:cNvGrpSpPr/>
        <p:nvPr/>
      </p:nvGrpSpPr>
      <p:grpSpPr>
        <a:xfrm>
          <a:off x="0" y="0"/>
          <a:ext cx="0" cy="0"/>
          <a:chOff x="0" y="0"/>
          <a:chExt cx="0" cy="0"/>
        </a:xfrm>
      </p:grpSpPr>
      <p:sp>
        <p:nvSpPr>
          <p:cNvPr id="1963" name="Google Shape;1963;p17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4" name="Google Shape;1964;p1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1" name="Shape 1971"/>
        <p:cNvGrpSpPr/>
        <p:nvPr/>
      </p:nvGrpSpPr>
      <p:grpSpPr>
        <a:xfrm>
          <a:off x="0" y="0"/>
          <a:ext cx="0" cy="0"/>
          <a:chOff x="0" y="0"/>
          <a:chExt cx="0" cy="0"/>
        </a:xfrm>
      </p:grpSpPr>
      <p:sp>
        <p:nvSpPr>
          <p:cNvPr id="1972" name="Google Shape;1972;p17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3" name="Google Shape;1973;p1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0" name="Shape 1980"/>
        <p:cNvGrpSpPr/>
        <p:nvPr/>
      </p:nvGrpSpPr>
      <p:grpSpPr>
        <a:xfrm>
          <a:off x="0" y="0"/>
          <a:ext cx="0" cy="0"/>
          <a:chOff x="0" y="0"/>
          <a:chExt cx="0" cy="0"/>
        </a:xfrm>
      </p:grpSpPr>
      <p:sp>
        <p:nvSpPr>
          <p:cNvPr id="1981" name="Google Shape;1981;p17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2" name="Google Shape;1982;p1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9" name="Shape 1989"/>
        <p:cNvGrpSpPr/>
        <p:nvPr/>
      </p:nvGrpSpPr>
      <p:grpSpPr>
        <a:xfrm>
          <a:off x="0" y="0"/>
          <a:ext cx="0" cy="0"/>
          <a:chOff x="0" y="0"/>
          <a:chExt cx="0" cy="0"/>
        </a:xfrm>
      </p:grpSpPr>
      <p:sp>
        <p:nvSpPr>
          <p:cNvPr id="1990" name="Google Shape;1990;p17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1" name="Google Shape;1991;p1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3" name="Shape 2003"/>
        <p:cNvGrpSpPr/>
        <p:nvPr/>
      </p:nvGrpSpPr>
      <p:grpSpPr>
        <a:xfrm>
          <a:off x="0" y="0"/>
          <a:ext cx="0" cy="0"/>
          <a:chOff x="0" y="0"/>
          <a:chExt cx="0" cy="0"/>
        </a:xfrm>
      </p:grpSpPr>
      <p:sp>
        <p:nvSpPr>
          <p:cNvPr id="2004" name="Google Shape;2004;p17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5" name="Google Shape;2005;p1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4" name="Shape 2014"/>
        <p:cNvGrpSpPr/>
        <p:nvPr/>
      </p:nvGrpSpPr>
      <p:grpSpPr>
        <a:xfrm>
          <a:off x="0" y="0"/>
          <a:ext cx="0" cy="0"/>
          <a:chOff x="0" y="0"/>
          <a:chExt cx="0" cy="0"/>
        </a:xfrm>
      </p:grpSpPr>
      <p:sp>
        <p:nvSpPr>
          <p:cNvPr id="2015" name="Google Shape;2015;p17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6" name="Google Shape;2016;p1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3" name="Shape 2023"/>
        <p:cNvGrpSpPr/>
        <p:nvPr/>
      </p:nvGrpSpPr>
      <p:grpSpPr>
        <a:xfrm>
          <a:off x="0" y="0"/>
          <a:ext cx="0" cy="0"/>
          <a:chOff x="0" y="0"/>
          <a:chExt cx="0" cy="0"/>
        </a:xfrm>
      </p:grpSpPr>
      <p:sp>
        <p:nvSpPr>
          <p:cNvPr id="2024" name="Google Shape;2024;p17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5" name="Google Shape;2025;p1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2" name="Shape 2032"/>
        <p:cNvGrpSpPr/>
        <p:nvPr/>
      </p:nvGrpSpPr>
      <p:grpSpPr>
        <a:xfrm>
          <a:off x="0" y="0"/>
          <a:ext cx="0" cy="0"/>
          <a:chOff x="0" y="0"/>
          <a:chExt cx="0" cy="0"/>
        </a:xfrm>
      </p:grpSpPr>
      <p:sp>
        <p:nvSpPr>
          <p:cNvPr id="2033" name="Google Shape;2033;p17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4" name="Google Shape;2034;p1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1" name="Shape 2041"/>
        <p:cNvGrpSpPr/>
        <p:nvPr/>
      </p:nvGrpSpPr>
      <p:grpSpPr>
        <a:xfrm>
          <a:off x="0" y="0"/>
          <a:ext cx="0" cy="0"/>
          <a:chOff x="0" y="0"/>
          <a:chExt cx="0" cy="0"/>
        </a:xfrm>
      </p:grpSpPr>
      <p:sp>
        <p:nvSpPr>
          <p:cNvPr id="2042" name="Google Shape;2042;p18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3" name="Google Shape;2043;p1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57" name="Shape 57"/>
        <p:cNvGrpSpPr/>
        <p:nvPr/>
      </p:nvGrpSpPr>
      <p:grpSpPr>
        <a:xfrm>
          <a:off x="0" y="0"/>
          <a:ext cx="0" cy="0"/>
          <a:chOff x="0" y="0"/>
          <a:chExt cx="0" cy="0"/>
        </a:xfrm>
      </p:grpSpPr>
      <p:grpSp>
        <p:nvGrpSpPr>
          <p:cNvPr id="58" name="Google Shape;58;p182"/>
          <p:cNvGrpSpPr/>
          <p:nvPr/>
        </p:nvGrpSpPr>
        <p:grpSpPr>
          <a:xfrm>
            <a:off x="-644959" y="0"/>
            <a:ext cx="10458653" cy="7117071"/>
            <a:chOff x="-644959" y="0"/>
            <a:chExt cx="10458653" cy="7117071"/>
          </a:xfrm>
        </p:grpSpPr>
        <p:grpSp>
          <p:nvGrpSpPr>
            <p:cNvPr id="59" name="Google Shape;59;p182"/>
            <p:cNvGrpSpPr/>
            <p:nvPr/>
          </p:nvGrpSpPr>
          <p:grpSpPr>
            <a:xfrm>
              <a:off x="0" y="0"/>
              <a:ext cx="9144000" cy="6858000"/>
              <a:chOff x="0" y="0"/>
              <a:chExt cx="9144000" cy="6858000"/>
            </a:xfrm>
          </p:grpSpPr>
          <p:grpSp>
            <p:nvGrpSpPr>
              <p:cNvPr id="60" name="Google Shape;60;p182"/>
              <p:cNvGrpSpPr/>
              <p:nvPr/>
            </p:nvGrpSpPr>
            <p:grpSpPr>
              <a:xfrm>
                <a:off x="0" y="0"/>
                <a:ext cx="2514600" cy="6858000"/>
                <a:chOff x="0" y="0"/>
                <a:chExt cx="2514600" cy="6858000"/>
              </a:xfrm>
            </p:grpSpPr>
            <p:sp>
              <p:nvSpPr>
                <p:cNvPr id="61" name="Google Shape;61;p182"/>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62" name="Google Shape;62;p182"/>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63" name="Google Shape;63;p182"/>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grpSp>
            <p:nvGrpSpPr>
              <p:cNvPr id="64" name="Google Shape;64;p182"/>
              <p:cNvGrpSpPr/>
              <p:nvPr/>
            </p:nvGrpSpPr>
            <p:grpSpPr>
              <a:xfrm>
                <a:off x="422910" y="0"/>
                <a:ext cx="2514600" cy="6858000"/>
                <a:chOff x="0" y="0"/>
                <a:chExt cx="2514600" cy="6858000"/>
              </a:xfrm>
            </p:grpSpPr>
            <p:sp>
              <p:nvSpPr>
                <p:cNvPr id="65" name="Google Shape;65;p182"/>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66" name="Google Shape;66;p182"/>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67" name="Google Shape;67;p182"/>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grpSp>
            <p:nvGrpSpPr>
              <p:cNvPr id="68" name="Google Shape;68;p182"/>
              <p:cNvGrpSpPr/>
              <p:nvPr/>
            </p:nvGrpSpPr>
            <p:grpSpPr>
              <a:xfrm rot="10800000">
                <a:off x="6629400" y="0"/>
                <a:ext cx="2514600" cy="6858000"/>
                <a:chOff x="0" y="0"/>
                <a:chExt cx="2514600" cy="6858000"/>
              </a:xfrm>
            </p:grpSpPr>
            <p:sp>
              <p:nvSpPr>
                <p:cNvPr id="69" name="Google Shape;69;p182"/>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70" name="Google Shape;70;p182"/>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71" name="Google Shape;71;p182"/>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sp>
            <p:nvSpPr>
              <p:cNvPr id="72" name="Google Shape;72;p182"/>
              <p:cNvSpPr/>
              <p:nvPr/>
            </p:nvSpPr>
            <p:spPr>
              <a:xfrm>
                <a:off x="3810000" y="0"/>
                <a:ext cx="28194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73" name="Google Shape;73;p182"/>
              <p:cNvSpPr/>
              <p:nvPr/>
            </p:nvSpPr>
            <p:spPr>
              <a:xfrm>
                <a:off x="289560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74" name="Google Shape;74;p182"/>
              <p:cNvSpPr/>
              <p:nvPr/>
            </p:nvSpPr>
            <p:spPr>
              <a:xfrm>
                <a:off x="31242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sp>
          <p:nvSpPr>
            <p:cNvPr id="75" name="Google Shape;75;p182"/>
            <p:cNvSpPr/>
            <p:nvPr/>
          </p:nvSpPr>
          <p:spPr>
            <a:xfrm>
              <a:off x="-11875" y="5035138"/>
              <a:ext cx="9144000" cy="1175655"/>
            </a:xfrm>
            <a:custGeom>
              <a:rect b="b" l="l" r="r" t="t"/>
              <a:pathLst>
                <a:path extrusionOk="0" h="1175655" w="9144000">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76" name="Google Shape;76;p182"/>
            <p:cNvSpPr/>
            <p:nvPr/>
          </p:nvSpPr>
          <p:spPr>
            <a:xfrm>
              <a:off x="-11875" y="3467595"/>
              <a:ext cx="9144000" cy="890650"/>
            </a:xfrm>
            <a:custGeom>
              <a:rect b="b" l="l" r="r" t="t"/>
              <a:pathLst>
                <a:path extrusionOk="0" h="890650" w="914400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77" name="Google Shape;77;p182"/>
            <p:cNvSpPr/>
            <p:nvPr/>
          </p:nvSpPr>
          <p:spPr>
            <a:xfrm>
              <a:off x="-23751" y="5640779"/>
              <a:ext cx="3004457" cy="1211283"/>
            </a:xfrm>
            <a:custGeom>
              <a:rect b="b" l="l" r="r" t="t"/>
              <a:pathLst>
                <a:path extrusionOk="0" h="1211283" w="3004457">
                  <a:moveTo>
                    <a:pt x="0" y="0"/>
                  </a:moveTo>
                  <a:cubicBezTo>
                    <a:pt x="1103415" y="501732"/>
                    <a:pt x="2206831" y="1003465"/>
                    <a:pt x="3004457" y="1211283"/>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78" name="Google Shape;78;p182"/>
            <p:cNvSpPr/>
            <p:nvPr/>
          </p:nvSpPr>
          <p:spPr>
            <a:xfrm>
              <a:off x="-11875" y="5284519"/>
              <a:ext cx="9144000" cy="1478478"/>
            </a:xfrm>
            <a:custGeom>
              <a:rect b="b" l="l" r="r" t="t"/>
              <a:pathLst>
                <a:path extrusionOk="0" h="1478478" w="9144000">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79" name="Google Shape;79;p182"/>
            <p:cNvSpPr/>
            <p:nvPr/>
          </p:nvSpPr>
          <p:spPr>
            <a:xfrm>
              <a:off x="2137558" y="5132120"/>
              <a:ext cx="6982691" cy="1719942"/>
            </a:xfrm>
            <a:custGeom>
              <a:rect b="b" l="l" r="r" t="t"/>
              <a:pathLst>
                <a:path extrusionOk="0" h="1719942" w="6982691">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80" name="Google Shape;80;p182"/>
            <p:cNvSpPr/>
            <p:nvPr/>
          </p:nvSpPr>
          <p:spPr>
            <a:xfrm rot="1800000">
              <a:off x="2996165" y="2859252"/>
              <a:ext cx="1601400" cy="1388236"/>
            </a:xfrm>
            <a:prstGeom prst="hexagon">
              <a:avLst>
                <a:gd fmla="val 28544" name="adj"/>
                <a:gd fmla="val 115470" name="vf"/>
              </a:avLst>
            </a:pr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81" name="Google Shape;81;p182"/>
            <p:cNvSpPr/>
            <p:nvPr/>
          </p:nvSpPr>
          <p:spPr>
            <a:xfrm rot="1800000">
              <a:off x="3720065" y="4126078"/>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82" name="Google Shape;82;p182"/>
            <p:cNvSpPr/>
            <p:nvPr/>
          </p:nvSpPr>
          <p:spPr>
            <a:xfrm rot="1800000">
              <a:off x="3729591" y="1592427"/>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83" name="Google Shape;83;p182"/>
            <p:cNvSpPr/>
            <p:nvPr/>
          </p:nvSpPr>
          <p:spPr>
            <a:xfrm rot="1800000">
              <a:off x="2977115" y="325603"/>
              <a:ext cx="1601400" cy="1388236"/>
            </a:xfrm>
            <a:prstGeom prst="hexagon">
              <a:avLst>
                <a:gd fmla="val 28544" name="adj"/>
                <a:gd fmla="val 115470" name="vf"/>
              </a:avLst>
            </a:prstGeom>
            <a:solidFill>
              <a:schemeClr val="lt1">
                <a:alpha val="3921"/>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84" name="Google Shape;84;p182"/>
            <p:cNvSpPr/>
            <p:nvPr/>
          </p:nvSpPr>
          <p:spPr>
            <a:xfrm rot="1800000">
              <a:off x="4463014" y="5383378"/>
              <a:ext cx="1601400" cy="1388236"/>
            </a:xfrm>
            <a:prstGeom prst="hexagon">
              <a:avLst>
                <a:gd fmla="val 28544" name="adj"/>
                <a:gd fmla="val 115470" name="vf"/>
              </a:avLst>
            </a:prstGeom>
            <a:solidFill>
              <a:schemeClr val="lt1">
                <a:alpha val="5882"/>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85" name="Google Shape;85;p182"/>
            <p:cNvSpPr/>
            <p:nvPr/>
          </p:nvSpPr>
          <p:spPr>
            <a:xfrm rot="1800000">
              <a:off x="-382404" y="4201528"/>
              <a:ext cx="1261499" cy="1388236"/>
            </a:xfrm>
            <a:custGeom>
              <a:rect b="b" l="l" r="r" t="t"/>
              <a:pathLst>
                <a:path extrusionOk="0" h="1388236" w="1261499">
                  <a:moveTo>
                    <a:pt x="0" y="105098"/>
                  </a:moveTo>
                  <a:lnTo>
                    <a:pt x="56357" y="0"/>
                  </a:lnTo>
                  <a:lnTo>
                    <a:pt x="865241" y="0"/>
                  </a:lnTo>
                  <a:lnTo>
                    <a:pt x="1261499" y="694118"/>
                  </a:lnTo>
                  <a:lnTo>
                    <a:pt x="865241" y="1388236"/>
                  </a:lnTo>
                  <a:lnTo>
                    <a:pt x="744578" y="1387893"/>
                  </a:lnTo>
                  <a:lnTo>
                    <a:pt x="0" y="105098"/>
                  </a:lnTo>
                  <a:close/>
                </a:path>
              </a:pathLst>
            </a:cu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86" name="Google Shape;86;p182"/>
            <p:cNvSpPr/>
            <p:nvPr/>
          </p:nvSpPr>
          <p:spPr>
            <a:xfrm rot="1800000">
              <a:off x="24365" y="5402429"/>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87" name="Google Shape;87;p182"/>
            <p:cNvSpPr/>
            <p:nvPr/>
          </p:nvSpPr>
          <p:spPr>
            <a:xfrm rot="1800000">
              <a:off x="52941" y="2849728"/>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88" name="Google Shape;88;p182"/>
            <p:cNvSpPr/>
            <p:nvPr/>
          </p:nvSpPr>
          <p:spPr>
            <a:xfrm rot="1800000">
              <a:off x="776840" y="4126077"/>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89" name="Google Shape;89;p182"/>
            <p:cNvSpPr/>
            <p:nvPr/>
          </p:nvSpPr>
          <p:spPr>
            <a:xfrm rot="1800000">
              <a:off x="1510265" y="5411953"/>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90" name="Google Shape;90;p182"/>
            <p:cNvSpPr/>
            <p:nvPr/>
          </p:nvSpPr>
          <p:spPr>
            <a:xfrm rot="1800000">
              <a:off x="1529316" y="2859252"/>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91" name="Google Shape;91;p182"/>
            <p:cNvSpPr/>
            <p:nvPr/>
          </p:nvSpPr>
          <p:spPr>
            <a:xfrm rot="1800000">
              <a:off x="795890" y="1563853"/>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92" name="Google Shape;92;p182"/>
            <p:cNvSpPr/>
            <p:nvPr/>
          </p:nvSpPr>
          <p:spPr>
            <a:xfrm rot="1800000">
              <a:off x="6806166" y="4145128"/>
              <a:ext cx="1601400" cy="1388236"/>
            </a:xfrm>
            <a:prstGeom prst="hexagon">
              <a:avLst>
                <a:gd fmla="val 28544" name="adj"/>
                <a:gd fmla="val 115470" name="vf"/>
              </a:avLst>
            </a:pr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93" name="Google Shape;93;p182"/>
            <p:cNvSpPr/>
            <p:nvPr/>
          </p:nvSpPr>
          <p:spPr>
            <a:xfrm rot="1800000">
              <a:off x="7549116" y="5421479"/>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94" name="Google Shape;94;p182"/>
            <p:cNvSpPr/>
            <p:nvPr/>
          </p:nvSpPr>
          <p:spPr>
            <a:xfrm rot="1800000">
              <a:off x="7549117" y="2868778"/>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95" name="Google Shape;95;p182"/>
            <p:cNvSpPr/>
            <p:nvPr/>
          </p:nvSpPr>
          <p:spPr>
            <a:xfrm rot="1800000">
              <a:off x="8306521" y="4055629"/>
              <a:ext cx="1243407" cy="1388236"/>
            </a:xfrm>
            <a:custGeom>
              <a:rect b="b" l="l" r="r" t="t"/>
              <a:pathLst>
                <a:path extrusionOk="0" h="1388236" w="1243407">
                  <a:moveTo>
                    <a:pt x="0" y="694118"/>
                  </a:moveTo>
                  <a:lnTo>
                    <a:pt x="396258" y="0"/>
                  </a:lnTo>
                  <a:lnTo>
                    <a:pt x="474029" y="4016"/>
                  </a:lnTo>
                  <a:lnTo>
                    <a:pt x="1243407" y="1325983"/>
                  </a:lnTo>
                  <a:lnTo>
                    <a:pt x="1205142" y="1388236"/>
                  </a:lnTo>
                  <a:lnTo>
                    <a:pt x="396258" y="1388236"/>
                  </a:lnTo>
                  <a:lnTo>
                    <a:pt x="0" y="694118"/>
                  </a:lnTo>
                  <a:close/>
                </a:path>
              </a:pathLst>
            </a:custGeom>
            <a:solidFill>
              <a:schemeClr val="lt1">
                <a:alpha val="3921"/>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96" name="Google Shape;96;p182"/>
            <p:cNvSpPr/>
            <p:nvPr/>
          </p:nvSpPr>
          <p:spPr>
            <a:xfrm rot="1800000">
              <a:off x="8306771" y="1511524"/>
              <a:ext cx="1241871" cy="1388822"/>
            </a:xfrm>
            <a:custGeom>
              <a:rect b="b" l="l" r="r" t="t"/>
              <a:pathLst>
                <a:path extrusionOk="0" h="1388822" w="1241871">
                  <a:moveTo>
                    <a:pt x="0" y="694704"/>
                  </a:moveTo>
                  <a:lnTo>
                    <a:pt x="396258" y="586"/>
                  </a:lnTo>
                  <a:lnTo>
                    <a:pt x="482002" y="0"/>
                  </a:lnTo>
                  <a:lnTo>
                    <a:pt x="1241871" y="1323912"/>
                  </a:lnTo>
                  <a:lnTo>
                    <a:pt x="1205142" y="1388822"/>
                  </a:lnTo>
                  <a:lnTo>
                    <a:pt x="396258" y="1388822"/>
                  </a:lnTo>
                  <a:lnTo>
                    <a:pt x="0" y="694704"/>
                  </a:lnTo>
                  <a:close/>
                </a:path>
              </a:pathLst>
            </a:cu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sp>
        <p:nvSpPr>
          <p:cNvPr id="97" name="Google Shape;97;p182"/>
          <p:cNvSpPr/>
          <p:nvPr/>
        </p:nvSpPr>
        <p:spPr>
          <a:xfrm>
            <a:off x="4561242" y="-21511"/>
            <a:ext cx="3679116" cy="6271840"/>
          </a:xfrm>
          <a:prstGeom prst="rect">
            <a:avLst/>
          </a:prstGeom>
          <a:solidFill>
            <a:srgbClr val="F5F5F5"/>
          </a:solidFill>
          <a:ln cap="flat" cmpd="sng" w="15875">
            <a:solidFill>
              <a:srgbClr val="74A50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98" name="Google Shape;98;p182"/>
          <p:cNvSpPr/>
          <p:nvPr/>
        </p:nvSpPr>
        <p:spPr>
          <a:xfrm>
            <a:off x="4649096" y="-21511"/>
            <a:ext cx="3505200" cy="2312889"/>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99" name="Google Shape;99;p182"/>
          <p:cNvSpPr txBox="1"/>
          <p:nvPr>
            <p:ph type="ctrTitle"/>
          </p:nvPr>
        </p:nvSpPr>
        <p:spPr>
          <a:xfrm>
            <a:off x="4733365" y="2708476"/>
            <a:ext cx="3313355" cy="170216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3600"/>
              <a:buFont typeface="Century Gothic"/>
              <a:buNone/>
              <a:defRPr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82"/>
          <p:cNvSpPr txBox="1"/>
          <p:nvPr>
            <p:ph idx="1" type="subTitle"/>
          </p:nvPr>
        </p:nvSpPr>
        <p:spPr>
          <a:xfrm>
            <a:off x="4733365" y="4421080"/>
            <a:ext cx="3309803" cy="1260629"/>
          </a:xfrm>
          <a:prstGeom prst="rect">
            <a:avLst/>
          </a:prstGeom>
          <a:noFill/>
          <a:ln>
            <a:noFill/>
          </a:ln>
        </p:spPr>
        <p:txBody>
          <a:bodyPr anchorCtr="0" anchor="t" bIns="45700" lIns="91425" spcFirstLastPara="1" rIns="91425" wrap="square" tIns="45700">
            <a:normAutofit/>
          </a:bodyPr>
          <a:lstStyle>
            <a:lvl1pPr lvl="0" algn="l">
              <a:spcBef>
                <a:spcPts val="360"/>
              </a:spcBef>
              <a:spcAft>
                <a:spcPts val="0"/>
              </a:spcAft>
              <a:buSzPts val="1368"/>
              <a:buNone/>
              <a:defRPr sz="1800">
                <a:solidFill>
                  <a:srgbClr val="424242"/>
                </a:solidFill>
              </a:defRPr>
            </a:lvl1pPr>
            <a:lvl2pPr lvl="1" algn="ctr">
              <a:spcBef>
                <a:spcPts val="440"/>
              </a:spcBef>
              <a:spcAft>
                <a:spcPts val="0"/>
              </a:spcAft>
              <a:buSzPts val="1672"/>
              <a:buNone/>
              <a:defRPr>
                <a:solidFill>
                  <a:srgbClr val="888888"/>
                </a:solidFill>
              </a:defRPr>
            </a:lvl2pPr>
            <a:lvl3pPr lvl="2" algn="ctr">
              <a:spcBef>
                <a:spcPts val="400"/>
              </a:spcBef>
              <a:spcAft>
                <a:spcPts val="0"/>
              </a:spcAft>
              <a:buSzPts val="1520"/>
              <a:buNone/>
              <a:defRPr>
                <a:solidFill>
                  <a:srgbClr val="888888"/>
                </a:solidFill>
              </a:defRPr>
            </a:lvl3pPr>
            <a:lvl4pPr lvl="3" algn="ctr">
              <a:spcBef>
                <a:spcPts val="360"/>
              </a:spcBef>
              <a:spcAft>
                <a:spcPts val="0"/>
              </a:spcAft>
              <a:buSzPts val="1368"/>
              <a:buNone/>
              <a:defRPr>
                <a:solidFill>
                  <a:srgbClr val="888888"/>
                </a:solidFill>
              </a:defRPr>
            </a:lvl4pPr>
            <a:lvl5pPr lvl="4" algn="ctr">
              <a:spcBef>
                <a:spcPts val="320"/>
              </a:spcBef>
              <a:spcAft>
                <a:spcPts val="0"/>
              </a:spcAft>
              <a:buSzPts val="1216"/>
              <a:buNone/>
              <a:defRPr>
                <a:solidFill>
                  <a:srgbClr val="888888"/>
                </a:solidFill>
              </a:defRPr>
            </a:lvl5pPr>
            <a:lvl6pPr lvl="5" algn="ctr">
              <a:spcBef>
                <a:spcPts val="280"/>
              </a:spcBef>
              <a:spcAft>
                <a:spcPts val="0"/>
              </a:spcAft>
              <a:buSzPts val="1064"/>
              <a:buNone/>
              <a:defRPr>
                <a:solidFill>
                  <a:srgbClr val="888888"/>
                </a:solidFill>
              </a:defRPr>
            </a:lvl6pPr>
            <a:lvl7pPr lvl="6" algn="ctr">
              <a:spcBef>
                <a:spcPts val="280"/>
              </a:spcBef>
              <a:spcAft>
                <a:spcPts val="0"/>
              </a:spcAft>
              <a:buSzPts val="1064"/>
              <a:buNone/>
              <a:defRPr>
                <a:solidFill>
                  <a:srgbClr val="888888"/>
                </a:solidFill>
              </a:defRPr>
            </a:lvl7pPr>
            <a:lvl8pPr lvl="7" algn="ctr">
              <a:spcBef>
                <a:spcPts val="280"/>
              </a:spcBef>
              <a:spcAft>
                <a:spcPts val="0"/>
              </a:spcAft>
              <a:buSzPts val="1064"/>
              <a:buNone/>
              <a:defRPr>
                <a:solidFill>
                  <a:srgbClr val="888888"/>
                </a:solidFill>
              </a:defRPr>
            </a:lvl8pPr>
            <a:lvl9pPr lvl="8" algn="ctr">
              <a:spcBef>
                <a:spcPts val="280"/>
              </a:spcBef>
              <a:spcAft>
                <a:spcPts val="0"/>
              </a:spcAft>
              <a:buSzPts val="1064"/>
              <a:buNone/>
              <a:defRPr>
                <a:solidFill>
                  <a:srgbClr val="888888"/>
                </a:solidFill>
              </a:defRPr>
            </a:lvl9pPr>
          </a:lstStyle>
          <a:p/>
        </p:txBody>
      </p:sp>
      <p:sp>
        <p:nvSpPr>
          <p:cNvPr id="101" name="Google Shape;101;p182"/>
          <p:cNvSpPr txBox="1"/>
          <p:nvPr>
            <p:ph idx="10" type="dt"/>
          </p:nvPr>
        </p:nvSpPr>
        <p:spPr>
          <a:xfrm>
            <a:off x="4738744" y="1516828"/>
            <a:ext cx="2133600" cy="75098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182"/>
          <p:cNvSpPr/>
          <p:nvPr/>
        </p:nvSpPr>
        <p:spPr>
          <a:xfrm>
            <a:off x="4650889" y="6088284"/>
            <a:ext cx="3505200" cy="817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03" name="Google Shape;103;p182"/>
          <p:cNvSpPr txBox="1"/>
          <p:nvPr>
            <p:ph idx="11" type="ftr"/>
          </p:nvPr>
        </p:nvSpPr>
        <p:spPr>
          <a:xfrm>
            <a:off x="5303520" y="5719966"/>
            <a:ext cx="2831592" cy="365125"/>
          </a:xfrm>
          <a:prstGeom prst="rect">
            <a:avLst/>
          </a:prstGeom>
          <a:noFill/>
          <a:ln>
            <a:noFill/>
          </a:ln>
        </p:spPr>
        <p:txBody>
          <a:bodyPr anchorCtr="0" anchor="ctr" bIns="45700" lIns="91425" spcFirstLastPara="1" rIns="91425" wrap="square" tIns="45700">
            <a:normAutofit/>
          </a:bodyPr>
          <a:lstStyle>
            <a:lvl1pPr lvl="0" algn="r">
              <a:spcBef>
                <a:spcPts val="0"/>
              </a:spcBef>
              <a:spcAft>
                <a:spcPts val="0"/>
              </a:spcAft>
              <a:buSzPts val="1400"/>
              <a:buNone/>
              <a:defRPr>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182"/>
          <p:cNvSpPr txBox="1"/>
          <p:nvPr>
            <p:ph idx="12" type="sldNum"/>
          </p:nvPr>
        </p:nvSpPr>
        <p:spPr>
          <a:xfrm>
            <a:off x="4649096" y="5719966"/>
            <a:ext cx="64366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b="0" i="0" sz="1200" u="none" cap="none" strike="noStrike">
                <a:solidFill>
                  <a:schemeClr val="accent1"/>
                </a:solidFill>
                <a:latin typeface="Century Gothic"/>
                <a:ea typeface="Century Gothic"/>
                <a:cs typeface="Century Gothic"/>
                <a:sym typeface="Century Gothic"/>
              </a:defRPr>
            </a:lvl1pPr>
            <a:lvl2pPr indent="0" lvl="1" marL="0" algn="l">
              <a:spcBef>
                <a:spcPts val="0"/>
              </a:spcBef>
              <a:buNone/>
              <a:defRPr b="0" i="0" sz="1200" u="none" cap="none" strike="noStrike">
                <a:solidFill>
                  <a:schemeClr val="accent1"/>
                </a:solidFill>
                <a:latin typeface="Century Gothic"/>
                <a:ea typeface="Century Gothic"/>
                <a:cs typeface="Century Gothic"/>
                <a:sym typeface="Century Gothic"/>
              </a:defRPr>
            </a:lvl2pPr>
            <a:lvl3pPr indent="0" lvl="2" marL="0" algn="l">
              <a:spcBef>
                <a:spcPts val="0"/>
              </a:spcBef>
              <a:buNone/>
              <a:defRPr b="0" i="0" sz="1200" u="none" cap="none" strike="noStrike">
                <a:solidFill>
                  <a:schemeClr val="accent1"/>
                </a:solidFill>
                <a:latin typeface="Century Gothic"/>
                <a:ea typeface="Century Gothic"/>
                <a:cs typeface="Century Gothic"/>
                <a:sym typeface="Century Gothic"/>
              </a:defRPr>
            </a:lvl3pPr>
            <a:lvl4pPr indent="0" lvl="3" marL="0" algn="l">
              <a:spcBef>
                <a:spcPts val="0"/>
              </a:spcBef>
              <a:buNone/>
              <a:defRPr b="0" i="0" sz="1200" u="none" cap="none" strike="noStrike">
                <a:solidFill>
                  <a:schemeClr val="accent1"/>
                </a:solidFill>
                <a:latin typeface="Century Gothic"/>
                <a:ea typeface="Century Gothic"/>
                <a:cs typeface="Century Gothic"/>
                <a:sym typeface="Century Gothic"/>
              </a:defRPr>
            </a:lvl4pPr>
            <a:lvl5pPr indent="0" lvl="4" marL="0" algn="l">
              <a:spcBef>
                <a:spcPts val="0"/>
              </a:spcBef>
              <a:buNone/>
              <a:defRPr b="0" i="0" sz="1200" u="none" cap="none" strike="noStrike">
                <a:solidFill>
                  <a:schemeClr val="accent1"/>
                </a:solidFill>
                <a:latin typeface="Century Gothic"/>
                <a:ea typeface="Century Gothic"/>
                <a:cs typeface="Century Gothic"/>
                <a:sym typeface="Century Gothic"/>
              </a:defRPr>
            </a:lvl5pPr>
            <a:lvl6pPr indent="0" lvl="5" marL="0" algn="l">
              <a:spcBef>
                <a:spcPts val="0"/>
              </a:spcBef>
              <a:buNone/>
              <a:defRPr b="0" i="0" sz="1200" u="none" cap="none" strike="noStrike">
                <a:solidFill>
                  <a:schemeClr val="accent1"/>
                </a:solidFill>
                <a:latin typeface="Century Gothic"/>
                <a:ea typeface="Century Gothic"/>
                <a:cs typeface="Century Gothic"/>
                <a:sym typeface="Century Gothic"/>
              </a:defRPr>
            </a:lvl6pPr>
            <a:lvl7pPr indent="0" lvl="6" marL="0" algn="l">
              <a:spcBef>
                <a:spcPts val="0"/>
              </a:spcBef>
              <a:buNone/>
              <a:defRPr b="0" i="0" sz="1200" u="none" cap="none" strike="noStrike">
                <a:solidFill>
                  <a:schemeClr val="accent1"/>
                </a:solidFill>
                <a:latin typeface="Century Gothic"/>
                <a:ea typeface="Century Gothic"/>
                <a:cs typeface="Century Gothic"/>
                <a:sym typeface="Century Gothic"/>
              </a:defRPr>
            </a:lvl7pPr>
            <a:lvl8pPr indent="0" lvl="7" marL="0" algn="l">
              <a:spcBef>
                <a:spcPts val="0"/>
              </a:spcBef>
              <a:buNone/>
              <a:defRPr b="0" i="0" sz="1200" u="none" cap="none" strike="noStrike">
                <a:solidFill>
                  <a:schemeClr val="accent1"/>
                </a:solidFill>
                <a:latin typeface="Century Gothic"/>
                <a:ea typeface="Century Gothic"/>
                <a:cs typeface="Century Gothic"/>
                <a:sym typeface="Century Gothic"/>
              </a:defRPr>
            </a:lvl8pPr>
            <a:lvl9pPr indent="0" lvl="8" marL="0" algn="l">
              <a:spcBef>
                <a:spcPts val="0"/>
              </a:spcBef>
              <a:buNone/>
              <a:defRPr b="0" i="0" sz="1200" u="none" cap="none" strike="noStrike">
                <a:solidFill>
                  <a:schemeClr val="accent1"/>
                </a:solidFill>
                <a:latin typeface="Century Gothic"/>
                <a:ea typeface="Century Gothic"/>
                <a:cs typeface="Century Gothic"/>
                <a:sym typeface="Century Gothic"/>
              </a:defRPr>
            </a:lvl9pPr>
          </a:lstStyle>
          <a:p>
            <a:pPr indent="0" lvl="0" marL="0" rtl="0" algn="l">
              <a:spcBef>
                <a:spcPts val="0"/>
              </a:spcBef>
              <a:spcAft>
                <a:spcPts val="0"/>
              </a:spcAft>
              <a:buNone/>
            </a:pPr>
            <a:fld id="{00000000-1234-1234-1234-123412341234}" type="slidenum">
              <a:rPr lang="en-IN"/>
              <a:t>‹#›</a:t>
            </a:fld>
            <a:endParaRPr/>
          </a:p>
        </p:txBody>
      </p:sp>
      <p:sp>
        <p:nvSpPr>
          <p:cNvPr id="105" name="Google Shape;105;p182"/>
          <p:cNvSpPr/>
          <p:nvPr/>
        </p:nvSpPr>
        <p:spPr>
          <a:xfrm>
            <a:off x="4650889" y="6088284"/>
            <a:ext cx="3505200" cy="817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6" name="Shape 106"/>
        <p:cNvGrpSpPr/>
        <p:nvPr/>
      </p:nvGrpSpPr>
      <p:grpSpPr>
        <a:xfrm>
          <a:off x="0" y="0"/>
          <a:ext cx="0" cy="0"/>
          <a:chOff x="0" y="0"/>
          <a:chExt cx="0" cy="0"/>
        </a:xfrm>
      </p:grpSpPr>
      <p:sp>
        <p:nvSpPr>
          <p:cNvPr id="107" name="Google Shape;107;p183"/>
          <p:cNvSpPr txBox="1"/>
          <p:nvPr>
            <p:ph type="title"/>
          </p:nvPr>
        </p:nvSpPr>
        <p:spPr>
          <a:xfrm>
            <a:off x="1043490" y="1027664"/>
            <a:ext cx="7024744"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183"/>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a:bodyPr>
          <a:lstStyle>
            <a:lvl1pPr indent="-315468" lvl="0" marL="457200" algn="l">
              <a:spcBef>
                <a:spcPts val="360"/>
              </a:spcBef>
              <a:spcAft>
                <a:spcPts val="0"/>
              </a:spcAft>
              <a:buSzPts val="1368"/>
              <a:buChar char="🞇"/>
              <a:defRPr/>
            </a:lvl1pPr>
            <a:lvl2pPr indent="-315468" lvl="1" marL="914400" algn="l">
              <a:spcBef>
                <a:spcPts val="360"/>
              </a:spcBef>
              <a:spcAft>
                <a:spcPts val="0"/>
              </a:spcAft>
              <a:buSzPts val="1368"/>
              <a:buChar char="🞇"/>
              <a:defRPr/>
            </a:lvl2pPr>
            <a:lvl3pPr indent="-315467" lvl="2" marL="1371600" algn="l">
              <a:spcBef>
                <a:spcPts val="360"/>
              </a:spcBef>
              <a:spcAft>
                <a:spcPts val="0"/>
              </a:spcAft>
              <a:buSzPts val="1368"/>
              <a:buChar char="🞇"/>
              <a:defRPr/>
            </a:lvl3pPr>
            <a:lvl4pPr indent="-315467" lvl="3" marL="1828800" algn="l">
              <a:spcBef>
                <a:spcPts val="360"/>
              </a:spcBef>
              <a:spcAft>
                <a:spcPts val="0"/>
              </a:spcAft>
              <a:buSzPts val="1368"/>
              <a:buChar char="🞇"/>
              <a:defRPr/>
            </a:lvl4pPr>
            <a:lvl5pPr indent="-315467" lvl="4" marL="2286000" algn="l">
              <a:spcBef>
                <a:spcPts val="360"/>
              </a:spcBef>
              <a:spcAft>
                <a:spcPts val="0"/>
              </a:spcAft>
              <a:buSzPts val="1368"/>
              <a:buChar char="🞇"/>
              <a:defRPr/>
            </a:lvl5pPr>
            <a:lvl6pPr indent="-315467" lvl="5" marL="2743200" algn="l">
              <a:spcBef>
                <a:spcPts val="360"/>
              </a:spcBef>
              <a:spcAft>
                <a:spcPts val="0"/>
              </a:spcAft>
              <a:buSzPts val="1368"/>
              <a:buChar char="🞇"/>
              <a:defRPr/>
            </a:lvl6pPr>
            <a:lvl7pPr indent="-315467" lvl="6" marL="3200400" algn="l">
              <a:spcBef>
                <a:spcPts val="360"/>
              </a:spcBef>
              <a:spcAft>
                <a:spcPts val="0"/>
              </a:spcAft>
              <a:buSzPts val="1368"/>
              <a:buChar char="🞇"/>
              <a:defRPr/>
            </a:lvl7pPr>
            <a:lvl8pPr indent="-315467" lvl="7" marL="3657600" algn="l">
              <a:spcBef>
                <a:spcPts val="360"/>
              </a:spcBef>
              <a:spcAft>
                <a:spcPts val="0"/>
              </a:spcAft>
              <a:buSzPts val="1368"/>
              <a:buChar char="🞇"/>
              <a:defRPr/>
            </a:lvl8pPr>
            <a:lvl9pPr indent="-315467" lvl="8" marL="4114800" algn="l">
              <a:spcBef>
                <a:spcPts val="360"/>
              </a:spcBef>
              <a:spcAft>
                <a:spcPts val="0"/>
              </a:spcAft>
              <a:buSzPts val="1368"/>
              <a:buChar char="🞇"/>
              <a:defRPr/>
            </a:lvl9pPr>
          </a:lstStyle>
          <a:p/>
        </p:txBody>
      </p:sp>
      <p:sp>
        <p:nvSpPr>
          <p:cNvPr id="109" name="Google Shape;109;p183"/>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183"/>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183"/>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2" name="Shape 112"/>
        <p:cNvGrpSpPr/>
        <p:nvPr/>
      </p:nvGrpSpPr>
      <p:grpSpPr>
        <a:xfrm>
          <a:off x="0" y="0"/>
          <a:ext cx="0" cy="0"/>
          <a:chOff x="0" y="0"/>
          <a:chExt cx="0" cy="0"/>
        </a:xfrm>
      </p:grpSpPr>
      <p:sp>
        <p:nvSpPr>
          <p:cNvPr id="113" name="Google Shape;113;p184"/>
          <p:cNvSpPr txBox="1"/>
          <p:nvPr>
            <p:ph type="title"/>
          </p:nvPr>
        </p:nvSpPr>
        <p:spPr>
          <a:xfrm>
            <a:off x="1043490" y="1027664"/>
            <a:ext cx="7024744"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184"/>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184"/>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184"/>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
        <p:nvSpPr>
          <p:cNvPr id="117" name="Google Shape;117;p184"/>
          <p:cNvSpPr txBox="1"/>
          <p:nvPr>
            <p:ph idx="1" type="body"/>
          </p:nvPr>
        </p:nvSpPr>
        <p:spPr>
          <a:xfrm>
            <a:off x="1042416" y="2313432"/>
            <a:ext cx="3419856" cy="3493008"/>
          </a:xfrm>
          <a:prstGeom prst="rect">
            <a:avLst/>
          </a:prstGeom>
          <a:noFill/>
          <a:ln>
            <a:noFill/>
          </a:ln>
        </p:spPr>
        <p:txBody>
          <a:bodyPr anchorCtr="0" anchor="t" bIns="45700" lIns="91425" spcFirstLastPara="1" rIns="91425" wrap="square" tIns="45700">
            <a:normAutofit/>
          </a:bodyPr>
          <a:lstStyle>
            <a:lvl1pPr indent="-315468" lvl="0" marL="457200" algn="l">
              <a:spcBef>
                <a:spcPts val="360"/>
              </a:spcBef>
              <a:spcAft>
                <a:spcPts val="0"/>
              </a:spcAft>
              <a:buSzPts val="1368"/>
              <a:buChar char="🞇"/>
              <a:defRPr/>
            </a:lvl1pPr>
            <a:lvl2pPr indent="-315468" lvl="1" marL="914400" algn="l">
              <a:spcBef>
                <a:spcPts val="360"/>
              </a:spcBef>
              <a:spcAft>
                <a:spcPts val="0"/>
              </a:spcAft>
              <a:buSzPts val="1368"/>
              <a:buChar char="🞇"/>
              <a:defRPr/>
            </a:lvl2pPr>
            <a:lvl3pPr indent="-315467" lvl="2" marL="1371600" algn="l">
              <a:spcBef>
                <a:spcPts val="360"/>
              </a:spcBef>
              <a:spcAft>
                <a:spcPts val="0"/>
              </a:spcAft>
              <a:buSzPts val="1368"/>
              <a:buChar char="🞇"/>
              <a:defRPr/>
            </a:lvl3pPr>
            <a:lvl4pPr indent="-315467" lvl="3" marL="1828800" algn="l">
              <a:spcBef>
                <a:spcPts val="360"/>
              </a:spcBef>
              <a:spcAft>
                <a:spcPts val="0"/>
              </a:spcAft>
              <a:buSzPts val="1368"/>
              <a:buChar char="🞇"/>
              <a:defRPr/>
            </a:lvl4pPr>
            <a:lvl5pPr indent="-315467" lvl="4" marL="2286000" algn="l">
              <a:spcBef>
                <a:spcPts val="360"/>
              </a:spcBef>
              <a:spcAft>
                <a:spcPts val="0"/>
              </a:spcAft>
              <a:buSzPts val="1368"/>
              <a:buChar char="🞇"/>
              <a:defRPr/>
            </a:lvl5pPr>
            <a:lvl6pPr indent="-315467" lvl="5" marL="2743200" algn="l">
              <a:spcBef>
                <a:spcPts val="360"/>
              </a:spcBef>
              <a:spcAft>
                <a:spcPts val="0"/>
              </a:spcAft>
              <a:buSzPts val="1368"/>
              <a:buChar char="🞇"/>
              <a:defRPr/>
            </a:lvl6pPr>
            <a:lvl7pPr indent="-315467" lvl="6" marL="3200400" algn="l">
              <a:spcBef>
                <a:spcPts val="360"/>
              </a:spcBef>
              <a:spcAft>
                <a:spcPts val="0"/>
              </a:spcAft>
              <a:buSzPts val="1368"/>
              <a:buChar char="🞇"/>
              <a:defRPr/>
            </a:lvl7pPr>
            <a:lvl8pPr indent="-315467" lvl="7" marL="3657600" algn="l">
              <a:spcBef>
                <a:spcPts val="360"/>
              </a:spcBef>
              <a:spcAft>
                <a:spcPts val="0"/>
              </a:spcAft>
              <a:buSzPts val="1368"/>
              <a:buChar char="🞇"/>
              <a:defRPr/>
            </a:lvl8pPr>
            <a:lvl9pPr indent="-315467" lvl="8" marL="4114800" algn="l">
              <a:spcBef>
                <a:spcPts val="360"/>
              </a:spcBef>
              <a:spcAft>
                <a:spcPts val="0"/>
              </a:spcAft>
              <a:buSzPts val="1368"/>
              <a:buChar char="🞇"/>
              <a:defRPr/>
            </a:lvl9pPr>
          </a:lstStyle>
          <a:p/>
        </p:txBody>
      </p:sp>
      <p:sp>
        <p:nvSpPr>
          <p:cNvPr id="118" name="Google Shape;118;p184"/>
          <p:cNvSpPr txBox="1"/>
          <p:nvPr>
            <p:ph idx="2" type="body"/>
          </p:nvPr>
        </p:nvSpPr>
        <p:spPr>
          <a:xfrm>
            <a:off x="4645152" y="2313431"/>
            <a:ext cx="3419856" cy="3493008"/>
          </a:xfrm>
          <a:prstGeom prst="rect">
            <a:avLst/>
          </a:prstGeom>
          <a:noFill/>
          <a:ln>
            <a:noFill/>
          </a:ln>
        </p:spPr>
        <p:txBody>
          <a:bodyPr anchorCtr="0" anchor="t" bIns="45700" lIns="91425" spcFirstLastPara="1" rIns="91425" wrap="square" tIns="45700">
            <a:normAutofit/>
          </a:bodyPr>
          <a:lstStyle>
            <a:lvl1pPr indent="-315468" lvl="0" marL="457200" algn="l">
              <a:spcBef>
                <a:spcPts val="360"/>
              </a:spcBef>
              <a:spcAft>
                <a:spcPts val="0"/>
              </a:spcAft>
              <a:buSzPts val="1368"/>
              <a:buChar char="🞇"/>
              <a:defRPr/>
            </a:lvl1pPr>
            <a:lvl2pPr indent="-315468" lvl="1" marL="914400" algn="l">
              <a:spcBef>
                <a:spcPts val="360"/>
              </a:spcBef>
              <a:spcAft>
                <a:spcPts val="0"/>
              </a:spcAft>
              <a:buSzPts val="1368"/>
              <a:buChar char="🞇"/>
              <a:defRPr/>
            </a:lvl2pPr>
            <a:lvl3pPr indent="-315467" lvl="2" marL="1371600" algn="l">
              <a:spcBef>
                <a:spcPts val="360"/>
              </a:spcBef>
              <a:spcAft>
                <a:spcPts val="0"/>
              </a:spcAft>
              <a:buSzPts val="1368"/>
              <a:buChar char="🞇"/>
              <a:defRPr/>
            </a:lvl3pPr>
            <a:lvl4pPr indent="-315467" lvl="3" marL="1828800" algn="l">
              <a:spcBef>
                <a:spcPts val="360"/>
              </a:spcBef>
              <a:spcAft>
                <a:spcPts val="0"/>
              </a:spcAft>
              <a:buSzPts val="1368"/>
              <a:buChar char="🞇"/>
              <a:defRPr/>
            </a:lvl4pPr>
            <a:lvl5pPr indent="-315467" lvl="4" marL="2286000" algn="l">
              <a:spcBef>
                <a:spcPts val="360"/>
              </a:spcBef>
              <a:spcAft>
                <a:spcPts val="0"/>
              </a:spcAft>
              <a:buSzPts val="1368"/>
              <a:buChar char="🞇"/>
              <a:defRPr/>
            </a:lvl5pPr>
            <a:lvl6pPr indent="-315467" lvl="5" marL="2743200" algn="l">
              <a:spcBef>
                <a:spcPts val="360"/>
              </a:spcBef>
              <a:spcAft>
                <a:spcPts val="0"/>
              </a:spcAft>
              <a:buSzPts val="1368"/>
              <a:buChar char="🞇"/>
              <a:defRPr/>
            </a:lvl6pPr>
            <a:lvl7pPr indent="-315467" lvl="6" marL="3200400" algn="l">
              <a:spcBef>
                <a:spcPts val="360"/>
              </a:spcBef>
              <a:spcAft>
                <a:spcPts val="0"/>
              </a:spcAft>
              <a:buSzPts val="1368"/>
              <a:buChar char="🞇"/>
              <a:defRPr/>
            </a:lvl7pPr>
            <a:lvl8pPr indent="-315467" lvl="7" marL="3657600" algn="l">
              <a:spcBef>
                <a:spcPts val="360"/>
              </a:spcBef>
              <a:spcAft>
                <a:spcPts val="0"/>
              </a:spcAft>
              <a:buSzPts val="1368"/>
              <a:buChar char="🞇"/>
              <a:defRPr/>
            </a:lvl8pPr>
            <a:lvl9pPr indent="-315467" lvl="8" marL="4114800" algn="l">
              <a:spcBef>
                <a:spcPts val="360"/>
              </a:spcBef>
              <a:spcAft>
                <a:spcPts val="0"/>
              </a:spcAft>
              <a:buSzPts val="1368"/>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19" name="Shape 119"/>
        <p:cNvGrpSpPr/>
        <p:nvPr/>
      </p:nvGrpSpPr>
      <p:grpSpPr>
        <a:xfrm>
          <a:off x="0" y="0"/>
          <a:ext cx="0" cy="0"/>
          <a:chOff x="0" y="0"/>
          <a:chExt cx="0" cy="0"/>
        </a:xfrm>
      </p:grpSpPr>
      <p:grpSp>
        <p:nvGrpSpPr>
          <p:cNvPr id="120" name="Google Shape;120;p185"/>
          <p:cNvGrpSpPr/>
          <p:nvPr/>
        </p:nvGrpSpPr>
        <p:grpSpPr>
          <a:xfrm>
            <a:off x="-644959" y="0"/>
            <a:ext cx="10458653" cy="7117071"/>
            <a:chOff x="-644959" y="0"/>
            <a:chExt cx="10458653" cy="7117071"/>
          </a:xfrm>
        </p:grpSpPr>
        <p:grpSp>
          <p:nvGrpSpPr>
            <p:cNvPr id="121" name="Google Shape;121;p185"/>
            <p:cNvGrpSpPr/>
            <p:nvPr/>
          </p:nvGrpSpPr>
          <p:grpSpPr>
            <a:xfrm>
              <a:off x="0" y="0"/>
              <a:ext cx="9144000" cy="6858000"/>
              <a:chOff x="0" y="0"/>
              <a:chExt cx="9144000" cy="6858000"/>
            </a:xfrm>
          </p:grpSpPr>
          <p:grpSp>
            <p:nvGrpSpPr>
              <p:cNvPr id="122" name="Google Shape;122;p185"/>
              <p:cNvGrpSpPr/>
              <p:nvPr/>
            </p:nvGrpSpPr>
            <p:grpSpPr>
              <a:xfrm>
                <a:off x="0" y="0"/>
                <a:ext cx="2514600" cy="6858000"/>
                <a:chOff x="0" y="0"/>
                <a:chExt cx="2514600" cy="6858000"/>
              </a:xfrm>
            </p:grpSpPr>
            <p:sp>
              <p:nvSpPr>
                <p:cNvPr id="123" name="Google Shape;123;p185"/>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24" name="Google Shape;124;p185"/>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25" name="Google Shape;125;p185"/>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grpSp>
            <p:nvGrpSpPr>
              <p:cNvPr id="126" name="Google Shape;126;p185"/>
              <p:cNvGrpSpPr/>
              <p:nvPr/>
            </p:nvGrpSpPr>
            <p:grpSpPr>
              <a:xfrm>
                <a:off x="422910" y="0"/>
                <a:ext cx="2514600" cy="6858000"/>
                <a:chOff x="0" y="0"/>
                <a:chExt cx="2514600" cy="6858000"/>
              </a:xfrm>
            </p:grpSpPr>
            <p:sp>
              <p:nvSpPr>
                <p:cNvPr id="127" name="Google Shape;127;p185"/>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28" name="Google Shape;128;p185"/>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29" name="Google Shape;129;p185"/>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grpSp>
            <p:nvGrpSpPr>
              <p:cNvPr id="130" name="Google Shape;130;p185"/>
              <p:cNvGrpSpPr/>
              <p:nvPr/>
            </p:nvGrpSpPr>
            <p:grpSpPr>
              <a:xfrm rot="10800000">
                <a:off x="6629400" y="0"/>
                <a:ext cx="2514600" cy="6858000"/>
                <a:chOff x="0" y="0"/>
                <a:chExt cx="2514600" cy="6858000"/>
              </a:xfrm>
            </p:grpSpPr>
            <p:sp>
              <p:nvSpPr>
                <p:cNvPr id="131" name="Google Shape;131;p185"/>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32" name="Google Shape;132;p185"/>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33" name="Google Shape;133;p185"/>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sp>
            <p:nvSpPr>
              <p:cNvPr id="134" name="Google Shape;134;p185"/>
              <p:cNvSpPr/>
              <p:nvPr/>
            </p:nvSpPr>
            <p:spPr>
              <a:xfrm>
                <a:off x="3810000" y="0"/>
                <a:ext cx="28194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35" name="Google Shape;135;p185"/>
              <p:cNvSpPr/>
              <p:nvPr/>
            </p:nvSpPr>
            <p:spPr>
              <a:xfrm>
                <a:off x="289560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36" name="Google Shape;136;p185"/>
              <p:cNvSpPr/>
              <p:nvPr/>
            </p:nvSpPr>
            <p:spPr>
              <a:xfrm>
                <a:off x="31242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sp>
          <p:nvSpPr>
            <p:cNvPr id="137" name="Google Shape;137;p185"/>
            <p:cNvSpPr/>
            <p:nvPr/>
          </p:nvSpPr>
          <p:spPr>
            <a:xfrm>
              <a:off x="-11875" y="5035138"/>
              <a:ext cx="9144000" cy="1175655"/>
            </a:xfrm>
            <a:custGeom>
              <a:rect b="b" l="l" r="r" t="t"/>
              <a:pathLst>
                <a:path extrusionOk="0" h="1175655" w="9144000">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138" name="Google Shape;138;p185"/>
            <p:cNvSpPr/>
            <p:nvPr/>
          </p:nvSpPr>
          <p:spPr>
            <a:xfrm>
              <a:off x="-11875" y="3467595"/>
              <a:ext cx="9144000" cy="890650"/>
            </a:xfrm>
            <a:custGeom>
              <a:rect b="b" l="l" r="r" t="t"/>
              <a:pathLst>
                <a:path extrusionOk="0" h="890650" w="914400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139" name="Google Shape;139;p185"/>
            <p:cNvSpPr/>
            <p:nvPr/>
          </p:nvSpPr>
          <p:spPr>
            <a:xfrm>
              <a:off x="-23751" y="5640779"/>
              <a:ext cx="3004457" cy="1211283"/>
            </a:xfrm>
            <a:custGeom>
              <a:rect b="b" l="l" r="r" t="t"/>
              <a:pathLst>
                <a:path extrusionOk="0" h="1211283" w="3004457">
                  <a:moveTo>
                    <a:pt x="0" y="0"/>
                  </a:moveTo>
                  <a:cubicBezTo>
                    <a:pt x="1103415" y="501732"/>
                    <a:pt x="2206831" y="1003465"/>
                    <a:pt x="3004457" y="1211283"/>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140" name="Google Shape;140;p185"/>
            <p:cNvSpPr/>
            <p:nvPr/>
          </p:nvSpPr>
          <p:spPr>
            <a:xfrm>
              <a:off x="-11875" y="5284519"/>
              <a:ext cx="9144000" cy="1478478"/>
            </a:xfrm>
            <a:custGeom>
              <a:rect b="b" l="l" r="r" t="t"/>
              <a:pathLst>
                <a:path extrusionOk="0" h="1478478" w="9144000">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141" name="Google Shape;141;p185"/>
            <p:cNvSpPr/>
            <p:nvPr/>
          </p:nvSpPr>
          <p:spPr>
            <a:xfrm>
              <a:off x="2137558" y="5132120"/>
              <a:ext cx="6982691" cy="1719942"/>
            </a:xfrm>
            <a:custGeom>
              <a:rect b="b" l="l" r="r" t="t"/>
              <a:pathLst>
                <a:path extrusionOk="0" h="1719942" w="6982691">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142" name="Google Shape;142;p185"/>
            <p:cNvSpPr/>
            <p:nvPr/>
          </p:nvSpPr>
          <p:spPr>
            <a:xfrm rot="1800000">
              <a:off x="2996165" y="2859252"/>
              <a:ext cx="1601400" cy="1388236"/>
            </a:xfrm>
            <a:prstGeom prst="hexagon">
              <a:avLst>
                <a:gd fmla="val 28544" name="adj"/>
                <a:gd fmla="val 115470" name="vf"/>
              </a:avLst>
            </a:pr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43" name="Google Shape;143;p185"/>
            <p:cNvSpPr/>
            <p:nvPr/>
          </p:nvSpPr>
          <p:spPr>
            <a:xfrm rot="1800000">
              <a:off x="3720065" y="4126078"/>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44" name="Google Shape;144;p185"/>
            <p:cNvSpPr/>
            <p:nvPr/>
          </p:nvSpPr>
          <p:spPr>
            <a:xfrm rot="1800000">
              <a:off x="3729591" y="1592427"/>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45" name="Google Shape;145;p185"/>
            <p:cNvSpPr/>
            <p:nvPr/>
          </p:nvSpPr>
          <p:spPr>
            <a:xfrm rot="1800000">
              <a:off x="2977115" y="325603"/>
              <a:ext cx="1601400" cy="1388236"/>
            </a:xfrm>
            <a:prstGeom prst="hexagon">
              <a:avLst>
                <a:gd fmla="val 28544" name="adj"/>
                <a:gd fmla="val 115470" name="vf"/>
              </a:avLst>
            </a:prstGeom>
            <a:solidFill>
              <a:schemeClr val="lt1">
                <a:alpha val="3921"/>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46" name="Google Shape;146;p185"/>
            <p:cNvSpPr/>
            <p:nvPr/>
          </p:nvSpPr>
          <p:spPr>
            <a:xfrm rot="1800000">
              <a:off x="4463014" y="5383378"/>
              <a:ext cx="1601400" cy="1388236"/>
            </a:xfrm>
            <a:prstGeom prst="hexagon">
              <a:avLst>
                <a:gd fmla="val 28544" name="adj"/>
                <a:gd fmla="val 115470" name="vf"/>
              </a:avLst>
            </a:prstGeom>
            <a:solidFill>
              <a:schemeClr val="lt1">
                <a:alpha val="5882"/>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47" name="Google Shape;147;p185"/>
            <p:cNvSpPr/>
            <p:nvPr/>
          </p:nvSpPr>
          <p:spPr>
            <a:xfrm rot="1800000">
              <a:off x="-382404" y="4201528"/>
              <a:ext cx="1261499" cy="1388236"/>
            </a:xfrm>
            <a:custGeom>
              <a:rect b="b" l="l" r="r" t="t"/>
              <a:pathLst>
                <a:path extrusionOk="0" h="1388236" w="1261499">
                  <a:moveTo>
                    <a:pt x="0" y="105098"/>
                  </a:moveTo>
                  <a:lnTo>
                    <a:pt x="56357" y="0"/>
                  </a:lnTo>
                  <a:lnTo>
                    <a:pt x="865241" y="0"/>
                  </a:lnTo>
                  <a:lnTo>
                    <a:pt x="1261499" y="694118"/>
                  </a:lnTo>
                  <a:lnTo>
                    <a:pt x="865241" y="1388236"/>
                  </a:lnTo>
                  <a:lnTo>
                    <a:pt x="744578" y="1387893"/>
                  </a:lnTo>
                  <a:lnTo>
                    <a:pt x="0" y="105098"/>
                  </a:lnTo>
                  <a:close/>
                </a:path>
              </a:pathLst>
            </a:cu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48" name="Google Shape;148;p185"/>
            <p:cNvSpPr/>
            <p:nvPr/>
          </p:nvSpPr>
          <p:spPr>
            <a:xfrm rot="1800000">
              <a:off x="24365" y="5402429"/>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49" name="Google Shape;149;p185"/>
            <p:cNvSpPr/>
            <p:nvPr/>
          </p:nvSpPr>
          <p:spPr>
            <a:xfrm rot="1800000">
              <a:off x="52941" y="2849728"/>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50" name="Google Shape;150;p185"/>
            <p:cNvSpPr/>
            <p:nvPr/>
          </p:nvSpPr>
          <p:spPr>
            <a:xfrm rot="1800000">
              <a:off x="776840" y="4126077"/>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51" name="Google Shape;151;p185"/>
            <p:cNvSpPr/>
            <p:nvPr/>
          </p:nvSpPr>
          <p:spPr>
            <a:xfrm rot="1800000">
              <a:off x="1510265" y="5411953"/>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52" name="Google Shape;152;p185"/>
            <p:cNvSpPr/>
            <p:nvPr/>
          </p:nvSpPr>
          <p:spPr>
            <a:xfrm rot="1800000">
              <a:off x="1529316" y="2859252"/>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53" name="Google Shape;153;p185"/>
            <p:cNvSpPr/>
            <p:nvPr/>
          </p:nvSpPr>
          <p:spPr>
            <a:xfrm rot="1800000">
              <a:off x="795890" y="1563853"/>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54" name="Google Shape;154;p185"/>
            <p:cNvSpPr/>
            <p:nvPr/>
          </p:nvSpPr>
          <p:spPr>
            <a:xfrm rot="1800000">
              <a:off x="6806166" y="4145128"/>
              <a:ext cx="1601400" cy="1388236"/>
            </a:xfrm>
            <a:prstGeom prst="hexagon">
              <a:avLst>
                <a:gd fmla="val 28544" name="adj"/>
                <a:gd fmla="val 115470" name="vf"/>
              </a:avLst>
            </a:pr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55" name="Google Shape;155;p185"/>
            <p:cNvSpPr/>
            <p:nvPr/>
          </p:nvSpPr>
          <p:spPr>
            <a:xfrm rot="1800000">
              <a:off x="7549116" y="5421479"/>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56" name="Google Shape;156;p185"/>
            <p:cNvSpPr/>
            <p:nvPr/>
          </p:nvSpPr>
          <p:spPr>
            <a:xfrm rot="1800000">
              <a:off x="7549117" y="2868778"/>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57" name="Google Shape;157;p185"/>
            <p:cNvSpPr/>
            <p:nvPr/>
          </p:nvSpPr>
          <p:spPr>
            <a:xfrm rot="1800000">
              <a:off x="8306521" y="4055629"/>
              <a:ext cx="1243407" cy="1388236"/>
            </a:xfrm>
            <a:custGeom>
              <a:rect b="b" l="l" r="r" t="t"/>
              <a:pathLst>
                <a:path extrusionOk="0" h="1388236" w="1243407">
                  <a:moveTo>
                    <a:pt x="0" y="694118"/>
                  </a:moveTo>
                  <a:lnTo>
                    <a:pt x="396258" y="0"/>
                  </a:lnTo>
                  <a:lnTo>
                    <a:pt x="474029" y="4016"/>
                  </a:lnTo>
                  <a:lnTo>
                    <a:pt x="1243407" y="1325983"/>
                  </a:lnTo>
                  <a:lnTo>
                    <a:pt x="1205142" y="1388236"/>
                  </a:lnTo>
                  <a:lnTo>
                    <a:pt x="396258" y="1388236"/>
                  </a:lnTo>
                  <a:lnTo>
                    <a:pt x="0" y="694118"/>
                  </a:lnTo>
                  <a:close/>
                </a:path>
              </a:pathLst>
            </a:custGeom>
            <a:solidFill>
              <a:schemeClr val="lt1">
                <a:alpha val="3921"/>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58" name="Google Shape;158;p185"/>
            <p:cNvSpPr/>
            <p:nvPr/>
          </p:nvSpPr>
          <p:spPr>
            <a:xfrm rot="1800000">
              <a:off x="8306771" y="1511524"/>
              <a:ext cx="1241871" cy="1388822"/>
            </a:xfrm>
            <a:custGeom>
              <a:rect b="b" l="l" r="r" t="t"/>
              <a:pathLst>
                <a:path extrusionOk="0" h="1388822" w="1241871">
                  <a:moveTo>
                    <a:pt x="0" y="694704"/>
                  </a:moveTo>
                  <a:lnTo>
                    <a:pt x="396258" y="586"/>
                  </a:lnTo>
                  <a:lnTo>
                    <a:pt x="482002" y="0"/>
                  </a:lnTo>
                  <a:lnTo>
                    <a:pt x="1241871" y="1323912"/>
                  </a:lnTo>
                  <a:lnTo>
                    <a:pt x="1205142" y="1388822"/>
                  </a:lnTo>
                  <a:lnTo>
                    <a:pt x="396258" y="1388822"/>
                  </a:lnTo>
                  <a:lnTo>
                    <a:pt x="0" y="694704"/>
                  </a:lnTo>
                  <a:close/>
                </a:path>
              </a:pathLst>
            </a:cu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sp>
        <p:nvSpPr>
          <p:cNvPr id="159" name="Google Shape;159;p185"/>
          <p:cNvSpPr/>
          <p:nvPr/>
        </p:nvSpPr>
        <p:spPr>
          <a:xfrm>
            <a:off x="4561242" y="-21511"/>
            <a:ext cx="3679116" cy="6271840"/>
          </a:xfrm>
          <a:prstGeom prst="rect">
            <a:avLst/>
          </a:prstGeom>
          <a:solidFill>
            <a:srgbClr val="F5F5F5"/>
          </a:solidFill>
          <a:ln cap="flat" cmpd="sng" w="15875">
            <a:solidFill>
              <a:srgbClr val="74A50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60" name="Google Shape;160;p185"/>
          <p:cNvSpPr/>
          <p:nvPr/>
        </p:nvSpPr>
        <p:spPr>
          <a:xfrm>
            <a:off x="4649096" y="-21510"/>
            <a:ext cx="3505200" cy="62393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61" name="Google Shape;161;p185"/>
          <p:cNvSpPr/>
          <p:nvPr/>
        </p:nvSpPr>
        <p:spPr>
          <a:xfrm>
            <a:off x="905571" y="601883"/>
            <a:ext cx="3562257" cy="5648445"/>
          </a:xfrm>
          <a:prstGeom prst="rect">
            <a:avLst/>
          </a:prstGeom>
          <a:solidFill>
            <a:srgbClr val="FFFFFF"/>
          </a:solidFill>
          <a:ln cap="flat" cmpd="sng" w="9525">
            <a:solidFill>
              <a:srgbClr val="1E1E1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62" name="Google Shape;162;p185"/>
          <p:cNvSpPr/>
          <p:nvPr/>
        </p:nvSpPr>
        <p:spPr>
          <a:xfrm>
            <a:off x="4650889" y="6088284"/>
            <a:ext cx="3505200" cy="817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63" name="Google Shape;163;p185"/>
          <p:cNvSpPr txBox="1"/>
          <p:nvPr>
            <p:ph type="title"/>
          </p:nvPr>
        </p:nvSpPr>
        <p:spPr>
          <a:xfrm>
            <a:off x="4734424" y="2660904"/>
            <a:ext cx="3300984" cy="146304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800"/>
              <a:buFont typeface="Century Gothic"/>
              <a:buNone/>
              <a:defRPr b="0" sz="2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4" name="Google Shape;164;p185"/>
          <p:cNvSpPr/>
          <p:nvPr>
            <p:ph idx="2" type="pic"/>
          </p:nvPr>
        </p:nvSpPr>
        <p:spPr>
          <a:xfrm>
            <a:off x="1005208" y="693795"/>
            <a:ext cx="3359623" cy="5468112"/>
          </a:xfrm>
          <a:prstGeom prst="rect">
            <a:avLst/>
          </a:prstGeom>
          <a:noFill/>
          <a:ln>
            <a:noFill/>
          </a:ln>
        </p:spPr>
      </p:sp>
      <p:sp>
        <p:nvSpPr>
          <p:cNvPr id="165" name="Google Shape;165;p185"/>
          <p:cNvSpPr txBox="1"/>
          <p:nvPr>
            <p:ph idx="1" type="body"/>
          </p:nvPr>
        </p:nvSpPr>
        <p:spPr>
          <a:xfrm>
            <a:off x="4734630" y="4133088"/>
            <a:ext cx="3300573" cy="1519561"/>
          </a:xfrm>
          <a:prstGeom prst="rect">
            <a:avLst/>
          </a:prstGeom>
          <a:noFill/>
          <a:ln>
            <a:noFill/>
          </a:ln>
        </p:spPr>
        <p:txBody>
          <a:bodyPr anchorCtr="0" anchor="t" bIns="45700" lIns="91425" spcFirstLastPara="1" rIns="91425" wrap="square" tIns="45700">
            <a:normAutofit/>
          </a:bodyPr>
          <a:lstStyle>
            <a:lvl1pPr indent="-228600" lvl="0" marL="457200" algn="l">
              <a:spcBef>
                <a:spcPts val="320"/>
              </a:spcBef>
              <a:spcAft>
                <a:spcPts val="0"/>
              </a:spcAft>
              <a:buSzPts val="1216"/>
              <a:buNone/>
              <a:defRPr sz="1600">
                <a:solidFill>
                  <a:srgbClr val="424242"/>
                </a:solidFill>
              </a:defRPr>
            </a:lvl1pPr>
            <a:lvl2pPr indent="-228600" lvl="1" marL="914400" algn="l">
              <a:spcBef>
                <a:spcPts val="240"/>
              </a:spcBef>
              <a:spcAft>
                <a:spcPts val="0"/>
              </a:spcAft>
              <a:buSzPts val="912"/>
              <a:buNone/>
              <a:defRPr sz="1200"/>
            </a:lvl2pPr>
            <a:lvl3pPr indent="-228600" lvl="2" marL="1371600" algn="l">
              <a:spcBef>
                <a:spcPts val="200"/>
              </a:spcBef>
              <a:spcAft>
                <a:spcPts val="0"/>
              </a:spcAft>
              <a:buSzPts val="760"/>
              <a:buNone/>
              <a:defRPr sz="1000"/>
            </a:lvl3pPr>
            <a:lvl4pPr indent="-228600" lvl="3" marL="1828800" algn="l">
              <a:spcBef>
                <a:spcPts val="180"/>
              </a:spcBef>
              <a:spcAft>
                <a:spcPts val="0"/>
              </a:spcAft>
              <a:buSzPts val="684"/>
              <a:buNone/>
              <a:defRPr sz="900"/>
            </a:lvl4pPr>
            <a:lvl5pPr indent="-228600" lvl="4" marL="2286000" algn="l">
              <a:spcBef>
                <a:spcPts val="180"/>
              </a:spcBef>
              <a:spcAft>
                <a:spcPts val="0"/>
              </a:spcAft>
              <a:buSzPts val="684"/>
              <a:buNone/>
              <a:defRPr sz="900"/>
            </a:lvl5pPr>
            <a:lvl6pPr indent="-228600" lvl="5" marL="2743200" algn="l">
              <a:spcBef>
                <a:spcPts val="180"/>
              </a:spcBef>
              <a:spcAft>
                <a:spcPts val="0"/>
              </a:spcAft>
              <a:buSzPts val="684"/>
              <a:buNone/>
              <a:defRPr sz="900"/>
            </a:lvl6pPr>
            <a:lvl7pPr indent="-228600" lvl="6" marL="3200400" algn="l">
              <a:spcBef>
                <a:spcPts val="180"/>
              </a:spcBef>
              <a:spcAft>
                <a:spcPts val="0"/>
              </a:spcAft>
              <a:buSzPts val="684"/>
              <a:buNone/>
              <a:defRPr sz="900"/>
            </a:lvl7pPr>
            <a:lvl8pPr indent="-228600" lvl="7" marL="3657600" algn="l">
              <a:spcBef>
                <a:spcPts val="180"/>
              </a:spcBef>
              <a:spcAft>
                <a:spcPts val="0"/>
              </a:spcAft>
              <a:buSzPts val="684"/>
              <a:buNone/>
              <a:defRPr sz="900"/>
            </a:lvl8pPr>
            <a:lvl9pPr indent="-228600" lvl="8" marL="4114800" algn="l">
              <a:spcBef>
                <a:spcPts val="180"/>
              </a:spcBef>
              <a:spcAft>
                <a:spcPts val="0"/>
              </a:spcAft>
              <a:buSzPts val="684"/>
              <a:buNone/>
              <a:defRPr sz="900"/>
            </a:lvl9pPr>
          </a:lstStyle>
          <a:p/>
        </p:txBody>
      </p:sp>
      <p:sp>
        <p:nvSpPr>
          <p:cNvPr id="166" name="Google Shape;166;p185"/>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7" name="Google Shape;167;p185"/>
          <p:cNvSpPr txBox="1"/>
          <p:nvPr>
            <p:ph idx="11" type="ftr"/>
          </p:nvPr>
        </p:nvSpPr>
        <p:spPr>
          <a:xfrm>
            <a:off x="4641448" y="5724835"/>
            <a:ext cx="3493664" cy="365125"/>
          </a:xfrm>
          <a:prstGeom prst="rect">
            <a:avLst/>
          </a:prstGeom>
          <a:noFill/>
          <a:ln>
            <a:noFill/>
          </a:ln>
        </p:spPr>
        <p:txBody>
          <a:bodyPr anchorCtr="0" anchor="ctr" bIns="45700" lIns="91425" spcFirstLastPara="1" rIns="91425" wrap="square" tIns="45700">
            <a:norm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8" name="Google Shape;168;p185"/>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9" name="Shape 169"/>
        <p:cNvGrpSpPr/>
        <p:nvPr/>
      </p:nvGrpSpPr>
      <p:grpSpPr>
        <a:xfrm>
          <a:off x="0" y="0"/>
          <a:ext cx="0" cy="0"/>
          <a:chOff x="0" y="0"/>
          <a:chExt cx="0" cy="0"/>
        </a:xfrm>
      </p:grpSpPr>
      <p:sp>
        <p:nvSpPr>
          <p:cNvPr id="170" name="Google Shape;170;p186"/>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1" name="Google Shape;171;p186"/>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2" name="Google Shape;172;p186"/>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3" name="Shape 173"/>
        <p:cNvGrpSpPr/>
        <p:nvPr/>
      </p:nvGrpSpPr>
      <p:grpSpPr>
        <a:xfrm>
          <a:off x="0" y="0"/>
          <a:ext cx="0" cy="0"/>
          <a:chOff x="0" y="0"/>
          <a:chExt cx="0" cy="0"/>
        </a:xfrm>
      </p:grpSpPr>
      <p:sp>
        <p:nvSpPr>
          <p:cNvPr id="174" name="Google Shape;174;p187"/>
          <p:cNvSpPr txBox="1"/>
          <p:nvPr>
            <p:ph type="title"/>
          </p:nvPr>
        </p:nvSpPr>
        <p:spPr>
          <a:xfrm>
            <a:off x="1258645" y="2900829"/>
            <a:ext cx="6637468" cy="1362075"/>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5" name="Google Shape;175;p187"/>
          <p:cNvSpPr txBox="1"/>
          <p:nvPr>
            <p:ph idx="1" type="body"/>
          </p:nvPr>
        </p:nvSpPr>
        <p:spPr>
          <a:xfrm>
            <a:off x="1258645" y="4267200"/>
            <a:ext cx="6637467" cy="1520413"/>
          </a:xfrm>
          <a:prstGeom prst="rect">
            <a:avLst/>
          </a:prstGeom>
          <a:noFill/>
          <a:ln>
            <a:noFill/>
          </a:ln>
        </p:spPr>
        <p:txBody>
          <a:bodyPr anchorCtr="0" anchor="t" bIns="45700" lIns="91425" spcFirstLastPara="1" rIns="91425" wrap="square" tIns="45700">
            <a:normAutofit/>
          </a:bodyPr>
          <a:lstStyle>
            <a:lvl1pPr indent="-228600" lvl="0" marL="457200" algn="l">
              <a:spcBef>
                <a:spcPts val="400"/>
              </a:spcBef>
              <a:spcAft>
                <a:spcPts val="0"/>
              </a:spcAft>
              <a:buSzPts val="1520"/>
              <a:buNone/>
              <a:defRPr sz="2000">
                <a:solidFill>
                  <a:srgbClr val="888888"/>
                </a:solidFill>
              </a:defRPr>
            </a:lvl1pPr>
            <a:lvl2pPr indent="-228600" lvl="1" marL="914400" algn="l">
              <a:spcBef>
                <a:spcPts val="360"/>
              </a:spcBef>
              <a:spcAft>
                <a:spcPts val="0"/>
              </a:spcAft>
              <a:buSzPts val="1368"/>
              <a:buNone/>
              <a:defRPr sz="1800">
                <a:solidFill>
                  <a:srgbClr val="888888"/>
                </a:solidFill>
              </a:defRPr>
            </a:lvl2pPr>
            <a:lvl3pPr indent="-228600" lvl="2" marL="1371600" algn="l">
              <a:spcBef>
                <a:spcPts val="320"/>
              </a:spcBef>
              <a:spcAft>
                <a:spcPts val="0"/>
              </a:spcAft>
              <a:buSzPts val="1216"/>
              <a:buNone/>
              <a:defRPr sz="1600">
                <a:solidFill>
                  <a:srgbClr val="888888"/>
                </a:solidFill>
              </a:defRPr>
            </a:lvl3pPr>
            <a:lvl4pPr indent="-228600" lvl="3" marL="1828800" algn="l">
              <a:spcBef>
                <a:spcPts val="280"/>
              </a:spcBef>
              <a:spcAft>
                <a:spcPts val="0"/>
              </a:spcAft>
              <a:buSzPts val="1064"/>
              <a:buNone/>
              <a:defRPr sz="1400">
                <a:solidFill>
                  <a:srgbClr val="888888"/>
                </a:solidFill>
              </a:defRPr>
            </a:lvl4pPr>
            <a:lvl5pPr indent="-228600" lvl="4" marL="2286000" algn="l">
              <a:spcBef>
                <a:spcPts val="280"/>
              </a:spcBef>
              <a:spcAft>
                <a:spcPts val="0"/>
              </a:spcAft>
              <a:buSzPts val="1064"/>
              <a:buNone/>
              <a:defRPr sz="1400">
                <a:solidFill>
                  <a:srgbClr val="888888"/>
                </a:solidFill>
              </a:defRPr>
            </a:lvl5pPr>
            <a:lvl6pPr indent="-228600" lvl="5" marL="2743200" algn="l">
              <a:spcBef>
                <a:spcPts val="280"/>
              </a:spcBef>
              <a:spcAft>
                <a:spcPts val="0"/>
              </a:spcAft>
              <a:buSzPts val="1064"/>
              <a:buNone/>
              <a:defRPr sz="1400">
                <a:solidFill>
                  <a:srgbClr val="888888"/>
                </a:solidFill>
              </a:defRPr>
            </a:lvl6pPr>
            <a:lvl7pPr indent="-228600" lvl="6" marL="3200400" algn="l">
              <a:spcBef>
                <a:spcPts val="280"/>
              </a:spcBef>
              <a:spcAft>
                <a:spcPts val="0"/>
              </a:spcAft>
              <a:buSzPts val="1064"/>
              <a:buNone/>
              <a:defRPr sz="1400">
                <a:solidFill>
                  <a:srgbClr val="888888"/>
                </a:solidFill>
              </a:defRPr>
            </a:lvl7pPr>
            <a:lvl8pPr indent="-228600" lvl="7" marL="3657600" algn="l">
              <a:spcBef>
                <a:spcPts val="280"/>
              </a:spcBef>
              <a:spcAft>
                <a:spcPts val="0"/>
              </a:spcAft>
              <a:buSzPts val="1064"/>
              <a:buNone/>
              <a:defRPr sz="1400">
                <a:solidFill>
                  <a:srgbClr val="888888"/>
                </a:solidFill>
              </a:defRPr>
            </a:lvl8pPr>
            <a:lvl9pPr indent="-228600" lvl="8" marL="4114800" algn="l">
              <a:spcBef>
                <a:spcPts val="280"/>
              </a:spcBef>
              <a:spcAft>
                <a:spcPts val="0"/>
              </a:spcAft>
              <a:buSzPts val="1064"/>
              <a:buNone/>
              <a:defRPr sz="1400">
                <a:solidFill>
                  <a:srgbClr val="888888"/>
                </a:solidFill>
              </a:defRPr>
            </a:lvl9pPr>
          </a:lstStyle>
          <a:p/>
        </p:txBody>
      </p:sp>
      <p:sp>
        <p:nvSpPr>
          <p:cNvPr id="176" name="Google Shape;176;p187"/>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7" name="Google Shape;177;p187"/>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8" name="Google Shape;178;p187"/>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79" name="Shape 179"/>
        <p:cNvGrpSpPr/>
        <p:nvPr/>
      </p:nvGrpSpPr>
      <p:grpSpPr>
        <a:xfrm>
          <a:off x="0" y="0"/>
          <a:ext cx="0" cy="0"/>
          <a:chOff x="0" y="0"/>
          <a:chExt cx="0" cy="0"/>
        </a:xfrm>
      </p:grpSpPr>
      <p:sp>
        <p:nvSpPr>
          <p:cNvPr id="180" name="Google Shape;180;p188"/>
          <p:cNvSpPr txBox="1"/>
          <p:nvPr>
            <p:ph type="title"/>
          </p:nvPr>
        </p:nvSpPr>
        <p:spPr>
          <a:xfrm>
            <a:off x="1043490" y="1027664"/>
            <a:ext cx="7024744"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0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1" name="Google Shape;181;p188"/>
          <p:cNvSpPr txBox="1"/>
          <p:nvPr>
            <p:ph idx="1" type="body"/>
          </p:nvPr>
        </p:nvSpPr>
        <p:spPr>
          <a:xfrm>
            <a:off x="1412111" y="2316009"/>
            <a:ext cx="305714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SzPts val="1824"/>
              <a:buNone/>
              <a:defRPr b="1" sz="2400">
                <a:solidFill>
                  <a:schemeClr val="accent1"/>
                </a:solidFill>
              </a:defRPr>
            </a:lvl1pPr>
            <a:lvl2pPr indent="-228600" lvl="1" marL="914400" algn="l">
              <a:spcBef>
                <a:spcPts val="400"/>
              </a:spcBef>
              <a:spcAft>
                <a:spcPts val="0"/>
              </a:spcAft>
              <a:buSzPts val="1520"/>
              <a:buNone/>
              <a:defRPr b="1" sz="2000"/>
            </a:lvl2pPr>
            <a:lvl3pPr indent="-228600" lvl="2" marL="1371600" algn="l">
              <a:spcBef>
                <a:spcPts val="360"/>
              </a:spcBef>
              <a:spcAft>
                <a:spcPts val="0"/>
              </a:spcAft>
              <a:buSzPts val="1368"/>
              <a:buNone/>
              <a:defRPr b="1" sz="1800"/>
            </a:lvl3pPr>
            <a:lvl4pPr indent="-228600" lvl="3" marL="1828800" algn="l">
              <a:spcBef>
                <a:spcPts val="320"/>
              </a:spcBef>
              <a:spcAft>
                <a:spcPts val="0"/>
              </a:spcAft>
              <a:buSzPts val="1216"/>
              <a:buNone/>
              <a:defRPr b="1" sz="1600"/>
            </a:lvl4pPr>
            <a:lvl5pPr indent="-228600" lvl="4" marL="2286000" algn="l">
              <a:spcBef>
                <a:spcPts val="320"/>
              </a:spcBef>
              <a:spcAft>
                <a:spcPts val="0"/>
              </a:spcAft>
              <a:buSzPts val="1216"/>
              <a:buNone/>
              <a:defRPr b="1" sz="1600"/>
            </a:lvl5pPr>
            <a:lvl6pPr indent="-228600" lvl="5" marL="2743200" algn="l">
              <a:spcBef>
                <a:spcPts val="320"/>
              </a:spcBef>
              <a:spcAft>
                <a:spcPts val="0"/>
              </a:spcAft>
              <a:buSzPts val="1216"/>
              <a:buNone/>
              <a:defRPr b="1" sz="1600"/>
            </a:lvl6pPr>
            <a:lvl7pPr indent="-228600" lvl="6" marL="3200400" algn="l">
              <a:spcBef>
                <a:spcPts val="320"/>
              </a:spcBef>
              <a:spcAft>
                <a:spcPts val="0"/>
              </a:spcAft>
              <a:buSzPts val="1216"/>
              <a:buNone/>
              <a:defRPr b="1" sz="1600"/>
            </a:lvl7pPr>
            <a:lvl8pPr indent="-228600" lvl="7" marL="3657600" algn="l">
              <a:spcBef>
                <a:spcPts val="320"/>
              </a:spcBef>
              <a:spcAft>
                <a:spcPts val="0"/>
              </a:spcAft>
              <a:buSzPts val="1216"/>
              <a:buNone/>
              <a:defRPr b="1" sz="1600"/>
            </a:lvl8pPr>
            <a:lvl9pPr indent="-228600" lvl="8" marL="4114800" algn="l">
              <a:spcBef>
                <a:spcPts val="320"/>
              </a:spcBef>
              <a:spcAft>
                <a:spcPts val="0"/>
              </a:spcAft>
              <a:buSzPts val="1216"/>
              <a:buNone/>
              <a:defRPr b="1" sz="1600"/>
            </a:lvl9pPr>
          </a:lstStyle>
          <a:p/>
        </p:txBody>
      </p:sp>
      <p:sp>
        <p:nvSpPr>
          <p:cNvPr id="182" name="Google Shape;182;p188"/>
          <p:cNvSpPr txBox="1"/>
          <p:nvPr>
            <p:ph idx="2" type="body"/>
          </p:nvPr>
        </p:nvSpPr>
        <p:spPr>
          <a:xfrm>
            <a:off x="1041721" y="2974694"/>
            <a:ext cx="3419856" cy="2835797"/>
          </a:xfrm>
          <a:prstGeom prst="rect">
            <a:avLst/>
          </a:prstGeom>
          <a:noFill/>
          <a:ln>
            <a:noFill/>
          </a:ln>
        </p:spPr>
        <p:txBody>
          <a:bodyPr anchorCtr="0" anchor="t" bIns="45700" lIns="91425" spcFirstLastPara="1" rIns="91425" wrap="square" tIns="45700">
            <a:normAutofit/>
          </a:bodyPr>
          <a:lstStyle>
            <a:lvl1pPr indent="-344424" lvl="0" marL="457200" algn="l">
              <a:spcBef>
                <a:spcPts val="480"/>
              </a:spcBef>
              <a:spcAft>
                <a:spcPts val="0"/>
              </a:spcAft>
              <a:buSzPts val="1824"/>
              <a:buChar char="🞇"/>
              <a:defRPr sz="2400"/>
            </a:lvl1pPr>
            <a:lvl2pPr indent="-325119" lvl="1" marL="914400" algn="l">
              <a:spcBef>
                <a:spcPts val="400"/>
              </a:spcBef>
              <a:spcAft>
                <a:spcPts val="0"/>
              </a:spcAft>
              <a:buSzPts val="1520"/>
              <a:buChar char="🞇"/>
              <a:defRPr sz="2000"/>
            </a:lvl2pPr>
            <a:lvl3pPr indent="-315467" lvl="2" marL="1371600" algn="l">
              <a:spcBef>
                <a:spcPts val="360"/>
              </a:spcBef>
              <a:spcAft>
                <a:spcPts val="0"/>
              </a:spcAft>
              <a:buSzPts val="1368"/>
              <a:buChar char="🞇"/>
              <a:defRPr sz="1800"/>
            </a:lvl3pPr>
            <a:lvl4pPr indent="-305816" lvl="3" marL="1828800" algn="l">
              <a:spcBef>
                <a:spcPts val="320"/>
              </a:spcBef>
              <a:spcAft>
                <a:spcPts val="0"/>
              </a:spcAft>
              <a:buSzPts val="1216"/>
              <a:buChar char="🞇"/>
              <a:defRPr sz="1600"/>
            </a:lvl4pPr>
            <a:lvl5pPr indent="-305816" lvl="4" marL="2286000" algn="l">
              <a:spcBef>
                <a:spcPts val="320"/>
              </a:spcBef>
              <a:spcAft>
                <a:spcPts val="0"/>
              </a:spcAft>
              <a:buSzPts val="1216"/>
              <a:buChar char="🞇"/>
              <a:defRPr sz="1600"/>
            </a:lvl5pPr>
            <a:lvl6pPr indent="-305816" lvl="5" marL="2743200" algn="l">
              <a:spcBef>
                <a:spcPts val="320"/>
              </a:spcBef>
              <a:spcAft>
                <a:spcPts val="0"/>
              </a:spcAft>
              <a:buSzPts val="1216"/>
              <a:buChar char="🞇"/>
              <a:defRPr sz="1600"/>
            </a:lvl6pPr>
            <a:lvl7pPr indent="-305816" lvl="6" marL="3200400" algn="l">
              <a:spcBef>
                <a:spcPts val="320"/>
              </a:spcBef>
              <a:spcAft>
                <a:spcPts val="0"/>
              </a:spcAft>
              <a:buSzPts val="1216"/>
              <a:buChar char="🞇"/>
              <a:defRPr sz="1600"/>
            </a:lvl7pPr>
            <a:lvl8pPr indent="-305815" lvl="7" marL="3657600" algn="l">
              <a:spcBef>
                <a:spcPts val="320"/>
              </a:spcBef>
              <a:spcAft>
                <a:spcPts val="0"/>
              </a:spcAft>
              <a:buSzPts val="1216"/>
              <a:buChar char="🞇"/>
              <a:defRPr sz="1600"/>
            </a:lvl8pPr>
            <a:lvl9pPr indent="-305815" lvl="8" marL="4114800" algn="l">
              <a:spcBef>
                <a:spcPts val="320"/>
              </a:spcBef>
              <a:spcAft>
                <a:spcPts val="0"/>
              </a:spcAft>
              <a:buSzPts val="1216"/>
              <a:buChar char="🞇"/>
              <a:defRPr sz="1600"/>
            </a:lvl9pPr>
          </a:lstStyle>
          <a:p/>
        </p:txBody>
      </p:sp>
      <p:sp>
        <p:nvSpPr>
          <p:cNvPr id="183" name="Google Shape;183;p188"/>
          <p:cNvSpPr txBox="1"/>
          <p:nvPr>
            <p:ph idx="3" type="body"/>
          </p:nvPr>
        </p:nvSpPr>
        <p:spPr>
          <a:xfrm>
            <a:off x="5011837" y="2316010"/>
            <a:ext cx="3055717"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SzPts val="1824"/>
              <a:buNone/>
              <a:defRPr b="1" sz="2400">
                <a:solidFill>
                  <a:schemeClr val="accent1"/>
                </a:solidFill>
              </a:defRPr>
            </a:lvl1pPr>
            <a:lvl2pPr indent="-228600" lvl="1" marL="914400" algn="l">
              <a:spcBef>
                <a:spcPts val="400"/>
              </a:spcBef>
              <a:spcAft>
                <a:spcPts val="0"/>
              </a:spcAft>
              <a:buSzPts val="1520"/>
              <a:buNone/>
              <a:defRPr b="1" sz="2000"/>
            </a:lvl2pPr>
            <a:lvl3pPr indent="-228600" lvl="2" marL="1371600" algn="l">
              <a:spcBef>
                <a:spcPts val="360"/>
              </a:spcBef>
              <a:spcAft>
                <a:spcPts val="0"/>
              </a:spcAft>
              <a:buSzPts val="1368"/>
              <a:buNone/>
              <a:defRPr b="1" sz="1800"/>
            </a:lvl3pPr>
            <a:lvl4pPr indent="-228600" lvl="3" marL="1828800" algn="l">
              <a:spcBef>
                <a:spcPts val="320"/>
              </a:spcBef>
              <a:spcAft>
                <a:spcPts val="0"/>
              </a:spcAft>
              <a:buSzPts val="1216"/>
              <a:buNone/>
              <a:defRPr b="1" sz="1600"/>
            </a:lvl4pPr>
            <a:lvl5pPr indent="-228600" lvl="4" marL="2286000" algn="l">
              <a:spcBef>
                <a:spcPts val="320"/>
              </a:spcBef>
              <a:spcAft>
                <a:spcPts val="0"/>
              </a:spcAft>
              <a:buSzPts val="1216"/>
              <a:buNone/>
              <a:defRPr b="1" sz="1600"/>
            </a:lvl5pPr>
            <a:lvl6pPr indent="-228600" lvl="5" marL="2743200" algn="l">
              <a:spcBef>
                <a:spcPts val="320"/>
              </a:spcBef>
              <a:spcAft>
                <a:spcPts val="0"/>
              </a:spcAft>
              <a:buSzPts val="1216"/>
              <a:buNone/>
              <a:defRPr b="1" sz="1600"/>
            </a:lvl6pPr>
            <a:lvl7pPr indent="-228600" lvl="6" marL="3200400" algn="l">
              <a:spcBef>
                <a:spcPts val="320"/>
              </a:spcBef>
              <a:spcAft>
                <a:spcPts val="0"/>
              </a:spcAft>
              <a:buSzPts val="1216"/>
              <a:buNone/>
              <a:defRPr b="1" sz="1600"/>
            </a:lvl7pPr>
            <a:lvl8pPr indent="-228600" lvl="7" marL="3657600" algn="l">
              <a:spcBef>
                <a:spcPts val="320"/>
              </a:spcBef>
              <a:spcAft>
                <a:spcPts val="0"/>
              </a:spcAft>
              <a:buSzPts val="1216"/>
              <a:buNone/>
              <a:defRPr b="1" sz="1600"/>
            </a:lvl8pPr>
            <a:lvl9pPr indent="-228600" lvl="8" marL="4114800" algn="l">
              <a:spcBef>
                <a:spcPts val="320"/>
              </a:spcBef>
              <a:spcAft>
                <a:spcPts val="0"/>
              </a:spcAft>
              <a:buSzPts val="1216"/>
              <a:buNone/>
              <a:defRPr b="1" sz="1600"/>
            </a:lvl9pPr>
          </a:lstStyle>
          <a:p/>
        </p:txBody>
      </p:sp>
      <p:sp>
        <p:nvSpPr>
          <p:cNvPr id="184" name="Google Shape;184;p188"/>
          <p:cNvSpPr txBox="1"/>
          <p:nvPr>
            <p:ph idx="4" type="body"/>
          </p:nvPr>
        </p:nvSpPr>
        <p:spPr>
          <a:xfrm>
            <a:off x="4645152" y="2974694"/>
            <a:ext cx="3419856" cy="2835797"/>
          </a:xfrm>
          <a:prstGeom prst="rect">
            <a:avLst/>
          </a:prstGeom>
          <a:noFill/>
          <a:ln>
            <a:noFill/>
          </a:ln>
        </p:spPr>
        <p:txBody>
          <a:bodyPr anchorCtr="0" anchor="t" bIns="45700" lIns="91425" spcFirstLastPara="1" rIns="91425" wrap="square" tIns="45700">
            <a:normAutofit/>
          </a:bodyPr>
          <a:lstStyle>
            <a:lvl1pPr indent="-344424" lvl="0" marL="457200" algn="l">
              <a:spcBef>
                <a:spcPts val="480"/>
              </a:spcBef>
              <a:spcAft>
                <a:spcPts val="0"/>
              </a:spcAft>
              <a:buSzPts val="1824"/>
              <a:buChar char="🞇"/>
              <a:defRPr sz="2400"/>
            </a:lvl1pPr>
            <a:lvl2pPr indent="-325119" lvl="1" marL="914400" algn="l">
              <a:spcBef>
                <a:spcPts val="400"/>
              </a:spcBef>
              <a:spcAft>
                <a:spcPts val="0"/>
              </a:spcAft>
              <a:buSzPts val="1520"/>
              <a:buChar char="🞇"/>
              <a:defRPr sz="2000"/>
            </a:lvl2pPr>
            <a:lvl3pPr indent="-315467" lvl="2" marL="1371600" algn="l">
              <a:spcBef>
                <a:spcPts val="360"/>
              </a:spcBef>
              <a:spcAft>
                <a:spcPts val="0"/>
              </a:spcAft>
              <a:buSzPts val="1368"/>
              <a:buChar char="🞇"/>
              <a:defRPr sz="1800"/>
            </a:lvl3pPr>
            <a:lvl4pPr indent="-305816" lvl="3" marL="1828800" algn="l">
              <a:spcBef>
                <a:spcPts val="320"/>
              </a:spcBef>
              <a:spcAft>
                <a:spcPts val="0"/>
              </a:spcAft>
              <a:buSzPts val="1216"/>
              <a:buChar char="🞇"/>
              <a:defRPr sz="1600"/>
            </a:lvl4pPr>
            <a:lvl5pPr indent="-305816" lvl="4" marL="2286000" algn="l">
              <a:spcBef>
                <a:spcPts val="320"/>
              </a:spcBef>
              <a:spcAft>
                <a:spcPts val="0"/>
              </a:spcAft>
              <a:buSzPts val="1216"/>
              <a:buChar char="🞇"/>
              <a:defRPr sz="1600"/>
            </a:lvl5pPr>
            <a:lvl6pPr indent="-305816" lvl="5" marL="2743200" algn="l">
              <a:spcBef>
                <a:spcPts val="320"/>
              </a:spcBef>
              <a:spcAft>
                <a:spcPts val="0"/>
              </a:spcAft>
              <a:buSzPts val="1216"/>
              <a:buChar char="🞇"/>
              <a:defRPr sz="1600"/>
            </a:lvl6pPr>
            <a:lvl7pPr indent="-305816" lvl="6" marL="3200400" algn="l">
              <a:spcBef>
                <a:spcPts val="320"/>
              </a:spcBef>
              <a:spcAft>
                <a:spcPts val="0"/>
              </a:spcAft>
              <a:buSzPts val="1216"/>
              <a:buChar char="🞇"/>
              <a:defRPr sz="1600"/>
            </a:lvl7pPr>
            <a:lvl8pPr indent="-305815" lvl="7" marL="3657600" algn="l">
              <a:spcBef>
                <a:spcPts val="320"/>
              </a:spcBef>
              <a:spcAft>
                <a:spcPts val="0"/>
              </a:spcAft>
              <a:buSzPts val="1216"/>
              <a:buChar char="🞇"/>
              <a:defRPr sz="1600"/>
            </a:lvl8pPr>
            <a:lvl9pPr indent="-305815" lvl="8" marL="4114800" algn="l">
              <a:spcBef>
                <a:spcPts val="320"/>
              </a:spcBef>
              <a:spcAft>
                <a:spcPts val="0"/>
              </a:spcAft>
              <a:buSzPts val="1216"/>
              <a:buChar char="🞇"/>
              <a:defRPr sz="1600"/>
            </a:lvl9pPr>
          </a:lstStyle>
          <a:p/>
        </p:txBody>
      </p:sp>
      <p:sp>
        <p:nvSpPr>
          <p:cNvPr id="185" name="Google Shape;185;p188"/>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6" name="Google Shape;186;p188"/>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7" name="Google Shape;187;p188"/>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8" name="Shape 188"/>
        <p:cNvGrpSpPr/>
        <p:nvPr/>
      </p:nvGrpSpPr>
      <p:grpSpPr>
        <a:xfrm>
          <a:off x="0" y="0"/>
          <a:ext cx="0" cy="0"/>
          <a:chOff x="0" y="0"/>
          <a:chExt cx="0" cy="0"/>
        </a:xfrm>
      </p:grpSpPr>
      <p:sp>
        <p:nvSpPr>
          <p:cNvPr id="189" name="Google Shape;189;p189"/>
          <p:cNvSpPr txBox="1"/>
          <p:nvPr>
            <p:ph type="title"/>
          </p:nvPr>
        </p:nvSpPr>
        <p:spPr>
          <a:xfrm>
            <a:off x="1043490" y="1027664"/>
            <a:ext cx="7024744"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0" name="Google Shape;190;p189"/>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1" name="Google Shape;191;p189"/>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2" name="Google Shape;192;p189"/>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193" name="Shape 193"/>
        <p:cNvGrpSpPr/>
        <p:nvPr/>
      </p:nvGrpSpPr>
      <p:grpSpPr>
        <a:xfrm>
          <a:off x="0" y="0"/>
          <a:ext cx="0" cy="0"/>
          <a:chOff x="0" y="0"/>
          <a:chExt cx="0" cy="0"/>
        </a:xfrm>
      </p:grpSpPr>
      <p:grpSp>
        <p:nvGrpSpPr>
          <p:cNvPr id="194" name="Google Shape;194;p190"/>
          <p:cNvGrpSpPr/>
          <p:nvPr/>
        </p:nvGrpSpPr>
        <p:grpSpPr>
          <a:xfrm>
            <a:off x="-644959" y="0"/>
            <a:ext cx="10458653" cy="7117071"/>
            <a:chOff x="-644959" y="0"/>
            <a:chExt cx="10458653" cy="7117071"/>
          </a:xfrm>
        </p:grpSpPr>
        <p:grpSp>
          <p:nvGrpSpPr>
            <p:cNvPr id="195" name="Google Shape;195;p190"/>
            <p:cNvGrpSpPr/>
            <p:nvPr/>
          </p:nvGrpSpPr>
          <p:grpSpPr>
            <a:xfrm>
              <a:off x="0" y="0"/>
              <a:ext cx="9144000" cy="6858000"/>
              <a:chOff x="0" y="0"/>
              <a:chExt cx="9144000" cy="6858000"/>
            </a:xfrm>
          </p:grpSpPr>
          <p:grpSp>
            <p:nvGrpSpPr>
              <p:cNvPr id="196" name="Google Shape;196;p190"/>
              <p:cNvGrpSpPr/>
              <p:nvPr/>
            </p:nvGrpSpPr>
            <p:grpSpPr>
              <a:xfrm>
                <a:off x="0" y="0"/>
                <a:ext cx="2514600" cy="6858000"/>
                <a:chOff x="0" y="0"/>
                <a:chExt cx="2514600" cy="6858000"/>
              </a:xfrm>
            </p:grpSpPr>
            <p:sp>
              <p:nvSpPr>
                <p:cNvPr id="197" name="Google Shape;197;p190"/>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98" name="Google Shape;198;p190"/>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199" name="Google Shape;199;p190"/>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pSp>
          <p:grpSp>
            <p:nvGrpSpPr>
              <p:cNvPr id="200" name="Google Shape;200;p190"/>
              <p:cNvGrpSpPr/>
              <p:nvPr/>
            </p:nvGrpSpPr>
            <p:grpSpPr>
              <a:xfrm>
                <a:off x="422910" y="0"/>
                <a:ext cx="2514600" cy="6858000"/>
                <a:chOff x="0" y="0"/>
                <a:chExt cx="2514600" cy="6858000"/>
              </a:xfrm>
            </p:grpSpPr>
            <p:sp>
              <p:nvSpPr>
                <p:cNvPr id="201" name="Google Shape;201;p190"/>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02" name="Google Shape;202;p190"/>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03" name="Google Shape;203;p190"/>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pSp>
          <p:grpSp>
            <p:nvGrpSpPr>
              <p:cNvPr id="204" name="Google Shape;204;p190"/>
              <p:cNvGrpSpPr/>
              <p:nvPr/>
            </p:nvGrpSpPr>
            <p:grpSpPr>
              <a:xfrm rot="10800000">
                <a:off x="6629400" y="0"/>
                <a:ext cx="2514600" cy="6858000"/>
                <a:chOff x="0" y="0"/>
                <a:chExt cx="2514600" cy="6858000"/>
              </a:xfrm>
            </p:grpSpPr>
            <p:sp>
              <p:nvSpPr>
                <p:cNvPr id="205" name="Google Shape;205;p190"/>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06" name="Google Shape;206;p190"/>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07" name="Google Shape;207;p190"/>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pSp>
          <p:sp>
            <p:nvSpPr>
              <p:cNvPr id="208" name="Google Shape;208;p190"/>
              <p:cNvSpPr/>
              <p:nvPr/>
            </p:nvSpPr>
            <p:spPr>
              <a:xfrm>
                <a:off x="3810000" y="0"/>
                <a:ext cx="28194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09" name="Google Shape;209;p190"/>
              <p:cNvSpPr/>
              <p:nvPr/>
            </p:nvSpPr>
            <p:spPr>
              <a:xfrm>
                <a:off x="289560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10" name="Google Shape;210;p190"/>
              <p:cNvSpPr/>
              <p:nvPr/>
            </p:nvSpPr>
            <p:spPr>
              <a:xfrm>
                <a:off x="31242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pSp>
        <p:sp>
          <p:nvSpPr>
            <p:cNvPr id="211" name="Google Shape;211;p190"/>
            <p:cNvSpPr/>
            <p:nvPr/>
          </p:nvSpPr>
          <p:spPr>
            <a:xfrm>
              <a:off x="-11875" y="5035138"/>
              <a:ext cx="9144000" cy="1175655"/>
            </a:xfrm>
            <a:custGeom>
              <a:rect b="b" l="l" r="r" t="t"/>
              <a:pathLst>
                <a:path extrusionOk="0" h="1175655" w="9144000">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12" name="Google Shape;212;p190"/>
            <p:cNvSpPr/>
            <p:nvPr/>
          </p:nvSpPr>
          <p:spPr>
            <a:xfrm>
              <a:off x="-11875" y="3467595"/>
              <a:ext cx="9144000" cy="890650"/>
            </a:xfrm>
            <a:custGeom>
              <a:rect b="b" l="l" r="r" t="t"/>
              <a:pathLst>
                <a:path extrusionOk="0" h="890650" w="914400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13" name="Google Shape;213;p190"/>
            <p:cNvSpPr/>
            <p:nvPr/>
          </p:nvSpPr>
          <p:spPr>
            <a:xfrm>
              <a:off x="-23751" y="5640779"/>
              <a:ext cx="3004457" cy="1211283"/>
            </a:xfrm>
            <a:custGeom>
              <a:rect b="b" l="l" r="r" t="t"/>
              <a:pathLst>
                <a:path extrusionOk="0" h="1211283" w="3004457">
                  <a:moveTo>
                    <a:pt x="0" y="0"/>
                  </a:moveTo>
                  <a:cubicBezTo>
                    <a:pt x="1103415" y="501732"/>
                    <a:pt x="2206831" y="1003465"/>
                    <a:pt x="3004457" y="1211283"/>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14" name="Google Shape;214;p190"/>
            <p:cNvSpPr/>
            <p:nvPr/>
          </p:nvSpPr>
          <p:spPr>
            <a:xfrm>
              <a:off x="-11875" y="5284519"/>
              <a:ext cx="9144000" cy="1478478"/>
            </a:xfrm>
            <a:custGeom>
              <a:rect b="b" l="l" r="r" t="t"/>
              <a:pathLst>
                <a:path extrusionOk="0" h="1478478" w="9144000">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15" name="Google Shape;215;p190"/>
            <p:cNvSpPr/>
            <p:nvPr/>
          </p:nvSpPr>
          <p:spPr>
            <a:xfrm>
              <a:off x="2137558" y="5132120"/>
              <a:ext cx="6982691" cy="1719942"/>
            </a:xfrm>
            <a:custGeom>
              <a:rect b="b" l="l" r="r" t="t"/>
              <a:pathLst>
                <a:path extrusionOk="0" h="1719942" w="6982691">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16" name="Google Shape;216;p190"/>
            <p:cNvSpPr/>
            <p:nvPr/>
          </p:nvSpPr>
          <p:spPr>
            <a:xfrm rot="1800000">
              <a:off x="2996165" y="2859252"/>
              <a:ext cx="1601400" cy="1388236"/>
            </a:xfrm>
            <a:prstGeom prst="hexagon">
              <a:avLst>
                <a:gd fmla="val 28544" name="adj"/>
                <a:gd fmla="val 115470" name="vf"/>
              </a:avLst>
            </a:pr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17" name="Google Shape;217;p190"/>
            <p:cNvSpPr/>
            <p:nvPr/>
          </p:nvSpPr>
          <p:spPr>
            <a:xfrm rot="1800000">
              <a:off x="3720065" y="4126078"/>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18" name="Google Shape;218;p190"/>
            <p:cNvSpPr/>
            <p:nvPr/>
          </p:nvSpPr>
          <p:spPr>
            <a:xfrm rot="1800000">
              <a:off x="3729591" y="1592427"/>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19" name="Google Shape;219;p190"/>
            <p:cNvSpPr/>
            <p:nvPr/>
          </p:nvSpPr>
          <p:spPr>
            <a:xfrm rot="1800000">
              <a:off x="2977115" y="325603"/>
              <a:ext cx="1601400" cy="1388236"/>
            </a:xfrm>
            <a:prstGeom prst="hexagon">
              <a:avLst>
                <a:gd fmla="val 28544" name="adj"/>
                <a:gd fmla="val 115470" name="vf"/>
              </a:avLst>
            </a:prstGeom>
            <a:solidFill>
              <a:schemeClr val="lt1">
                <a:alpha val="3921"/>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20" name="Google Shape;220;p190"/>
            <p:cNvSpPr/>
            <p:nvPr/>
          </p:nvSpPr>
          <p:spPr>
            <a:xfrm rot="1800000">
              <a:off x="4463014" y="5383378"/>
              <a:ext cx="1601400" cy="1388236"/>
            </a:xfrm>
            <a:prstGeom prst="hexagon">
              <a:avLst>
                <a:gd fmla="val 28544" name="adj"/>
                <a:gd fmla="val 115470" name="vf"/>
              </a:avLst>
            </a:prstGeom>
            <a:solidFill>
              <a:schemeClr val="lt1">
                <a:alpha val="5882"/>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21" name="Google Shape;221;p190"/>
            <p:cNvSpPr/>
            <p:nvPr/>
          </p:nvSpPr>
          <p:spPr>
            <a:xfrm rot="1800000">
              <a:off x="-382404" y="4201528"/>
              <a:ext cx="1261499" cy="1388236"/>
            </a:xfrm>
            <a:custGeom>
              <a:rect b="b" l="l" r="r" t="t"/>
              <a:pathLst>
                <a:path extrusionOk="0" h="1388236" w="1261499">
                  <a:moveTo>
                    <a:pt x="0" y="105098"/>
                  </a:moveTo>
                  <a:lnTo>
                    <a:pt x="56357" y="0"/>
                  </a:lnTo>
                  <a:lnTo>
                    <a:pt x="865241" y="0"/>
                  </a:lnTo>
                  <a:lnTo>
                    <a:pt x="1261499" y="694118"/>
                  </a:lnTo>
                  <a:lnTo>
                    <a:pt x="865241" y="1388236"/>
                  </a:lnTo>
                  <a:lnTo>
                    <a:pt x="744578" y="1387893"/>
                  </a:lnTo>
                  <a:lnTo>
                    <a:pt x="0" y="105098"/>
                  </a:lnTo>
                  <a:close/>
                </a:path>
              </a:pathLst>
            </a:cu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22" name="Google Shape;222;p190"/>
            <p:cNvSpPr/>
            <p:nvPr/>
          </p:nvSpPr>
          <p:spPr>
            <a:xfrm rot="1800000">
              <a:off x="24365" y="5402429"/>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23" name="Google Shape;223;p190"/>
            <p:cNvSpPr/>
            <p:nvPr/>
          </p:nvSpPr>
          <p:spPr>
            <a:xfrm rot="1800000">
              <a:off x="52941" y="2849728"/>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24" name="Google Shape;224;p190"/>
            <p:cNvSpPr/>
            <p:nvPr/>
          </p:nvSpPr>
          <p:spPr>
            <a:xfrm rot="1800000">
              <a:off x="776840" y="4126077"/>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25" name="Google Shape;225;p190"/>
            <p:cNvSpPr/>
            <p:nvPr/>
          </p:nvSpPr>
          <p:spPr>
            <a:xfrm rot="1800000">
              <a:off x="1510265" y="5411953"/>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26" name="Google Shape;226;p190"/>
            <p:cNvSpPr/>
            <p:nvPr/>
          </p:nvSpPr>
          <p:spPr>
            <a:xfrm rot="1800000">
              <a:off x="1529316" y="2859252"/>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27" name="Google Shape;227;p190"/>
            <p:cNvSpPr/>
            <p:nvPr/>
          </p:nvSpPr>
          <p:spPr>
            <a:xfrm rot="1800000">
              <a:off x="795890" y="1563853"/>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28" name="Google Shape;228;p190"/>
            <p:cNvSpPr/>
            <p:nvPr/>
          </p:nvSpPr>
          <p:spPr>
            <a:xfrm rot="1800000">
              <a:off x="6806166" y="4145128"/>
              <a:ext cx="1601400" cy="1388236"/>
            </a:xfrm>
            <a:prstGeom prst="hexagon">
              <a:avLst>
                <a:gd fmla="val 28544" name="adj"/>
                <a:gd fmla="val 115470" name="vf"/>
              </a:avLst>
            </a:pr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29" name="Google Shape;229;p190"/>
            <p:cNvSpPr/>
            <p:nvPr/>
          </p:nvSpPr>
          <p:spPr>
            <a:xfrm rot="1800000">
              <a:off x="7549116" y="5421479"/>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30" name="Google Shape;230;p190"/>
            <p:cNvSpPr/>
            <p:nvPr/>
          </p:nvSpPr>
          <p:spPr>
            <a:xfrm rot="1800000">
              <a:off x="7549117" y="2868778"/>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31" name="Google Shape;231;p190"/>
            <p:cNvSpPr/>
            <p:nvPr/>
          </p:nvSpPr>
          <p:spPr>
            <a:xfrm rot="1800000">
              <a:off x="8306521" y="4055629"/>
              <a:ext cx="1243407" cy="1388236"/>
            </a:xfrm>
            <a:custGeom>
              <a:rect b="b" l="l" r="r" t="t"/>
              <a:pathLst>
                <a:path extrusionOk="0" h="1388236" w="1243407">
                  <a:moveTo>
                    <a:pt x="0" y="694118"/>
                  </a:moveTo>
                  <a:lnTo>
                    <a:pt x="396258" y="0"/>
                  </a:lnTo>
                  <a:lnTo>
                    <a:pt x="474029" y="4016"/>
                  </a:lnTo>
                  <a:lnTo>
                    <a:pt x="1243407" y="1325983"/>
                  </a:lnTo>
                  <a:lnTo>
                    <a:pt x="1205142" y="1388236"/>
                  </a:lnTo>
                  <a:lnTo>
                    <a:pt x="396258" y="1388236"/>
                  </a:lnTo>
                  <a:lnTo>
                    <a:pt x="0" y="694118"/>
                  </a:lnTo>
                  <a:close/>
                </a:path>
              </a:pathLst>
            </a:custGeom>
            <a:solidFill>
              <a:schemeClr val="lt1">
                <a:alpha val="3921"/>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32" name="Google Shape;232;p190"/>
            <p:cNvSpPr/>
            <p:nvPr/>
          </p:nvSpPr>
          <p:spPr>
            <a:xfrm rot="1800000">
              <a:off x="8306771" y="1511524"/>
              <a:ext cx="1241871" cy="1388822"/>
            </a:xfrm>
            <a:custGeom>
              <a:rect b="b" l="l" r="r" t="t"/>
              <a:pathLst>
                <a:path extrusionOk="0" h="1388822" w="1241871">
                  <a:moveTo>
                    <a:pt x="0" y="694704"/>
                  </a:moveTo>
                  <a:lnTo>
                    <a:pt x="396258" y="586"/>
                  </a:lnTo>
                  <a:lnTo>
                    <a:pt x="482002" y="0"/>
                  </a:lnTo>
                  <a:lnTo>
                    <a:pt x="1241871" y="1323912"/>
                  </a:lnTo>
                  <a:lnTo>
                    <a:pt x="1205142" y="1388822"/>
                  </a:lnTo>
                  <a:lnTo>
                    <a:pt x="396258" y="1388822"/>
                  </a:lnTo>
                  <a:lnTo>
                    <a:pt x="0" y="694704"/>
                  </a:lnTo>
                  <a:close/>
                </a:path>
              </a:pathLst>
            </a:cu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pSp>
      <p:sp>
        <p:nvSpPr>
          <p:cNvPr id="233" name="Google Shape;233;p190"/>
          <p:cNvSpPr/>
          <p:nvPr/>
        </p:nvSpPr>
        <p:spPr>
          <a:xfrm>
            <a:off x="4561242" y="-21511"/>
            <a:ext cx="3679116" cy="6271840"/>
          </a:xfrm>
          <a:prstGeom prst="rect">
            <a:avLst/>
          </a:prstGeom>
          <a:solidFill>
            <a:srgbClr val="F5F5F5"/>
          </a:solidFill>
          <a:ln cap="flat" cmpd="sng" w="15875">
            <a:solidFill>
              <a:srgbClr val="74A50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34" name="Google Shape;234;p190"/>
          <p:cNvSpPr/>
          <p:nvPr/>
        </p:nvSpPr>
        <p:spPr>
          <a:xfrm>
            <a:off x="4649096" y="-21510"/>
            <a:ext cx="3505200" cy="62393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35" name="Google Shape;235;p190"/>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6" name="Google Shape;236;p190"/>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
        <p:nvSpPr>
          <p:cNvPr id="237" name="Google Shape;237;p190"/>
          <p:cNvSpPr/>
          <p:nvPr/>
        </p:nvSpPr>
        <p:spPr>
          <a:xfrm>
            <a:off x="905571" y="601883"/>
            <a:ext cx="3562257" cy="5648445"/>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38" name="Google Shape;238;p190"/>
          <p:cNvSpPr txBox="1"/>
          <p:nvPr>
            <p:ph idx="1" type="body"/>
          </p:nvPr>
        </p:nvSpPr>
        <p:spPr>
          <a:xfrm>
            <a:off x="1145894" y="856527"/>
            <a:ext cx="3090440" cy="5150734"/>
          </a:xfrm>
          <a:prstGeom prst="rect">
            <a:avLst/>
          </a:prstGeom>
          <a:noFill/>
          <a:ln>
            <a:noFill/>
          </a:ln>
        </p:spPr>
        <p:txBody>
          <a:bodyPr anchorCtr="0" anchor="t" bIns="45700" lIns="91425" spcFirstLastPara="1" rIns="91425" wrap="square" tIns="45700">
            <a:normAutofit/>
          </a:bodyPr>
          <a:lstStyle>
            <a:lvl1pPr indent="-344424" lvl="0" marL="457200" algn="l">
              <a:spcBef>
                <a:spcPts val="480"/>
              </a:spcBef>
              <a:spcAft>
                <a:spcPts val="0"/>
              </a:spcAft>
              <a:buSzPts val="1824"/>
              <a:buChar char="🞇"/>
              <a:defRPr sz="2400"/>
            </a:lvl1pPr>
            <a:lvl2pPr indent="-334772" lvl="1" marL="914400" algn="l">
              <a:spcBef>
                <a:spcPts val="440"/>
              </a:spcBef>
              <a:spcAft>
                <a:spcPts val="0"/>
              </a:spcAft>
              <a:buSzPts val="1672"/>
              <a:buChar char="🞇"/>
              <a:defRPr sz="2200"/>
            </a:lvl2pPr>
            <a:lvl3pPr indent="-325119" lvl="2" marL="1371600" algn="l">
              <a:spcBef>
                <a:spcPts val="400"/>
              </a:spcBef>
              <a:spcAft>
                <a:spcPts val="0"/>
              </a:spcAft>
              <a:buSzPts val="1520"/>
              <a:buChar char="🞇"/>
              <a:defRPr sz="2000"/>
            </a:lvl3pPr>
            <a:lvl4pPr indent="-315467" lvl="3" marL="1828800" algn="l">
              <a:spcBef>
                <a:spcPts val="360"/>
              </a:spcBef>
              <a:spcAft>
                <a:spcPts val="0"/>
              </a:spcAft>
              <a:buSzPts val="1368"/>
              <a:buChar char="🞇"/>
              <a:defRPr sz="1800"/>
            </a:lvl4pPr>
            <a:lvl5pPr indent="-305816" lvl="4" marL="2286000" algn="l">
              <a:spcBef>
                <a:spcPts val="320"/>
              </a:spcBef>
              <a:spcAft>
                <a:spcPts val="0"/>
              </a:spcAft>
              <a:buSzPts val="1216"/>
              <a:buChar char="🞇"/>
              <a:defRPr sz="1600"/>
            </a:lvl5pPr>
            <a:lvl6pPr indent="-325120" lvl="5" marL="2743200" algn="l">
              <a:spcBef>
                <a:spcPts val="400"/>
              </a:spcBef>
              <a:spcAft>
                <a:spcPts val="0"/>
              </a:spcAft>
              <a:buSzPts val="1520"/>
              <a:buChar char="🞇"/>
              <a:defRPr sz="2000"/>
            </a:lvl6pPr>
            <a:lvl7pPr indent="-325120" lvl="6" marL="3200400" algn="l">
              <a:spcBef>
                <a:spcPts val="400"/>
              </a:spcBef>
              <a:spcAft>
                <a:spcPts val="0"/>
              </a:spcAft>
              <a:buSzPts val="1520"/>
              <a:buChar char="🞇"/>
              <a:defRPr sz="2000"/>
            </a:lvl7pPr>
            <a:lvl8pPr indent="-325120" lvl="7" marL="3657600" algn="l">
              <a:spcBef>
                <a:spcPts val="400"/>
              </a:spcBef>
              <a:spcAft>
                <a:spcPts val="0"/>
              </a:spcAft>
              <a:buSzPts val="1520"/>
              <a:buChar char="🞇"/>
              <a:defRPr sz="2000"/>
            </a:lvl8pPr>
            <a:lvl9pPr indent="-325120" lvl="8" marL="4114800" algn="l">
              <a:spcBef>
                <a:spcPts val="400"/>
              </a:spcBef>
              <a:spcAft>
                <a:spcPts val="0"/>
              </a:spcAft>
              <a:buSzPts val="1520"/>
              <a:buChar char="🞇"/>
              <a:defRPr sz="2000"/>
            </a:lvl9pPr>
          </a:lstStyle>
          <a:p/>
        </p:txBody>
      </p:sp>
      <p:sp>
        <p:nvSpPr>
          <p:cNvPr id="239" name="Google Shape;239;p190"/>
          <p:cNvSpPr/>
          <p:nvPr/>
        </p:nvSpPr>
        <p:spPr>
          <a:xfrm>
            <a:off x="4650889" y="6088284"/>
            <a:ext cx="3505200" cy="817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40" name="Google Shape;240;p190"/>
          <p:cNvSpPr txBox="1"/>
          <p:nvPr>
            <p:ph idx="11" type="ftr"/>
          </p:nvPr>
        </p:nvSpPr>
        <p:spPr>
          <a:xfrm>
            <a:off x="4641448" y="5724835"/>
            <a:ext cx="3493664" cy="365125"/>
          </a:xfrm>
          <a:prstGeom prst="rect">
            <a:avLst/>
          </a:prstGeom>
          <a:noFill/>
          <a:ln>
            <a:noFill/>
          </a:ln>
        </p:spPr>
        <p:txBody>
          <a:bodyPr anchorCtr="0" anchor="ctr" bIns="45700" lIns="91425" spcFirstLastPara="1" rIns="91425" wrap="square" tIns="45700">
            <a:norm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1" name="Google Shape;241;p190"/>
          <p:cNvSpPr txBox="1"/>
          <p:nvPr>
            <p:ph type="title"/>
          </p:nvPr>
        </p:nvSpPr>
        <p:spPr>
          <a:xfrm>
            <a:off x="4739833" y="2657434"/>
            <a:ext cx="3304572" cy="1463153"/>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800"/>
              <a:buFont typeface="Century Gothic"/>
              <a:buNone/>
              <a:defRPr b="0" sz="2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2" name="Google Shape;242;p190"/>
          <p:cNvSpPr txBox="1"/>
          <p:nvPr>
            <p:ph idx="2" type="body"/>
          </p:nvPr>
        </p:nvSpPr>
        <p:spPr>
          <a:xfrm>
            <a:off x="4736592" y="4136994"/>
            <a:ext cx="3298784" cy="1517904"/>
          </a:xfrm>
          <a:prstGeom prst="rect">
            <a:avLst/>
          </a:prstGeom>
          <a:noFill/>
          <a:ln>
            <a:noFill/>
          </a:ln>
        </p:spPr>
        <p:txBody>
          <a:bodyPr anchorCtr="0" anchor="t" bIns="45700" lIns="91425" spcFirstLastPara="1" rIns="91425" wrap="square" tIns="45700">
            <a:normAutofit/>
          </a:bodyPr>
          <a:lstStyle>
            <a:lvl1pPr indent="-228600" lvl="0" marL="457200" algn="l">
              <a:spcBef>
                <a:spcPts val="320"/>
              </a:spcBef>
              <a:spcAft>
                <a:spcPts val="0"/>
              </a:spcAft>
              <a:buSzPts val="1216"/>
              <a:buNone/>
              <a:defRPr sz="1600">
                <a:solidFill>
                  <a:srgbClr val="424242"/>
                </a:solidFill>
              </a:defRPr>
            </a:lvl1pPr>
            <a:lvl2pPr indent="-228600" lvl="1" marL="914400" algn="l">
              <a:spcBef>
                <a:spcPts val="240"/>
              </a:spcBef>
              <a:spcAft>
                <a:spcPts val="0"/>
              </a:spcAft>
              <a:buSzPts val="912"/>
              <a:buNone/>
              <a:defRPr sz="1200"/>
            </a:lvl2pPr>
            <a:lvl3pPr indent="-228600" lvl="2" marL="1371600" algn="l">
              <a:spcBef>
                <a:spcPts val="200"/>
              </a:spcBef>
              <a:spcAft>
                <a:spcPts val="0"/>
              </a:spcAft>
              <a:buSzPts val="760"/>
              <a:buNone/>
              <a:defRPr sz="1000"/>
            </a:lvl3pPr>
            <a:lvl4pPr indent="-228600" lvl="3" marL="1828800" algn="l">
              <a:spcBef>
                <a:spcPts val="180"/>
              </a:spcBef>
              <a:spcAft>
                <a:spcPts val="0"/>
              </a:spcAft>
              <a:buSzPts val="684"/>
              <a:buNone/>
              <a:defRPr sz="900"/>
            </a:lvl4pPr>
            <a:lvl5pPr indent="-228600" lvl="4" marL="2286000" algn="l">
              <a:spcBef>
                <a:spcPts val="180"/>
              </a:spcBef>
              <a:spcAft>
                <a:spcPts val="0"/>
              </a:spcAft>
              <a:buSzPts val="684"/>
              <a:buNone/>
              <a:defRPr sz="900"/>
            </a:lvl5pPr>
            <a:lvl6pPr indent="-228600" lvl="5" marL="2743200" algn="l">
              <a:spcBef>
                <a:spcPts val="180"/>
              </a:spcBef>
              <a:spcAft>
                <a:spcPts val="0"/>
              </a:spcAft>
              <a:buSzPts val="684"/>
              <a:buNone/>
              <a:defRPr sz="900"/>
            </a:lvl6pPr>
            <a:lvl7pPr indent="-228600" lvl="6" marL="3200400" algn="l">
              <a:spcBef>
                <a:spcPts val="180"/>
              </a:spcBef>
              <a:spcAft>
                <a:spcPts val="0"/>
              </a:spcAft>
              <a:buSzPts val="684"/>
              <a:buNone/>
              <a:defRPr sz="900"/>
            </a:lvl7pPr>
            <a:lvl8pPr indent="-228600" lvl="7" marL="3657600" algn="l">
              <a:spcBef>
                <a:spcPts val="180"/>
              </a:spcBef>
              <a:spcAft>
                <a:spcPts val="0"/>
              </a:spcAft>
              <a:buSzPts val="684"/>
              <a:buNone/>
              <a:defRPr sz="900"/>
            </a:lvl8pPr>
            <a:lvl9pPr indent="-228600" lvl="8" marL="4114800" algn="l">
              <a:spcBef>
                <a:spcPts val="180"/>
              </a:spcBef>
              <a:spcAft>
                <a:spcPts val="0"/>
              </a:spcAft>
              <a:buSzPts val="684"/>
              <a:buNone/>
              <a:defRPr sz="9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43" name="Shape 243"/>
        <p:cNvGrpSpPr/>
        <p:nvPr/>
      </p:nvGrpSpPr>
      <p:grpSpPr>
        <a:xfrm>
          <a:off x="0" y="0"/>
          <a:ext cx="0" cy="0"/>
          <a:chOff x="0" y="0"/>
          <a:chExt cx="0" cy="0"/>
        </a:xfrm>
      </p:grpSpPr>
      <p:sp>
        <p:nvSpPr>
          <p:cNvPr id="244" name="Google Shape;244;p191"/>
          <p:cNvSpPr txBox="1"/>
          <p:nvPr>
            <p:ph type="title"/>
          </p:nvPr>
        </p:nvSpPr>
        <p:spPr>
          <a:xfrm>
            <a:off x="1043490" y="1027664"/>
            <a:ext cx="7024744"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5" name="Google Shape;245;p191"/>
          <p:cNvSpPr txBox="1"/>
          <p:nvPr>
            <p:ph idx="1" type="body"/>
          </p:nvPr>
        </p:nvSpPr>
        <p:spPr>
          <a:xfrm rot="5400000">
            <a:off x="2677662" y="689482"/>
            <a:ext cx="3508977" cy="6777317"/>
          </a:xfrm>
          <a:prstGeom prst="rect">
            <a:avLst/>
          </a:prstGeom>
          <a:noFill/>
          <a:ln>
            <a:noFill/>
          </a:ln>
        </p:spPr>
        <p:txBody>
          <a:bodyPr anchorCtr="0" anchor="t" bIns="45700" lIns="91425" spcFirstLastPara="1" rIns="91425" wrap="square" tIns="45700">
            <a:normAutofit/>
          </a:bodyPr>
          <a:lstStyle>
            <a:lvl1pPr indent="-315468" lvl="0" marL="457200" algn="l">
              <a:spcBef>
                <a:spcPts val="360"/>
              </a:spcBef>
              <a:spcAft>
                <a:spcPts val="0"/>
              </a:spcAft>
              <a:buSzPts val="1368"/>
              <a:buChar char="🞇"/>
              <a:defRPr/>
            </a:lvl1pPr>
            <a:lvl2pPr indent="-315468" lvl="1" marL="914400" algn="l">
              <a:spcBef>
                <a:spcPts val="360"/>
              </a:spcBef>
              <a:spcAft>
                <a:spcPts val="0"/>
              </a:spcAft>
              <a:buSzPts val="1368"/>
              <a:buChar char="🞇"/>
              <a:defRPr/>
            </a:lvl2pPr>
            <a:lvl3pPr indent="-315467" lvl="2" marL="1371600" algn="l">
              <a:spcBef>
                <a:spcPts val="360"/>
              </a:spcBef>
              <a:spcAft>
                <a:spcPts val="0"/>
              </a:spcAft>
              <a:buSzPts val="1368"/>
              <a:buChar char="🞇"/>
              <a:defRPr/>
            </a:lvl3pPr>
            <a:lvl4pPr indent="-315467" lvl="3" marL="1828800" algn="l">
              <a:spcBef>
                <a:spcPts val="360"/>
              </a:spcBef>
              <a:spcAft>
                <a:spcPts val="0"/>
              </a:spcAft>
              <a:buSzPts val="1368"/>
              <a:buChar char="🞇"/>
              <a:defRPr/>
            </a:lvl4pPr>
            <a:lvl5pPr indent="-315467" lvl="4" marL="2286000" algn="l">
              <a:spcBef>
                <a:spcPts val="360"/>
              </a:spcBef>
              <a:spcAft>
                <a:spcPts val="0"/>
              </a:spcAft>
              <a:buSzPts val="1368"/>
              <a:buChar char="🞇"/>
              <a:defRPr/>
            </a:lvl5pPr>
            <a:lvl6pPr indent="-315467" lvl="5" marL="2743200" algn="l">
              <a:spcBef>
                <a:spcPts val="360"/>
              </a:spcBef>
              <a:spcAft>
                <a:spcPts val="0"/>
              </a:spcAft>
              <a:buSzPts val="1368"/>
              <a:buChar char="🞇"/>
              <a:defRPr/>
            </a:lvl6pPr>
            <a:lvl7pPr indent="-315467" lvl="6" marL="3200400" algn="l">
              <a:spcBef>
                <a:spcPts val="360"/>
              </a:spcBef>
              <a:spcAft>
                <a:spcPts val="0"/>
              </a:spcAft>
              <a:buSzPts val="1368"/>
              <a:buChar char="🞇"/>
              <a:defRPr/>
            </a:lvl7pPr>
            <a:lvl8pPr indent="-315467" lvl="7" marL="3657600" algn="l">
              <a:spcBef>
                <a:spcPts val="360"/>
              </a:spcBef>
              <a:spcAft>
                <a:spcPts val="0"/>
              </a:spcAft>
              <a:buSzPts val="1368"/>
              <a:buChar char="🞇"/>
              <a:defRPr/>
            </a:lvl8pPr>
            <a:lvl9pPr indent="-315467" lvl="8" marL="4114800" algn="l">
              <a:spcBef>
                <a:spcPts val="360"/>
              </a:spcBef>
              <a:spcAft>
                <a:spcPts val="0"/>
              </a:spcAft>
              <a:buSzPts val="1368"/>
              <a:buChar char="🞇"/>
              <a:defRPr/>
            </a:lvl9pPr>
          </a:lstStyle>
          <a:p/>
        </p:txBody>
      </p:sp>
      <p:sp>
        <p:nvSpPr>
          <p:cNvPr id="246" name="Google Shape;246;p191"/>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7" name="Google Shape;247;p191"/>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8" name="Google Shape;248;p191"/>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49" name="Shape 249"/>
        <p:cNvGrpSpPr/>
        <p:nvPr/>
      </p:nvGrpSpPr>
      <p:grpSpPr>
        <a:xfrm>
          <a:off x="0" y="0"/>
          <a:ext cx="0" cy="0"/>
          <a:chOff x="0" y="0"/>
          <a:chExt cx="0" cy="0"/>
        </a:xfrm>
      </p:grpSpPr>
      <p:sp>
        <p:nvSpPr>
          <p:cNvPr id="250" name="Google Shape;250;p192"/>
          <p:cNvSpPr txBox="1"/>
          <p:nvPr>
            <p:ph type="title"/>
          </p:nvPr>
        </p:nvSpPr>
        <p:spPr>
          <a:xfrm rot="5400000">
            <a:off x="4981455" y="2678093"/>
            <a:ext cx="4780344" cy="148445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1" name="Google Shape;251;p192"/>
          <p:cNvSpPr txBox="1"/>
          <p:nvPr>
            <p:ph idx="1" type="body"/>
          </p:nvPr>
        </p:nvSpPr>
        <p:spPr>
          <a:xfrm rot="5400000">
            <a:off x="1374976" y="708467"/>
            <a:ext cx="4780344" cy="5423704"/>
          </a:xfrm>
          <a:prstGeom prst="rect">
            <a:avLst/>
          </a:prstGeom>
          <a:noFill/>
          <a:ln>
            <a:noFill/>
          </a:ln>
        </p:spPr>
        <p:txBody>
          <a:bodyPr anchorCtr="0" anchor="t" bIns="45700" lIns="91425" spcFirstLastPara="1" rIns="91425" wrap="square" tIns="45700">
            <a:normAutofit/>
          </a:bodyPr>
          <a:lstStyle>
            <a:lvl1pPr indent="-315468" lvl="0" marL="457200" algn="l">
              <a:spcBef>
                <a:spcPts val="360"/>
              </a:spcBef>
              <a:spcAft>
                <a:spcPts val="0"/>
              </a:spcAft>
              <a:buSzPts val="1368"/>
              <a:buChar char="🞇"/>
              <a:defRPr/>
            </a:lvl1pPr>
            <a:lvl2pPr indent="-315468" lvl="1" marL="914400" algn="l">
              <a:spcBef>
                <a:spcPts val="360"/>
              </a:spcBef>
              <a:spcAft>
                <a:spcPts val="0"/>
              </a:spcAft>
              <a:buSzPts val="1368"/>
              <a:buChar char="🞇"/>
              <a:defRPr/>
            </a:lvl2pPr>
            <a:lvl3pPr indent="-315467" lvl="2" marL="1371600" algn="l">
              <a:spcBef>
                <a:spcPts val="360"/>
              </a:spcBef>
              <a:spcAft>
                <a:spcPts val="0"/>
              </a:spcAft>
              <a:buSzPts val="1368"/>
              <a:buChar char="🞇"/>
              <a:defRPr/>
            </a:lvl3pPr>
            <a:lvl4pPr indent="-315467" lvl="3" marL="1828800" algn="l">
              <a:spcBef>
                <a:spcPts val="360"/>
              </a:spcBef>
              <a:spcAft>
                <a:spcPts val="0"/>
              </a:spcAft>
              <a:buSzPts val="1368"/>
              <a:buChar char="🞇"/>
              <a:defRPr/>
            </a:lvl4pPr>
            <a:lvl5pPr indent="-315467" lvl="4" marL="2286000" algn="l">
              <a:spcBef>
                <a:spcPts val="360"/>
              </a:spcBef>
              <a:spcAft>
                <a:spcPts val="0"/>
              </a:spcAft>
              <a:buSzPts val="1368"/>
              <a:buChar char="🞇"/>
              <a:defRPr/>
            </a:lvl5pPr>
            <a:lvl6pPr indent="-315467" lvl="5" marL="2743200" algn="l">
              <a:spcBef>
                <a:spcPts val="360"/>
              </a:spcBef>
              <a:spcAft>
                <a:spcPts val="0"/>
              </a:spcAft>
              <a:buSzPts val="1368"/>
              <a:buChar char="🞇"/>
              <a:defRPr/>
            </a:lvl6pPr>
            <a:lvl7pPr indent="-315467" lvl="6" marL="3200400" algn="l">
              <a:spcBef>
                <a:spcPts val="360"/>
              </a:spcBef>
              <a:spcAft>
                <a:spcPts val="0"/>
              </a:spcAft>
              <a:buSzPts val="1368"/>
              <a:buChar char="🞇"/>
              <a:defRPr/>
            </a:lvl7pPr>
            <a:lvl8pPr indent="-315467" lvl="7" marL="3657600" algn="l">
              <a:spcBef>
                <a:spcPts val="360"/>
              </a:spcBef>
              <a:spcAft>
                <a:spcPts val="0"/>
              </a:spcAft>
              <a:buSzPts val="1368"/>
              <a:buChar char="🞇"/>
              <a:defRPr/>
            </a:lvl8pPr>
            <a:lvl9pPr indent="-315467" lvl="8" marL="4114800" algn="l">
              <a:spcBef>
                <a:spcPts val="360"/>
              </a:spcBef>
              <a:spcAft>
                <a:spcPts val="0"/>
              </a:spcAft>
              <a:buSzPts val="1368"/>
              <a:buChar char="🞇"/>
              <a:defRPr/>
            </a:lvl9pPr>
          </a:lstStyle>
          <a:p/>
        </p:txBody>
      </p:sp>
      <p:sp>
        <p:nvSpPr>
          <p:cNvPr id="252" name="Google Shape;252;p192"/>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3" name="Google Shape;253;p192"/>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4" name="Google Shape;254;p192"/>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C1F15E"/>
            </a:gs>
            <a:gs pos="62000">
              <a:srgbClr val="90BA3F"/>
            </a:gs>
            <a:gs pos="100000">
              <a:srgbClr val="7FA03E"/>
            </a:gs>
          </a:gsLst>
          <a:lin ang="5400000" scaled="0"/>
        </a:gradFill>
      </p:bgPr>
    </p:bg>
    <p:spTree>
      <p:nvGrpSpPr>
        <p:cNvPr id="9" name="Shape 9"/>
        <p:cNvGrpSpPr/>
        <p:nvPr/>
      </p:nvGrpSpPr>
      <p:grpSpPr>
        <a:xfrm>
          <a:off x="0" y="0"/>
          <a:ext cx="0" cy="0"/>
          <a:chOff x="0" y="0"/>
          <a:chExt cx="0" cy="0"/>
        </a:xfrm>
      </p:grpSpPr>
      <p:grpSp>
        <p:nvGrpSpPr>
          <p:cNvPr id="10" name="Google Shape;10;p181"/>
          <p:cNvGrpSpPr/>
          <p:nvPr/>
        </p:nvGrpSpPr>
        <p:grpSpPr>
          <a:xfrm>
            <a:off x="-567355" y="0"/>
            <a:ext cx="10458653" cy="7117071"/>
            <a:chOff x="-644959" y="0"/>
            <a:chExt cx="10458653" cy="7117071"/>
          </a:xfrm>
        </p:grpSpPr>
        <p:grpSp>
          <p:nvGrpSpPr>
            <p:cNvPr id="11" name="Google Shape;11;p181"/>
            <p:cNvGrpSpPr/>
            <p:nvPr/>
          </p:nvGrpSpPr>
          <p:grpSpPr>
            <a:xfrm>
              <a:off x="0" y="0"/>
              <a:ext cx="9144000" cy="6858000"/>
              <a:chOff x="0" y="0"/>
              <a:chExt cx="9144000" cy="6858000"/>
            </a:xfrm>
          </p:grpSpPr>
          <p:grpSp>
            <p:nvGrpSpPr>
              <p:cNvPr id="12" name="Google Shape;12;p181"/>
              <p:cNvGrpSpPr/>
              <p:nvPr/>
            </p:nvGrpSpPr>
            <p:grpSpPr>
              <a:xfrm>
                <a:off x="0" y="0"/>
                <a:ext cx="2514600" cy="6858000"/>
                <a:chOff x="0" y="0"/>
                <a:chExt cx="2514600" cy="6858000"/>
              </a:xfrm>
            </p:grpSpPr>
            <p:sp>
              <p:nvSpPr>
                <p:cNvPr id="13" name="Google Shape;13;p181"/>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4" name="Google Shape;14;p181"/>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5" name="Google Shape;15;p181"/>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grpSp>
            <p:nvGrpSpPr>
              <p:cNvPr id="16" name="Google Shape;16;p181"/>
              <p:cNvGrpSpPr/>
              <p:nvPr/>
            </p:nvGrpSpPr>
            <p:grpSpPr>
              <a:xfrm>
                <a:off x="422910" y="0"/>
                <a:ext cx="2514600" cy="6858000"/>
                <a:chOff x="0" y="0"/>
                <a:chExt cx="2514600" cy="6858000"/>
              </a:xfrm>
            </p:grpSpPr>
            <p:sp>
              <p:nvSpPr>
                <p:cNvPr id="17" name="Google Shape;17;p181"/>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8" name="Google Shape;18;p181"/>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9" name="Google Shape;19;p181"/>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grpSp>
            <p:nvGrpSpPr>
              <p:cNvPr id="20" name="Google Shape;20;p181"/>
              <p:cNvGrpSpPr/>
              <p:nvPr/>
            </p:nvGrpSpPr>
            <p:grpSpPr>
              <a:xfrm rot="10800000">
                <a:off x="6629400" y="0"/>
                <a:ext cx="2514600" cy="6858000"/>
                <a:chOff x="0" y="0"/>
                <a:chExt cx="2514600" cy="6858000"/>
              </a:xfrm>
            </p:grpSpPr>
            <p:sp>
              <p:nvSpPr>
                <p:cNvPr id="21" name="Google Shape;21;p181"/>
                <p:cNvSpPr/>
                <p:nvPr/>
              </p:nvSpPr>
              <p:spPr>
                <a:xfrm>
                  <a:off x="914400" y="0"/>
                  <a:ext cx="1600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22" name="Google Shape;22;p181"/>
                <p:cNvSpPr/>
                <p:nvPr/>
              </p:nvSpPr>
              <p:spPr>
                <a:xfrm>
                  <a:off x="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23" name="Google Shape;23;p181"/>
                <p:cNvSpPr/>
                <p:nvPr/>
              </p:nvSpPr>
              <p:spPr>
                <a:xfrm>
                  <a:off x="2286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sp>
            <p:nvSpPr>
              <p:cNvPr id="24" name="Google Shape;24;p181"/>
              <p:cNvSpPr/>
              <p:nvPr/>
            </p:nvSpPr>
            <p:spPr>
              <a:xfrm>
                <a:off x="3810000" y="0"/>
                <a:ext cx="28194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25" name="Google Shape;25;p181"/>
              <p:cNvSpPr/>
              <p:nvPr/>
            </p:nvSpPr>
            <p:spPr>
              <a:xfrm>
                <a:off x="2895600" y="0"/>
                <a:ext cx="4572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26" name="Google Shape;26;p181"/>
              <p:cNvSpPr/>
              <p:nvPr/>
            </p:nvSpPr>
            <p:spPr>
              <a:xfrm>
                <a:off x="3124200" y="0"/>
                <a:ext cx="762000" cy="6858000"/>
              </a:xfrm>
              <a:prstGeom prst="rect">
                <a:avLst/>
              </a:prstGeom>
              <a:solidFill>
                <a:schemeClr val="lt1">
                  <a:alpha val="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sp>
          <p:nvSpPr>
            <p:cNvPr id="27" name="Google Shape;27;p181"/>
            <p:cNvSpPr/>
            <p:nvPr/>
          </p:nvSpPr>
          <p:spPr>
            <a:xfrm>
              <a:off x="-11875" y="5035138"/>
              <a:ext cx="9144000" cy="1175655"/>
            </a:xfrm>
            <a:custGeom>
              <a:rect b="b" l="l" r="r" t="t"/>
              <a:pathLst>
                <a:path extrusionOk="0" h="1175655" w="9144000">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28" name="Google Shape;28;p181"/>
            <p:cNvSpPr/>
            <p:nvPr/>
          </p:nvSpPr>
          <p:spPr>
            <a:xfrm>
              <a:off x="-11875" y="3467595"/>
              <a:ext cx="9144000" cy="890650"/>
            </a:xfrm>
            <a:custGeom>
              <a:rect b="b" l="l" r="r" t="t"/>
              <a:pathLst>
                <a:path extrusionOk="0" h="890650" w="914400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29" name="Google Shape;29;p181"/>
            <p:cNvSpPr/>
            <p:nvPr/>
          </p:nvSpPr>
          <p:spPr>
            <a:xfrm>
              <a:off x="-23751" y="5640779"/>
              <a:ext cx="3004457" cy="1211283"/>
            </a:xfrm>
            <a:custGeom>
              <a:rect b="b" l="l" r="r" t="t"/>
              <a:pathLst>
                <a:path extrusionOk="0" h="1211283" w="3004457">
                  <a:moveTo>
                    <a:pt x="0" y="0"/>
                  </a:moveTo>
                  <a:cubicBezTo>
                    <a:pt x="1103415" y="501732"/>
                    <a:pt x="2206831" y="1003465"/>
                    <a:pt x="3004457" y="1211283"/>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30" name="Google Shape;30;p181"/>
            <p:cNvSpPr/>
            <p:nvPr/>
          </p:nvSpPr>
          <p:spPr>
            <a:xfrm>
              <a:off x="-11875" y="5284519"/>
              <a:ext cx="9144000" cy="1478478"/>
            </a:xfrm>
            <a:custGeom>
              <a:rect b="b" l="l" r="r" t="t"/>
              <a:pathLst>
                <a:path extrusionOk="0" h="1478478" w="9144000">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31" name="Google Shape;31;p181"/>
            <p:cNvSpPr/>
            <p:nvPr/>
          </p:nvSpPr>
          <p:spPr>
            <a:xfrm>
              <a:off x="2137558" y="5132120"/>
              <a:ext cx="6982691" cy="1719942"/>
            </a:xfrm>
            <a:custGeom>
              <a:rect b="b" l="l" r="r" t="t"/>
              <a:pathLst>
                <a:path extrusionOk="0" h="1719942" w="6982691">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entury Gothic"/>
                <a:ea typeface="Century Gothic"/>
                <a:cs typeface="Century Gothic"/>
                <a:sym typeface="Century Gothic"/>
              </a:endParaRPr>
            </a:p>
          </p:txBody>
        </p:sp>
        <p:sp>
          <p:nvSpPr>
            <p:cNvPr id="32" name="Google Shape;32;p181"/>
            <p:cNvSpPr/>
            <p:nvPr/>
          </p:nvSpPr>
          <p:spPr>
            <a:xfrm rot="1800000">
              <a:off x="2996165" y="2859252"/>
              <a:ext cx="1601400" cy="1388236"/>
            </a:xfrm>
            <a:prstGeom prst="hexagon">
              <a:avLst>
                <a:gd fmla="val 28544" name="adj"/>
                <a:gd fmla="val 115470" name="vf"/>
              </a:avLst>
            </a:pr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33" name="Google Shape;33;p181"/>
            <p:cNvSpPr/>
            <p:nvPr/>
          </p:nvSpPr>
          <p:spPr>
            <a:xfrm rot="1800000">
              <a:off x="3720065" y="4126078"/>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34" name="Google Shape;34;p181"/>
            <p:cNvSpPr/>
            <p:nvPr/>
          </p:nvSpPr>
          <p:spPr>
            <a:xfrm rot="1800000">
              <a:off x="3729591" y="1592427"/>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35" name="Google Shape;35;p181"/>
            <p:cNvSpPr/>
            <p:nvPr/>
          </p:nvSpPr>
          <p:spPr>
            <a:xfrm rot="1800000">
              <a:off x="2977115" y="325603"/>
              <a:ext cx="1601400" cy="1388236"/>
            </a:xfrm>
            <a:prstGeom prst="hexagon">
              <a:avLst>
                <a:gd fmla="val 28544" name="adj"/>
                <a:gd fmla="val 115470" name="vf"/>
              </a:avLst>
            </a:prstGeom>
            <a:solidFill>
              <a:schemeClr val="lt1">
                <a:alpha val="3921"/>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36" name="Google Shape;36;p181"/>
            <p:cNvSpPr/>
            <p:nvPr/>
          </p:nvSpPr>
          <p:spPr>
            <a:xfrm rot="1800000">
              <a:off x="4463014" y="5383378"/>
              <a:ext cx="1601400" cy="1388236"/>
            </a:xfrm>
            <a:prstGeom prst="hexagon">
              <a:avLst>
                <a:gd fmla="val 28544" name="adj"/>
                <a:gd fmla="val 115470" name="vf"/>
              </a:avLst>
            </a:prstGeom>
            <a:solidFill>
              <a:schemeClr val="lt1">
                <a:alpha val="5882"/>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37" name="Google Shape;37;p181"/>
            <p:cNvSpPr/>
            <p:nvPr/>
          </p:nvSpPr>
          <p:spPr>
            <a:xfrm rot="1800000">
              <a:off x="-382404" y="4201528"/>
              <a:ext cx="1261499" cy="1388236"/>
            </a:xfrm>
            <a:custGeom>
              <a:rect b="b" l="l" r="r" t="t"/>
              <a:pathLst>
                <a:path extrusionOk="0" h="1388236" w="1261499">
                  <a:moveTo>
                    <a:pt x="0" y="105098"/>
                  </a:moveTo>
                  <a:lnTo>
                    <a:pt x="56357" y="0"/>
                  </a:lnTo>
                  <a:lnTo>
                    <a:pt x="865241" y="0"/>
                  </a:lnTo>
                  <a:lnTo>
                    <a:pt x="1261499" y="694118"/>
                  </a:lnTo>
                  <a:lnTo>
                    <a:pt x="865241" y="1388236"/>
                  </a:lnTo>
                  <a:lnTo>
                    <a:pt x="744578" y="1387893"/>
                  </a:lnTo>
                  <a:lnTo>
                    <a:pt x="0" y="105098"/>
                  </a:lnTo>
                  <a:close/>
                </a:path>
              </a:pathLst>
            </a:cu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38" name="Google Shape;38;p181"/>
            <p:cNvSpPr/>
            <p:nvPr/>
          </p:nvSpPr>
          <p:spPr>
            <a:xfrm rot="1800000">
              <a:off x="24365" y="5402429"/>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39" name="Google Shape;39;p181"/>
            <p:cNvSpPr/>
            <p:nvPr/>
          </p:nvSpPr>
          <p:spPr>
            <a:xfrm rot="1800000">
              <a:off x="52941" y="2849728"/>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40" name="Google Shape;40;p181"/>
            <p:cNvSpPr/>
            <p:nvPr/>
          </p:nvSpPr>
          <p:spPr>
            <a:xfrm rot="1800000">
              <a:off x="776840" y="4126077"/>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41" name="Google Shape;41;p181"/>
            <p:cNvSpPr/>
            <p:nvPr/>
          </p:nvSpPr>
          <p:spPr>
            <a:xfrm rot="1800000">
              <a:off x="1510265" y="5411953"/>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42" name="Google Shape;42;p181"/>
            <p:cNvSpPr/>
            <p:nvPr/>
          </p:nvSpPr>
          <p:spPr>
            <a:xfrm rot="1800000">
              <a:off x="1529316" y="2859252"/>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43" name="Google Shape;43;p181"/>
            <p:cNvSpPr/>
            <p:nvPr/>
          </p:nvSpPr>
          <p:spPr>
            <a:xfrm rot="1800000">
              <a:off x="795890" y="1563853"/>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44" name="Google Shape;44;p181"/>
            <p:cNvSpPr/>
            <p:nvPr/>
          </p:nvSpPr>
          <p:spPr>
            <a:xfrm rot="1800000">
              <a:off x="6806166" y="4145128"/>
              <a:ext cx="1601400" cy="1388236"/>
            </a:xfrm>
            <a:prstGeom prst="hexagon">
              <a:avLst>
                <a:gd fmla="val 28544" name="adj"/>
                <a:gd fmla="val 115470" name="vf"/>
              </a:avLst>
            </a:prstGeom>
            <a:solidFill>
              <a:schemeClr val="lt1">
                <a:alpha val="9803"/>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45" name="Google Shape;45;p181"/>
            <p:cNvSpPr/>
            <p:nvPr/>
          </p:nvSpPr>
          <p:spPr>
            <a:xfrm rot="1800000">
              <a:off x="7549116" y="5421479"/>
              <a:ext cx="1601400" cy="1388236"/>
            </a:xfrm>
            <a:prstGeom prst="hexagon">
              <a:avLst>
                <a:gd fmla="val 28544" name="adj"/>
                <a:gd fmla="val 115470" name="vf"/>
              </a:avLst>
            </a:pr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46" name="Google Shape;46;p181"/>
            <p:cNvSpPr/>
            <p:nvPr/>
          </p:nvSpPr>
          <p:spPr>
            <a:xfrm rot="1800000">
              <a:off x="7549117" y="2868778"/>
              <a:ext cx="1601400" cy="1388236"/>
            </a:xfrm>
            <a:prstGeom prst="hexagon">
              <a:avLst>
                <a:gd fmla="val 28544" name="adj"/>
                <a:gd fmla="val 115470" name="vf"/>
              </a:avLst>
            </a:prstGeom>
            <a:solidFill>
              <a:schemeClr val="lt1">
                <a:alpha val="6666"/>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47" name="Google Shape;47;p181"/>
            <p:cNvSpPr/>
            <p:nvPr/>
          </p:nvSpPr>
          <p:spPr>
            <a:xfrm rot="1800000">
              <a:off x="8306521" y="4055629"/>
              <a:ext cx="1243407" cy="1388236"/>
            </a:xfrm>
            <a:custGeom>
              <a:rect b="b" l="l" r="r" t="t"/>
              <a:pathLst>
                <a:path extrusionOk="0" h="1388236" w="1243407">
                  <a:moveTo>
                    <a:pt x="0" y="694118"/>
                  </a:moveTo>
                  <a:lnTo>
                    <a:pt x="396258" y="0"/>
                  </a:lnTo>
                  <a:lnTo>
                    <a:pt x="474029" y="4016"/>
                  </a:lnTo>
                  <a:lnTo>
                    <a:pt x="1243407" y="1325983"/>
                  </a:lnTo>
                  <a:lnTo>
                    <a:pt x="1205142" y="1388236"/>
                  </a:lnTo>
                  <a:lnTo>
                    <a:pt x="396258" y="1388236"/>
                  </a:lnTo>
                  <a:lnTo>
                    <a:pt x="0" y="694118"/>
                  </a:lnTo>
                  <a:close/>
                </a:path>
              </a:pathLst>
            </a:custGeom>
            <a:solidFill>
              <a:schemeClr val="lt1">
                <a:alpha val="3921"/>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48" name="Google Shape;48;p181"/>
            <p:cNvSpPr/>
            <p:nvPr/>
          </p:nvSpPr>
          <p:spPr>
            <a:xfrm rot="1800000">
              <a:off x="8306771" y="1511524"/>
              <a:ext cx="1241871" cy="1388822"/>
            </a:xfrm>
            <a:custGeom>
              <a:rect b="b" l="l" r="r" t="t"/>
              <a:pathLst>
                <a:path extrusionOk="0" h="1388822" w="1241871">
                  <a:moveTo>
                    <a:pt x="0" y="694704"/>
                  </a:moveTo>
                  <a:lnTo>
                    <a:pt x="396258" y="586"/>
                  </a:lnTo>
                  <a:lnTo>
                    <a:pt x="482002" y="0"/>
                  </a:lnTo>
                  <a:lnTo>
                    <a:pt x="1241871" y="1323912"/>
                  </a:lnTo>
                  <a:lnTo>
                    <a:pt x="1205142" y="1388822"/>
                  </a:lnTo>
                  <a:lnTo>
                    <a:pt x="396258" y="1388822"/>
                  </a:lnTo>
                  <a:lnTo>
                    <a:pt x="0" y="694704"/>
                  </a:lnTo>
                  <a:close/>
                </a:path>
              </a:pathLst>
            </a:custGeom>
            <a:solidFill>
              <a:schemeClr val="lt1">
                <a:alpha val="0"/>
              </a:schemeClr>
            </a:solidFill>
            <a:ln cap="flat" cmpd="sng" w="12700">
              <a:solidFill>
                <a:schemeClr val="lt1">
                  <a:alpha val="11764"/>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grpSp>
      <p:sp>
        <p:nvSpPr>
          <p:cNvPr id="49" name="Google Shape;49;p181"/>
          <p:cNvSpPr/>
          <p:nvPr/>
        </p:nvSpPr>
        <p:spPr>
          <a:xfrm>
            <a:off x="457200" y="333487"/>
            <a:ext cx="8229600" cy="6185647"/>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50" name="Google Shape;50;p181"/>
          <p:cNvSpPr/>
          <p:nvPr/>
        </p:nvSpPr>
        <p:spPr>
          <a:xfrm>
            <a:off x="4561242" y="-21511"/>
            <a:ext cx="3679116" cy="699244"/>
          </a:xfrm>
          <a:prstGeom prst="rect">
            <a:avLst/>
          </a:prstGeom>
          <a:solidFill>
            <a:srgbClr val="F5F5F5"/>
          </a:solidFill>
          <a:ln cap="flat" cmpd="sng" w="15875">
            <a:solidFill>
              <a:srgbClr val="74A50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51" name="Google Shape;51;p181"/>
          <p:cNvSpPr/>
          <p:nvPr/>
        </p:nvSpPr>
        <p:spPr>
          <a:xfrm>
            <a:off x="4649096" y="-21510"/>
            <a:ext cx="3505200" cy="62393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52" name="Google Shape;52;p181"/>
          <p:cNvSpPr txBox="1"/>
          <p:nvPr>
            <p:ph type="title"/>
          </p:nvPr>
        </p:nvSpPr>
        <p:spPr>
          <a:xfrm>
            <a:off x="1043490" y="1027664"/>
            <a:ext cx="7024744" cy="1143000"/>
          </a:xfrm>
          <a:prstGeom prst="rect">
            <a:avLst/>
          </a:prstGeom>
          <a:noFill/>
          <a:ln>
            <a:noFill/>
          </a:ln>
        </p:spPr>
        <p:txBody>
          <a:bodyPr anchorCtr="0" anchor="b" bIns="45700" lIns="91425" spcFirstLastPara="1" rIns="91425" wrap="square" tIns="45700">
            <a:normAutofit/>
          </a:bodyPr>
          <a:lstStyle>
            <a:lvl1pPr lvl="0" marR="0" rtl="0" algn="l">
              <a:spcBef>
                <a:spcPts val="0"/>
              </a:spcBef>
              <a:spcAft>
                <a:spcPts val="0"/>
              </a:spcAft>
              <a:buClr>
                <a:schemeClr val="accent1"/>
              </a:buClr>
              <a:buSzPts val="4000"/>
              <a:buFont typeface="Century Gothic"/>
              <a:buNone/>
              <a:defRPr b="0" i="0" sz="4000" u="none" cap="none" strike="noStrike">
                <a:solidFill>
                  <a:schemeClr val="accen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53" name="Google Shape;53;p181"/>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Century Gothic"/>
                <a:ea typeface="Century Gothic"/>
                <a:cs typeface="Century Gothic"/>
                <a:sym typeface="Century Gothic"/>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Century Gothic"/>
                <a:ea typeface="Century Gothic"/>
                <a:cs typeface="Century Gothic"/>
                <a:sym typeface="Century Gothic"/>
              </a:defRPr>
            </a:lvl2pPr>
            <a:lvl3pPr indent="-325119"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Century Gothic"/>
                <a:ea typeface="Century Gothic"/>
                <a:cs typeface="Century Gothic"/>
                <a:sym typeface="Century Gothic"/>
              </a:defRPr>
            </a:lvl3pPr>
            <a:lvl4pPr indent="-315467"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Century Gothic"/>
                <a:ea typeface="Century Gothic"/>
                <a:cs typeface="Century Gothic"/>
                <a:sym typeface="Century Gothic"/>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Century Gothic"/>
                <a:ea typeface="Century Gothic"/>
                <a:cs typeface="Century Gothic"/>
                <a:sym typeface="Century Gothic"/>
              </a:defRPr>
            </a:lvl5pPr>
            <a:lvl6pPr indent="-296164" lvl="5" marL="27432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Century Gothic"/>
                <a:ea typeface="Century Gothic"/>
                <a:cs typeface="Century Gothic"/>
                <a:sym typeface="Century Gothic"/>
              </a:defRPr>
            </a:lvl6pPr>
            <a:lvl7pPr indent="-296164" lvl="6" marL="32004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Century Gothic"/>
                <a:ea typeface="Century Gothic"/>
                <a:cs typeface="Century Gothic"/>
                <a:sym typeface="Century Gothic"/>
              </a:defRPr>
            </a:lvl7pPr>
            <a:lvl8pPr indent="-296164" lvl="7" marL="36576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Century Gothic"/>
                <a:ea typeface="Century Gothic"/>
                <a:cs typeface="Century Gothic"/>
                <a:sym typeface="Century Gothic"/>
              </a:defRPr>
            </a:lvl8pPr>
            <a:lvl9pPr indent="-296164" lvl="8" marL="41148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Century Gothic"/>
                <a:ea typeface="Century Gothic"/>
                <a:cs typeface="Century Gothic"/>
                <a:sym typeface="Century Gothic"/>
              </a:defRPr>
            </a:lvl9pPr>
          </a:lstStyle>
          <a:p/>
        </p:txBody>
      </p:sp>
      <p:sp>
        <p:nvSpPr>
          <p:cNvPr id="54" name="Google Shape;54;p181"/>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200" u="none" cap="none" strike="noStrike">
                <a:solidFill>
                  <a:srgbClr val="FEFEFE"/>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55" name="Google Shape;55;p181"/>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accen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56" name="Google Shape;56;p181"/>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1200" u="none" cap="none" strike="noStrike">
                <a:solidFill>
                  <a:srgbClr val="FEFEFE"/>
                </a:solidFill>
                <a:latin typeface="Century Gothic"/>
                <a:ea typeface="Century Gothic"/>
                <a:cs typeface="Century Gothic"/>
                <a:sym typeface="Century Gothic"/>
              </a:defRPr>
            </a:lvl1pPr>
            <a:lvl2pPr indent="0" lvl="1" marL="0" marR="0" rtl="0" algn="l">
              <a:spcBef>
                <a:spcPts val="0"/>
              </a:spcBef>
              <a:buNone/>
              <a:defRPr b="0" i="0" sz="1200" u="none" cap="none" strike="noStrike">
                <a:solidFill>
                  <a:srgbClr val="FEFEFE"/>
                </a:solidFill>
                <a:latin typeface="Century Gothic"/>
                <a:ea typeface="Century Gothic"/>
                <a:cs typeface="Century Gothic"/>
                <a:sym typeface="Century Gothic"/>
              </a:defRPr>
            </a:lvl2pPr>
            <a:lvl3pPr indent="0" lvl="2" marL="0" marR="0" rtl="0" algn="l">
              <a:spcBef>
                <a:spcPts val="0"/>
              </a:spcBef>
              <a:buNone/>
              <a:defRPr b="0" i="0" sz="1200" u="none" cap="none" strike="noStrike">
                <a:solidFill>
                  <a:srgbClr val="FEFEFE"/>
                </a:solidFill>
                <a:latin typeface="Century Gothic"/>
                <a:ea typeface="Century Gothic"/>
                <a:cs typeface="Century Gothic"/>
                <a:sym typeface="Century Gothic"/>
              </a:defRPr>
            </a:lvl3pPr>
            <a:lvl4pPr indent="0" lvl="3" marL="0" marR="0" rtl="0" algn="l">
              <a:spcBef>
                <a:spcPts val="0"/>
              </a:spcBef>
              <a:buNone/>
              <a:defRPr b="0" i="0" sz="1200" u="none" cap="none" strike="noStrike">
                <a:solidFill>
                  <a:srgbClr val="FEFEFE"/>
                </a:solidFill>
                <a:latin typeface="Century Gothic"/>
                <a:ea typeface="Century Gothic"/>
                <a:cs typeface="Century Gothic"/>
                <a:sym typeface="Century Gothic"/>
              </a:defRPr>
            </a:lvl4pPr>
            <a:lvl5pPr indent="0" lvl="4" marL="0" marR="0" rtl="0" algn="l">
              <a:spcBef>
                <a:spcPts val="0"/>
              </a:spcBef>
              <a:buNone/>
              <a:defRPr b="0" i="0" sz="1200" u="none" cap="none" strike="noStrike">
                <a:solidFill>
                  <a:srgbClr val="FEFEFE"/>
                </a:solidFill>
                <a:latin typeface="Century Gothic"/>
                <a:ea typeface="Century Gothic"/>
                <a:cs typeface="Century Gothic"/>
                <a:sym typeface="Century Gothic"/>
              </a:defRPr>
            </a:lvl5pPr>
            <a:lvl6pPr indent="0" lvl="5" marL="0" marR="0" rtl="0" algn="l">
              <a:spcBef>
                <a:spcPts val="0"/>
              </a:spcBef>
              <a:buNone/>
              <a:defRPr b="0" i="0" sz="1200" u="none" cap="none" strike="noStrike">
                <a:solidFill>
                  <a:srgbClr val="FEFEFE"/>
                </a:solidFill>
                <a:latin typeface="Century Gothic"/>
                <a:ea typeface="Century Gothic"/>
                <a:cs typeface="Century Gothic"/>
                <a:sym typeface="Century Gothic"/>
              </a:defRPr>
            </a:lvl6pPr>
            <a:lvl7pPr indent="0" lvl="6" marL="0" marR="0" rtl="0" algn="l">
              <a:spcBef>
                <a:spcPts val="0"/>
              </a:spcBef>
              <a:buNone/>
              <a:defRPr b="0" i="0" sz="1200" u="none" cap="none" strike="noStrike">
                <a:solidFill>
                  <a:srgbClr val="FEFEFE"/>
                </a:solidFill>
                <a:latin typeface="Century Gothic"/>
                <a:ea typeface="Century Gothic"/>
                <a:cs typeface="Century Gothic"/>
                <a:sym typeface="Century Gothic"/>
              </a:defRPr>
            </a:lvl7pPr>
            <a:lvl8pPr indent="0" lvl="7" marL="0" marR="0" rtl="0" algn="l">
              <a:spcBef>
                <a:spcPts val="0"/>
              </a:spcBef>
              <a:buNone/>
              <a:defRPr b="0" i="0" sz="1200" u="none" cap="none" strike="noStrike">
                <a:solidFill>
                  <a:srgbClr val="FEFEFE"/>
                </a:solidFill>
                <a:latin typeface="Century Gothic"/>
                <a:ea typeface="Century Gothic"/>
                <a:cs typeface="Century Gothic"/>
                <a:sym typeface="Century Gothic"/>
              </a:defRPr>
            </a:lvl8pPr>
            <a:lvl9pPr indent="0" lvl="8" marL="0" marR="0" rtl="0" algn="l">
              <a:spcBef>
                <a:spcPts val="0"/>
              </a:spcBef>
              <a:buNone/>
              <a:defRPr b="0" i="0" sz="1200" u="none" cap="none" strike="noStrike">
                <a:solidFill>
                  <a:srgbClr val="FEFEFE"/>
                </a:solidFill>
                <a:latin typeface="Century Gothic"/>
                <a:ea typeface="Century Gothic"/>
                <a:cs typeface="Century Gothic"/>
                <a:sym typeface="Century Gothic"/>
              </a:defRPr>
            </a:lvl9pPr>
          </a:lstStyle>
          <a:p>
            <a:pPr indent="0" lvl="0" marL="0" rtl="0" algn="l">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png"/><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png"/><Relationship Id="rId4" Type="http://schemas.openxmlformats.org/officeDocument/2006/relationships/image" Target="../media/image1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1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image" Target="../media/image1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image" Target="../media/image1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1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hyperlink" Target="http://../../FCP/material/structures.docx"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26.png"/><Relationship Id="rId4" Type="http://schemas.openxmlformats.org/officeDocument/2006/relationships/image" Target="../media/image30.png"/><Relationship Id="rId5" Type="http://schemas.openxmlformats.org/officeDocument/2006/relationships/image" Target="../media/image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17.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17.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14.gif"/></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14.gif"/></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14.gif"/></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7.jp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7.jp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image" Target="../media/image7.jp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 Id="rId3" Type="http://schemas.openxmlformats.org/officeDocument/2006/relationships/image" Target="../media/image42.jp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 Id="rId3" Type="http://schemas.openxmlformats.org/officeDocument/2006/relationships/image" Target="../media/image42.jp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 Id="rId3" Type="http://schemas.openxmlformats.org/officeDocument/2006/relationships/image" Target="../media/image42.jp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 Id="rId3" Type="http://schemas.openxmlformats.org/officeDocument/2006/relationships/image" Target="../media/image55.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 Id="rId3" Type="http://schemas.openxmlformats.org/officeDocument/2006/relationships/image" Target="../media/image55.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 Id="rId3" Type="http://schemas.openxmlformats.org/officeDocument/2006/relationships/image" Target="../media/image15.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 Id="rId3" Type="http://schemas.openxmlformats.org/officeDocument/2006/relationships/image" Target="../media/image21.png"/><Relationship Id="rId4" Type="http://schemas.openxmlformats.org/officeDocument/2006/relationships/image" Target="../media/image37.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 Id="rId3" Type="http://schemas.openxmlformats.org/officeDocument/2006/relationships/image" Target="../media/image21.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 Id="rId3" Type="http://schemas.openxmlformats.org/officeDocument/2006/relationships/image" Target="../media/image16.jp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 Id="rId3" Type="http://schemas.openxmlformats.org/officeDocument/2006/relationships/image" Target="../media/image16.jp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 Id="rId3" Type="http://schemas.openxmlformats.org/officeDocument/2006/relationships/image" Target="../media/image52.jp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 Id="rId3" Type="http://schemas.openxmlformats.org/officeDocument/2006/relationships/image" Target="../media/image25.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 Id="rId3" Type="http://schemas.openxmlformats.org/officeDocument/2006/relationships/image" Target="../media/image56.png"/><Relationship Id="rId4" Type="http://schemas.openxmlformats.org/officeDocument/2006/relationships/image" Target="../media/image32.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 Id="rId3" Type="http://schemas.openxmlformats.org/officeDocument/2006/relationships/image" Target="../media/image22.png"/><Relationship Id="rId4" Type="http://schemas.openxmlformats.org/officeDocument/2006/relationships/image" Target="../media/image27.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 Id="rId3" Type="http://schemas.openxmlformats.org/officeDocument/2006/relationships/image" Target="../media/image22.png"/><Relationship Id="rId4" Type="http://schemas.openxmlformats.org/officeDocument/2006/relationships/image" Target="../media/image24.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 Id="rId3" Type="http://schemas.openxmlformats.org/officeDocument/2006/relationships/image" Target="../media/image31.png"/><Relationship Id="rId4" Type="http://schemas.openxmlformats.org/officeDocument/2006/relationships/image" Target="../media/image38.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 Id="rId3" Type="http://schemas.openxmlformats.org/officeDocument/2006/relationships/image" Target="../media/image44.jp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 Id="rId3" Type="http://schemas.openxmlformats.org/officeDocument/2006/relationships/image" Target="../media/image29.jp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 Id="rId3" Type="http://schemas.openxmlformats.org/officeDocument/2006/relationships/image" Target="../media/image32.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 Id="rId3" Type="http://schemas.openxmlformats.org/officeDocument/2006/relationships/image" Target="../media/image32.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 Id="rId3" Type="http://schemas.openxmlformats.org/officeDocument/2006/relationships/image" Target="../media/image24.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 Id="rId3" Type="http://schemas.openxmlformats.org/officeDocument/2006/relationships/image" Target="../media/image24.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 Id="rId3" Type="http://schemas.openxmlformats.org/officeDocument/2006/relationships/image" Target="../media/image24.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 Id="rId3" Type="http://schemas.openxmlformats.org/officeDocument/2006/relationships/image" Target="../media/image16.jp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 Id="rId3" Type="http://schemas.openxmlformats.org/officeDocument/2006/relationships/image" Target="../media/image24.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 Id="rId3" Type="http://schemas.openxmlformats.org/officeDocument/2006/relationships/image" Target="../media/image36.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 Id="rId3" Type="http://schemas.openxmlformats.org/officeDocument/2006/relationships/image" Target="../media/image40.jp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 Id="rId3" Type="http://schemas.openxmlformats.org/officeDocument/2006/relationships/image" Target="../media/image45.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 Id="rId3" Type="http://schemas.openxmlformats.org/officeDocument/2006/relationships/image" Target="../media/image35.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 Id="rId3" Type="http://schemas.openxmlformats.org/officeDocument/2006/relationships/image" Target="../media/image35.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 Id="rId3" Type="http://schemas.openxmlformats.org/officeDocument/2006/relationships/image" Target="../media/image35.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 Id="rId3" Type="http://schemas.openxmlformats.org/officeDocument/2006/relationships/image" Target="../media/image49.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0.xml"/><Relationship Id="rId3" Type="http://schemas.openxmlformats.org/officeDocument/2006/relationships/image" Target="../media/image39.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1.xml"/><Relationship Id="rId3" Type="http://schemas.openxmlformats.org/officeDocument/2006/relationships/image" Target="../media/image39.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2.xml"/><Relationship Id="rId3" Type="http://schemas.openxmlformats.org/officeDocument/2006/relationships/image" Target="../media/image39.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3.xml"/><Relationship Id="rId3" Type="http://schemas.openxmlformats.org/officeDocument/2006/relationships/image" Target="../media/image39.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4.xml"/><Relationship Id="rId3" Type="http://schemas.openxmlformats.org/officeDocument/2006/relationships/image" Target="../media/image39.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5.xml"/><Relationship Id="rId3" Type="http://schemas.openxmlformats.org/officeDocument/2006/relationships/image" Target="../media/image40.jp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6.xml"/><Relationship Id="rId3" Type="http://schemas.openxmlformats.org/officeDocument/2006/relationships/image" Target="../media/image40.jp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7.xml"/><Relationship Id="rId3" Type="http://schemas.openxmlformats.org/officeDocument/2006/relationships/image" Target="../media/image40.jp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 Id="rId3" Type="http://schemas.openxmlformats.org/officeDocument/2006/relationships/image" Target="../media/image58.png"/><Relationship Id="rId4" Type="http://schemas.openxmlformats.org/officeDocument/2006/relationships/image" Target="../media/image61.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1.xml"/><Relationship Id="rId3" Type="http://schemas.openxmlformats.org/officeDocument/2006/relationships/image" Target="../media/image46.png"/><Relationship Id="rId4" Type="http://schemas.openxmlformats.org/officeDocument/2006/relationships/image" Target="../media/image51.png"/><Relationship Id="rId5" Type="http://schemas.openxmlformats.org/officeDocument/2006/relationships/image" Target="../media/image71.png"/><Relationship Id="rId6" Type="http://schemas.openxmlformats.org/officeDocument/2006/relationships/image" Target="../media/image50.png"/><Relationship Id="rId7" Type="http://schemas.openxmlformats.org/officeDocument/2006/relationships/image" Target="../media/image74.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2.xml"/><Relationship Id="rId3" Type="http://schemas.openxmlformats.org/officeDocument/2006/relationships/image" Target="../media/image46.png"/><Relationship Id="rId4" Type="http://schemas.openxmlformats.org/officeDocument/2006/relationships/image" Target="../media/image51.png"/><Relationship Id="rId5" Type="http://schemas.openxmlformats.org/officeDocument/2006/relationships/image" Target="../media/image71.png"/><Relationship Id="rId6" Type="http://schemas.openxmlformats.org/officeDocument/2006/relationships/image" Target="../media/image50.png"/><Relationship Id="rId7" Type="http://schemas.openxmlformats.org/officeDocument/2006/relationships/image" Target="../media/image74.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3.xml"/><Relationship Id="rId3" Type="http://schemas.openxmlformats.org/officeDocument/2006/relationships/image" Target="../media/image46.png"/><Relationship Id="rId4" Type="http://schemas.openxmlformats.org/officeDocument/2006/relationships/image" Target="../media/image51.png"/><Relationship Id="rId5" Type="http://schemas.openxmlformats.org/officeDocument/2006/relationships/image" Target="../media/image71.png"/><Relationship Id="rId6" Type="http://schemas.openxmlformats.org/officeDocument/2006/relationships/image" Target="../media/image50.png"/><Relationship Id="rId7" Type="http://schemas.openxmlformats.org/officeDocument/2006/relationships/image" Target="../media/image74.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4.xml"/><Relationship Id="rId3" Type="http://schemas.openxmlformats.org/officeDocument/2006/relationships/image" Target="../media/image46.png"/><Relationship Id="rId4" Type="http://schemas.openxmlformats.org/officeDocument/2006/relationships/image" Target="../media/image51.png"/><Relationship Id="rId5" Type="http://schemas.openxmlformats.org/officeDocument/2006/relationships/image" Target="../media/image71.png"/><Relationship Id="rId6" Type="http://schemas.openxmlformats.org/officeDocument/2006/relationships/image" Target="../media/image50.png"/><Relationship Id="rId7" Type="http://schemas.openxmlformats.org/officeDocument/2006/relationships/image" Target="../media/image74.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5.xml"/><Relationship Id="rId3" Type="http://schemas.openxmlformats.org/officeDocument/2006/relationships/image" Target="../media/image46.png"/><Relationship Id="rId4" Type="http://schemas.openxmlformats.org/officeDocument/2006/relationships/image" Target="../media/image51.png"/><Relationship Id="rId5" Type="http://schemas.openxmlformats.org/officeDocument/2006/relationships/image" Target="../media/image71.png"/><Relationship Id="rId6" Type="http://schemas.openxmlformats.org/officeDocument/2006/relationships/image" Target="../media/image50.png"/><Relationship Id="rId7" Type="http://schemas.openxmlformats.org/officeDocument/2006/relationships/image" Target="../media/image74.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 Id="rId3" Type="http://schemas.openxmlformats.org/officeDocument/2006/relationships/image" Target="../media/image63.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 Id="rId3" Type="http://schemas.openxmlformats.org/officeDocument/2006/relationships/image" Target="../media/image63.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 Id="rId3" Type="http://schemas.openxmlformats.org/officeDocument/2006/relationships/image" Target="../media/image63.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 Id="rId3" Type="http://schemas.openxmlformats.org/officeDocument/2006/relationships/image" Target="../media/image63.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 Id="rId3" Type="http://schemas.openxmlformats.org/officeDocument/2006/relationships/image" Target="../media/image63.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 Id="rId3" Type="http://schemas.openxmlformats.org/officeDocument/2006/relationships/image" Target="../media/image65.png"/><Relationship Id="rId4" Type="http://schemas.openxmlformats.org/officeDocument/2006/relationships/image" Target="../media/image59.png"/><Relationship Id="rId5" Type="http://schemas.openxmlformats.org/officeDocument/2006/relationships/image" Target="../media/image60.png"/><Relationship Id="rId6" Type="http://schemas.openxmlformats.org/officeDocument/2006/relationships/image" Target="../media/image68.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 Id="rId3" Type="http://schemas.openxmlformats.org/officeDocument/2006/relationships/image" Target="../media/image65.png"/><Relationship Id="rId4" Type="http://schemas.openxmlformats.org/officeDocument/2006/relationships/image" Target="../media/image59.png"/><Relationship Id="rId5" Type="http://schemas.openxmlformats.org/officeDocument/2006/relationships/image" Target="../media/image60.png"/><Relationship Id="rId6" Type="http://schemas.openxmlformats.org/officeDocument/2006/relationships/image" Target="../media/image68.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 Id="rId3" Type="http://schemas.openxmlformats.org/officeDocument/2006/relationships/image" Target="../media/image65.png"/><Relationship Id="rId4" Type="http://schemas.openxmlformats.org/officeDocument/2006/relationships/image" Target="../media/image59.png"/><Relationship Id="rId5" Type="http://schemas.openxmlformats.org/officeDocument/2006/relationships/image" Target="../media/image60.png"/><Relationship Id="rId6" Type="http://schemas.openxmlformats.org/officeDocument/2006/relationships/image" Target="../media/image68.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 Id="rId3" Type="http://schemas.openxmlformats.org/officeDocument/2006/relationships/image" Target="../media/image65.png"/><Relationship Id="rId4" Type="http://schemas.openxmlformats.org/officeDocument/2006/relationships/image" Target="../media/image59.png"/><Relationship Id="rId5" Type="http://schemas.openxmlformats.org/officeDocument/2006/relationships/image" Target="../media/image60.png"/><Relationship Id="rId6" Type="http://schemas.openxmlformats.org/officeDocument/2006/relationships/image" Target="../media/image68.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 Id="rId3" Type="http://schemas.openxmlformats.org/officeDocument/2006/relationships/image" Target="../media/image75.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 Id="rId3" Type="http://schemas.openxmlformats.org/officeDocument/2006/relationships/image" Target="../media/image72.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5.xml"/><Relationship Id="rId3" Type="http://schemas.openxmlformats.org/officeDocument/2006/relationships/image" Target="../media/image72.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 Id="rId3" Type="http://schemas.openxmlformats.org/officeDocument/2006/relationships/image" Target="../media/image7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1"/>
          <p:cNvSpPr txBox="1"/>
          <p:nvPr>
            <p:ph type="ctrTitle"/>
          </p:nvPr>
        </p:nvSpPr>
        <p:spPr>
          <a:xfrm>
            <a:off x="4733365" y="2708476"/>
            <a:ext cx="3313355" cy="170216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3600"/>
              <a:buFont typeface="Century Gothic"/>
              <a:buNone/>
            </a:pPr>
            <a:r>
              <a:rPr lang="en-IN"/>
              <a:t>Module 2.0</a:t>
            </a:r>
            <a:endParaRPr/>
          </a:p>
        </p:txBody>
      </p:sp>
      <p:sp>
        <p:nvSpPr>
          <p:cNvPr id="260" name="Google Shape;260;p1"/>
          <p:cNvSpPr txBox="1"/>
          <p:nvPr>
            <p:ph idx="1" type="subTitle"/>
          </p:nvPr>
        </p:nvSpPr>
        <p:spPr>
          <a:xfrm>
            <a:off x="4733365" y="4421080"/>
            <a:ext cx="3309803" cy="126062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368"/>
              <a:buNone/>
            </a:pPr>
            <a:r>
              <a:rPr lang="en-IN"/>
              <a:t>Linear Data Structure: Linked List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
          <p:cNvSpPr txBox="1"/>
          <p:nvPr>
            <p:ph type="ctrTitle"/>
          </p:nvPr>
        </p:nvSpPr>
        <p:spPr>
          <a:xfrm>
            <a:off x="4733365" y="2708476"/>
            <a:ext cx="3313355" cy="170216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lang="en-IN"/>
              <a:t>Memory Allocation &amp; Deallocation for Linked List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
          <p:cNvSpPr txBox="1"/>
          <p:nvPr>
            <p:ph type="title"/>
          </p:nvPr>
        </p:nvSpPr>
        <p:spPr>
          <a:xfrm>
            <a:off x="611560" y="404664"/>
            <a:ext cx="7024744" cy="529128"/>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lang="en-IN"/>
              <a:t>Memory Allocation</a:t>
            </a:r>
            <a:endParaRPr/>
          </a:p>
        </p:txBody>
      </p:sp>
      <p:sp>
        <p:nvSpPr>
          <p:cNvPr id="271" name="Google Shape;271;p3"/>
          <p:cNvSpPr txBox="1"/>
          <p:nvPr>
            <p:ph idx="1" type="body"/>
          </p:nvPr>
        </p:nvSpPr>
        <p:spPr>
          <a:xfrm>
            <a:off x="899592" y="1340768"/>
            <a:ext cx="6777317" cy="3508977"/>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520"/>
              <a:buNone/>
            </a:pPr>
            <a:r>
              <a:rPr lang="en-IN" sz="2000"/>
              <a:t>There are two types of Memory Allocation</a:t>
            </a:r>
            <a:endParaRPr/>
          </a:p>
          <a:p>
            <a:pPr indent="0" lvl="0" marL="68580" rtl="0" algn="l">
              <a:spcBef>
                <a:spcPts val="400"/>
              </a:spcBef>
              <a:spcAft>
                <a:spcPts val="0"/>
              </a:spcAft>
              <a:buSzPts val="1520"/>
              <a:buNone/>
            </a:pPr>
            <a:r>
              <a:t/>
            </a:r>
            <a:endParaRPr sz="2000"/>
          </a:p>
          <a:p>
            <a:pPr indent="-274320" lvl="0" marL="342900" rtl="0" algn="l">
              <a:spcBef>
                <a:spcPts val="400"/>
              </a:spcBef>
              <a:spcAft>
                <a:spcPts val="0"/>
              </a:spcAft>
              <a:buSzPts val="1520"/>
              <a:buChar char="🞇"/>
            </a:pPr>
            <a:r>
              <a:rPr b="1" lang="en-IN" sz="2000"/>
              <a:t>Compile Time or Static Allocation</a:t>
            </a:r>
            <a:endParaRPr/>
          </a:p>
          <a:p>
            <a:pPr indent="-274320" lvl="0" marL="342900" rtl="0" algn="l">
              <a:spcBef>
                <a:spcPts val="400"/>
              </a:spcBef>
              <a:spcAft>
                <a:spcPts val="0"/>
              </a:spcAft>
              <a:buSzPts val="1520"/>
              <a:buChar char="🞇"/>
            </a:pPr>
            <a:r>
              <a:rPr b="1" lang="en-IN" sz="2000"/>
              <a:t>Runtime or Dynamic Allocation</a:t>
            </a:r>
            <a:endParaRPr/>
          </a:p>
          <a:p>
            <a:pPr indent="-177800" lvl="0" marL="342900" rtl="0" algn="l">
              <a:spcBef>
                <a:spcPts val="400"/>
              </a:spcBef>
              <a:spcAft>
                <a:spcPts val="0"/>
              </a:spcAft>
              <a:buSzPts val="1520"/>
              <a:buNone/>
            </a:pPr>
            <a:r>
              <a:t/>
            </a:r>
            <a:endParaRPr sz="2000"/>
          </a:p>
        </p:txBody>
      </p:sp>
      <p:sp>
        <p:nvSpPr>
          <p:cNvPr id="272" name="Google Shape;272;p3"/>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273" name="Google Shape;273;p3"/>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274" name="Google Shape;274;p3"/>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
          <p:cNvSpPr txBox="1"/>
          <p:nvPr>
            <p:ph type="title"/>
          </p:nvPr>
        </p:nvSpPr>
        <p:spPr>
          <a:xfrm>
            <a:off x="611560" y="404664"/>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Compile Time or Static Allocation</a:t>
            </a:r>
            <a:endParaRPr/>
          </a:p>
        </p:txBody>
      </p:sp>
      <p:sp>
        <p:nvSpPr>
          <p:cNvPr id="280" name="Google Shape;280;p4"/>
          <p:cNvSpPr txBox="1"/>
          <p:nvPr>
            <p:ph idx="1" type="body"/>
          </p:nvPr>
        </p:nvSpPr>
        <p:spPr>
          <a:xfrm>
            <a:off x="899592" y="1340768"/>
            <a:ext cx="6777317" cy="4752528"/>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Memory allocated to the program element </a:t>
            </a:r>
            <a:endParaRPr/>
          </a:p>
          <a:p>
            <a:pPr indent="-274320" lvl="1" marL="640080" rtl="0" algn="l">
              <a:spcBef>
                <a:spcPts val="360"/>
              </a:spcBef>
              <a:spcAft>
                <a:spcPts val="0"/>
              </a:spcAft>
              <a:buSzPts val="1368"/>
              <a:buChar char="🞇"/>
            </a:pPr>
            <a:r>
              <a:rPr b="1" lang="en-IN" sz="1800"/>
              <a:t>at the start of the program.</a:t>
            </a:r>
            <a:endParaRPr/>
          </a:p>
          <a:p>
            <a:pPr indent="-274320" lvl="0" marL="342900" rtl="0" algn="l">
              <a:spcBef>
                <a:spcPts val="400"/>
              </a:spcBef>
              <a:spcAft>
                <a:spcPts val="0"/>
              </a:spcAft>
              <a:buSzPts val="1520"/>
              <a:buChar char="🞇"/>
            </a:pPr>
            <a:r>
              <a:rPr lang="en-IN" sz="2000"/>
              <a:t>Memory allocated </a:t>
            </a:r>
            <a:endParaRPr/>
          </a:p>
          <a:p>
            <a:pPr indent="-274320" lvl="1" marL="640080" rtl="0" algn="l">
              <a:spcBef>
                <a:spcPts val="360"/>
              </a:spcBef>
              <a:spcAft>
                <a:spcPts val="0"/>
              </a:spcAft>
              <a:buSzPts val="1368"/>
              <a:buChar char="🞇"/>
            </a:pPr>
            <a:r>
              <a:rPr b="1" lang="en-IN" sz="1800"/>
              <a:t>is fixed and determined by the compiler at compile time.</a:t>
            </a:r>
            <a:endParaRPr/>
          </a:p>
          <a:p>
            <a:pPr indent="-177800" lvl="0" marL="342900" rtl="0" algn="l">
              <a:spcBef>
                <a:spcPts val="400"/>
              </a:spcBef>
              <a:spcAft>
                <a:spcPts val="0"/>
              </a:spcAft>
              <a:buSzPts val="1520"/>
              <a:buNone/>
            </a:pPr>
            <a:r>
              <a:t/>
            </a:r>
            <a:endParaRPr b="1" sz="2000"/>
          </a:p>
          <a:p>
            <a:pPr indent="-274320" lvl="0" marL="342900" rtl="0" algn="l">
              <a:spcBef>
                <a:spcPts val="400"/>
              </a:spcBef>
              <a:spcAft>
                <a:spcPts val="0"/>
              </a:spcAft>
              <a:buSzPts val="1520"/>
              <a:buChar char="🞇"/>
            </a:pPr>
            <a:r>
              <a:rPr b="1" lang="en-IN" sz="2000"/>
              <a:t>Eg- float a[5] , </a:t>
            </a:r>
            <a:endParaRPr/>
          </a:p>
          <a:p>
            <a:pPr indent="0" lvl="0" marL="68580" rtl="0" algn="l">
              <a:spcBef>
                <a:spcPts val="400"/>
              </a:spcBef>
              <a:spcAft>
                <a:spcPts val="0"/>
              </a:spcAft>
              <a:buSzPts val="1520"/>
              <a:buNone/>
            </a:pPr>
            <a:r>
              <a:rPr lang="en-IN" sz="2000"/>
              <a:t>allocation of 20 bytes to the array, i.e. 5*4 bytes</a:t>
            </a:r>
            <a:endParaRPr/>
          </a:p>
        </p:txBody>
      </p:sp>
      <p:sp>
        <p:nvSpPr>
          <p:cNvPr id="281" name="Google Shape;281;p4"/>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282" name="Google Shape;282;p4"/>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283" name="Google Shape;283;p4"/>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5"/>
          <p:cNvSpPr txBox="1"/>
          <p:nvPr>
            <p:ph type="title"/>
          </p:nvPr>
        </p:nvSpPr>
        <p:spPr>
          <a:xfrm>
            <a:off x="611560" y="404664"/>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Compile Time or Static Allocation-Disadvantages</a:t>
            </a:r>
            <a:endParaRPr b="1" sz="3200"/>
          </a:p>
        </p:txBody>
      </p:sp>
      <p:sp>
        <p:nvSpPr>
          <p:cNvPr id="289" name="Google Shape;289;p5"/>
          <p:cNvSpPr txBox="1"/>
          <p:nvPr>
            <p:ph idx="1" type="body"/>
          </p:nvPr>
        </p:nvSpPr>
        <p:spPr>
          <a:xfrm>
            <a:off x="899592" y="1340768"/>
            <a:ext cx="6777317" cy="4752528"/>
          </a:xfrm>
          <a:prstGeom prst="rect">
            <a:avLst/>
          </a:prstGeom>
          <a:noFill/>
          <a:ln>
            <a:noFill/>
          </a:ln>
        </p:spPr>
        <p:txBody>
          <a:bodyPr anchorCtr="0" anchor="t" bIns="45700" lIns="91425" spcFirstLastPara="1" rIns="91425" wrap="square" tIns="45700">
            <a:noAutofit/>
          </a:bodyPr>
          <a:lstStyle/>
          <a:p>
            <a:pPr indent="-274320" lvl="0" marL="342900" rtl="0" algn="l">
              <a:spcBef>
                <a:spcPts val="0"/>
              </a:spcBef>
              <a:spcAft>
                <a:spcPts val="0"/>
              </a:spcAft>
              <a:buSzPts val="1368"/>
              <a:buChar char="🞇"/>
            </a:pPr>
            <a:r>
              <a:rPr b="1" lang="en-IN" sz="1800"/>
              <a:t>Inefficient Use of Memory-</a:t>
            </a:r>
            <a:endParaRPr/>
          </a:p>
          <a:p>
            <a:pPr indent="-274320" lvl="1" marL="640080" rtl="0" algn="l">
              <a:spcBef>
                <a:spcPts val="360"/>
              </a:spcBef>
              <a:spcAft>
                <a:spcPts val="0"/>
              </a:spcAft>
              <a:buSzPts val="1368"/>
              <a:buChar char="🞇"/>
            </a:pPr>
            <a:r>
              <a:rPr b="1" lang="en-IN" sz="1800"/>
              <a:t>Can cause under utilization of memory in case of over allocation</a:t>
            </a:r>
            <a:endParaRPr/>
          </a:p>
          <a:p>
            <a:pPr indent="-228600" lvl="2" marL="914400" rtl="0" algn="l">
              <a:spcBef>
                <a:spcPts val="360"/>
              </a:spcBef>
              <a:spcAft>
                <a:spcPts val="0"/>
              </a:spcAft>
              <a:buSzPts val="1368"/>
              <a:buChar char="🞇"/>
            </a:pPr>
            <a:r>
              <a:rPr lang="en-IN" sz="1800"/>
              <a:t>That is if you store less number of elements than the number for elements which you have declared memory.</a:t>
            </a:r>
            <a:endParaRPr/>
          </a:p>
          <a:p>
            <a:pPr indent="-228600" lvl="2" marL="914400" rtl="0" algn="l">
              <a:spcBef>
                <a:spcPts val="360"/>
              </a:spcBef>
              <a:spcAft>
                <a:spcPts val="0"/>
              </a:spcAft>
              <a:buSzPts val="1368"/>
              <a:buChar char="🞇"/>
            </a:pPr>
            <a:r>
              <a:rPr lang="en-IN" sz="1800"/>
              <a:t>Rest of the memory is wasted, as it is not available to other applications.</a:t>
            </a:r>
            <a:endParaRPr/>
          </a:p>
        </p:txBody>
      </p:sp>
      <p:sp>
        <p:nvSpPr>
          <p:cNvPr id="290" name="Google Shape;290;p5"/>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291" name="Google Shape;291;p5"/>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292" name="Google Shape;292;p5"/>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6"/>
          <p:cNvSpPr txBox="1"/>
          <p:nvPr>
            <p:ph type="title"/>
          </p:nvPr>
        </p:nvSpPr>
        <p:spPr>
          <a:xfrm>
            <a:off x="611560" y="404664"/>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Compile Time or Static Allocation</a:t>
            </a:r>
            <a:endParaRPr/>
          </a:p>
        </p:txBody>
      </p:sp>
      <p:sp>
        <p:nvSpPr>
          <p:cNvPr id="298" name="Google Shape;298;p6"/>
          <p:cNvSpPr txBox="1"/>
          <p:nvPr>
            <p:ph idx="1" type="body"/>
          </p:nvPr>
        </p:nvSpPr>
        <p:spPr>
          <a:xfrm>
            <a:off x="899592" y="1340768"/>
            <a:ext cx="6777317" cy="4752528"/>
          </a:xfrm>
          <a:prstGeom prst="rect">
            <a:avLst/>
          </a:prstGeom>
          <a:noFill/>
          <a:ln>
            <a:noFill/>
          </a:ln>
        </p:spPr>
        <p:txBody>
          <a:bodyPr anchorCtr="0" anchor="t" bIns="45700" lIns="91425" spcFirstLastPara="1" rIns="91425" wrap="square" tIns="45700">
            <a:noAutofit/>
          </a:bodyPr>
          <a:lstStyle/>
          <a:p>
            <a:pPr indent="-274320" lvl="0" marL="342900" rtl="0" algn="l">
              <a:spcBef>
                <a:spcPts val="0"/>
              </a:spcBef>
              <a:spcAft>
                <a:spcPts val="0"/>
              </a:spcAft>
              <a:buSzPts val="1368"/>
              <a:buChar char="🞇"/>
            </a:pPr>
            <a:r>
              <a:rPr b="1" lang="en-IN" sz="1800"/>
              <a:t>Inefficient Use of Memory-</a:t>
            </a:r>
            <a:endParaRPr/>
          </a:p>
          <a:p>
            <a:pPr indent="-274320" lvl="1" marL="640080" rtl="0" algn="l">
              <a:spcBef>
                <a:spcPts val="360"/>
              </a:spcBef>
              <a:spcAft>
                <a:spcPts val="0"/>
              </a:spcAft>
              <a:buSzPts val="1368"/>
              <a:buChar char="🞇"/>
            </a:pPr>
            <a:r>
              <a:rPr b="1" lang="en-IN" sz="1800"/>
              <a:t>Can cause Overflow in case of under allocation	</a:t>
            </a:r>
            <a:endParaRPr/>
          </a:p>
          <a:p>
            <a:pPr indent="-228600" lvl="2" marL="914400" rtl="0" algn="l">
              <a:spcBef>
                <a:spcPts val="360"/>
              </a:spcBef>
              <a:spcAft>
                <a:spcPts val="0"/>
              </a:spcAft>
              <a:buSzPts val="1368"/>
              <a:buChar char="🞇"/>
            </a:pPr>
            <a:r>
              <a:rPr lang="en-IN" sz="1800"/>
              <a:t>For float a[5];</a:t>
            </a:r>
            <a:endParaRPr/>
          </a:p>
          <a:p>
            <a:pPr indent="-228600" lvl="2" marL="914400" rtl="0" algn="l">
              <a:spcBef>
                <a:spcPts val="360"/>
              </a:spcBef>
              <a:spcAft>
                <a:spcPts val="0"/>
              </a:spcAft>
              <a:buSzPts val="1368"/>
              <a:buChar char="🞇"/>
            </a:pPr>
            <a:r>
              <a:rPr lang="en-IN" sz="1800"/>
              <a:t>No bound checking in C for array boundaries, if you are entering more than fives values, </a:t>
            </a:r>
            <a:endParaRPr/>
          </a:p>
          <a:p>
            <a:pPr indent="-228600" lvl="2" marL="914400" rtl="0" algn="l">
              <a:spcBef>
                <a:spcPts val="360"/>
              </a:spcBef>
              <a:spcAft>
                <a:spcPts val="0"/>
              </a:spcAft>
              <a:buSzPts val="1368"/>
              <a:buChar char="🞇"/>
            </a:pPr>
            <a:r>
              <a:rPr lang="en-IN" sz="1800"/>
              <a:t>It will  not give error but when these extra element will be accessed, the values will not be available.</a:t>
            </a:r>
            <a:endParaRPr/>
          </a:p>
          <a:p>
            <a:pPr indent="-187452" lvl="0" marL="342900" rtl="0" algn="l">
              <a:spcBef>
                <a:spcPts val="360"/>
              </a:spcBef>
              <a:spcAft>
                <a:spcPts val="0"/>
              </a:spcAft>
              <a:buSzPts val="1368"/>
              <a:buNone/>
            </a:pPr>
            <a:r>
              <a:t/>
            </a:r>
            <a:endParaRPr b="1" sz="1800"/>
          </a:p>
        </p:txBody>
      </p:sp>
      <p:sp>
        <p:nvSpPr>
          <p:cNvPr id="299" name="Google Shape;299;p6"/>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300" name="Google Shape;300;p6"/>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301" name="Google Shape;301;p6"/>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7"/>
          <p:cNvSpPr txBox="1"/>
          <p:nvPr>
            <p:ph type="title"/>
          </p:nvPr>
        </p:nvSpPr>
        <p:spPr>
          <a:xfrm>
            <a:off x="611560" y="404664"/>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Compile Time or Static Allocation</a:t>
            </a:r>
            <a:endParaRPr/>
          </a:p>
        </p:txBody>
      </p:sp>
      <p:sp>
        <p:nvSpPr>
          <p:cNvPr id="307" name="Google Shape;307;p7"/>
          <p:cNvSpPr txBox="1"/>
          <p:nvPr>
            <p:ph idx="1" type="body"/>
          </p:nvPr>
        </p:nvSpPr>
        <p:spPr>
          <a:xfrm>
            <a:off x="899592" y="1340768"/>
            <a:ext cx="6777317" cy="4752528"/>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368"/>
              <a:buNone/>
            </a:pPr>
            <a:r>
              <a:t/>
            </a:r>
            <a:endParaRPr b="1" sz="1800"/>
          </a:p>
          <a:p>
            <a:pPr indent="-274320" lvl="0" marL="342900" rtl="0" algn="l">
              <a:spcBef>
                <a:spcPts val="360"/>
              </a:spcBef>
              <a:spcAft>
                <a:spcPts val="0"/>
              </a:spcAft>
              <a:buSzPts val="1368"/>
              <a:buChar char="🞇"/>
            </a:pPr>
            <a:r>
              <a:rPr b="1" lang="en-IN" sz="1800"/>
              <a:t>No reusability of allocated memory </a:t>
            </a:r>
            <a:endParaRPr/>
          </a:p>
          <a:p>
            <a:pPr indent="-187452" lvl="0" marL="342900" rtl="0" algn="l">
              <a:spcBef>
                <a:spcPts val="360"/>
              </a:spcBef>
              <a:spcAft>
                <a:spcPts val="0"/>
              </a:spcAft>
              <a:buSzPts val="1368"/>
              <a:buNone/>
            </a:pPr>
            <a:r>
              <a:t/>
            </a:r>
            <a:endParaRPr b="1" sz="1800"/>
          </a:p>
          <a:p>
            <a:pPr indent="-274320" lvl="0" marL="342900" rtl="0" algn="l">
              <a:spcBef>
                <a:spcPts val="360"/>
              </a:spcBef>
              <a:spcAft>
                <a:spcPts val="0"/>
              </a:spcAft>
              <a:buSzPts val="1368"/>
              <a:buChar char="🞇"/>
            </a:pPr>
            <a:r>
              <a:rPr b="1" lang="en-IN" sz="1800"/>
              <a:t>Difficult to guess the exact size of the data at the time of writing the program</a:t>
            </a:r>
            <a:endParaRPr/>
          </a:p>
        </p:txBody>
      </p:sp>
      <p:sp>
        <p:nvSpPr>
          <p:cNvPr id="308" name="Google Shape;308;p7"/>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309" name="Google Shape;309;p7"/>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310" name="Google Shape;310;p7"/>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8"/>
          <p:cNvSpPr txBox="1"/>
          <p:nvPr>
            <p:ph type="title"/>
          </p:nvPr>
        </p:nvSpPr>
        <p:spPr>
          <a:xfrm>
            <a:off x="611560" y="404664"/>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Runtime or Dynamic Allocation</a:t>
            </a:r>
            <a:endParaRPr/>
          </a:p>
        </p:txBody>
      </p:sp>
      <p:sp>
        <p:nvSpPr>
          <p:cNvPr id="316" name="Google Shape;316;p8"/>
          <p:cNvSpPr txBox="1"/>
          <p:nvPr>
            <p:ph idx="1" type="body"/>
          </p:nvPr>
        </p:nvSpPr>
        <p:spPr>
          <a:xfrm>
            <a:off x="899592" y="1340768"/>
            <a:ext cx="6777317" cy="4752528"/>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b="1" lang="en-IN" sz="2000"/>
              <a:t>All Linked Data Structures are preferably implemented through dynamic memory allocation.</a:t>
            </a:r>
            <a:endParaRPr/>
          </a:p>
          <a:p>
            <a:pPr indent="-177800" lvl="0" marL="342900" rtl="0" algn="l">
              <a:spcBef>
                <a:spcPts val="400"/>
              </a:spcBef>
              <a:spcAft>
                <a:spcPts val="0"/>
              </a:spcAft>
              <a:buSzPts val="1520"/>
              <a:buNone/>
            </a:pPr>
            <a:r>
              <a:t/>
            </a:r>
            <a:endParaRPr sz="2000"/>
          </a:p>
          <a:p>
            <a:pPr indent="-274320" lvl="0" marL="342900" rtl="0" algn="l">
              <a:spcBef>
                <a:spcPts val="400"/>
              </a:spcBef>
              <a:spcAft>
                <a:spcPts val="0"/>
              </a:spcAft>
              <a:buSzPts val="1520"/>
              <a:buChar char="🞇"/>
            </a:pPr>
            <a:r>
              <a:rPr lang="en-IN" sz="2000"/>
              <a:t>Dynamic data structures provide flexibility in </a:t>
            </a:r>
            <a:r>
              <a:rPr b="1" lang="en-IN" sz="2000"/>
              <a:t>adding, deleting or rearranging data objects at run time.</a:t>
            </a:r>
            <a:endParaRPr/>
          </a:p>
          <a:p>
            <a:pPr indent="-177800" lvl="0" marL="342900" rtl="0" algn="l">
              <a:spcBef>
                <a:spcPts val="400"/>
              </a:spcBef>
              <a:spcAft>
                <a:spcPts val="0"/>
              </a:spcAft>
              <a:buSzPts val="1520"/>
              <a:buNone/>
            </a:pPr>
            <a:r>
              <a:t/>
            </a:r>
            <a:endParaRPr sz="2000"/>
          </a:p>
          <a:p>
            <a:pPr indent="-274320" lvl="0" marL="342900" rtl="0" algn="l">
              <a:spcBef>
                <a:spcPts val="400"/>
              </a:spcBef>
              <a:spcAft>
                <a:spcPts val="0"/>
              </a:spcAft>
              <a:buSzPts val="1520"/>
              <a:buChar char="🞇"/>
            </a:pPr>
            <a:r>
              <a:rPr lang="en-IN" sz="2000"/>
              <a:t>Managed in C through a set of library functions:</a:t>
            </a:r>
            <a:endParaRPr/>
          </a:p>
          <a:p>
            <a:pPr indent="-274320" lvl="1" marL="640080" rtl="0" algn="l">
              <a:spcBef>
                <a:spcPts val="360"/>
              </a:spcBef>
              <a:spcAft>
                <a:spcPts val="0"/>
              </a:spcAft>
              <a:buSzPts val="1368"/>
              <a:buChar char="🞇"/>
            </a:pPr>
            <a:r>
              <a:rPr lang="en-IN" sz="1800"/>
              <a:t>malloc()</a:t>
            </a:r>
            <a:endParaRPr/>
          </a:p>
          <a:p>
            <a:pPr indent="-274320" lvl="1" marL="640080" rtl="0" algn="l">
              <a:spcBef>
                <a:spcPts val="360"/>
              </a:spcBef>
              <a:spcAft>
                <a:spcPts val="0"/>
              </a:spcAft>
              <a:buSzPts val="1368"/>
              <a:buChar char="🞇"/>
            </a:pPr>
            <a:r>
              <a:rPr lang="en-IN" sz="1800"/>
              <a:t>Calloc()</a:t>
            </a:r>
            <a:endParaRPr/>
          </a:p>
          <a:p>
            <a:pPr indent="-274320" lvl="1" marL="640080" rtl="0" algn="l">
              <a:spcBef>
                <a:spcPts val="360"/>
              </a:spcBef>
              <a:spcAft>
                <a:spcPts val="0"/>
              </a:spcAft>
              <a:buSzPts val="1368"/>
              <a:buChar char="🞇"/>
            </a:pPr>
            <a:r>
              <a:rPr lang="en-IN" sz="1800"/>
              <a:t>free()</a:t>
            </a:r>
            <a:endParaRPr/>
          </a:p>
          <a:p>
            <a:pPr indent="-274320" lvl="1" marL="640080" rtl="0" algn="l">
              <a:spcBef>
                <a:spcPts val="360"/>
              </a:spcBef>
              <a:spcAft>
                <a:spcPts val="0"/>
              </a:spcAft>
              <a:buSzPts val="1368"/>
              <a:buChar char="🞇"/>
            </a:pPr>
            <a:r>
              <a:rPr lang="en-IN" sz="1800"/>
              <a:t>Realloc()</a:t>
            </a:r>
            <a:endParaRPr/>
          </a:p>
        </p:txBody>
      </p:sp>
      <p:sp>
        <p:nvSpPr>
          <p:cNvPr id="317" name="Google Shape;317;p8"/>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318" name="Google Shape;318;p8"/>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319" name="Google Shape;319;p8"/>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9"/>
          <p:cNvSpPr txBox="1"/>
          <p:nvPr>
            <p:ph type="title"/>
          </p:nvPr>
        </p:nvSpPr>
        <p:spPr>
          <a:xfrm>
            <a:off x="611560" y="404664"/>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Runtime or Dynamic Allocation</a:t>
            </a:r>
            <a:endParaRPr/>
          </a:p>
        </p:txBody>
      </p:sp>
      <p:sp>
        <p:nvSpPr>
          <p:cNvPr id="325" name="Google Shape;325;p9"/>
          <p:cNvSpPr txBox="1"/>
          <p:nvPr>
            <p:ph idx="1" type="body"/>
          </p:nvPr>
        </p:nvSpPr>
        <p:spPr>
          <a:xfrm>
            <a:off x="899592" y="1340768"/>
            <a:ext cx="6777317" cy="4752528"/>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Memory space required by Variables is </a:t>
            </a:r>
            <a:r>
              <a:rPr b="1" lang="en-IN" sz="2000"/>
              <a:t>calculated and allocated during execution</a:t>
            </a:r>
            <a:endParaRPr/>
          </a:p>
          <a:p>
            <a:pPr indent="-177800" lvl="0" marL="342900" rtl="0" algn="l">
              <a:spcBef>
                <a:spcPts val="400"/>
              </a:spcBef>
              <a:spcAft>
                <a:spcPts val="0"/>
              </a:spcAft>
              <a:buSzPts val="1520"/>
              <a:buNone/>
            </a:pPr>
            <a:r>
              <a:t/>
            </a:r>
            <a:endParaRPr sz="2000"/>
          </a:p>
          <a:p>
            <a:pPr indent="-274320" lvl="0" marL="342900" rtl="0" algn="l">
              <a:spcBef>
                <a:spcPts val="400"/>
              </a:spcBef>
              <a:spcAft>
                <a:spcPts val="0"/>
              </a:spcAft>
              <a:buSzPts val="1520"/>
              <a:buChar char="🞇"/>
            </a:pPr>
            <a:r>
              <a:rPr lang="en-IN" sz="2000"/>
              <a:t>Get Required chunk of memory at Run time or As the need arises</a:t>
            </a:r>
            <a:endParaRPr/>
          </a:p>
          <a:p>
            <a:pPr indent="-177800" lvl="0" marL="342900" rtl="0" algn="l">
              <a:spcBef>
                <a:spcPts val="400"/>
              </a:spcBef>
              <a:spcAft>
                <a:spcPts val="0"/>
              </a:spcAft>
              <a:buSzPts val="1520"/>
              <a:buNone/>
            </a:pPr>
            <a:r>
              <a:t/>
            </a:r>
            <a:endParaRPr sz="2000"/>
          </a:p>
          <a:p>
            <a:pPr indent="-274320" lvl="0" marL="342900" rtl="0" algn="l">
              <a:spcBef>
                <a:spcPts val="400"/>
              </a:spcBef>
              <a:spcAft>
                <a:spcPts val="0"/>
              </a:spcAft>
              <a:buSzPts val="1520"/>
              <a:buChar char="🞇"/>
            </a:pPr>
            <a:r>
              <a:rPr lang="en-IN" sz="2000"/>
              <a:t>Best Suited –</a:t>
            </a:r>
            <a:endParaRPr/>
          </a:p>
          <a:p>
            <a:pPr indent="-274320" lvl="1" marL="640080" rtl="0" algn="l">
              <a:spcBef>
                <a:spcPts val="360"/>
              </a:spcBef>
              <a:spcAft>
                <a:spcPts val="0"/>
              </a:spcAft>
              <a:buSzPts val="1368"/>
              <a:buChar char="🞇"/>
            </a:pPr>
            <a:r>
              <a:rPr b="1" lang="en-IN" sz="1800"/>
              <a:t>When we do not know the memory requirement in advance</a:t>
            </a:r>
            <a:r>
              <a:rPr lang="en-IN" sz="1800"/>
              <a:t>, which is the case in most of the real life problems.</a:t>
            </a:r>
            <a:endParaRPr/>
          </a:p>
          <a:p>
            <a:pPr indent="-177800" lvl="0" marL="342900" rtl="0" algn="l">
              <a:spcBef>
                <a:spcPts val="400"/>
              </a:spcBef>
              <a:spcAft>
                <a:spcPts val="0"/>
              </a:spcAft>
              <a:buSzPts val="1520"/>
              <a:buNone/>
            </a:pPr>
            <a:r>
              <a:t/>
            </a:r>
            <a:endParaRPr sz="2000"/>
          </a:p>
          <a:p>
            <a:pPr indent="-187452" lvl="1" marL="640080" rtl="0" algn="l">
              <a:spcBef>
                <a:spcPts val="360"/>
              </a:spcBef>
              <a:spcAft>
                <a:spcPts val="0"/>
              </a:spcAft>
              <a:buSzPts val="1368"/>
              <a:buNone/>
            </a:pPr>
            <a:r>
              <a:t/>
            </a:r>
            <a:endParaRPr sz="1800"/>
          </a:p>
          <a:p>
            <a:pPr indent="-177800" lvl="0" marL="342900" rtl="0" algn="l">
              <a:spcBef>
                <a:spcPts val="400"/>
              </a:spcBef>
              <a:spcAft>
                <a:spcPts val="0"/>
              </a:spcAft>
              <a:buSzPts val="1520"/>
              <a:buNone/>
            </a:pPr>
            <a:r>
              <a:t/>
            </a:r>
            <a:endParaRPr sz="2000"/>
          </a:p>
        </p:txBody>
      </p:sp>
      <p:sp>
        <p:nvSpPr>
          <p:cNvPr id="326" name="Google Shape;326;p9"/>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327" name="Google Shape;327;p9"/>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328" name="Google Shape;328;p9"/>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10"/>
          <p:cNvSpPr txBox="1"/>
          <p:nvPr>
            <p:ph type="title"/>
          </p:nvPr>
        </p:nvSpPr>
        <p:spPr>
          <a:xfrm>
            <a:off x="611560" y="404664"/>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Runtime or Dynamic Allocation</a:t>
            </a:r>
            <a:endParaRPr/>
          </a:p>
        </p:txBody>
      </p:sp>
      <p:sp>
        <p:nvSpPr>
          <p:cNvPr id="334" name="Google Shape;334;p10"/>
          <p:cNvSpPr txBox="1"/>
          <p:nvPr>
            <p:ph idx="1" type="body"/>
          </p:nvPr>
        </p:nvSpPr>
        <p:spPr>
          <a:xfrm>
            <a:off x="899592" y="1340768"/>
            <a:ext cx="6777317" cy="4752528"/>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b="1" lang="en-IN" sz="2000"/>
              <a:t>Efficient use of Memory</a:t>
            </a:r>
            <a:endParaRPr/>
          </a:p>
          <a:p>
            <a:pPr indent="-274320" lvl="1" marL="640080" rtl="0" algn="l">
              <a:spcBef>
                <a:spcPts val="360"/>
              </a:spcBef>
              <a:spcAft>
                <a:spcPts val="0"/>
              </a:spcAft>
              <a:buSzPts val="1368"/>
              <a:buChar char="🞇"/>
            </a:pPr>
            <a:r>
              <a:rPr lang="en-IN" sz="1800"/>
              <a:t>Additional Space can be allocated at run time.</a:t>
            </a:r>
            <a:endParaRPr/>
          </a:p>
          <a:p>
            <a:pPr indent="-274320" lvl="1" marL="640080" rtl="0" algn="l">
              <a:spcBef>
                <a:spcPts val="360"/>
              </a:spcBef>
              <a:spcAft>
                <a:spcPts val="0"/>
              </a:spcAft>
              <a:buSzPts val="1368"/>
              <a:buChar char="🞇"/>
            </a:pPr>
            <a:r>
              <a:rPr lang="en-IN" sz="1800"/>
              <a:t>Unwanted Space can be released at run time.</a:t>
            </a:r>
            <a:endParaRPr/>
          </a:p>
          <a:p>
            <a:pPr indent="-177800" lvl="0" marL="342900" rtl="0" algn="l">
              <a:spcBef>
                <a:spcPts val="400"/>
              </a:spcBef>
              <a:spcAft>
                <a:spcPts val="0"/>
              </a:spcAft>
              <a:buSzPts val="1520"/>
              <a:buNone/>
            </a:pPr>
            <a:r>
              <a:t/>
            </a:r>
            <a:endParaRPr b="1" sz="2000"/>
          </a:p>
          <a:p>
            <a:pPr indent="-274320" lvl="0" marL="342900" rtl="0" algn="l">
              <a:spcBef>
                <a:spcPts val="400"/>
              </a:spcBef>
              <a:spcAft>
                <a:spcPts val="0"/>
              </a:spcAft>
              <a:buSzPts val="1520"/>
              <a:buChar char="🞇"/>
            </a:pPr>
            <a:r>
              <a:rPr b="1" lang="en-IN" sz="2000"/>
              <a:t>Reusability of Memory space</a:t>
            </a:r>
            <a:endParaRPr/>
          </a:p>
          <a:p>
            <a:pPr indent="-187452" lvl="1" marL="640080" rtl="0" algn="l">
              <a:spcBef>
                <a:spcPts val="360"/>
              </a:spcBef>
              <a:spcAft>
                <a:spcPts val="0"/>
              </a:spcAft>
              <a:buSzPts val="1368"/>
              <a:buNone/>
            </a:pPr>
            <a:r>
              <a:t/>
            </a:r>
            <a:endParaRPr sz="1800"/>
          </a:p>
          <a:p>
            <a:pPr indent="-177800" lvl="0" marL="342900" rtl="0" algn="l">
              <a:spcBef>
                <a:spcPts val="400"/>
              </a:spcBef>
              <a:spcAft>
                <a:spcPts val="0"/>
              </a:spcAft>
              <a:buSzPts val="1520"/>
              <a:buNone/>
            </a:pPr>
            <a:r>
              <a:t/>
            </a:r>
            <a:endParaRPr sz="2000"/>
          </a:p>
        </p:txBody>
      </p:sp>
      <p:sp>
        <p:nvSpPr>
          <p:cNvPr id="335" name="Google Shape;335;p10"/>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336" name="Google Shape;336;p10"/>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337" name="Google Shape;337;p10"/>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11"/>
          <p:cNvSpPr txBox="1"/>
          <p:nvPr>
            <p:ph type="title"/>
          </p:nvPr>
        </p:nvSpPr>
        <p:spPr>
          <a:xfrm>
            <a:off x="611560" y="404664"/>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The malloc() fn</a:t>
            </a:r>
            <a:endParaRPr b="1" sz="3200"/>
          </a:p>
        </p:txBody>
      </p:sp>
      <p:sp>
        <p:nvSpPr>
          <p:cNvPr id="343" name="Google Shape;343;p11"/>
          <p:cNvSpPr txBox="1"/>
          <p:nvPr>
            <p:ph idx="1" type="body"/>
          </p:nvPr>
        </p:nvSpPr>
        <p:spPr>
          <a:xfrm>
            <a:off x="899592" y="1340768"/>
            <a:ext cx="6777317" cy="4752528"/>
          </a:xfrm>
          <a:prstGeom prst="rect">
            <a:avLst/>
          </a:prstGeom>
          <a:noFill/>
          <a:ln>
            <a:noFill/>
          </a:ln>
        </p:spPr>
        <p:txBody>
          <a:bodyPr anchorCtr="0" anchor="t" bIns="45700" lIns="91425" spcFirstLastPara="1" rIns="91425" wrap="square" tIns="45700">
            <a:normAutofit/>
          </a:bodyPr>
          <a:lstStyle/>
          <a:p>
            <a:pPr indent="-177800" lvl="0" marL="342900" rtl="0" algn="l">
              <a:spcBef>
                <a:spcPts val="0"/>
              </a:spcBef>
              <a:spcAft>
                <a:spcPts val="0"/>
              </a:spcAft>
              <a:buSzPts val="1520"/>
              <a:buNone/>
            </a:pPr>
            <a:r>
              <a:t/>
            </a:r>
            <a:endParaRPr b="1" sz="2000"/>
          </a:p>
          <a:p>
            <a:pPr indent="-274320" lvl="0" marL="342900" rtl="0" algn="l">
              <a:spcBef>
                <a:spcPts val="400"/>
              </a:spcBef>
              <a:spcAft>
                <a:spcPts val="0"/>
              </a:spcAft>
              <a:buSzPts val="1520"/>
              <a:buChar char="🞇"/>
            </a:pPr>
            <a:r>
              <a:rPr b="1" lang="en-IN" sz="2000"/>
              <a:t>Allocates a block of memory in bytes</a:t>
            </a:r>
            <a:endParaRPr/>
          </a:p>
          <a:p>
            <a:pPr indent="-177800" lvl="0" marL="342900" rtl="0" algn="l">
              <a:spcBef>
                <a:spcPts val="400"/>
              </a:spcBef>
              <a:spcAft>
                <a:spcPts val="0"/>
              </a:spcAft>
              <a:buSzPts val="1520"/>
              <a:buNone/>
            </a:pPr>
            <a:r>
              <a:t/>
            </a:r>
            <a:endParaRPr sz="2000"/>
          </a:p>
          <a:p>
            <a:pPr indent="-274320" lvl="0" marL="342900" rtl="0" algn="l">
              <a:spcBef>
                <a:spcPts val="400"/>
              </a:spcBef>
              <a:spcAft>
                <a:spcPts val="0"/>
              </a:spcAft>
              <a:buSzPts val="1520"/>
              <a:buChar char="🞇"/>
            </a:pPr>
            <a:r>
              <a:rPr lang="en-IN" sz="2000"/>
              <a:t>The user should </a:t>
            </a:r>
            <a:r>
              <a:rPr b="1" lang="en-IN" sz="2000"/>
              <a:t>explicitly give the block size </a:t>
            </a:r>
            <a:r>
              <a:rPr lang="en-IN" sz="2000"/>
              <a:t>needed.</a:t>
            </a:r>
            <a:endParaRPr/>
          </a:p>
        </p:txBody>
      </p:sp>
      <p:sp>
        <p:nvSpPr>
          <p:cNvPr id="344" name="Google Shape;344;p11"/>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345" name="Google Shape;345;p11"/>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346" name="Google Shape;346;p11"/>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12"/>
          <p:cNvSpPr txBox="1"/>
          <p:nvPr>
            <p:ph type="title"/>
          </p:nvPr>
        </p:nvSpPr>
        <p:spPr>
          <a:xfrm>
            <a:off x="611560" y="404664"/>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The malloc() fn</a:t>
            </a:r>
            <a:endParaRPr b="1" sz="3200"/>
          </a:p>
        </p:txBody>
      </p:sp>
      <p:sp>
        <p:nvSpPr>
          <p:cNvPr id="352" name="Google Shape;352;p12"/>
          <p:cNvSpPr txBox="1"/>
          <p:nvPr>
            <p:ph idx="1" type="body"/>
          </p:nvPr>
        </p:nvSpPr>
        <p:spPr>
          <a:xfrm>
            <a:off x="899592" y="1340768"/>
            <a:ext cx="6777317" cy="4752528"/>
          </a:xfrm>
          <a:prstGeom prst="rect">
            <a:avLst/>
          </a:prstGeom>
          <a:noFill/>
          <a:ln>
            <a:noFill/>
          </a:ln>
        </p:spPr>
        <p:txBody>
          <a:bodyPr anchorCtr="0" anchor="t" bIns="45700" lIns="91425" spcFirstLastPara="1" rIns="91425" wrap="square" tIns="45700">
            <a:normAutofit/>
          </a:bodyPr>
          <a:lstStyle/>
          <a:p>
            <a:pPr indent="-177800" lvl="0" marL="342900" rtl="0" algn="l">
              <a:spcBef>
                <a:spcPts val="0"/>
              </a:spcBef>
              <a:spcAft>
                <a:spcPts val="0"/>
              </a:spcAft>
              <a:buSzPts val="1520"/>
              <a:buNone/>
            </a:pPr>
            <a:r>
              <a:t/>
            </a:r>
            <a:endParaRPr b="1" sz="2000"/>
          </a:p>
          <a:p>
            <a:pPr indent="-274320" lvl="0" marL="342900" rtl="0" algn="l">
              <a:spcBef>
                <a:spcPts val="400"/>
              </a:spcBef>
              <a:spcAft>
                <a:spcPts val="0"/>
              </a:spcAft>
              <a:buSzPts val="1520"/>
              <a:buChar char="🞇"/>
            </a:pPr>
            <a:r>
              <a:rPr b="1" lang="en-IN" sz="2000"/>
              <a:t>Request to the RAM of the system to allocate memory</a:t>
            </a:r>
            <a:r>
              <a:rPr lang="en-IN" sz="2000"/>
              <a:t>,</a:t>
            </a:r>
            <a:endParaRPr/>
          </a:p>
          <a:p>
            <a:pPr indent="-177800" lvl="1" marL="640080" rtl="0" algn="l">
              <a:spcBef>
                <a:spcPts val="400"/>
              </a:spcBef>
              <a:spcAft>
                <a:spcPts val="0"/>
              </a:spcAft>
              <a:buSzPts val="1520"/>
              <a:buNone/>
            </a:pPr>
            <a:r>
              <a:t/>
            </a:r>
            <a:endParaRPr sz="2000"/>
          </a:p>
          <a:p>
            <a:pPr indent="-274320" lvl="1" marL="640080" rtl="0" algn="l">
              <a:spcBef>
                <a:spcPts val="400"/>
              </a:spcBef>
              <a:spcAft>
                <a:spcPts val="0"/>
              </a:spcAft>
              <a:buSzPts val="1520"/>
              <a:buChar char="🞇"/>
            </a:pPr>
            <a:r>
              <a:rPr lang="en-IN" sz="2000"/>
              <a:t>If request is granted returns a pointer to the first block of the memory</a:t>
            </a:r>
            <a:endParaRPr/>
          </a:p>
          <a:p>
            <a:pPr indent="-177800" lvl="1" marL="640080" rtl="0" algn="l">
              <a:spcBef>
                <a:spcPts val="400"/>
              </a:spcBef>
              <a:spcAft>
                <a:spcPts val="0"/>
              </a:spcAft>
              <a:buSzPts val="1520"/>
              <a:buNone/>
            </a:pPr>
            <a:r>
              <a:t/>
            </a:r>
            <a:endParaRPr sz="2000"/>
          </a:p>
          <a:p>
            <a:pPr indent="-274320" lvl="1" marL="640080" rtl="0" algn="l">
              <a:spcBef>
                <a:spcPts val="400"/>
              </a:spcBef>
              <a:spcAft>
                <a:spcPts val="0"/>
              </a:spcAft>
              <a:buSzPts val="1520"/>
              <a:buChar char="🞇"/>
            </a:pPr>
            <a:r>
              <a:rPr lang="en-IN" sz="2000"/>
              <a:t>If it fails, it returns NULL</a:t>
            </a:r>
            <a:endParaRPr/>
          </a:p>
        </p:txBody>
      </p:sp>
      <p:sp>
        <p:nvSpPr>
          <p:cNvPr id="353" name="Google Shape;353;p12"/>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354" name="Google Shape;354;p12"/>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355" name="Google Shape;355;p12"/>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13"/>
          <p:cNvSpPr txBox="1"/>
          <p:nvPr>
            <p:ph type="title"/>
          </p:nvPr>
        </p:nvSpPr>
        <p:spPr>
          <a:xfrm>
            <a:off x="611560" y="404664"/>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The malloc() fn</a:t>
            </a:r>
            <a:endParaRPr b="1" sz="3200"/>
          </a:p>
        </p:txBody>
      </p:sp>
      <p:sp>
        <p:nvSpPr>
          <p:cNvPr id="361" name="Google Shape;361;p13"/>
          <p:cNvSpPr txBox="1"/>
          <p:nvPr>
            <p:ph idx="1" type="body"/>
          </p:nvPr>
        </p:nvSpPr>
        <p:spPr>
          <a:xfrm>
            <a:off x="899592" y="1340768"/>
            <a:ext cx="6777317" cy="4752528"/>
          </a:xfrm>
          <a:prstGeom prst="rect">
            <a:avLst/>
          </a:prstGeom>
          <a:noFill/>
          <a:ln>
            <a:noFill/>
          </a:ln>
        </p:spPr>
        <p:txBody>
          <a:bodyPr anchorCtr="0" anchor="t" bIns="45700" lIns="91425" spcFirstLastPara="1" rIns="91425" wrap="square" tIns="45700">
            <a:normAutofit/>
          </a:bodyPr>
          <a:lstStyle/>
          <a:p>
            <a:pPr indent="-177800" lvl="0" marL="342900" rtl="0" algn="l">
              <a:spcBef>
                <a:spcPts val="0"/>
              </a:spcBef>
              <a:spcAft>
                <a:spcPts val="0"/>
              </a:spcAft>
              <a:buSzPts val="1520"/>
              <a:buNone/>
            </a:pPr>
            <a:r>
              <a:t/>
            </a:r>
            <a:endParaRPr b="1" sz="2000"/>
          </a:p>
          <a:p>
            <a:pPr indent="-274320" lvl="0" marL="342900" rtl="0" algn="l">
              <a:spcBef>
                <a:spcPts val="400"/>
              </a:spcBef>
              <a:spcAft>
                <a:spcPts val="0"/>
              </a:spcAft>
              <a:buSzPts val="1520"/>
              <a:buChar char="🞇"/>
            </a:pPr>
            <a:r>
              <a:rPr b="1" lang="en-IN" sz="2000"/>
              <a:t>The type of pointer is Void, i.e. we can assign it any type of pointer.</a:t>
            </a:r>
            <a:endParaRPr/>
          </a:p>
          <a:p>
            <a:pPr indent="-177800" lvl="0" marL="342900" rtl="0" algn="l">
              <a:spcBef>
                <a:spcPts val="400"/>
              </a:spcBef>
              <a:spcAft>
                <a:spcPts val="0"/>
              </a:spcAft>
              <a:buSzPts val="1520"/>
              <a:buNone/>
            </a:pPr>
            <a:r>
              <a:t/>
            </a:r>
            <a:endParaRPr sz="2000"/>
          </a:p>
          <a:p>
            <a:pPr indent="-274320" lvl="0" marL="342900" rtl="0" algn="l">
              <a:spcBef>
                <a:spcPts val="400"/>
              </a:spcBef>
              <a:spcAft>
                <a:spcPts val="0"/>
              </a:spcAft>
              <a:buSzPts val="1520"/>
              <a:buChar char="🞇"/>
            </a:pPr>
            <a:r>
              <a:rPr lang="en-IN" sz="2000"/>
              <a:t>Available in header file alloc.h or stdlib.h</a:t>
            </a:r>
            <a:endParaRPr sz="2000"/>
          </a:p>
          <a:p>
            <a:pPr indent="-177800" lvl="0" marL="342900" rtl="0" algn="l">
              <a:spcBef>
                <a:spcPts val="400"/>
              </a:spcBef>
              <a:spcAft>
                <a:spcPts val="0"/>
              </a:spcAft>
              <a:buSzPts val="1520"/>
              <a:buNone/>
            </a:pPr>
            <a:r>
              <a:t/>
            </a:r>
            <a:endParaRPr sz="2000"/>
          </a:p>
        </p:txBody>
      </p:sp>
      <p:sp>
        <p:nvSpPr>
          <p:cNvPr id="362" name="Google Shape;362;p13"/>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363" name="Google Shape;363;p13"/>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364" name="Google Shape;364;p13"/>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14"/>
          <p:cNvSpPr txBox="1"/>
          <p:nvPr>
            <p:ph type="title"/>
          </p:nvPr>
        </p:nvSpPr>
        <p:spPr>
          <a:xfrm>
            <a:off x="611560" y="404664"/>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The mallloc() fn</a:t>
            </a:r>
            <a:endParaRPr b="1" sz="3200"/>
          </a:p>
        </p:txBody>
      </p:sp>
      <p:sp>
        <p:nvSpPr>
          <p:cNvPr id="370" name="Google Shape;370;p14"/>
          <p:cNvSpPr txBox="1"/>
          <p:nvPr>
            <p:ph idx="1" type="body"/>
          </p:nvPr>
        </p:nvSpPr>
        <p:spPr>
          <a:xfrm>
            <a:off x="899592" y="1340768"/>
            <a:ext cx="6777317" cy="4752528"/>
          </a:xfrm>
          <a:prstGeom prst="rect">
            <a:avLst/>
          </a:prstGeom>
          <a:noFill/>
          <a:ln>
            <a:noFill/>
          </a:ln>
        </p:spPr>
        <p:txBody>
          <a:bodyPr anchorCtr="0" anchor="t" bIns="45700" lIns="91425" spcFirstLastPara="1" rIns="91425" wrap="square" tIns="45700">
            <a:normAutofit/>
          </a:bodyPr>
          <a:lstStyle/>
          <a:p>
            <a:pPr indent="-177800" lvl="0" marL="342900" rtl="0" algn="l">
              <a:spcBef>
                <a:spcPts val="0"/>
              </a:spcBef>
              <a:spcAft>
                <a:spcPts val="0"/>
              </a:spcAft>
              <a:buSzPts val="1520"/>
              <a:buNone/>
            </a:pPr>
            <a:r>
              <a:t/>
            </a:r>
            <a:endParaRPr b="1" sz="2000"/>
          </a:p>
          <a:p>
            <a:pPr indent="-274319" lvl="0" marL="342900" rtl="0" algn="l">
              <a:spcBef>
                <a:spcPts val="560"/>
              </a:spcBef>
              <a:spcAft>
                <a:spcPts val="0"/>
              </a:spcAft>
              <a:buSzPts val="2128"/>
              <a:buChar char="🞇"/>
            </a:pPr>
            <a:r>
              <a:rPr b="1" lang="en-IN" sz="2800"/>
              <a:t>Syntax-</a:t>
            </a:r>
            <a:endParaRPr/>
          </a:p>
          <a:p>
            <a:pPr indent="0" lvl="0" marL="68580" rtl="0" algn="l">
              <a:spcBef>
                <a:spcPts val="560"/>
              </a:spcBef>
              <a:spcAft>
                <a:spcPts val="0"/>
              </a:spcAft>
              <a:buSzPts val="2128"/>
              <a:buNone/>
            </a:pPr>
            <a:r>
              <a:rPr b="1" lang="en-IN" sz="2800"/>
              <a:t> 		ptr_var=(type_cast*)malloc(size)</a:t>
            </a:r>
            <a:endParaRPr/>
          </a:p>
          <a:p>
            <a:pPr indent="0" lvl="0" marL="68580" rtl="0" algn="l">
              <a:spcBef>
                <a:spcPts val="560"/>
              </a:spcBef>
              <a:spcAft>
                <a:spcPts val="0"/>
              </a:spcAft>
              <a:buSzPts val="2128"/>
              <a:buNone/>
            </a:pPr>
            <a:r>
              <a:t/>
            </a:r>
            <a:endParaRPr b="1" sz="2800"/>
          </a:p>
        </p:txBody>
      </p:sp>
      <p:sp>
        <p:nvSpPr>
          <p:cNvPr id="371" name="Google Shape;371;p14"/>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372" name="Google Shape;372;p14"/>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373" name="Google Shape;373;p14"/>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15"/>
          <p:cNvSpPr txBox="1"/>
          <p:nvPr>
            <p:ph type="title"/>
          </p:nvPr>
        </p:nvSpPr>
        <p:spPr>
          <a:xfrm>
            <a:off x="611560" y="404664"/>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The mallloc() fn</a:t>
            </a:r>
            <a:endParaRPr b="1" sz="3200"/>
          </a:p>
        </p:txBody>
      </p:sp>
      <p:sp>
        <p:nvSpPr>
          <p:cNvPr id="379" name="Google Shape;379;p15"/>
          <p:cNvSpPr txBox="1"/>
          <p:nvPr>
            <p:ph idx="1" type="body"/>
          </p:nvPr>
        </p:nvSpPr>
        <p:spPr>
          <a:xfrm>
            <a:off x="899592" y="1340768"/>
            <a:ext cx="6777317" cy="4752528"/>
          </a:xfrm>
          <a:prstGeom prst="rect">
            <a:avLst/>
          </a:prstGeom>
          <a:noFill/>
          <a:ln>
            <a:noFill/>
          </a:ln>
        </p:spPr>
        <p:txBody>
          <a:bodyPr anchorCtr="0" anchor="t" bIns="45700" lIns="91425" spcFirstLastPara="1" rIns="91425" wrap="square" tIns="45700">
            <a:normAutofit/>
          </a:bodyPr>
          <a:lstStyle/>
          <a:p>
            <a:pPr indent="-177800" lvl="0" marL="342900" rtl="0" algn="l">
              <a:spcBef>
                <a:spcPts val="0"/>
              </a:spcBef>
              <a:spcAft>
                <a:spcPts val="0"/>
              </a:spcAft>
              <a:buSzPts val="1520"/>
              <a:buNone/>
            </a:pPr>
            <a:r>
              <a:t/>
            </a:r>
            <a:endParaRPr b="1" sz="2000"/>
          </a:p>
          <a:p>
            <a:pPr indent="-274320" lvl="0" marL="342900" rtl="0" algn="l">
              <a:spcBef>
                <a:spcPts val="400"/>
              </a:spcBef>
              <a:spcAft>
                <a:spcPts val="0"/>
              </a:spcAft>
              <a:buSzPts val="1520"/>
              <a:buChar char="🞇"/>
            </a:pPr>
            <a:r>
              <a:rPr b="1" lang="en-IN" sz="2000"/>
              <a:t>Syntax-</a:t>
            </a:r>
            <a:endParaRPr/>
          </a:p>
          <a:p>
            <a:pPr indent="0" lvl="0" marL="68580" rtl="0" algn="l">
              <a:spcBef>
                <a:spcPts val="400"/>
              </a:spcBef>
              <a:spcAft>
                <a:spcPts val="0"/>
              </a:spcAft>
              <a:buSzPts val="1520"/>
              <a:buNone/>
            </a:pPr>
            <a:r>
              <a:rPr b="1" lang="en-IN" sz="2000"/>
              <a:t> 		ptr_var=(type_cast*)malloc(size)</a:t>
            </a:r>
            <a:endParaRPr/>
          </a:p>
          <a:p>
            <a:pPr indent="0" lvl="0" marL="68580" rtl="0" algn="l">
              <a:spcBef>
                <a:spcPts val="400"/>
              </a:spcBef>
              <a:spcAft>
                <a:spcPts val="0"/>
              </a:spcAft>
              <a:buSzPts val="1520"/>
              <a:buNone/>
            </a:pPr>
            <a:r>
              <a:t/>
            </a:r>
            <a:endParaRPr b="1" sz="2000"/>
          </a:p>
          <a:p>
            <a:pPr indent="-274320" lvl="0" marL="342900" rtl="0" algn="l">
              <a:spcBef>
                <a:spcPts val="360"/>
              </a:spcBef>
              <a:spcAft>
                <a:spcPts val="0"/>
              </a:spcAft>
              <a:buSzPts val="1368"/>
              <a:buChar char="🞇"/>
            </a:pPr>
            <a:r>
              <a:rPr lang="en-IN" sz="1800"/>
              <a:t>ptr_var = name of pointer that holds the starting address of allocated memory block</a:t>
            </a:r>
            <a:endParaRPr/>
          </a:p>
          <a:p>
            <a:pPr indent="-274320" lvl="0" marL="342900" rtl="0" algn="l">
              <a:spcBef>
                <a:spcPts val="360"/>
              </a:spcBef>
              <a:spcAft>
                <a:spcPts val="0"/>
              </a:spcAft>
              <a:buSzPts val="1368"/>
              <a:buChar char="🞇"/>
            </a:pPr>
            <a:r>
              <a:rPr lang="en-IN" sz="1800"/>
              <a:t>type_cast* = is the data type into which the returned pointer is to be converted</a:t>
            </a:r>
            <a:endParaRPr/>
          </a:p>
          <a:p>
            <a:pPr indent="-274320" lvl="0" marL="342900" rtl="0" algn="l">
              <a:spcBef>
                <a:spcPts val="360"/>
              </a:spcBef>
              <a:spcAft>
                <a:spcPts val="0"/>
              </a:spcAft>
              <a:buSzPts val="1368"/>
              <a:buChar char="🞇"/>
            </a:pPr>
            <a:r>
              <a:rPr lang="en-IN" sz="1800"/>
              <a:t>Size = size of allocated memory block in bytes</a:t>
            </a:r>
            <a:endParaRPr/>
          </a:p>
          <a:p>
            <a:pPr indent="-187452" lvl="0" marL="342900" rtl="0" algn="l">
              <a:spcBef>
                <a:spcPts val="360"/>
              </a:spcBef>
              <a:spcAft>
                <a:spcPts val="0"/>
              </a:spcAft>
              <a:buSzPts val="1368"/>
              <a:buNone/>
            </a:pPr>
            <a:r>
              <a:t/>
            </a:r>
            <a:endParaRPr sz="1800"/>
          </a:p>
        </p:txBody>
      </p:sp>
      <p:sp>
        <p:nvSpPr>
          <p:cNvPr id="380" name="Google Shape;380;p15"/>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381" name="Google Shape;381;p15"/>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382" name="Google Shape;382;p15"/>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16"/>
          <p:cNvSpPr txBox="1"/>
          <p:nvPr>
            <p:ph type="title"/>
          </p:nvPr>
        </p:nvSpPr>
        <p:spPr>
          <a:xfrm>
            <a:off x="611560" y="404664"/>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The mallloc() fn</a:t>
            </a:r>
            <a:endParaRPr b="1" sz="3200"/>
          </a:p>
        </p:txBody>
      </p:sp>
      <p:sp>
        <p:nvSpPr>
          <p:cNvPr id="388" name="Google Shape;388;p16"/>
          <p:cNvSpPr txBox="1"/>
          <p:nvPr>
            <p:ph idx="1" type="body"/>
          </p:nvPr>
        </p:nvSpPr>
        <p:spPr>
          <a:xfrm>
            <a:off x="899592" y="1340768"/>
            <a:ext cx="6777317" cy="4752528"/>
          </a:xfrm>
          <a:prstGeom prst="rect">
            <a:avLst/>
          </a:prstGeom>
          <a:noFill/>
          <a:ln>
            <a:noFill/>
          </a:ln>
        </p:spPr>
        <p:txBody>
          <a:bodyPr anchorCtr="0" anchor="t" bIns="45700" lIns="91425" spcFirstLastPara="1" rIns="91425" wrap="square" tIns="45700">
            <a:normAutofit/>
          </a:bodyPr>
          <a:lstStyle/>
          <a:p>
            <a:pPr indent="-177800" lvl="0" marL="342900" rtl="0" algn="l">
              <a:spcBef>
                <a:spcPts val="0"/>
              </a:spcBef>
              <a:spcAft>
                <a:spcPts val="0"/>
              </a:spcAft>
              <a:buSzPts val="1520"/>
              <a:buNone/>
            </a:pPr>
            <a:r>
              <a:t/>
            </a:r>
            <a:endParaRPr b="1" sz="2000"/>
          </a:p>
          <a:p>
            <a:pPr indent="0" lvl="0" marL="68580" rtl="0" algn="l">
              <a:spcBef>
                <a:spcPts val="480"/>
              </a:spcBef>
              <a:spcAft>
                <a:spcPts val="0"/>
              </a:spcAft>
              <a:buSzPts val="1824"/>
              <a:buNone/>
            </a:pPr>
            <a:r>
              <a:rPr b="1" lang="en-IN"/>
              <a:t>Eg-</a:t>
            </a:r>
            <a:endParaRPr/>
          </a:p>
          <a:p>
            <a:pPr indent="0" lvl="0" marL="68580" rtl="0" algn="l">
              <a:spcBef>
                <a:spcPts val="480"/>
              </a:spcBef>
              <a:spcAft>
                <a:spcPts val="0"/>
              </a:spcAft>
              <a:buSzPts val="1824"/>
              <a:buNone/>
            </a:pPr>
            <a:r>
              <a:rPr b="1" lang="en-IN"/>
              <a:t>		int *ptr;</a:t>
            </a:r>
            <a:endParaRPr/>
          </a:p>
          <a:p>
            <a:pPr indent="0" lvl="0" marL="68580" rtl="0" algn="l">
              <a:spcBef>
                <a:spcPts val="480"/>
              </a:spcBef>
              <a:spcAft>
                <a:spcPts val="0"/>
              </a:spcAft>
              <a:buSzPts val="1824"/>
              <a:buNone/>
            </a:pPr>
            <a:r>
              <a:rPr b="1" lang="en-IN"/>
              <a:t>		ptr=(int *)malloc(10*sizeof(int));</a:t>
            </a:r>
            <a:endParaRPr/>
          </a:p>
        </p:txBody>
      </p:sp>
      <p:sp>
        <p:nvSpPr>
          <p:cNvPr id="389" name="Google Shape;389;p16"/>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390" name="Google Shape;390;p16"/>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391" name="Google Shape;391;p16"/>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17"/>
          <p:cNvSpPr txBox="1"/>
          <p:nvPr>
            <p:ph type="title"/>
          </p:nvPr>
        </p:nvSpPr>
        <p:spPr>
          <a:xfrm>
            <a:off x="611560" y="404664"/>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The mallloc() fn</a:t>
            </a:r>
            <a:endParaRPr b="1" sz="3200"/>
          </a:p>
        </p:txBody>
      </p:sp>
      <p:sp>
        <p:nvSpPr>
          <p:cNvPr id="397" name="Google Shape;397;p17"/>
          <p:cNvSpPr txBox="1"/>
          <p:nvPr>
            <p:ph idx="1" type="body"/>
          </p:nvPr>
        </p:nvSpPr>
        <p:spPr>
          <a:xfrm>
            <a:off x="899592" y="1340768"/>
            <a:ext cx="6777317" cy="4752528"/>
          </a:xfrm>
          <a:prstGeom prst="rect">
            <a:avLst/>
          </a:prstGeom>
          <a:noFill/>
          <a:ln>
            <a:noFill/>
          </a:ln>
        </p:spPr>
        <p:txBody>
          <a:bodyPr anchorCtr="0" anchor="t" bIns="45700" lIns="91425" spcFirstLastPara="1" rIns="91425" wrap="square" tIns="45700">
            <a:normAutofit/>
          </a:bodyPr>
          <a:lstStyle/>
          <a:p>
            <a:pPr indent="-177800" lvl="0" marL="342900" rtl="0" algn="l">
              <a:spcBef>
                <a:spcPts val="0"/>
              </a:spcBef>
              <a:spcAft>
                <a:spcPts val="0"/>
              </a:spcAft>
              <a:buSzPts val="1520"/>
              <a:buNone/>
            </a:pPr>
            <a:r>
              <a:t/>
            </a:r>
            <a:endParaRPr b="1" sz="2000"/>
          </a:p>
          <a:p>
            <a:pPr indent="0" lvl="0" marL="68580" rtl="0" algn="l">
              <a:spcBef>
                <a:spcPts val="400"/>
              </a:spcBef>
              <a:spcAft>
                <a:spcPts val="0"/>
              </a:spcAft>
              <a:buSzPts val="1520"/>
              <a:buNone/>
            </a:pPr>
            <a:r>
              <a:rPr b="1" lang="en-IN" sz="2000"/>
              <a:t>Eg-</a:t>
            </a:r>
            <a:endParaRPr/>
          </a:p>
          <a:p>
            <a:pPr indent="0" lvl="0" marL="68580" rtl="0" algn="l">
              <a:spcBef>
                <a:spcPts val="400"/>
              </a:spcBef>
              <a:spcAft>
                <a:spcPts val="0"/>
              </a:spcAft>
              <a:buSzPts val="1520"/>
              <a:buNone/>
            </a:pPr>
            <a:r>
              <a:rPr b="1" lang="en-IN" sz="2000"/>
              <a:t>		int *ptr;</a:t>
            </a:r>
            <a:endParaRPr/>
          </a:p>
          <a:p>
            <a:pPr indent="0" lvl="0" marL="68580" rtl="0" algn="l">
              <a:spcBef>
                <a:spcPts val="400"/>
              </a:spcBef>
              <a:spcAft>
                <a:spcPts val="0"/>
              </a:spcAft>
              <a:buSzPts val="1520"/>
              <a:buNone/>
            </a:pPr>
            <a:r>
              <a:rPr b="1" lang="en-IN" sz="2000"/>
              <a:t>		ptr=(int *)malloc(10*sizeof(int));</a:t>
            </a:r>
            <a:endParaRPr/>
          </a:p>
          <a:p>
            <a:pPr indent="-187452" lvl="0" marL="342900" rtl="0" algn="l">
              <a:spcBef>
                <a:spcPts val="360"/>
              </a:spcBef>
              <a:spcAft>
                <a:spcPts val="0"/>
              </a:spcAft>
              <a:buSzPts val="1368"/>
              <a:buNone/>
            </a:pPr>
            <a:r>
              <a:t/>
            </a:r>
            <a:endParaRPr sz="1800"/>
          </a:p>
          <a:p>
            <a:pPr indent="-187452" lvl="0" marL="342900" rtl="0" algn="l">
              <a:spcBef>
                <a:spcPts val="360"/>
              </a:spcBef>
              <a:spcAft>
                <a:spcPts val="0"/>
              </a:spcAft>
              <a:buSzPts val="1368"/>
              <a:buNone/>
            </a:pPr>
            <a:r>
              <a:t/>
            </a:r>
            <a:endParaRPr sz="1800"/>
          </a:p>
          <a:p>
            <a:pPr indent="-274320" lvl="0" marL="342900" rtl="0" algn="l">
              <a:spcBef>
                <a:spcPts val="360"/>
              </a:spcBef>
              <a:spcAft>
                <a:spcPts val="0"/>
              </a:spcAft>
              <a:buSzPts val="1368"/>
              <a:buChar char="🞇"/>
            </a:pPr>
            <a:r>
              <a:rPr lang="en-IN" sz="1800"/>
              <a:t>Size of int=2bytes </a:t>
            </a:r>
            <a:endParaRPr/>
          </a:p>
          <a:p>
            <a:pPr indent="-274320" lvl="0" marL="342900" rtl="0" algn="l">
              <a:spcBef>
                <a:spcPts val="360"/>
              </a:spcBef>
              <a:spcAft>
                <a:spcPts val="0"/>
              </a:spcAft>
              <a:buSzPts val="1368"/>
              <a:buChar char="🞇"/>
            </a:pPr>
            <a:r>
              <a:rPr lang="en-IN" sz="1800"/>
              <a:t>So 20 bytes are allocated, </a:t>
            </a:r>
            <a:endParaRPr/>
          </a:p>
          <a:p>
            <a:pPr indent="-274320" lvl="0" marL="342900" rtl="0" algn="l">
              <a:spcBef>
                <a:spcPts val="360"/>
              </a:spcBef>
              <a:spcAft>
                <a:spcPts val="0"/>
              </a:spcAft>
              <a:buSzPts val="1368"/>
              <a:buChar char="🞇"/>
            </a:pPr>
            <a:r>
              <a:rPr lang="en-IN" sz="1800"/>
              <a:t>Void pointer is casted into int and assigned to ptr</a:t>
            </a:r>
            <a:endParaRPr sz="1800"/>
          </a:p>
        </p:txBody>
      </p:sp>
      <p:sp>
        <p:nvSpPr>
          <p:cNvPr id="398" name="Google Shape;398;p17"/>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399" name="Google Shape;399;p17"/>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400" name="Google Shape;400;p17"/>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18"/>
          <p:cNvSpPr txBox="1"/>
          <p:nvPr>
            <p:ph type="title"/>
          </p:nvPr>
        </p:nvSpPr>
        <p:spPr>
          <a:xfrm>
            <a:off x="611560" y="404664"/>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The mallloc() fn</a:t>
            </a:r>
            <a:endParaRPr b="1" sz="3200"/>
          </a:p>
        </p:txBody>
      </p:sp>
      <p:sp>
        <p:nvSpPr>
          <p:cNvPr id="406" name="Google Shape;406;p18"/>
          <p:cNvSpPr txBox="1"/>
          <p:nvPr>
            <p:ph idx="1" type="body"/>
          </p:nvPr>
        </p:nvSpPr>
        <p:spPr>
          <a:xfrm>
            <a:off x="899592" y="1340768"/>
            <a:ext cx="7488832" cy="4752528"/>
          </a:xfrm>
          <a:prstGeom prst="rect">
            <a:avLst/>
          </a:prstGeom>
          <a:noFill/>
          <a:ln>
            <a:noFill/>
          </a:ln>
        </p:spPr>
        <p:txBody>
          <a:bodyPr anchorCtr="0" anchor="t" bIns="45700" lIns="91425" spcFirstLastPara="1" rIns="91425" wrap="square" tIns="45700">
            <a:normAutofit/>
          </a:bodyPr>
          <a:lstStyle/>
          <a:p>
            <a:pPr indent="-177800" lvl="0" marL="342900" rtl="0" algn="l">
              <a:spcBef>
                <a:spcPts val="0"/>
              </a:spcBef>
              <a:spcAft>
                <a:spcPts val="0"/>
              </a:spcAft>
              <a:buSzPts val="1520"/>
              <a:buNone/>
            </a:pPr>
            <a:r>
              <a:t/>
            </a:r>
            <a:endParaRPr b="1" sz="2000"/>
          </a:p>
          <a:p>
            <a:pPr indent="0" lvl="0" marL="68580" rtl="0" algn="l">
              <a:spcBef>
                <a:spcPts val="480"/>
              </a:spcBef>
              <a:spcAft>
                <a:spcPts val="0"/>
              </a:spcAft>
              <a:buSzPts val="1824"/>
              <a:buNone/>
            </a:pPr>
            <a:r>
              <a:rPr b="1" lang="en-IN"/>
              <a:t>Eg-</a:t>
            </a:r>
            <a:endParaRPr b="1"/>
          </a:p>
          <a:p>
            <a:pPr indent="0" lvl="0" marL="68580" rtl="0" algn="l">
              <a:spcBef>
                <a:spcPts val="480"/>
              </a:spcBef>
              <a:spcAft>
                <a:spcPts val="0"/>
              </a:spcAft>
              <a:buSzPts val="1824"/>
              <a:buNone/>
            </a:pPr>
            <a:r>
              <a:rPr b="1" lang="en-IN"/>
              <a:t>		char *ptr;</a:t>
            </a:r>
            <a:endParaRPr/>
          </a:p>
          <a:p>
            <a:pPr indent="0" lvl="0" marL="68580" rtl="0" algn="l">
              <a:spcBef>
                <a:spcPts val="480"/>
              </a:spcBef>
              <a:spcAft>
                <a:spcPts val="0"/>
              </a:spcAft>
              <a:buSzPts val="1824"/>
              <a:buNone/>
            </a:pPr>
            <a:r>
              <a:rPr b="1" lang="en-IN"/>
              <a:t>		ptr=(char *)malloc(10*sizeof(char));</a:t>
            </a:r>
            <a:endParaRPr/>
          </a:p>
        </p:txBody>
      </p:sp>
      <p:sp>
        <p:nvSpPr>
          <p:cNvPr id="407" name="Google Shape;407;p18"/>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408" name="Google Shape;408;p18"/>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409" name="Google Shape;409;p18"/>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19"/>
          <p:cNvSpPr txBox="1"/>
          <p:nvPr>
            <p:ph type="title"/>
          </p:nvPr>
        </p:nvSpPr>
        <p:spPr>
          <a:xfrm>
            <a:off x="611560" y="1052736"/>
            <a:ext cx="7848872"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The mallloc() fn- Usage in Linked List</a:t>
            </a:r>
            <a:endParaRPr b="1" sz="3200"/>
          </a:p>
        </p:txBody>
      </p:sp>
      <p:sp>
        <p:nvSpPr>
          <p:cNvPr id="415" name="Google Shape;415;p19"/>
          <p:cNvSpPr txBox="1"/>
          <p:nvPr>
            <p:ph idx="1" type="body"/>
          </p:nvPr>
        </p:nvSpPr>
        <p:spPr>
          <a:xfrm>
            <a:off x="971600" y="1340768"/>
            <a:ext cx="7416824" cy="4752528"/>
          </a:xfrm>
          <a:prstGeom prst="rect">
            <a:avLst/>
          </a:prstGeom>
          <a:noFill/>
          <a:ln>
            <a:noFill/>
          </a:ln>
        </p:spPr>
        <p:txBody>
          <a:bodyPr anchorCtr="0" anchor="t" bIns="45700" lIns="91425" spcFirstLastPara="1" rIns="91425" wrap="square" tIns="45700">
            <a:normAutofit/>
          </a:bodyPr>
          <a:lstStyle/>
          <a:p>
            <a:pPr indent="-177800" lvl="0" marL="342900" rtl="0" algn="l">
              <a:spcBef>
                <a:spcPts val="0"/>
              </a:spcBef>
              <a:spcAft>
                <a:spcPts val="0"/>
              </a:spcAft>
              <a:buSzPts val="1520"/>
              <a:buNone/>
            </a:pPr>
            <a:r>
              <a:t/>
            </a:r>
            <a:endParaRPr b="1" sz="2000"/>
          </a:p>
          <a:p>
            <a:pPr indent="0" lvl="0" marL="68580" rtl="0" algn="l">
              <a:spcBef>
                <a:spcPts val="400"/>
              </a:spcBef>
              <a:spcAft>
                <a:spcPts val="0"/>
              </a:spcAft>
              <a:buSzPts val="1520"/>
              <a:buNone/>
            </a:pPr>
            <a:r>
              <a:rPr b="1" lang="en-IN" sz="2000"/>
              <a:t>Eg-</a:t>
            </a:r>
            <a:endParaRPr/>
          </a:p>
          <a:p>
            <a:pPr indent="0" lvl="0" marL="68580" rtl="0" algn="l">
              <a:spcBef>
                <a:spcPts val="400"/>
              </a:spcBef>
              <a:spcAft>
                <a:spcPts val="0"/>
              </a:spcAft>
              <a:buSzPts val="1520"/>
              <a:buNone/>
            </a:pPr>
            <a:r>
              <a:rPr b="1" lang="en-IN" sz="2000"/>
              <a:t>struct student;</a:t>
            </a:r>
            <a:endParaRPr/>
          </a:p>
          <a:p>
            <a:pPr indent="0" lvl="0" marL="68580" rtl="0" algn="l">
              <a:spcBef>
                <a:spcPts val="400"/>
              </a:spcBef>
              <a:spcAft>
                <a:spcPts val="0"/>
              </a:spcAft>
              <a:buSzPts val="1520"/>
              <a:buNone/>
            </a:pPr>
            <a:r>
              <a:rPr b="1" lang="en-IN" sz="2000"/>
              <a:t>{</a:t>
            </a:r>
            <a:endParaRPr/>
          </a:p>
          <a:p>
            <a:pPr indent="0" lvl="0" marL="68580" rtl="0" algn="l">
              <a:spcBef>
                <a:spcPts val="400"/>
              </a:spcBef>
              <a:spcAft>
                <a:spcPts val="0"/>
              </a:spcAft>
              <a:buSzPts val="1520"/>
              <a:buNone/>
            </a:pPr>
            <a:r>
              <a:rPr b="1" lang="en-IN" sz="2000"/>
              <a:t>	int roll_no;</a:t>
            </a:r>
            <a:endParaRPr/>
          </a:p>
          <a:p>
            <a:pPr indent="0" lvl="0" marL="68580" rtl="0" algn="l">
              <a:spcBef>
                <a:spcPts val="400"/>
              </a:spcBef>
              <a:spcAft>
                <a:spcPts val="0"/>
              </a:spcAft>
              <a:buSzPts val="1520"/>
              <a:buNone/>
            </a:pPr>
            <a:r>
              <a:rPr b="1" lang="en-IN" sz="2000"/>
              <a:t>	char name[30];</a:t>
            </a:r>
            <a:endParaRPr/>
          </a:p>
          <a:p>
            <a:pPr indent="0" lvl="0" marL="68580" rtl="0" algn="l">
              <a:spcBef>
                <a:spcPts val="400"/>
              </a:spcBef>
              <a:spcAft>
                <a:spcPts val="0"/>
              </a:spcAft>
              <a:buSzPts val="1520"/>
              <a:buNone/>
            </a:pPr>
            <a:r>
              <a:rPr b="1" lang="en-IN" sz="2000"/>
              <a:t>	float percentage;</a:t>
            </a:r>
            <a:endParaRPr/>
          </a:p>
          <a:p>
            <a:pPr indent="0" lvl="0" marL="68580" rtl="0" algn="l">
              <a:spcBef>
                <a:spcPts val="400"/>
              </a:spcBef>
              <a:spcAft>
                <a:spcPts val="0"/>
              </a:spcAft>
              <a:buSzPts val="1520"/>
              <a:buNone/>
            </a:pPr>
            <a:r>
              <a:rPr b="1" lang="en-IN" sz="2000"/>
              <a:t>};</a:t>
            </a:r>
            <a:endParaRPr/>
          </a:p>
          <a:p>
            <a:pPr indent="0" lvl="0" marL="68580" rtl="0" algn="l">
              <a:spcBef>
                <a:spcPts val="400"/>
              </a:spcBef>
              <a:spcAft>
                <a:spcPts val="0"/>
              </a:spcAft>
              <a:buSzPts val="1520"/>
              <a:buNone/>
            </a:pPr>
            <a:r>
              <a:rPr b="1" lang="en-IN" sz="2000"/>
              <a:t>struct student *st_ptr;</a:t>
            </a:r>
            <a:endParaRPr/>
          </a:p>
          <a:p>
            <a:pPr indent="0" lvl="0" marL="68580" rtl="0" algn="l">
              <a:spcBef>
                <a:spcPts val="400"/>
              </a:spcBef>
              <a:spcAft>
                <a:spcPts val="0"/>
              </a:spcAft>
              <a:buSzPts val="1520"/>
              <a:buNone/>
            </a:pPr>
            <a:r>
              <a:rPr b="1" lang="en-IN" sz="2000"/>
              <a:t>st_ptr=(struct student *)malloc(10*sizeof(struct student));</a:t>
            </a:r>
            <a:endParaRPr/>
          </a:p>
        </p:txBody>
      </p:sp>
      <p:sp>
        <p:nvSpPr>
          <p:cNvPr id="416" name="Google Shape;416;p19"/>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417" name="Google Shape;417;p19"/>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418" name="Google Shape;418;p19"/>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20"/>
          <p:cNvSpPr txBox="1"/>
          <p:nvPr>
            <p:ph type="title"/>
          </p:nvPr>
        </p:nvSpPr>
        <p:spPr>
          <a:xfrm>
            <a:off x="611560" y="404664"/>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The callloc() fn</a:t>
            </a:r>
            <a:endParaRPr b="1" sz="3200"/>
          </a:p>
        </p:txBody>
      </p:sp>
      <p:sp>
        <p:nvSpPr>
          <p:cNvPr id="424" name="Google Shape;424;p20"/>
          <p:cNvSpPr txBox="1"/>
          <p:nvPr>
            <p:ph idx="1" type="body"/>
          </p:nvPr>
        </p:nvSpPr>
        <p:spPr>
          <a:xfrm>
            <a:off x="899592" y="1340768"/>
            <a:ext cx="6777317" cy="4752528"/>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Similar to malloc</a:t>
            </a:r>
            <a:endParaRPr sz="2000"/>
          </a:p>
          <a:p>
            <a:pPr indent="-274320" lvl="1" marL="640080" rtl="0" algn="l">
              <a:spcBef>
                <a:spcPts val="360"/>
              </a:spcBef>
              <a:spcAft>
                <a:spcPts val="0"/>
              </a:spcAft>
              <a:buSzPts val="1368"/>
              <a:buChar char="🞇"/>
            </a:pPr>
            <a:r>
              <a:rPr lang="en-IN" sz="1800"/>
              <a:t>It neds two arguments as against one argument in malloc() fn</a:t>
            </a:r>
            <a:endParaRPr sz="1800"/>
          </a:p>
          <a:p>
            <a:pPr indent="0" lvl="0" marL="68580" rtl="0" algn="l">
              <a:spcBef>
                <a:spcPts val="400"/>
              </a:spcBef>
              <a:spcAft>
                <a:spcPts val="0"/>
              </a:spcAft>
              <a:buSzPts val="1520"/>
              <a:buNone/>
            </a:pPr>
            <a:r>
              <a:rPr b="1" lang="en-IN" sz="2000"/>
              <a:t>Eg-</a:t>
            </a:r>
            <a:endParaRPr/>
          </a:p>
          <a:p>
            <a:pPr indent="0" lvl="0" marL="68580" rtl="0" algn="l">
              <a:spcBef>
                <a:spcPts val="400"/>
              </a:spcBef>
              <a:spcAft>
                <a:spcPts val="0"/>
              </a:spcAft>
              <a:buSzPts val="1520"/>
              <a:buNone/>
            </a:pPr>
            <a:r>
              <a:rPr b="1" lang="en-IN" sz="2000"/>
              <a:t>		int *ptr;</a:t>
            </a:r>
            <a:endParaRPr/>
          </a:p>
          <a:p>
            <a:pPr indent="0" lvl="0" marL="68580" rtl="0" algn="l">
              <a:spcBef>
                <a:spcPts val="400"/>
              </a:spcBef>
              <a:spcAft>
                <a:spcPts val="0"/>
              </a:spcAft>
              <a:buSzPts val="1520"/>
              <a:buNone/>
            </a:pPr>
            <a:r>
              <a:rPr b="1" lang="en-IN" sz="2000"/>
              <a:t>		ptr=(int *)calloc(10,2));</a:t>
            </a:r>
            <a:endParaRPr sz="2000"/>
          </a:p>
          <a:p>
            <a:pPr indent="0" lvl="0" marL="68580" rtl="0" algn="l">
              <a:spcBef>
                <a:spcPts val="400"/>
              </a:spcBef>
              <a:spcAft>
                <a:spcPts val="0"/>
              </a:spcAft>
              <a:buSzPts val="1520"/>
              <a:buNone/>
            </a:pPr>
            <a:r>
              <a:rPr lang="en-IN" sz="2000"/>
              <a:t>1</a:t>
            </a:r>
            <a:r>
              <a:rPr baseline="30000" lang="en-IN" sz="2000"/>
              <a:t>st</a:t>
            </a:r>
            <a:r>
              <a:rPr lang="en-IN" sz="2000"/>
              <a:t> argument=no of elements</a:t>
            </a:r>
            <a:endParaRPr/>
          </a:p>
          <a:p>
            <a:pPr indent="0" lvl="0" marL="68580" rtl="0" algn="l">
              <a:spcBef>
                <a:spcPts val="400"/>
              </a:spcBef>
              <a:spcAft>
                <a:spcPts val="0"/>
              </a:spcAft>
              <a:buSzPts val="1520"/>
              <a:buNone/>
            </a:pPr>
            <a:r>
              <a:rPr lang="en-IN" sz="2000"/>
              <a:t>2</a:t>
            </a:r>
            <a:r>
              <a:rPr baseline="30000" lang="en-IN" sz="2000"/>
              <a:t>nd</a:t>
            </a:r>
            <a:r>
              <a:rPr lang="en-IN" sz="2000"/>
              <a:t> argument=size of data type in bytes</a:t>
            </a:r>
            <a:endParaRPr/>
          </a:p>
          <a:p>
            <a:pPr indent="-177800" lvl="0" marL="342900" rtl="0" algn="l">
              <a:spcBef>
                <a:spcPts val="0"/>
              </a:spcBef>
              <a:spcAft>
                <a:spcPts val="0"/>
              </a:spcAft>
              <a:buClr>
                <a:schemeClr val="dk1"/>
              </a:buClr>
              <a:buSzPts val="1520"/>
              <a:buFont typeface="Arial"/>
              <a:buNone/>
            </a:pPr>
            <a:r>
              <a:t/>
            </a:r>
            <a:endParaRPr sz="2000"/>
          </a:p>
          <a:p>
            <a:pPr indent="-274320" lvl="0" marL="342900" rtl="0" algn="l">
              <a:spcBef>
                <a:spcPts val="400"/>
              </a:spcBef>
              <a:spcAft>
                <a:spcPts val="0"/>
              </a:spcAft>
              <a:buSzPts val="1520"/>
              <a:buChar char="🞇"/>
            </a:pPr>
            <a:r>
              <a:rPr lang="en-IN" sz="2000"/>
              <a:t>Available in header file alloc.h or stdlib.h</a:t>
            </a:r>
            <a:endParaRPr sz="2000"/>
          </a:p>
          <a:p>
            <a:pPr indent="-177800" lvl="0" marL="342900" rtl="0" algn="l">
              <a:spcBef>
                <a:spcPts val="400"/>
              </a:spcBef>
              <a:spcAft>
                <a:spcPts val="0"/>
              </a:spcAft>
              <a:buClr>
                <a:schemeClr val="dk1"/>
              </a:buClr>
              <a:buSzPts val="1520"/>
              <a:buFont typeface="Arial"/>
              <a:buNone/>
            </a:pPr>
            <a:r>
              <a:t/>
            </a:r>
            <a:endParaRPr sz="2000"/>
          </a:p>
          <a:p>
            <a:pPr indent="0" lvl="0" marL="68580" rtl="0" algn="l">
              <a:spcBef>
                <a:spcPts val="400"/>
              </a:spcBef>
              <a:spcAft>
                <a:spcPts val="0"/>
              </a:spcAft>
              <a:buSzPts val="1520"/>
              <a:buNone/>
            </a:pPr>
            <a:r>
              <a:t/>
            </a:r>
            <a:endParaRPr sz="2000"/>
          </a:p>
        </p:txBody>
      </p:sp>
      <p:sp>
        <p:nvSpPr>
          <p:cNvPr id="425" name="Google Shape;425;p20"/>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426" name="Google Shape;426;p20"/>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427" name="Google Shape;427;p20"/>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22"/>
          <p:cNvSpPr txBox="1"/>
          <p:nvPr>
            <p:ph type="title"/>
          </p:nvPr>
        </p:nvSpPr>
        <p:spPr>
          <a:xfrm>
            <a:off x="611560" y="404664"/>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Malloc() vs callloc() fn</a:t>
            </a:r>
            <a:endParaRPr b="1" sz="3200"/>
          </a:p>
        </p:txBody>
      </p:sp>
      <p:sp>
        <p:nvSpPr>
          <p:cNvPr id="433" name="Google Shape;433;p22"/>
          <p:cNvSpPr txBox="1"/>
          <p:nvPr>
            <p:ph idx="1" type="body"/>
          </p:nvPr>
        </p:nvSpPr>
        <p:spPr>
          <a:xfrm>
            <a:off x="899592" y="1340768"/>
            <a:ext cx="6777317" cy="4752528"/>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520"/>
              <a:buNone/>
            </a:pPr>
            <a:r>
              <a:rPr b="1" lang="en-IN" sz="2000"/>
              <a:t>Initialization:</a:t>
            </a:r>
            <a:endParaRPr/>
          </a:p>
          <a:p>
            <a:pPr indent="-177800" lvl="0" marL="342900" rtl="0" algn="l">
              <a:spcBef>
                <a:spcPts val="400"/>
              </a:spcBef>
              <a:spcAft>
                <a:spcPts val="0"/>
              </a:spcAft>
              <a:buSzPts val="1520"/>
              <a:buNone/>
            </a:pPr>
            <a:r>
              <a:t/>
            </a:r>
            <a:endParaRPr sz="2000"/>
          </a:p>
          <a:p>
            <a:pPr indent="-274320" lvl="0" marL="342900" rtl="0" algn="l">
              <a:spcBef>
                <a:spcPts val="400"/>
              </a:spcBef>
              <a:spcAft>
                <a:spcPts val="0"/>
              </a:spcAft>
              <a:buSzPts val="1520"/>
              <a:buChar char="🞇"/>
            </a:pPr>
            <a:r>
              <a:rPr lang="en-IN" sz="2000"/>
              <a:t> malloc() doesn’t initialize the allocated memory. </a:t>
            </a:r>
            <a:endParaRPr sz="2000"/>
          </a:p>
          <a:p>
            <a:pPr indent="-274320" lvl="1" marL="640080" rtl="0" algn="l">
              <a:spcBef>
                <a:spcPts val="360"/>
              </a:spcBef>
              <a:spcAft>
                <a:spcPts val="0"/>
              </a:spcAft>
              <a:buSzPts val="1368"/>
              <a:buChar char="🞇"/>
            </a:pPr>
            <a:r>
              <a:rPr lang="en-IN" sz="1800"/>
              <a:t>If we try to access the content of memory block(before initializing) then we’ll get segmentation fault error(or garbage values). </a:t>
            </a:r>
            <a:endParaRPr sz="1800"/>
          </a:p>
          <a:p>
            <a:pPr indent="-177800" lvl="0" marL="342900" rtl="0" algn="l">
              <a:spcBef>
                <a:spcPts val="400"/>
              </a:spcBef>
              <a:spcAft>
                <a:spcPts val="0"/>
              </a:spcAft>
              <a:buSzPts val="1520"/>
              <a:buNone/>
            </a:pPr>
            <a:r>
              <a:t/>
            </a:r>
            <a:endParaRPr sz="2000"/>
          </a:p>
          <a:p>
            <a:pPr indent="-274320" lvl="0" marL="342900" rtl="0" algn="l">
              <a:spcBef>
                <a:spcPts val="400"/>
              </a:spcBef>
              <a:spcAft>
                <a:spcPts val="0"/>
              </a:spcAft>
              <a:buSzPts val="1520"/>
              <a:buChar char="🞇"/>
            </a:pPr>
            <a:r>
              <a:rPr lang="en-IN" sz="2000"/>
              <a:t>calloc() allocates the memory and also initializes the allocated memory block to zero. </a:t>
            </a:r>
            <a:endParaRPr sz="2000"/>
          </a:p>
          <a:p>
            <a:pPr indent="-274320" lvl="1" marL="640080" rtl="0" algn="l">
              <a:spcBef>
                <a:spcPts val="360"/>
              </a:spcBef>
              <a:spcAft>
                <a:spcPts val="0"/>
              </a:spcAft>
              <a:buSzPts val="1368"/>
              <a:buChar char="🞇"/>
            </a:pPr>
            <a:r>
              <a:rPr lang="en-IN" sz="1800"/>
              <a:t>If we try to access the content of these blocks then we’ll get 0. </a:t>
            </a:r>
            <a:endParaRPr/>
          </a:p>
        </p:txBody>
      </p:sp>
      <p:sp>
        <p:nvSpPr>
          <p:cNvPr id="434" name="Google Shape;434;p22"/>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435" name="Google Shape;435;p22"/>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436" name="Google Shape;436;p22"/>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23"/>
          <p:cNvSpPr txBox="1"/>
          <p:nvPr>
            <p:ph type="title"/>
          </p:nvPr>
        </p:nvSpPr>
        <p:spPr>
          <a:xfrm>
            <a:off x="467544" y="260648"/>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400"/>
              <a:buFont typeface="Century Gothic"/>
              <a:buNone/>
            </a:pPr>
            <a:r>
              <a:rPr b="1" lang="en-IN" sz="2400"/>
              <a:t>Malloc() vs callloc() fn</a:t>
            </a:r>
            <a:endParaRPr b="1" sz="2400"/>
          </a:p>
        </p:txBody>
      </p:sp>
      <p:sp>
        <p:nvSpPr>
          <p:cNvPr id="442" name="Google Shape;442;p23"/>
          <p:cNvSpPr txBox="1"/>
          <p:nvPr>
            <p:ph idx="1" type="body"/>
          </p:nvPr>
        </p:nvSpPr>
        <p:spPr>
          <a:xfrm>
            <a:off x="827584" y="872716"/>
            <a:ext cx="6777317" cy="5256584"/>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520"/>
              <a:buNone/>
            </a:pPr>
            <a:r>
              <a:rPr lang="en-IN" sz="2000"/>
              <a:t>Malloc</a:t>
            </a:r>
            <a:endParaRPr sz="2000"/>
          </a:p>
          <a:p>
            <a:pPr indent="-274320" lvl="0" marL="342900" rtl="0" algn="l">
              <a:spcBef>
                <a:spcPts val="400"/>
              </a:spcBef>
              <a:spcAft>
                <a:spcPts val="0"/>
              </a:spcAft>
              <a:buSzPts val="1520"/>
              <a:buChar char="🞇"/>
            </a:pPr>
            <a:r>
              <a:rPr lang="en-IN" sz="2000"/>
              <a:t>allocate a single large block of memory with the specified size. </a:t>
            </a:r>
            <a:endParaRPr sz="2000"/>
          </a:p>
          <a:p>
            <a:pPr indent="0" lvl="0" marL="68580" rtl="0" algn="l">
              <a:spcBef>
                <a:spcPts val="400"/>
              </a:spcBef>
              <a:spcAft>
                <a:spcPts val="0"/>
              </a:spcAft>
              <a:buSzPts val="1520"/>
              <a:buNone/>
            </a:pPr>
            <a:r>
              <a:t/>
            </a:r>
            <a:endParaRPr sz="2000"/>
          </a:p>
          <a:p>
            <a:pPr indent="0" lvl="0" marL="68580" rtl="0" algn="l">
              <a:spcBef>
                <a:spcPts val="400"/>
              </a:spcBef>
              <a:spcAft>
                <a:spcPts val="0"/>
              </a:spcAft>
              <a:buSzPts val="1520"/>
              <a:buNone/>
            </a:pPr>
            <a:r>
              <a:t/>
            </a:r>
            <a:endParaRPr sz="2000"/>
          </a:p>
          <a:p>
            <a:pPr indent="0" lvl="0" marL="68580" rtl="0" algn="l">
              <a:spcBef>
                <a:spcPts val="400"/>
              </a:spcBef>
              <a:spcAft>
                <a:spcPts val="0"/>
              </a:spcAft>
              <a:buSzPts val="1520"/>
              <a:buNone/>
            </a:pPr>
            <a:r>
              <a:t/>
            </a:r>
            <a:endParaRPr sz="2000"/>
          </a:p>
          <a:p>
            <a:pPr indent="0" lvl="0" marL="68580" rtl="0" algn="l">
              <a:spcBef>
                <a:spcPts val="400"/>
              </a:spcBef>
              <a:spcAft>
                <a:spcPts val="0"/>
              </a:spcAft>
              <a:buSzPts val="1520"/>
              <a:buNone/>
            </a:pPr>
            <a:r>
              <a:t/>
            </a:r>
            <a:endParaRPr sz="2000"/>
          </a:p>
          <a:p>
            <a:pPr indent="0" lvl="0" marL="68580" rtl="0" algn="l">
              <a:spcBef>
                <a:spcPts val="400"/>
              </a:spcBef>
              <a:spcAft>
                <a:spcPts val="0"/>
              </a:spcAft>
              <a:buSzPts val="1520"/>
              <a:buNone/>
            </a:pPr>
            <a:r>
              <a:rPr lang="en-IN" sz="2000"/>
              <a:t>Calloc</a:t>
            </a:r>
            <a:endParaRPr sz="2000"/>
          </a:p>
          <a:p>
            <a:pPr indent="-274320" lvl="0" marL="342900" rtl="0" algn="l">
              <a:spcBef>
                <a:spcPts val="400"/>
              </a:spcBef>
              <a:spcAft>
                <a:spcPts val="0"/>
              </a:spcAft>
              <a:buSzPts val="1520"/>
              <a:buChar char="🞇"/>
            </a:pPr>
            <a:r>
              <a:rPr lang="en-IN" sz="2000"/>
              <a:t>allocate multiple blocks of memory</a:t>
            </a:r>
            <a:endParaRPr/>
          </a:p>
          <a:p>
            <a:pPr indent="-274320" lvl="0" marL="342900" rtl="0" algn="l">
              <a:spcBef>
                <a:spcPts val="400"/>
              </a:spcBef>
              <a:spcAft>
                <a:spcPts val="0"/>
              </a:spcAft>
              <a:buSzPts val="1520"/>
              <a:buChar char="🞇"/>
            </a:pPr>
            <a:r>
              <a:rPr lang="en-IN" sz="2000"/>
              <a:t>dynamically allocate the specified number of blocks of memory of the specified type.</a:t>
            </a:r>
            <a:endParaRPr sz="2000"/>
          </a:p>
          <a:p>
            <a:pPr indent="-187452" lvl="0" marL="342900" rtl="0" algn="l">
              <a:spcBef>
                <a:spcPts val="360"/>
              </a:spcBef>
              <a:spcAft>
                <a:spcPts val="0"/>
              </a:spcAft>
              <a:buSzPts val="1368"/>
              <a:buNone/>
            </a:pPr>
            <a:r>
              <a:t/>
            </a:r>
            <a:endParaRPr sz="1800"/>
          </a:p>
        </p:txBody>
      </p:sp>
      <p:sp>
        <p:nvSpPr>
          <p:cNvPr id="443" name="Google Shape;443;p23"/>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444" name="Google Shape;444;p23"/>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445" name="Google Shape;445;p23"/>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pic>
        <p:nvPicPr>
          <p:cNvPr id="446" name="Google Shape;446;p23"/>
          <p:cNvPicPr preferRelativeResize="0"/>
          <p:nvPr/>
        </p:nvPicPr>
        <p:blipFill rotWithShape="1">
          <a:blip r:embed="rId3">
            <a:alphaModFix/>
          </a:blip>
          <a:srcRect b="0" l="0" r="0" t="0"/>
          <a:stretch/>
        </p:blipFill>
        <p:spPr>
          <a:xfrm>
            <a:off x="971600" y="1916832"/>
            <a:ext cx="7488832" cy="1224136"/>
          </a:xfrm>
          <a:prstGeom prst="rect">
            <a:avLst/>
          </a:prstGeom>
          <a:noFill/>
          <a:ln>
            <a:noFill/>
          </a:ln>
        </p:spPr>
      </p:pic>
      <p:pic>
        <p:nvPicPr>
          <p:cNvPr id="447" name="Google Shape;447;p23"/>
          <p:cNvPicPr preferRelativeResize="0"/>
          <p:nvPr/>
        </p:nvPicPr>
        <p:blipFill rotWithShape="1">
          <a:blip r:embed="rId4">
            <a:alphaModFix/>
          </a:blip>
          <a:srcRect b="0" l="0" r="0" t="0"/>
          <a:stretch/>
        </p:blipFill>
        <p:spPr>
          <a:xfrm>
            <a:off x="899592" y="4863430"/>
            <a:ext cx="7488832" cy="158990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24"/>
          <p:cNvSpPr txBox="1"/>
          <p:nvPr>
            <p:ph type="title"/>
          </p:nvPr>
        </p:nvSpPr>
        <p:spPr>
          <a:xfrm>
            <a:off x="611560" y="404664"/>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The free() fn</a:t>
            </a:r>
            <a:endParaRPr b="1" sz="3200"/>
          </a:p>
        </p:txBody>
      </p:sp>
      <p:sp>
        <p:nvSpPr>
          <p:cNvPr id="453" name="Google Shape;453;p24"/>
          <p:cNvSpPr txBox="1"/>
          <p:nvPr>
            <p:ph idx="1" type="body"/>
          </p:nvPr>
        </p:nvSpPr>
        <p:spPr>
          <a:xfrm>
            <a:off x="899592" y="1340768"/>
            <a:ext cx="6777317" cy="4752528"/>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Used to deallocate the previously allocated memory using malloc or calloc() fn</a:t>
            </a:r>
            <a:endParaRPr sz="2000"/>
          </a:p>
          <a:p>
            <a:pPr indent="-177800" lvl="0" marL="342900" rtl="0" algn="l">
              <a:spcBef>
                <a:spcPts val="400"/>
              </a:spcBef>
              <a:spcAft>
                <a:spcPts val="0"/>
              </a:spcAft>
              <a:buSzPts val="1520"/>
              <a:buNone/>
            </a:pPr>
            <a:r>
              <a:t/>
            </a:r>
            <a:endParaRPr b="1" sz="2000"/>
          </a:p>
          <a:p>
            <a:pPr indent="-274320" lvl="0" marL="342900" rtl="0" algn="l">
              <a:spcBef>
                <a:spcPts val="400"/>
              </a:spcBef>
              <a:spcAft>
                <a:spcPts val="0"/>
              </a:spcAft>
              <a:buSzPts val="1520"/>
              <a:buChar char="🞇"/>
            </a:pPr>
            <a:r>
              <a:rPr b="1" lang="en-IN" sz="2000"/>
              <a:t>Syntax-</a:t>
            </a:r>
            <a:endParaRPr/>
          </a:p>
          <a:p>
            <a:pPr indent="0" lvl="0" marL="68580" rtl="0" algn="l">
              <a:spcBef>
                <a:spcPts val="400"/>
              </a:spcBef>
              <a:spcAft>
                <a:spcPts val="0"/>
              </a:spcAft>
              <a:buSzPts val="1520"/>
              <a:buNone/>
            </a:pPr>
            <a:r>
              <a:rPr b="1" lang="en-IN" sz="2000"/>
              <a:t> 		free(ptr_var);</a:t>
            </a:r>
            <a:endParaRPr/>
          </a:p>
          <a:p>
            <a:pPr indent="-187452" lvl="0" marL="342900" rtl="0" algn="l">
              <a:spcBef>
                <a:spcPts val="360"/>
              </a:spcBef>
              <a:spcAft>
                <a:spcPts val="0"/>
              </a:spcAft>
              <a:buSzPts val="1368"/>
              <a:buNone/>
            </a:pPr>
            <a:r>
              <a:t/>
            </a:r>
            <a:endParaRPr sz="1800"/>
          </a:p>
          <a:p>
            <a:pPr indent="-274320" lvl="0" marL="342900" rtl="0" algn="l">
              <a:spcBef>
                <a:spcPts val="360"/>
              </a:spcBef>
              <a:spcAft>
                <a:spcPts val="0"/>
              </a:spcAft>
              <a:buSzPts val="1368"/>
              <a:buChar char="🞇"/>
            </a:pPr>
            <a:r>
              <a:rPr lang="en-IN" sz="1800"/>
              <a:t>ptr_var is the pointer in which the address of the allocated  memory block is assigned.</a:t>
            </a:r>
            <a:endParaRPr/>
          </a:p>
          <a:p>
            <a:pPr indent="-187452" lvl="0" marL="342900" rtl="0" algn="l">
              <a:spcBef>
                <a:spcPts val="360"/>
              </a:spcBef>
              <a:spcAft>
                <a:spcPts val="0"/>
              </a:spcAft>
              <a:buSzPts val="1368"/>
              <a:buNone/>
            </a:pPr>
            <a:r>
              <a:t/>
            </a:r>
            <a:endParaRPr sz="1800"/>
          </a:p>
          <a:p>
            <a:pPr indent="-274320" lvl="0" marL="342900" rtl="0" algn="l">
              <a:spcBef>
                <a:spcPts val="360"/>
              </a:spcBef>
              <a:spcAft>
                <a:spcPts val="0"/>
              </a:spcAft>
              <a:buSzPts val="1368"/>
              <a:buChar char="🞇"/>
            </a:pPr>
            <a:r>
              <a:rPr lang="en-IN" sz="1800"/>
              <a:t>Returns the allocated memory to the system RAM..</a:t>
            </a:r>
            <a:endParaRPr/>
          </a:p>
        </p:txBody>
      </p:sp>
      <p:sp>
        <p:nvSpPr>
          <p:cNvPr id="454" name="Google Shape;454;p24"/>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455" name="Google Shape;455;p24"/>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456" name="Google Shape;456;p24"/>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25"/>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462" name="Google Shape;462;p25"/>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463" name="Google Shape;463;p25"/>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464" name="Google Shape;464;p25"/>
          <p:cNvSpPr txBox="1"/>
          <p:nvPr/>
        </p:nvSpPr>
        <p:spPr>
          <a:xfrm>
            <a:off x="611560" y="620688"/>
            <a:ext cx="7024744" cy="745152"/>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accent1"/>
              </a:buClr>
              <a:buSzPts val="2000"/>
              <a:buFont typeface="Century Gothic"/>
              <a:buNone/>
            </a:pPr>
            <a:r>
              <a:rPr b="1" i="0" lang="en-IN" sz="2000" u="none" cap="none" strike="noStrike">
                <a:solidFill>
                  <a:schemeClr val="accent1"/>
                </a:solidFill>
                <a:latin typeface="Century Gothic"/>
                <a:ea typeface="Century Gothic"/>
                <a:cs typeface="Century Gothic"/>
                <a:sym typeface="Century Gothic"/>
              </a:rPr>
              <a:t>What happens when you don’t free memory after using malloc()</a:t>
            </a:r>
            <a:endParaRPr b="0" i="0" sz="2000" u="none" cap="none" strike="noStrike">
              <a:solidFill>
                <a:schemeClr val="accent1"/>
              </a:solidFill>
              <a:latin typeface="Century Gothic"/>
              <a:ea typeface="Century Gothic"/>
              <a:cs typeface="Century Gothic"/>
              <a:sym typeface="Century Gothic"/>
            </a:endParaRPr>
          </a:p>
        </p:txBody>
      </p:sp>
      <p:sp>
        <p:nvSpPr>
          <p:cNvPr id="465" name="Google Shape;465;p25"/>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a:bodyPr>
          <a:lstStyle/>
          <a:p>
            <a:pPr indent="-158496" lvl="0" marL="342900" rtl="0" algn="l">
              <a:spcBef>
                <a:spcPts val="0"/>
              </a:spcBef>
              <a:spcAft>
                <a:spcPts val="0"/>
              </a:spcAft>
              <a:buSzPts val="1824"/>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26"/>
          <p:cNvSpPr txBox="1"/>
          <p:nvPr>
            <p:ph idx="1" type="body"/>
          </p:nvPr>
        </p:nvSpPr>
        <p:spPr>
          <a:xfrm>
            <a:off x="1043492" y="1628800"/>
            <a:ext cx="6777317" cy="4203829"/>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368"/>
              <a:buChar char="🞇"/>
            </a:pPr>
            <a:r>
              <a:rPr lang="en-IN" sz="1800"/>
              <a:t>The memory allocated using malloc() is not de-allocated on its own. </a:t>
            </a:r>
            <a:endParaRPr sz="1800"/>
          </a:p>
          <a:p>
            <a:pPr indent="-187452" lvl="0" marL="342900" rtl="0" algn="l">
              <a:spcBef>
                <a:spcPts val="360"/>
              </a:spcBef>
              <a:spcAft>
                <a:spcPts val="0"/>
              </a:spcAft>
              <a:buSzPts val="1368"/>
              <a:buNone/>
            </a:pPr>
            <a:r>
              <a:t/>
            </a:r>
            <a:endParaRPr sz="1800"/>
          </a:p>
          <a:p>
            <a:pPr indent="-274320" lvl="0" marL="342900" rtl="0" algn="l">
              <a:spcBef>
                <a:spcPts val="360"/>
              </a:spcBef>
              <a:spcAft>
                <a:spcPts val="0"/>
              </a:spcAft>
              <a:buSzPts val="1368"/>
              <a:buChar char="🞇"/>
            </a:pPr>
            <a:r>
              <a:rPr lang="en-IN" sz="1800"/>
              <a:t>So, “free()” method is used to de-allocate the memory. </a:t>
            </a:r>
            <a:endParaRPr sz="1800"/>
          </a:p>
          <a:p>
            <a:pPr indent="-187452" lvl="0" marL="342900" rtl="0" algn="l">
              <a:spcBef>
                <a:spcPts val="360"/>
              </a:spcBef>
              <a:spcAft>
                <a:spcPts val="0"/>
              </a:spcAft>
              <a:buSzPts val="1368"/>
              <a:buNone/>
            </a:pPr>
            <a:r>
              <a:t/>
            </a:r>
            <a:endParaRPr sz="1800"/>
          </a:p>
          <a:p>
            <a:pPr indent="-274320" lvl="0" marL="342900" rtl="0" algn="l">
              <a:spcBef>
                <a:spcPts val="360"/>
              </a:spcBef>
              <a:spcAft>
                <a:spcPts val="0"/>
              </a:spcAft>
              <a:buSzPts val="1368"/>
              <a:buChar char="🞇"/>
            </a:pPr>
            <a:r>
              <a:rPr lang="en-IN" sz="1800"/>
              <a:t>But the free() method is not compulsory to use. </a:t>
            </a:r>
            <a:endParaRPr sz="1800"/>
          </a:p>
          <a:p>
            <a:pPr indent="-187452" lvl="0" marL="342900" rtl="0" algn="l">
              <a:spcBef>
                <a:spcPts val="360"/>
              </a:spcBef>
              <a:spcAft>
                <a:spcPts val="0"/>
              </a:spcAft>
              <a:buSzPts val="1368"/>
              <a:buNone/>
            </a:pPr>
            <a:r>
              <a:t/>
            </a:r>
            <a:endParaRPr sz="1800"/>
          </a:p>
        </p:txBody>
      </p:sp>
      <p:sp>
        <p:nvSpPr>
          <p:cNvPr id="471" name="Google Shape;471;p26"/>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472" name="Google Shape;472;p26"/>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473" name="Google Shape;473;p26"/>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474" name="Google Shape;474;p26"/>
          <p:cNvSpPr txBox="1"/>
          <p:nvPr/>
        </p:nvSpPr>
        <p:spPr>
          <a:xfrm>
            <a:off x="611560" y="620688"/>
            <a:ext cx="7024744" cy="745152"/>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accent1"/>
              </a:buClr>
              <a:buSzPts val="2000"/>
              <a:buFont typeface="Century Gothic"/>
              <a:buNone/>
            </a:pPr>
            <a:r>
              <a:rPr b="1" i="0" lang="en-IN" sz="2000" u="none" cap="none" strike="noStrike">
                <a:solidFill>
                  <a:schemeClr val="accent1"/>
                </a:solidFill>
                <a:latin typeface="Century Gothic"/>
                <a:ea typeface="Century Gothic"/>
                <a:cs typeface="Century Gothic"/>
                <a:sym typeface="Century Gothic"/>
              </a:rPr>
              <a:t>What happens when you don’t free memory after using malloc()</a:t>
            </a:r>
            <a:endParaRPr b="0" i="0" sz="2000" u="none" cap="none" strike="noStrike">
              <a:solidFill>
                <a:schemeClr val="accent1"/>
              </a:solidFill>
              <a:latin typeface="Century Gothic"/>
              <a:ea typeface="Century Gothic"/>
              <a:cs typeface="Century Gothic"/>
              <a:sym typeface="Century Gothic"/>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27"/>
          <p:cNvSpPr txBox="1"/>
          <p:nvPr>
            <p:ph idx="1" type="body"/>
          </p:nvPr>
        </p:nvSpPr>
        <p:spPr>
          <a:xfrm>
            <a:off x="1043492" y="1628800"/>
            <a:ext cx="6777317" cy="4203829"/>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If free() is not used in a program </a:t>
            </a:r>
            <a:endParaRPr sz="2000"/>
          </a:p>
          <a:p>
            <a:pPr indent="-274320" lvl="1" marL="640080" rtl="0" algn="l">
              <a:spcBef>
                <a:spcPts val="400"/>
              </a:spcBef>
              <a:spcAft>
                <a:spcPts val="0"/>
              </a:spcAft>
              <a:buSzPts val="1520"/>
              <a:buChar char="🞇"/>
            </a:pPr>
            <a:r>
              <a:rPr lang="en-IN" sz="2000"/>
              <a:t>the memory allocated using malloc() will be de-allocated </a:t>
            </a:r>
            <a:endParaRPr sz="2000"/>
          </a:p>
          <a:p>
            <a:pPr indent="-274320" lvl="1" marL="640080" rtl="0" algn="l">
              <a:spcBef>
                <a:spcPts val="400"/>
              </a:spcBef>
              <a:spcAft>
                <a:spcPts val="0"/>
              </a:spcAft>
              <a:buSzPts val="1520"/>
              <a:buChar char="🞇"/>
            </a:pPr>
            <a:r>
              <a:rPr lang="en-IN" sz="2000"/>
              <a:t>after completion of the execution of the program </a:t>
            </a:r>
            <a:endParaRPr sz="2000"/>
          </a:p>
          <a:p>
            <a:pPr indent="-274320" lvl="1" marL="640080" rtl="0" algn="l">
              <a:spcBef>
                <a:spcPts val="400"/>
              </a:spcBef>
              <a:spcAft>
                <a:spcPts val="0"/>
              </a:spcAft>
              <a:buSzPts val="1520"/>
              <a:buChar char="🞇"/>
            </a:pPr>
            <a:r>
              <a:rPr lang="en-IN" sz="2000"/>
              <a:t>(included program execution time is relatively small and the program ends normally). </a:t>
            </a:r>
            <a:endParaRPr/>
          </a:p>
        </p:txBody>
      </p:sp>
      <p:sp>
        <p:nvSpPr>
          <p:cNvPr id="480" name="Google Shape;480;p27"/>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481" name="Google Shape;481;p27"/>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482" name="Google Shape;482;p27"/>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483" name="Google Shape;483;p27"/>
          <p:cNvSpPr txBox="1"/>
          <p:nvPr/>
        </p:nvSpPr>
        <p:spPr>
          <a:xfrm>
            <a:off x="611560" y="620688"/>
            <a:ext cx="7024744" cy="745152"/>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accent1"/>
              </a:buClr>
              <a:buSzPts val="2000"/>
              <a:buFont typeface="Century Gothic"/>
              <a:buNone/>
            </a:pPr>
            <a:r>
              <a:rPr b="1" i="0" lang="en-IN" sz="2000" u="none" cap="none" strike="noStrike">
                <a:solidFill>
                  <a:schemeClr val="accent1"/>
                </a:solidFill>
                <a:latin typeface="Century Gothic"/>
                <a:ea typeface="Century Gothic"/>
                <a:cs typeface="Century Gothic"/>
                <a:sym typeface="Century Gothic"/>
              </a:rPr>
              <a:t>What happens when you don’t free memory after using malloc()</a:t>
            </a:r>
            <a:endParaRPr b="0" i="0" sz="2000" u="none" cap="none" strike="noStrike">
              <a:solidFill>
                <a:schemeClr val="accent1"/>
              </a:solidFill>
              <a:latin typeface="Century Gothic"/>
              <a:ea typeface="Century Gothic"/>
              <a:cs typeface="Century Gothic"/>
              <a:sym typeface="Century Gothic"/>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28"/>
          <p:cNvSpPr txBox="1"/>
          <p:nvPr>
            <p:ph type="title"/>
          </p:nvPr>
        </p:nvSpPr>
        <p:spPr>
          <a:xfrm>
            <a:off x="611560" y="620688"/>
            <a:ext cx="7024744" cy="745152"/>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000"/>
              <a:buFont typeface="Century Gothic"/>
              <a:buNone/>
            </a:pPr>
            <a:r>
              <a:rPr b="1" lang="en-IN" sz="2000"/>
              <a:t>What happens when you don’t free memory after using malloc()</a:t>
            </a:r>
            <a:endParaRPr sz="2000"/>
          </a:p>
        </p:txBody>
      </p:sp>
      <p:sp>
        <p:nvSpPr>
          <p:cNvPr id="489" name="Google Shape;489;p28"/>
          <p:cNvSpPr txBox="1"/>
          <p:nvPr>
            <p:ph idx="1" type="body"/>
          </p:nvPr>
        </p:nvSpPr>
        <p:spPr>
          <a:xfrm>
            <a:off x="899592" y="1484784"/>
            <a:ext cx="6777317" cy="3508977"/>
          </a:xfrm>
          <a:prstGeom prst="rect">
            <a:avLst/>
          </a:prstGeom>
          <a:noFill/>
          <a:ln>
            <a:noFill/>
          </a:ln>
        </p:spPr>
        <p:txBody>
          <a:bodyPr anchorCtr="0" anchor="t" bIns="45700" lIns="91425" spcFirstLastPara="1" rIns="91425" wrap="square" tIns="45700">
            <a:noAutofit/>
          </a:bodyPr>
          <a:lstStyle/>
          <a:p>
            <a:pPr indent="-274320" lvl="0" marL="342900" rtl="0" algn="l">
              <a:spcBef>
                <a:spcPts val="0"/>
              </a:spcBef>
              <a:spcAft>
                <a:spcPts val="0"/>
              </a:spcAft>
              <a:buSzPts val="1368"/>
              <a:buChar char="🞇"/>
            </a:pPr>
            <a:r>
              <a:rPr lang="en-IN" sz="1800"/>
              <a:t>Still, there are some important reasons to free() after using malloc():</a:t>
            </a:r>
            <a:endParaRPr/>
          </a:p>
          <a:p>
            <a:pPr indent="-187452" lvl="0" marL="342900" rtl="0" algn="l">
              <a:spcBef>
                <a:spcPts val="360"/>
              </a:spcBef>
              <a:spcAft>
                <a:spcPts val="0"/>
              </a:spcAft>
              <a:buSzPts val="1368"/>
              <a:buNone/>
            </a:pPr>
            <a:r>
              <a:t/>
            </a:r>
            <a:endParaRPr sz="1800"/>
          </a:p>
          <a:p>
            <a:pPr indent="-342900" lvl="1" marL="708660" rtl="0" algn="l">
              <a:spcBef>
                <a:spcPts val="360"/>
              </a:spcBef>
              <a:spcAft>
                <a:spcPts val="0"/>
              </a:spcAft>
              <a:buSzPts val="1368"/>
              <a:buFont typeface="Century Gothic"/>
              <a:buAutoNum type="arabicParenR"/>
            </a:pPr>
            <a:r>
              <a:rPr b="1" lang="en-IN" sz="1800"/>
              <a:t>Use of free after malloc is a good practice of programming.</a:t>
            </a:r>
            <a:endParaRPr/>
          </a:p>
          <a:p>
            <a:pPr indent="-342900" lvl="1" marL="708660" rtl="0" algn="l">
              <a:spcBef>
                <a:spcPts val="360"/>
              </a:spcBef>
              <a:spcAft>
                <a:spcPts val="0"/>
              </a:spcAft>
              <a:buSzPts val="1368"/>
              <a:buFont typeface="Century Gothic"/>
              <a:buAutoNum type="arabicParenR"/>
            </a:pPr>
            <a:r>
              <a:rPr b="1" lang="en-IN" sz="1800"/>
              <a:t>There are some programs like a digital clock, a listener that runs in the background for a long time and there are also such programs which allocate memory periodically. </a:t>
            </a:r>
            <a:endParaRPr/>
          </a:p>
        </p:txBody>
      </p:sp>
      <p:sp>
        <p:nvSpPr>
          <p:cNvPr id="490" name="Google Shape;490;p28"/>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491" name="Google Shape;491;p28"/>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492" name="Google Shape;492;p28"/>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29"/>
          <p:cNvSpPr txBox="1"/>
          <p:nvPr>
            <p:ph type="title"/>
          </p:nvPr>
        </p:nvSpPr>
        <p:spPr>
          <a:xfrm>
            <a:off x="611560" y="620688"/>
            <a:ext cx="7024744" cy="745152"/>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000"/>
              <a:buFont typeface="Century Gothic"/>
              <a:buNone/>
            </a:pPr>
            <a:r>
              <a:rPr b="1" lang="en-IN" sz="2000"/>
              <a:t>What happens when you don’t free memory after using malloc()</a:t>
            </a:r>
            <a:endParaRPr sz="2000"/>
          </a:p>
        </p:txBody>
      </p:sp>
      <p:sp>
        <p:nvSpPr>
          <p:cNvPr id="498" name="Google Shape;498;p29"/>
          <p:cNvSpPr txBox="1"/>
          <p:nvPr>
            <p:ph idx="1" type="body"/>
          </p:nvPr>
        </p:nvSpPr>
        <p:spPr>
          <a:xfrm>
            <a:off x="899592" y="1484784"/>
            <a:ext cx="6777317" cy="3508977"/>
          </a:xfrm>
          <a:prstGeom prst="rect">
            <a:avLst/>
          </a:prstGeom>
          <a:noFill/>
          <a:ln>
            <a:noFill/>
          </a:ln>
        </p:spPr>
        <p:txBody>
          <a:bodyPr anchorCtr="0" anchor="t" bIns="45700" lIns="91425" spcFirstLastPara="1" rIns="91425" wrap="square" tIns="45700">
            <a:noAutofit/>
          </a:bodyPr>
          <a:lstStyle/>
          <a:p>
            <a:pPr indent="-274320" lvl="0" marL="342900" rtl="0" algn="l">
              <a:spcBef>
                <a:spcPts val="0"/>
              </a:spcBef>
              <a:spcAft>
                <a:spcPts val="0"/>
              </a:spcAft>
              <a:buSzPts val="1368"/>
              <a:buChar char="🞇"/>
            </a:pPr>
            <a:r>
              <a:rPr lang="en-IN" sz="1800"/>
              <a:t>Still, there are some important reasons to free() after using malloc():</a:t>
            </a:r>
            <a:endParaRPr/>
          </a:p>
          <a:p>
            <a:pPr indent="-187452" lvl="0" marL="342900" rtl="0" algn="l">
              <a:spcBef>
                <a:spcPts val="360"/>
              </a:spcBef>
              <a:spcAft>
                <a:spcPts val="0"/>
              </a:spcAft>
              <a:buSzPts val="1368"/>
              <a:buNone/>
            </a:pPr>
            <a:r>
              <a:t/>
            </a:r>
            <a:endParaRPr sz="1800"/>
          </a:p>
          <a:p>
            <a:pPr indent="-274320" lvl="1" marL="640080" rtl="0" algn="l">
              <a:spcBef>
                <a:spcPts val="360"/>
              </a:spcBef>
              <a:spcAft>
                <a:spcPts val="0"/>
              </a:spcAft>
              <a:buSzPts val="1368"/>
              <a:buChar char="🞇"/>
            </a:pPr>
            <a:r>
              <a:rPr lang="en-IN" sz="1800"/>
              <a:t>In these cases, even small chunks of storage add up and create a problem. </a:t>
            </a:r>
            <a:endParaRPr/>
          </a:p>
          <a:p>
            <a:pPr indent="-274320" lvl="1" marL="640080" rtl="0" algn="l">
              <a:spcBef>
                <a:spcPts val="360"/>
              </a:spcBef>
              <a:spcAft>
                <a:spcPts val="0"/>
              </a:spcAft>
              <a:buSzPts val="1368"/>
              <a:buChar char="🞇"/>
            </a:pPr>
            <a:r>
              <a:rPr lang="en-IN" sz="1800"/>
              <a:t>Thus our usable space decreases. </a:t>
            </a:r>
            <a:endParaRPr/>
          </a:p>
          <a:p>
            <a:pPr indent="-274320" lvl="1" marL="640080" rtl="0" algn="l">
              <a:spcBef>
                <a:spcPts val="360"/>
              </a:spcBef>
              <a:spcAft>
                <a:spcPts val="0"/>
              </a:spcAft>
              <a:buSzPts val="1368"/>
              <a:buChar char="🞇"/>
            </a:pPr>
            <a:r>
              <a:rPr b="1" lang="en-IN" sz="1800"/>
              <a:t>This is also called “memory leak”. </a:t>
            </a:r>
            <a:endParaRPr/>
          </a:p>
          <a:p>
            <a:pPr indent="-274320" lvl="1" marL="640080" rtl="0" algn="l">
              <a:spcBef>
                <a:spcPts val="360"/>
              </a:spcBef>
              <a:spcAft>
                <a:spcPts val="0"/>
              </a:spcAft>
              <a:buSzPts val="1368"/>
              <a:buChar char="🞇"/>
            </a:pPr>
            <a:r>
              <a:rPr lang="en-IN" sz="1800"/>
              <a:t>It may also happen that our system goes out of memory if the de-allocation of memory does not take place at the right time.</a:t>
            </a:r>
            <a:endParaRPr/>
          </a:p>
          <a:p>
            <a:pPr indent="-177800" lvl="0" marL="342900" rtl="0" algn="l">
              <a:spcBef>
                <a:spcPts val="400"/>
              </a:spcBef>
              <a:spcAft>
                <a:spcPts val="0"/>
              </a:spcAft>
              <a:buSzPts val="1520"/>
              <a:buNone/>
            </a:pPr>
            <a:r>
              <a:t/>
            </a:r>
            <a:endParaRPr sz="2000"/>
          </a:p>
        </p:txBody>
      </p:sp>
      <p:sp>
        <p:nvSpPr>
          <p:cNvPr id="499" name="Google Shape;499;p29"/>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500" name="Google Shape;500;p29"/>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501" name="Google Shape;501;p29"/>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30"/>
          <p:cNvSpPr txBox="1"/>
          <p:nvPr>
            <p:ph type="title"/>
          </p:nvPr>
        </p:nvSpPr>
        <p:spPr>
          <a:xfrm>
            <a:off x="1043490" y="1027664"/>
            <a:ext cx="7024744" cy="385112"/>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400"/>
              <a:buFont typeface="Century Gothic"/>
              <a:buNone/>
            </a:pPr>
            <a:r>
              <a:rPr b="1" lang="en-IN" sz="2400"/>
              <a:t>Memory Leak ?</a:t>
            </a:r>
            <a:endParaRPr b="1" sz="2400"/>
          </a:p>
        </p:txBody>
      </p:sp>
      <p:sp>
        <p:nvSpPr>
          <p:cNvPr id="507" name="Google Shape;507;p30"/>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368"/>
              <a:buChar char="🞇"/>
            </a:pPr>
            <a:r>
              <a:rPr b="1" lang="en-IN" sz="1800"/>
              <a:t>A memory leak is a type of resource leak </a:t>
            </a:r>
            <a:endParaRPr b="1" sz="1800"/>
          </a:p>
          <a:p>
            <a:pPr indent="-274320" lvl="0" marL="342900" rtl="0" algn="l">
              <a:spcBef>
                <a:spcPts val="360"/>
              </a:spcBef>
              <a:spcAft>
                <a:spcPts val="0"/>
              </a:spcAft>
              <a:buSzPts val="1368"/>
              <a:buChar char="🞇"/>
            </a:pPr>
            <a:r>
              <a:rPr b="1" lang="en-IN" sz="1800"/>
              <a:t>that occurs when a computer program incorrectly manages memory allocations </a:t>
            </a:r>
            <a:endParaRPr/>
          </a:p>
          <a:p>
            <a:pPr indent="-274320" lvl="0" marL="342900" rtl="0" algn="l">
              <a:spcBef>
                <a:spcPts val="360"/>
              </a:spcBef>
              <a:spcAft>
                <a:spcPts val="0"/>
              </a:spcAft>
              <a:buSzPts val="1368"/>
              <a:buChar char="🞇"/>
            </a:pPr>
            <a:r>
              <a:rPr b="1" lang="en-IN" sz="1800"/>
              <a:t>in a way that memory which is no longer needed is not released</a:t>
            </a:r>
            <a:endParaRPr/>
          </a:p>
        </p:txBody>
      </p:sp>
      <p:sp>
        <p:nvSpPr>
          <p:cNvPr id="508" name="Google Shape;508;p30"/>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509" name="Google Shape;509;p30"/>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510" name="Google Shape;510;p30"/>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31"/>
          <p:cNvSpPr txBox="1"/>
          <p:nvPr>
            <p:ph type="title"/>
          </p:nvPr>
        </p:nvSpPr>
        <p:spPr>
          <a:xfrm>
            <a:off x="611560" y="404664"/>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The realloc() fn</a:t>
            </a:r>
            <a:endParaRPr b="1" sz="3200"/>
          </a:p>
        </p:txBody>
      </p:sp>
      <p:sp>
        <p:nvSpPr>
          <p:cNvPr id="516" name="Google Shape;516;p31"/>
          <p:cNvSpPr txBox="1"/>
          <p:nvPr>
            <p:ph idx="1" type="body"/>
          </p:nvPr>
        </p:nvSpPr>
        <p:spPr>
          <a:xfrm>
            <a:off x="899592" y="1340768"/>
            <a:ext cx="6777317" cy="4752528"/>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To resize the size of memory block, which is already allocated using malloc.</a:t>
            </a:r>
            <a:endParaRPr/>
          </a:p>
          <a:p>
            <a:pPr indent="-177800" lvl="0" marL="342900" rtl="0" algn="l">
              <a:spcBef>
                <a:spcPts val="400"/>
              </a:spcBef>
              <a:spcAft>
                <a:spcPts val="0"/>
              </a:spcAft>
              <a:buSzPts val="1520"/>
              <a:buNone/>
            </a:pPr>
            <a:r>
              <a:t/>
            </a:r>
            <a:endParaRPr sz="2000"/>
          </a:p>
          <a:p>
            <a:pPr indent="-274320" lvl="0" marL="342900" rtl="0" algn="l">
              <a:spcBef>
                <a:spcPts val="400"/>
              </a:spcBef>
              <a:spcAft>
                <a:spcPts val="0"/>
              </a:spcAft>
              <a:buSzPts val="1520"/>
              <a:buChar char="🞇"/>
            </a:pPr>
            <a:r>
              <a:rPr lang="en-IN" sz="2000"/>
              <a:t>Used in two situations:</a:t>
            </a:r>
            <a:endParaRPr/>
          </a:p>
          <a:p>
            <a:pPr indent="-274320" lvl="1" marL="640080" rtl="0" algn="l">
              <a:spcBef>
                <a:spcPts val="360"/>
              </a:spcBef>
              <a:spcAft>
                <a:spcPts val="0"/>
              </a:spcAft>
              <a:buSzPts val="1368"/>
              <a:buChar char="🞇"/>
            </a:pPr>
            <a:r>
              <a:rPr b="1" lang="en-IN" sz="1800"/>
              <a:t>If the allocated memory is insufficient for current application</a:t>
            </a:r>
            <a:endParaRPr/>
          </a:p>
          <a:p>
            <a:pPr indent="-274320" lvl="1" marL="640080" rtl="0" algn="l">
              <a:spcBef>
                <a:spcPts val="360"/>
              </a:spcBef>
              <a:spcAft>
                <a:spcPts val="0"/>
              </a:spcAft>
              <a:buSzPts val="1368"/>
              <a:buChar char="🞇"/>
            </a:pPr>
            <a:r>
              <a:rPr b="1" lang="en-IN" sz="1800"/>
              <a:t>If the allocated memory is much more than what is required by the current application</a:t>
            </a:r>
            <a:endParaRPr/>
          </a:p>
          <a:p>
            <a:pPr indent="-187452" lvl="0" marL="342900" rtl="0" algn="l">
              <a:spcBef>
                <a:spcPts val="360"/>
              </a:spcBef>
              <a:spcAft>
                <a:spcPts val="0"/>
              </a:spcAft>
              <a:buSzPts val="1368"/>
              <a:buNone/>
            </a:pPr>
            <a:r>
              <a:t/>
            </a:r>
            <a:endParaRPr b="1" sz="1800"/>
          </a:p>
        </p:txBody>
      </p:sp>
      <p:sp>
        <p:nvSpPr>
          <p:cNvPr id="517" name="Google Shape;517;p31"/>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518" name="Google Shape;518;p31"/>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519" name="Google Shape;519;p31"/>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32"/>
          <p:cNvSpPr txBox="1"/>
          <p:nvPr>
            <p:ph type="title"/>
          </p:nvPr>
        </p:nvSpPr>
        <p:spPr>
          <a:xfrm>
            <a:off x="611560" y="404664"/>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The realloc() fn</a:t>
            </a:r>
            <a:endParaRPr b="1" sz="3200"/>
          </a:p>
        </p:txBody>
      </p:sp>
      <p:sp>
        <p:nvSpPr>
          <p:cNvPr id="525" name="Google Shape;525;p32"/>
          <p:cNvSpPr txBox="1"/>
          <p:nvPr>
            <p:ph idx="1" type="body"/>
          </p:nvPr>
        </p:nvSpPr>
        <p:spPr>
          <a:xfrm>
            <a:off x="899592" y="1340768"/>
            <a:ext cx="6777317" cy="4752528"/>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Syntax-</a:t>
            </a:r>
            <a:endParaRPr/>
          </a:p>
          <a:p>
            <a:pPr indent="0" lvl="0" marL="68580" rtl="0" algn="l">
              <a:spcBef>
                <a:spcPts val="400"/>
              </a:spcBef>
              <a:spcAft>
                <a:spcPts val="0"/>
              </a:spcAft>
              <a:buSzPts val="1520"/>
              <a:buNone/>
            </a:pPr>
            <a:r>
              <a:rPr lang="en-IN" sz="2000"/>
              <a:t>            </a:t>
            </a:r>
            <a:r>
              <a:rPr b="1" lang="en-IN" sz="2000"/>
              <a:t>ptr_var=realloc(ptr_var,new_size);</a:t>
            </a:r>
            <a:endParaRPr/>
          </a:p>
          <a:p>
            <a:pPr indent="-187452" lvl="0" marL="342900" rtl="0" algn="l">
              <a:spcBef>
                <a:spcPts val="360"/>
              </a:spcBef>
              <a:spcAft>
                <a:spcPts val="0"/>
              </a:spcAft>
              <a:buSzPts val="1368"/>
              <a:buNone/>
            </a:pPr>
            <a:r>
              <a:t/>
            </a:r>
            <a:endParaRPr sz="1800"/>
          </a:p>
          <a:p>
            <a:pPr indent="-274320" lvl="0" marL="342900" rtl="0" algn="l">
              <a:spcBef>
                <a:spcPts val="360"/>
              </a:spcBef>
              <a:spcAft>
                <a:spcPts val="0"/>
              </a:spcAft>
              <a:buSzPts val="1368"/>
              <a:buChar char="🞇"/>
            </a:pPr>
            <a:r>
              <a:rPr lang="en-IN" sz="1800"/>
              <a:t>ptr_var is the pointer holding the starting address of already allocated memory block.</a:t>
            </a:r>
            <a:endParaRPr/>
          </a:p>
          <a:p>
            <a:pPr indent="-187452" lvl="0" marL="342900" rtl="0" algn="l">
              <a:spcBef>
                <a:spcPts val="360"/>
              </a:spcBef>
              <a:spcAft>
                <a:spcPts val="0"/>
              </a:spcAft>
              <a:buSzPts val="1368"/>
              <a:buNone/>
            </a:pPr>
            <a:r>
              <a:t/>
            </a:r>
            <a:endParaRPr sz="1800"/>
          </a:p>
          <a:p>
            <a:pPr indent="-274320" lvl="0" marL="342900" rtl="0" algn="l">
              <a:spcBef>
                <a:spcPts val="360"/>
              </a:spcBef>
              <a:spcAft>
                <a:spcPts val="0"/>
              </a:spcAft>
              <a:buSzPts val="1368"/>
              <a:buChar char="🞇"/>
            </a:pPr>
            <a:r>
              <a:rPr lang="en-IN" sz="1800"/>
              <a:t>Available in header file&lt;stdlib.h&gt;</a:t>
            </a:r>
            <a:endParaRPr/>
          </a:p>
          <a:p>
            <a:pPr indent="-187452" lvl="0" marL="342900" rtl="0" algn="l">
              <a:spcBef>
                <a:spcPts val="360"/>
              </a:spcBef>
              <a:spcAft>
                <a:spcPts val="0"/>
              </a:spcAft>
              <a:buSzPts val="1368"/>
              <a:buNone/>
            </a:pPr>
            <a:r>
              <a:t/>
            </a:r>
            <a:endParaRPr b="1" sz="1800"/>
          </a:p>
          <a:p>
            <a:pPr indent="-274320" lvl="0" marL="342900" rtl="0" algn="l">
              <a:spcBef>
                <a:spcPts val="360"/>
              </a:spcBef>
              <a:spcAft>
                <a:spcPts val="0"/>
              </a:spcAft>
              <a:buSzPts val="1368"/>
              <a:buChar char="🞇"/>
            </a:pPr>
            <a:r>
              <a:rPr b="1" lang="en-IN" sz="1800"/>
              <a:t>Can resize memory allocated previously through malloc/calloc only.</a:t>
            </a:r>
            <a:endParaRPr/>
          </a:p>
        </p:txBody>
      </p:sp>
      <p:sp>
        <p:nvSpPr>
          <p:cNvPr id="526" name="Google Shape;526;p32"/>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527" name="Google Shape;527;p32"/>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528" name="Google Shape;528;p32"/>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33"/>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534" name="Google Shape;534;p33"/>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535" name="Google Shape;535;p33"/>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536" name="Google Shape;536;p33"/>
          <p:cNvSpPr txBox="1"/>
          <p:nvPr>
            <p:ph idx="1" type="body"/>
          </p:nvPr>
        </p:nvSpPr>
        <p:spPr>
          <a:xfrm>
            <a:off x="611560" y="1052736"/>
            <a:ext cx="7920880" cy="5328592"/>
          </a:xfrm>
          <a:prstGeom prst="rect">
            <a:avLst/>
          </a:prstGeom>
          <a:noFill/>
          <a:ln>
            <a:noFill/>
          </a:ln>
        </p:spPr>
        <p:txBody>
          <a:bodyPr anchorCtr="0" anchor="t" bIns="45700" lIns="91425" spcFirstLastPara="1" rIns="91425" wrap="square" tIns="45700">
            <a:normAutofit fontScale="85000" lnSpcReduction="20000"/>
          </a:bodyPr>
          <a:lstStyle/>
          <a:p>
            <a:pPr indent="0" lvl="0" marL="68580" rtl="0" algn="l">
              <a:spcBef>
                <a:spcPts val="0"/>
              </a:spcBef>
              <a:spcAft>
                <a:spcPts val="0"/>
              </a:spcAft>
              <a:buSzPct val="76000"/>
              <a:buNone/>
            </a:pPr>
            <a:r>
              <a:rPr b="1" lang="en-IN"/>
              <a:t>#include &lt;stdio.h&gt;</a:t>
            </a:r>
            <a:endParaRPr/>
          </a:p>
          <a:p>
            <a:pPr indent="0" lvl="0" marL="68580" rtl="0" algn="l">
              <a:spcBef>
                <a:spcPts val="408"/>
              </a:spcBef>
              <a:spcAft>
                <a:spcPts val="0"/>
              </a:spcAft>
              <a:buSzPct val="76000"/>
              <a:buNone/>
            </a:pPr>
            <a:r>
              <a:rPr b="1" lang="en-IN"/>
              <a:t>#include &lt;string.h&gt;</a:t>
            </a:r>
            <a:endParaRPr/>
          </a:p>
          <a:p>
            <a:pPr indent="0" lvl="0" marL="68580" rtl="0" algn="l">
              <a:spcBef>
                <a:spcPts val="408"/>
              </a:spcBef>
              <a:spcAft>
                <a:spcPts val="0"/>
              </a:spcAft>
              <a:buSzPct val="76000"/>
              <a:buNone/>
            </a:pPr>
            <a:r>
              <a:rPr b="1" lang="en-IN"/>
              <a:t>#include &lt;stdlib.h&gt;</a:t>
            </a:r>
            <a:endParaRPr/>
          </a:p>
          <a:p>
            <a:pPr indent="0" lvl="0" marL="68580" rtl="0" algn="l">
              <a:spcBef>
                <a:spcPts val="408"/>
              </a:spcBef>
              <a:spcAft>
                <a:spcPts val="0"/>
              </a:spcAft>
              <a:buSzPct val="76000"/>
              <a:buNone/>
            </a:pPr>
            <a:r>
              <a:rPr b="1" lang="en-IN"/>
              <a:t> </a:t>
            </a:r>
            <a:endParaRPr/>
          </a:p>
          <a:p>
            <a:pPr indent="0" lvl="0" marL="68580" rtl="0" algn="l">
              <a:spcBef>
                <a:spcPts val="408"/>
              </a:spcBef>
              <a:spcAft>
                <a:spcPts val="0"/>
              </a:spcAft>
              <a:buSzPct val="76000"/>
              <a:buNone/>
            </a:pPr>
            <a:r>
              <a:rPr b="1" lang="en-IN"/>
              <a:t>int main()</a:t>
            </a:r>
            <a:endParaRPr/>
          </a:p>
          <a:p>
            <a:pPr indent="0" lvl="0" marL="68580" rtl="0" algn="l">
              <a:spcBef>
                <a:spcPts val="408"/>
              </a:spcBef>
              <a:spcAft>
                <a:spcPts val="0"/>
              </a:spcAft>
              <a:buSzPct val="76000"/>
              <a:buNone/>
            </a:pPr>
            <a:r>
              <a:rPr b="1" lang="en-IN"/>
              <a:t>{</a:t>
            </a:r>
            <a:endParaRPr/>
          </a:p>
          <a:p>
            <a:pPr indent="0" lvl="0" marL="68580" rtl="0" algn="l">
              <a:spcBef>
                <a:spcPts val="408"/>
              </a:spcBef>
              <a:spcAft>
                <a:spcPts val="0"/>
              </a:spcAft>
              <a:buSzPct val="76000"/>
              <a:buNone/>
            </a:pPr>
            <a:r>
              <a:rPr b="1" lang="en-IN"/>
              <a:t>    char *mem_allocation;</a:t>
            </a:r>
            <a:endParaRPr/>
          </a:p>
          <a:p>
            <a:pPr indent="0" lvl="0" marL="68580" rtl="0" algn="l">
              <a:spcBef>
                <a:spcPts val="408"/>
              </a:spcBef>
              <a:spcAft>
                <a:spcPts val="0"/>
              </a:spcAft>
              <a:buSzPct val="76000"/>
              <a:buNone/>
            </a:pPr>
            <a:r>
              <a:rPr b="1" lang="en-IN"/>
              <a:t>    mem_allocation = (char *) malloc( 20 * sizeof(char) );</a:t>
            </a:r>
            <a:endParaRPr/>
          </a:p>
          <a:p>
            <a:pPr indent="0" lvl="0" marL="68580" rtl="0" algn="l">
              <a:spcBef>
                <a:spcPts val="408"/>
              </a:spcBef>
              <a:spcAft>
                <a:spcPts val="0"/>
              </a:spcAft>
              <a:buSzPct val="76000"/>
              <a:buNone/>
            </a:pPr>
            <a:r>
              <a:rPr b="1" lang="en-IN"/>
              <a:t>    </a:t>
            </a:r>
            <a:endParaRPr b="1"/>
          </a:p>
          <a:p>
            <a:pPr indent="0" lvl="0" marL="68580" rtl="0" algn="l">
              <a:spcBef>
                <a:spcPts val="408"/>
              </a:spcBef>
              <a:spcAft>
                <a:spcPts val="0"/>
              </a:spcAft>
              <a:buSzPct val="76000"/>
              <a:buNone/>
            </a:pPr>
            <a:r>
              <a:rPr b="1" lang="en-IN"/>
              <a:t>    if( mem_allocation == NULL )</a:t>
            </a:r>
            <a:endParaRPr/>
          </a:p>
          <a:p>
            <a:pPr indent="0" lvl="0" marL="68580" rtl="0" algn="l">
              <a:spcBef>
                <a:spcPts val="408"/>
              </a:spcBef>
              <a:spcAft>
                <a:spcPts val="0"/>
              </a:spcAft>
              <a:buSzPct val="76000"/>
              <a:buNone/>
            </a:pPr>
            <a:r>
              <a:rPr b="1" lang="en-IN"/>
              <a:t>    {</a:t>
            </a:r>
            <a:endParaRPr/>
          </a:p>
          <a:p>
            <a:pPr indent="0" lvl="0" marL="68580" rtl="0" algn="l">
              <a:spcBef>
                <a:spcPts val="408"/>
              </a:spcBef>
              <a:spcAft>
                <a:spcPts val="0"/>
              </a:spcAft>
              <a:buSzPct val="76000"/>
              <a:buNone/>
            </a:pPr>
            <a:r>
              <a:rPr b="1" lang="en-IN"/>
              <a:t>        printf("Couldn't able to allocate requested memory\n");</a:t>
            </a:r>
            <a:endParaRPr/>
          </a:p>
          <a:p>
            <a:pPr indent="0" lvl="0" marL="68580" rtl="0" algn="l">
              <a:spcBef>
                <a:spcPts val="408"/>
              </a:spcBef>
              <a:spcAft>
                <a:spcPts val="0"/>
              </a:spcAft>
              <a:buSzPct val="76000"/>
              <a:buNone/>
            </a:pPr>
            <a:r>
              <a:rPr b="1" lang="en-IN"/>
              <a:t>    }</a:t>
            </a:r>
            <a:endParaRPr/>
          </a:p>
          <a:p>
            <a:pPr indent="0" lvl="0" marL="68580" rtl="0" algn="l">
              <a:spcBef>
                <a:spcPts val="408"/>
              </a:spcBef>
              <a:spcAft>
                <a:spcPts val="0"/>
              </a:spcAft>
              <a:buSzPct val="76000"/>
              <a:buNone/>
            </a:pPr>
            <a:r>
              <a:rPr b="1" lang="en-IN"/>
              <a:t>    else</a:t>
            </a:r>
            <a:endParaRPr/>
          </a:p>
          <a:p>
            <a:pPr indent="0" lvl="0" marL="68580" rtl="0" algn="l">
              <a:spcBef>
                <a:spcPts val="408"/>
              </a:spcBef>
              <a:spcAft>
                <a:spcPts val="0"/>
              </a:spcAft>
              <a:buSzPct val="76000"/>
              <a:buNone/>
            </a:pPr>
            <a:r>
              <a:rPr b="1" lang="en-IN"/>
              <a:t>    {</a:t>
            </a:r>
            <a:endParaRPr/>
          </a:p>
          <a:p>
            <a:pPr indent="0" lvl="0" marL="68580" rtl="0" algn="l">
              <a:spcBef>
                <a:spcPts val="408"/>
              </a:spcBef>
              <a:spcAft>
                <a:spcPts val="0"/>
              </a:spcAft>
              <a:buSzPct val="76000"/>
              <a:buNone/>
            </a:pPr>
            <a:r>
              <a:rPr b="1" lang="en-IN"/>
              <a:t>       strcpy( mem_allocation,"fresh2refresh.com");</a:t>
            </a:r>
            <a:endParaRPr/>
          </a:p>
          <a:p>
            <a:pPr indent="0" lvl="0" marL="68580" rtl="0" algn="l">
              <a:spcBef>
                <a:spcPts val="408"/>
              </a:spcBef>
              <a:spcAft>
                <a:spcPts val="0"/>
              </a:spcAft>
              <a:buSzPct val="76000"/>
              <a:buNone/>
            </a:pPr>
            <a:r>
              <a:rPr b="1" lang="en-IN"/>
              <a:t>    }</a:t>
            </a:r>
            <a:endParaRPr b="1"/>
          </a:p>
        </p:txBody>
      </p:sp>
      <p:sp>
        <p:nvSpPr>
          <p:cNvPr id="537" name="Google Shape;537;p33"/>
          <p:cNvSpPr txBox="1"/>
          <p:nvPr>
            <p:ph type="title"/>
          </p:nvPr>
        </p:nvSpPr>
        <p:spPr>
          <a:xfrm>
            <a:off x="611560" y="404664"/>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Eg of mallloc() fn</a:t>
            </a:r>
            <a:endParaRPr b="1" sz="32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34"/>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543" name="Google Shape;543;p34"/>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544" name="Google Shape;544;p34"/>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545" name="Google Shape;545;p34"/>
          <p:cNvSpPr txBox="1"/>
          <p:nvPr>
            <p:ph idx="2" type="body"/>
          </p:nvPr>
        </p:nvSpPr>
        <p:spPr>
          <a:xfrm>
            <a:off x="827584" y="1412776"/>
            <a:ext cx="7704856" cy="4896544"/>
          </a:xfrm>
          <a:prstGeom prst="rect">
            <a:avLst/>
          </a:prstGeom>
          <a:noFill/>
          <a:ln>
            <a:noFill/>
          </a:ln>
        </p:spPr>
        <p:txBody>
          <a:bodyPr anchorCtr="0" anchor="t" bIns="45700" lIns="91425" spcFirstLastPara="1" rIns="91425" wrap="square" tIns="45700">
            <a:normAutofit fontScale="77500" lnSpcReduction="20000"/>
          </a:bodyPr>
          <a:lstStyle/>
          <a:p>
            <a:pPr indent="0" lvl="0" marL="68580" rtl="0" algn="l">
              <a:spcBef>
                <a:spcPts val="0"/>
              </a:spcBef>
              <a:spcAft>
                <a:spcPts val="0"/>
              </a:spcAft>
              <a:buSzPct val="76000"/>
              <a:buNone/>
            </a:pPr>
            <a:r>
              <a:rPr b="1" lang="en-IN"/>
              <a:t>printf("Dynamically allocated memory content  : "%s\n", mem_allocation );</a:t>
            </a:r>
            <a:endParaRPr/>
          </a:p>
          <a:p>
            <a:pPr indent="0" lvl="0" marL="68580" rtl="0" algn="l">
              <a:spcBef>
                <a:spcPts val="372"/>
              </a:spcBef>
              <a:spcAft>
                <a:spcPts val="0"/>
              </a:spcAft>
              <a:buSzPct val="76000"/>
              <a:buNone/>
            </a:pPr>
            <a:r>
              <a:rPr b="1" lang="en-IN"/>
              <a:t>    mem_allocation=realloc(mem_allocation,100*sizeof(char));</a:t>
            </a:r>
            <a:endParaRPr/>
          </a:p>
          <a:p>
            <a:pPr indent="0" lvl="0" marL="68580" rtl="0" algn="l">
              <a:spcBef>
                <a:spcPts val="372"/>
              </a:spcBef>
              <a:spcAft>
                <a:spcPts val="0"/>
              </a:spcAft>
              <a:buSzPct val="76000"/>
              <a:buNone/>
            </a:pPr>
            <a:r>
              <a:rPr b="1" lang="en-IN"/>
              <a:t>    if( mem_allocation == NULL )</a:t>
            </a:r>
            <a:endParaRPr/>
          </a:p>
          <a:p>
            <a:pPr indent="0" lvl="0" marL="68580" rtl="0" algn="l">
              <a:spcBef>
                <a:spcPts val="372"/>
              </a:spcBef>
              <a:spcAft>
                <a:spcPts val="0"/>
              </a:spcAft>
              <a:buSzPct val="76000"/>
              <a:buNone/>
            </a:pPr>
            <a:r>
              <a:rPr b="1" lang="en-IN"/>
              <a:t>    {</a:t>
            </a:r>
            <a:endParaRPr/>
          </a:p>
          <a:p>
            <a:pPr indent="0" lvl="0" marL="68580" rtl="0" algn="l">
              <a:spcBef>
                <a:spcPts val="372"/>
              </a:spcBef>
              <a:spcAft>
                <a:spcPts val="0"/>
              </a:spcAft>
              <a:buSzPct val="76000"/>
              <a:buNone/>
            </a:pPr>
            <a:r>
              <a:rPr b="1" lang="en-IN"/>
              <a:t>        printf("Couldn't able to allocate requested memory\n");</a:t>
            </a:r>
            <a:endParaRPr/>
          </a:p>
          <a:p>
            <a:pPr indent="0" lvl="0" marL="68580" rtl="0" algn="l">
              <a:spcBef>
                <a:spcPts val="372"/>
              </a:spcBef>
              <a:spcAft>
                <a:spcPts val="0"/>
              </a:spcAft>
              <a:buSzPct val="76000"/>
              <a:buNone/>
            </a:pPr>
            <a:r>
              <a:rPr b="1" lang="en-IN"/>
              <a:t>    }</a:t>
            </a:r>
            <a:endParaRPr/>
          </a:p>
          <a:p>
            <a:pPr indent="0" lvl="0" marL="68580" rtl="0" algn="l">
              <a:spcBef>
                <a:spcPts val="372"/>
              </a:spcBef>
              <a:spcAft>
                <a:spcPts val="0"/>
              </a:spcAft>
              <a:buSzPct val="76000"/>
              <a:buNone/>
            </a:pPr>
            <a:r>
              <a:rPr b="1" lang="en-IN"/>
              <a:t>    else</a:t>
            </a:r>
            <a:endParaRPr/>
          </a:p>
          <a:p>
            <a:pPr indent="0" lvl="0" marL="68580" rtl="0" algn="l">
              <a:spcBef>
                <a:spcPts val="372"/>
              </a:spcBef>
              <a:spcAft>
                <a:spcPts val="0"/>
              </a:spcAft>
              <a:buSzPct val="76000"/>
              <a:buNone/>
            </a:pPr>
            <a:r>
              <a:rPr b="1" lang="en-IN"/>
              <a:t>    {</a:t>
            </a:r>
            <a:endParaRPr/>
          </a:p>
          <a:p>
            <a:pPr indent="0" lvl="0" marL="68580" rtl="0" algn="l">
              <a:spcBef>
                <a:spcPts val="372"/>
              </a:spcBef>
              <a:spcAft>
                <a:spcPts val="0"/>
              </a:spcAft>
              <a:buSzPct val="76000"/>
              <a:buNone/>
            </a:pPr>
            <a:r>
              <a:rPr b="1" lang="en-IN"/>
              <a:t>        strcpy( mem_allocation,"space is extended upto 100 characters");</a:t>
            </a:r>
            <a:endParaRPr/>
          </a:p>
          <a:p>
            <a:pPr indent="0" lvl="0" marL="68580" rtl="0" algn="l">
              <a:spcBef>
                <a:spcPts val="372"/>
              </a:spcBef>
              <a:spcAft>
                <a:spcPts val="0"/>
              </a:spcAft>
              <a:buSzPct val="76000"/>
              <a:buNone/>
            </a:pPr>
            <a:r>
              <a:rPr b="1" lang="en-IN"/>
              <a:t>    }</a:t>
            </a:r>
            <a:endParaRPr/>
          </a:p>
          <a:p>
            <a:pPr indent="0" lvl="0" marL="68580" rtl="0" algn="l">
              <a:spcBef>
                <a:spcPts val="372"/>
              </a:spcBef>
              <a:spcAft>
                <a:spcPts val="0"/>
              </a:spcAft>
              <a:buSzPct val="76000"/>
              <a:buNone/>
            </a:pPr>
            <a:r>
              <a:rPr b="1" lang="en-IN"/>
              <a:t>    printf("Resized memory : %s\n", mem_allocation );</a:t>
            </a:r>
            <a:endParaRPr/>
          </a:p>
          <a:p>
            <a:pPr indent="0" lvl="0" marL="68580" rtl="0" algn="l">
              <a:spcBef>
                <a:spcPts val="372"/>
              </a:spcBef>
              <a:spcAft>
                <a:spcPts val="0"/>
              </a:spcAft>
              <a:buSzPct val="76000"/>
              <a:buNone/>
            </a:pPr>
            <a:r>
              <a:rPr b="1" lang="en-IN"/>
              <a:t>    free(mem_allocation);</a:t>
            </a:r>
            <a:endParaRPr/>
          </a:p>
          <a:p>
            <a:pPr indent="0" lvl="0" marL="68580" rtl="0" algn="l">
              <a:spcBef>
                <a:spcPts val="372"/>
              </a:spcBef>
              <a:spcAft>
                <a:spcPts val="0"/>
              </a:spcAft>
              <a:buSzPct val="76000"/>
              <a:buNone/>
            </a:pPr>
            <a:r>
              <a:rPr b="1" lang="en-IN"/>
              <a:t>}</a:t>
            </a:r>
            <a:br>
              <a:rPr b="1" lang="en-IN"/>
            </a:br>
            <a:endParaRPr b="1"/>
          </a:p>
          <a:p>
            <a:pPr indent="-184556" lvl="0" marL="342900" rtl="0" algn="l">
              <a:spcBef>
                <a:spcPts val="372"/>
              </a:spcBef>
              <a:spcAft>
                <a:spcPts val="0"/>
              </a:spcAft>
              <a:buSzPct val="76000"/>
              <a:buNone/>
            </a:pPr>
            <a:r>
              <a:t/>
            </a:r>
            <a:endParaRPr b="1"/>
          </a:p>
        </p:txBody>
      </p:sp>
      <p:sp>
        <p:nvSpPr>
          <p:cNvPr id="546" name="Google Shape;546;p34"/>
          <p:cNvSpPr txBox="1"/>
          <p:nvPr>
            <p:ph type="title"/>
          </p:nvPr>
        </p:nvSpPr>
        <p:spPr>
          <a:xfrm>
            <a:off x="611560" y="404664"/>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Eg of mallloc() fn</a:t>
            </a:r>
            <a:endParaRPr b="1" sz="32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35"/>
          <p:cNvSpPr txBox="1"/>
          <p:nvPr>
            <p:ph type="title"/>
          </p:nvPr>
        </p:nvSpPr>
        <p:spPr>
          <a:xfrm>
            <a:off x="1043490" y="1027664"/>
            <a:ext cx="7024744" cy="601136"/>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lang="en-IN"/>
              <a:t>Pointers and arrays</a:t>
            </a:r>
            <a:endParaRPr/>
          </a:p>
        </p:txBody>
      </p:sp>
      <p:sp>
        <p:nvSpPr>
          <p:cNvPr id="552" name="Google Shape;552;p35"/>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fontScale="85000" lnSpcReduction="20000"/>
          </a:bodyPr>
          <a:lstStyle/>
          <a:p>
            <a:pPr indent="-274320" lvl="0" marL="342900" rtl="0" algn="l">
              <a:spcBef>
                <a:spcPts val="0"/>
              </a:spcBef>
              <a:spcAft>
                <a:spcPts val="0"/>
              </a:spcAft>
              <a:buSzPct val="76000"/>
              <a:buChar char="🞇"/>
            </a:pPr>
            <a:r>
              <a:rPr lang="en-IN"/>
              <a:t>Allocating individual integers isn't all that useful either. But malloc() can also allocate arrays. We will discuss the similarity of pointers and arrays in class, and the textbook discusses this in section 3.13. But essentially, a pointer can be used as an array, and you can index it just like an array, </a:t>
            </a:r>
            <a:r>
              <a:rPr b="1" lang="en-IN"/>
              <a:t>as long as it is pointing to enough memory</a:t>
            </a:r>
            <a:r>
              <a:rPr lang="en-IN"/>
              <a:t>. The following example demonstrates this:</a:t>
            </a:r>
            <a:endParaRPr/>
          </a:p>
          <a:p>
            <a:pPr indent="-274320" lvl="0" marL="342900" rtl="0" algn="l">
              <a:spcBef>
                <a:spcPts val="408"/>
              </a:spcBef>
              <a:spcAft>
                <a:spcPts val="0"/>
              </a:spcAft>
              <a:buSzPct val="76000"/>
              <a:buChar char="🞇"/>
            </a:pPr>
            <a:r>
              <a:rPr lang="en-IN"/>
              <a:t>int *ip;</a:t>
            </a:r>
            <a:br>
              <a:rPr lang="en-IN"/>
            </a:br>
            <a:r>
              <a:rPr lang="en-IN"/>
              <a:t>ip = (int *) malloc( sizeof(int)*10 ); // allocate 10 ints</a:t>
            </a:r>
            <a:br>
              <a:rPr lang="en-IN"/>
            </a:br>
            <a:r>
              <a:rPr lang="en-IN"/>
              <a:t>ip[6] = 42; // set the 7th element to 42</a:t>
            </a:r>
            <a:br>
              <a:rPr lang="en-IN"/>
            </a:br>
            <a:r>
              <a:rPr lang="en-IN"/>
              <a:t>ip[10] = 99; // WRONG: array only has 10 elements</a:t>
            </a:r>
            <a:br>
              <a:rPr lang="en-IN"/>
            </a:br>
            <a:r>
              <a:rPr lang="en-IN"/>
              <a:t>(this would corrupted memory!)</a:t>
            </a:r>
            <a:endParaRPr/>
          </a:p>
        </p:txBody>
      </p:sp>
      <p:sp>
        <p:nvSpPr>
          <p:cNvPr id="553" name="Google Shape;553;p35"/>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554" name="Google Shape;554;p35"/>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555" name="Google Shape;555;p35"/>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36"/>
          <p:cNvSpPr txBox="1"/>
          <p:nvPr>
            <p:ph type="title"/>
          </p:nvPr>
        </p:nvSpPr>
        <p:spPr>
          <a:xfrm>
            <a:off x="899592" y="1268760"/>
            <a:ext cx="7024744" cy="1982024"/>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000"/>
              <a:buFont typeface="Century Gothic"/>
              <a:buNone/>
            </a:pPr>
            <a:r>
              <a:rPr b="1" lang="en-IN" sz="2000"/>
              <a:t>Which part of the memory is allocated when static memory allocation is used, for int,char,float,arrays,struct,unions…..?</a:t>
            </a:r>
            <a:br>
              <a:rPr b="1" lang="en-IN" sz="2000"/>
            </a:br>
            <a:br>
              <a:rPr b="1" lang="en-IN" sz="2000"/>
            </a:br>
            <a:r>
              <a:rPr b="1" lang="en-IN" sz="2000"/>
              <a:t>Which part of the memory is allocated when malloc and calloc are called for any variable?</a:t>
            </a:r>
            <a:endParaRPr/>
          </a:p>
        </p:txBody>
      </p:sp>
      <p:sp>
        <p:nvSpPr>
          <p:cNvPr id="561" name="Google Shape;561;p36"/>
          <p:cNvSpPr txBox="1"/>
          <p:nvPr>
            <p:ph idx="1" type="body"/>
          </p:nvPr>
        </p:nvSpPr>
        <p:spPr>
          <a:xfrm>
            <a:off x="1043492" y="3356992"/>
            <a:ext cx="6777317" cy="2475637"/>
          </a:xfrm>
          <a:prstGeom prst="rect">
            <a:avLst/>
          </a:prstGeom>
          <a:noFill/>
          <a:ln>
            <a:noFill/>
          </a:ln>
        </p:spPr>
        <p:txBody>
          <a:bodyPr anchorCtr="0" anchor="t" bIns="45700" lIns="91425" spcFirstLastPara="1" rIns="91425" wrap="square" tIns="45700">
            <a:normAutofit/>
          </a:bodyPr>
          <a:lstStyle/>
          <a:p>
            <a:pPr indent="-274319" lvl="0" marL="342900" rtl="0" algn="l">
              <a:spcBef>
                <a:spcPts val="0"/>
              </a:spcBef>
              <a:spcAft>
                <a:spcPts val="0"/>
              </a:spcAft>
              <a:buSzPts val="1824"/>
              <a:buChar char="🞇"/>
            </a:pPr>
            <a:r>
              <a:rPr lang="en-IN"/>
              <a:t>??</a:t>
            </a:r>
            <a:endParaRPr/>
          </a:p>
        </p:txBody>
      </p:sp>
      <p:sp>
        <p:nvSpPr>
          <p:cNvPr id="562" name="Google Shape;562;p36"/>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563" name="Google Shape;563;p36"/>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564" name="Google Shape;564;p36"/>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37"/>
          <p:cNvSpPr txBox="1"/>
          <p:nvPr>
            <p:ph type="title"/>
          </p:nvPr>
        </p:nvSpPr>
        <p:spPr>
          <a:xfrm>
            <a:off x="971600" y="476672"/>
            <a:ext cx="7024744" cy="52912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200"/>
              <a:buFont typeface="Century Gothic"/>
              <a:buNone/>
            </a:pPr>
            <a:r>
              <a:rPr b="1" lang="en-IN" sz="3200"/>
              <a:t>Stack and Heap </a:t>
            </a:r>
            <a:endParaRPr b="1" sz="3200"/>
          </a:p>
        </p:txBody>
      </p:sp>
      <p:sp>
        <p:nvSpPr>
          <p:cNvPr id="570" name="Google Shape;570;p37"/>
          <p:cNvSpPr txBox="1"/>
          <p:nvPr>
            <p:ph idx="1" type="body"/>
          </p:nvPr>
        </p:nvSpPr>
        <p:spPr>
          <a:xfrm>
            <a:off x="899592" y="1052736"/>
            <a:ext cx="6777317" cy="3508977"/>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b="1" lang="en-IN" sz="2000"/>
              <a:t>Stack and Heap both stored in the computer's RAM .</a:t>
            </a:r>
            <a:endParaRPr/>
          </a:p>
        </p:txBody>
      </p:sp>
      <p:sp>
        <p:nvSpPr>
          <p:cNvPr id="571" name="Google Shape;571;p37"/>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572" name="Google Shape;572;p37"/>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573" name="Google Shape;573;p37"/>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pic>
        <p:nvPicPr>
          <p:cNvPr id="574" name="Google Shape;574;p37"/>
          <p:cNvPicPr preferRelativeResize="0"/>
          <p:nvPr/>
        </p:nvPicPr>
        <p:blipFill rotWithShape="1">
          <a:blip r:embed="rId3">
            <a:alphaModFix/>
          </a:blip>
          <a:srcRect b="0" l="0" r="0" t="0"/>
          <a:stretch/>
        </p:blipFill>
        <p:spPr>
          <a:xfrm>
            <a:off x="1187624" y="2034231"/>
            <a:ext cx="3751287" cy="4187043"/>
          </a:xfrm>
          <a:prstGeom prst="rect">
            <a:avLst/>
          </a:prstGeom>
          <a:noFill/>
          <a:ln>
            <a:noFill/>
          </a:ln>
        </p:spPr>
      </p:pic>
      <p:pic>
        <p:nvPicPr>
          <p:cNvPr descr="https://courses.engr.illinois.edu/cs225/sp2022/assets/notes/stack_heap_memory/memory_layout.png" id="575" name="Google Shape;575;p37"/>
          <p:cNvPicPr preferRelativeResize="0"/>
          <p:nvPr/>
        </p:nvPicPr>
        <p:blipFill rotWithShape="1">
          <a:blip r:embed="rId4">
            <a:alphaModFix/>
          </a:blip>
          <a:srcRect b="0" l="0" r="0" t="0"/>
          <a:stretch/>
        </p:blipFill>
        <p:spPr>
          <a:xfrm>
            <a:off x="4938911" y="2132856"/>
            <a:ext cx="3409950" cy="35052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38"/>
          <p:cNvSpPr txBox="1"/>
          <p:nvPr>
            <p:ph type="ctrTitle"/>
          </p:nvPr>
        </p:nvSpPr>
        <p:spPr>
          <a:xfrm>
            <a:off x="4733365" y="2708476"/>
            <a:ext cx="3313355" cy="170216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3600"/>
              <a:buFont typeface="Century Gothic"/>
              <a:buNone/>
            </a:pPr>
            <a:r>
              <a:rPr lang="en-IN"/>
              <a:t>Linked List</a:t>
            </a:r>
            <a:endParaRPr/>
          </a:p>
        </p:txBody>
      </p:sp>
      <p:sp>
        <p:nvSpPr>
          <p:cNvPr id="581" name="Google Shape;581;p38"/>
          <p:cNvSpPr txBox="1"/>
          <p:nvPr>
            <p:ph idx="1" type="subTitle"/>
          </p:nvPr>
        </p:nvSpPr>
        <p:spPr>
          <a:xfrm>
            <a:off x="4733365" y="4421080"/>
            <a:ext cx="3309803" cy="126062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368"/>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39"/>
          <p:cNvSpPr txBox="1"/>
          <p:nvPr>
            <p:ph type="title"/>
          </p:nvPr>
        </p:nvSpPr>
        <p:spPr>
          <a:xfrm>
            <a:off x="982984" y="692696"/>
            <a:ext cx="3300984" cy="576064"/>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800"/>
              <a:buFont typeface="Century Gothic"/>
              <a:buNone/>
            </a:pPr>
            <a:r>
              <a:rPr lang="en-IN"/>
              <a:t>Linked Lists</a:t>
            </a:r>
            <a:endParaRPr/>
          </a:p>
        </p:txBody>
      </p:sp>
      <p:sp>
        <p:nvSpPr>
          <p:cNvPr id="587" name="Google Shape;587;p39"/>
          <p:cNvSpPr/>
          <p:nvPr>
            <p:ph idx="2" type="pic"/>
          </p:nvPr>
        </p:nvSpPr>
        <p:spPr>
          <a:xfrm>
            <a:off x="4716016" y="764704"/>
            <a:ext cx="3359623" cy="5468112"/>
          </a:xfrm>
          <a:prstGeom prst="rect">
            <a:avLst/>
          </a:prstGeom>
          <a:noFill/>
          <a:ln>
            <a:noFill/>
          </a:ln>
        </p:spPr>
      </p:sp>
      <p:sp>
        <p:nvSpPr>
          <p:cNvPr id="588" name="Google Shape;588;p39"/>
          <p:cNvSpPr txBox="1"/>
          <p:nvPr>
            <p:ph idx="1" type="body"/>
          </p:nvPr>
        </p:nvSpPr>
        <p:spPr>
          <a:xfrm>
            <a:off x="971600" y="1268760"/>
            <a:ext cx="3437770" cy="4896544"/>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520"/>
              <a:buFont typeface="Arial"/>
              <a:buChar char="•"/>
            </a:pPr>
            <a:r>
              <a:rPr b="1" lang="en-IN" sz="2000"/>
              <a:t>Linear Collection of data elements called Nodes </a:t>
            </a:r>
            <a:endParaRPr/>
          </a:p>
          <a:p>
            <a:pPr indent="-342900" lvl="0" marL="342900" rtl="0" algn="l">
              <a:spcBef>
                <a:spcPts val="400"/>
              </a:spcBef>
              <a:spcAft>
                <a:spcPts val="0"/>
              </a:spcAft>
              <a:buSzPts val="1520"/>
              <a:buFont typeface="Arial"/>
              <a:buChar char="•"/>
            </a:pPr>
            <a:r>
              <a:rPr b="1" lang="en-IN" sz="2000"/>
              <a:t>Linear order is given by means of pointers.</a:t>
            </a:r>
            <a:endParaRPr/>
          </a:p>
          <a:p>
            <a:pPr indent="-246380" lvl="0" marL="342900" rtl="0" algn="l">
              <a:spcBef>
                <a:spcPts val="400"/>
              </a:spcBef>
              <a:spcAft>
                <a:spcPts val="0"/>
              </a:spcAft>
              <a:buSzPts val="1520"/>
              <a:buFont typeface="Arial"/>
              <a:buNone/>
            </a:pPr>
            <a:r>
              <a:t/>
            </a:r>
            <a:endParaRPr b="1" sz="2000"/>
          </a:p>
        </p:txBody>
      </p:sp>
      <p:pic>
        <p:nvPicPr>
          <p:cNvPr descr="https://codeforwin.org/ezoimgfmt/secureservercdn.net/160.153.138.219/b79.d22.myftpupload.com/wp-content/uploads/2015/09/Singly-linked-list.png?ezimgfmt=rs:392x193/rscb1" id="589" name="Google Shape;589;p39"/>
          <p:cNvPicPr preferRelativeResize="0"/>
          <p:nvPr/>
        </p:nvPicPr>
        <p:blipFill rotWithShape="1">
          <a:blip r:embed="rId3">
            <a:alphaModFix/>
          </a:blip>
          <a:srcRect b="0" l="0" r="0" t="0"/>
          <a:stretch/>
        </p:blipFill>
        <p:spPr>
          <a:xfrm>
            <a:off x="4644008" y="1878707"/>
            <a:ext cx="3528392" cy="2774429"/>
          </a:xfrm>
          <a:prstGeom prst="rect">
            <a:avLst/>
          </a:prstGeom>
          <a:noFill/>
          <a:ln>
            <a:noFill/>
          </a:ln>
        </p:spPr>
      </p:pic>
      <p:sp>
        <p:nvSpPr>
          <p:cNvPr id="590" name="Google Shape;590;p39"/>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591" name="Google Shape;591;p39"/>
          <p:cNvSpPr txBox="1"/>
          <p:nvPr>
            <p:ph idx="11" type="ftr"/>
          </p:nvPr>
        </p:nvSpPr>
        <p:spPr>
          <a:xfrm>
            <a:off x="4641448" y="5724835"/>
            <a:ext cx="3493664"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r>
              <a:rPr lang="en-IN"/>
              <a:t>Prof. Shweta Dhawan Chachra</a:t>
            </a:r>
            <a:endParaRPr/>
          </a:p>
        </p:txBody>
      </p:sp>
      <p:sp>
        <p:nvSpPr>
          <p:cNvPr id="592" name="Google Shape;592;p39"/>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40"/>
          <p:cNvSpPr txBox="1"/>
          <p:nvPr>
            <p:ph type="title"/>
          </p:nvPr>
        </p:nvSpPr>
        <p:spPr>
          <a:xfrm>
            <a:off x="982984" y="692696"/>
            <a:ext cx="3300984" cy="576064"/>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800"/>
              <a:buFont typeface="Century Gothic"/>
              <a:buNone/>
            </a:pPr>
            <a:r>
              <a:rPr lang="en-IN"/>
              <a:t>Linked Lists</a:t>
            </a:r>
            <a:endParaRPr/>
          </a:p>
        </p:txBody>
      </p:sp>
      <p:sp>
        <p:nvSpPr>
          <p:cNvPr id="598" name="Google Shape;598;p40"/>
          <p:cNvSpPr/>
          <p:nvPr>
            <p:ph idx="2" type="pic"/>
          </p:nvPr>
        </p:nvSpPr>
        <p:spPr>
          <a:xfrm>
            <a:off x="4716016" y="764704"/>
            <a:ext cx="3359623" cy="5468112"/>
          </a:xfrm>
          <a:prstGeom prst="rect">
            <a:avLst/>
          </a:prstGeom>
          <a:noFill/>
          <a:ln>
            <a:noFill/>
          </a:ln>
        </p:spPr>
      </p:sp>
      <p:sp>
        <p:nvSpPr>
          <p:cNvPr id="599" name="Google Shape;599;p40"/>
          <p:cNvSpPr txBox="1"/>
          <p:nvPr>
            <p:ph idx="1" type="body"/>
          </p:nvPr>
        </p:nvSpPr>
        <p:spPr>
          <a:xfrm>
            <a:off x="971600" y="1268760"/>
            <a:ext cx="3437770" cy="4896544"/>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368"/>
              <a:buFont typeface="Arial"/>
              <a:buChar char="•"/>
            </a:pPr>
            <a:r>
              <a:rPr b="1" lang="en-IN" sz="1800"/>
              <a:t>Each node may be divided into atleast two fields for :</a:t>
            </a:r>
            <a:endParaRPr/>
          </a:p>
          <a:p>
            <a:pPr indent="-342900" lvl="1" marL="800100" rtl="0" algn="l">
              <a:spcBef>
                <a:spcPts val="360"/>
              </a:spcBef>
              <a:spcAft>
                <a:spcPts val="0"/>
              </a:spcAft>
              <a:buSzPts val="1368"/>
              <a:buFont typeface="Arial"/>
              <a:buChar char="•"/>
            </a:pPr>
            <a:r>
              <a:rPr b="1" lang="en-IN" sz="1800"/>
              <a:t>Storing Data </a:t>
            </a:r>
            <a:endParaRPr/>
          </a:p>
          <a:p>
            <a:pPr indent="-342900" lvl="1" marL="800100" rtl="0" algn="l">
              <a:spcBef>
                <a:spcPts val="360"/>
              </a:spcBef>
              <a:spcAft>
                <a:spcPts val="0"/>
              </a:spcAft>
              <a:buSzPts val="1368"/>
              <a:buFont typeface="Arial"/>
              <a:buChar char="•"/>
            </a:pPr>
            <a:r>
              <a:rPr b="1" lang="en-IN" sz="1800"/>
              <a:t>Storing Address of next element.</a:t>
            </a:r>
            <a:endParaRPr/>
          </a:p>
          <a:p>
            <a:pPr indent="-256032" lvl="0" marL="342900" rtl="0" algn="l">
              <a:spcBef>
                <a:spcPts val="360"/>
              </a:spcBef>
              <a:spcAft>
                <a:spcPts val="0"/>
              </a:spcAft>
              <a:buSzPts val="1368"/>
              <a:buFont typeface="Arial"/>
              <a:buNone/>
            </a:pPr>
            <a:r>
              <a:t/>
            </a:r>
            <a:endParaRPr b="1" sz="1800"/>
          </a:p>
        </p:txBody>
      </p:sp>
      <p:pic>
        <p:nvPicPr>
          <p:cNvPr descr="https://codeforwin.org/ezoimgfmt/secureservercdn.net/160.153.138.219/b79.d22.myftpupload.com/wp-content/uploads/2015/09/Singly-linked-list.png?ezimgfmt=rs:392x193/rscb1" id="600" name="Google Shape;600;p40"/>
          <p:cNvPicPr preferRelativeResize="0"/>
          <p:nvPr/>
        </p:nvPicPr>
        <p:blipFill rotWithShape="1">
          <a:blip r:embed="rId3">
            <a:alphaModFix/>
          </a:blip>
          <a:srcRect b="0" l="0" r="0" t="0"/>
          <a:stretch/>
        </p:blipFill>
        <p:spPr>
          <a:xfrm>
            <a:off x="4644008" y="1878707"/>
            <a:ext cx="3528392" cy="2774429"/>
          </a:xfrm>
          <a:prstGeom prst="rect">
            <a:avLst/>
          </a:prstGeom>
          <a:noFill/>
          <a:ln>
            <a:noFill/>
          </a:ln>
        </p:spPr>
      </p:pic>
      <p:sp>
        <p:nvSpPr>
          <p:cNvPr id="601" name="Google Shape;601;p40"/>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602" name="Google Shape;602;p40"/>
          <p:cNvSpPr txBox="1"/>
          <p:nvPr>
            <p:ph idx="11" type="ftr"/>
          </p:nvPr>
        </p:nvSpPr>
        <p:spPr>
          <a:xfrm>
            <a:off x="4641448" y="5724835"/>
            <a:ext cx="3493664"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r>
              <a:rPr lang="en-IN"/>
              <a:t>Prof. Shweta Dhawan Chachra</a:t>
            </a:r>
            <a:endParaRPr/>
          </a:p>
        </p:txBody>
      </p:sp>
      <p:sp>
        <p:nvSpPr>
          <p:cNvPr id="603" name="Google Shape;603;p40"/>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41"/>
          <p:cNvSpPr txBox="1"/>
          <p:nvPr>
            <p:ph type="title"/>
          </p:nvPr>
        </p:nvSpPr>
        <p:spPr>
          <a:xfrm>
            <a:off x="982984" y="692696"/>
            <a:ext cx="3300984" cy="576064"/>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800"/>
              <a:buFont typeface="Century Gothic"/>
              <a:buNone/>
            </a:pPr>
            <a:r>
              <a:rPr lang="en-IN"/>
              <a:t>Linked Lists</a:t>
            </a:r>
            <a:endParaRPr/>
          </a:p>
        </p:txBody>
      </p:sp>
      <p:sp>
        <p:nvSpPr>
          <p:cNvPr id="609" name="Google Shape;609;p41"/>
          <p:cNvSpPr/>
          <p:nvPr>
            <p:ph idx="2" type="pic"/>
          </p:nvPr>
        </p:nvSpPr>
        <p:spPr>
          <a:xfrm>
            <a:off x="4716016" y="764704"/>
            <a:ext cx="3359623" cy="5468112"/>
          </a:xfrm>
          <a:prstGeom prst="rect">
            <a:avLst/>
          </a:prstGeom>
          <a:noFill/>
          <a:ln>
            <a:noFill/>
          </a:ln>
        </p:spPr>
      </p:sp>
      <p:sp>
        <p:nvSpPr>
          <p:cNvPr id="610" name="Google Shape;610;p41"/>
          <p:cNvSpPr txBox="1"/>
          <p:nvPr>
            <p:ph idx="1" type="body"/>
          </p:nvPr>
        </p:nvSpPr>
        <p:spPr>
          <a:xfrm>
            <a:off x="971600" y="1268760"/>
            <a:ext cx="3437770" cy="4896544"/>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520"/>
              <a:buFont typeface="Arial"/>
              <a:buChar char="•"/>
            </a:pPr>
            <a:r>
              <a:rPr b="1" lang="en-IN" sz="2000"/>
              <a:t>The Last node’s Address field contains Null rather than a valid address. </a:t>
            </a:r>
            <a:endParaRPr/>
          </a:p>
          <a:p>
            <a:pPr indent="-246380" lvl="0" marL="342900" rtl="0" algn="l">
              <a:spcBef>
                <a:spcPts val="400"/>
              </a:spcBef>
              <a:spcAft>
                <a:spcPts val="0"/>
              </a:spcAft>
              <a:buSzPts val="1520"/>
              <a:buFont typeface="Arial"/>
              <a:buNone/>
            </a:pPr>
            <a:r>
              <a:t/>
            </a:r>
            <a:endParaRPr b="1" sz="2000"/>
          </a:p>
          <a:p>
            <a:pPr indent="-342900" lvl="0" marL="342900" rtl="0" algn="l">
              <a:spcBef>
                <a:spcPts val="400"/>
              </a:spcBef>
              <a:spcAft>
                <a:spcPts val="0"/>
              </a:spcAft>
              <a:buSzPts val="1520"/>
              <a:buFont typeface="Arial"/>
              <a:buChar char="•"/>
            </a:pPr>
            <a:r>
              <a:rPr b="1" lang="en-IN" sz="2000"/>
              <a:t>It’s a NULL Pointer and indicates the end of the list.</a:t>
            </a:r>
            <a:endParaRPr b="1" sz="2000"/>
          </a:p>
        </p:txBody>
      </p:sp>
      <p:pic>
        <p:nvPicPr>
          <p:cNvPr descr="https://codeforwin.org/ezoimgfmt/secureservercdn.net/160.153.138.219/b79.d22.myftpupload.com/wp-content/uploads/2015/09/Singly-linked-list.png?ezimgfmt=rs:392x193/rscb1" id="611" name="Google Shape;611;p41"/>
          <p:cNvPicPr preferRelativeResize="0"/>
          <p:nvPr/>
        </p:nvPicPr>
        <p:blipFill rotWithShape="1">
          <a:blip r:embed="rId3">
            <a:alphaModFix/>
          </a:blip>
          <a:srcRect b="0" l="0" r="0" t="0"/>
          <a:stretch/>
        </p:blipFill>
        <p:spPr>
          <a:xfrm>
            <a:off x="4644008" y="1878707"/>
            <a:ext cx="3528392" cy="2774429"/>
          </a:xfrm>
          <a:prstGeom prst="rect">
            <a:avLst/>
          </a:prstGeom>
          <a:noFill/>
          <a:ln>
            <a:noFill/>
          </a:ln>
        </p:spPr>
      </p:pic>
      <p:sp>
        <p:nvSpPr>
          <p:cNvPr id="612" name="Google Shape;612;p41"/>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613" name="Google Shape;613;p41"/>
          <p:cNvSpPr txBox="1"/>
          <p:nvPr>
            <p:ph idx="11" type="ftr"/>
          </p:nvPr>
        </p:nvSpPr>
        <p:spPr>
          <a:xfrm>
            <a:off x="4641448" y="5724835"/>
            <a:ext cx="3493664"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r>
              <a:rPr lang="en-IN"/>
              <a:t>Prof. Shweta Dhawan Chachra</a:t>
            </a:r>
            <a:endParaRPr/>
          </a:p>
        </p:txBody>
      </p:sp>
      <p:sp>
        <p:nvSpPr>
          <p:cNvPr id="614" name="Google Shape;614;p41"/>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42"/>
          <p:cNvSpPr txBox="1"/>
          <p:nvPr>
            <p:ph type="ctrTitle"/>
          </p:nvPr>
        </p:nvSpPr>
        <p:spPr>
          <a:xfrm>
            <a:off x="4733365" y="2708476"/>
            <a:ext cx="3313355" cy="170216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lang="en-IN"/>
              <a:t>Comparison between Array and Linked List</a:t>
            </a:r>
            <a:endParaRPr/>
          </a:p>
        </p:txBody>
      </p:sp>
      <p:sp>
        <p:nvSpPr>
          <p:cNvPr id="620" name="Google Shape;620;p42"/>
          <p:cNvSpPr txBox="1"/>
          <p:nvPr>
            <p:ph idx="1" type="subTitle"/>
          </p:nvPr>
        </p:nvSpPr>
        <p:spPr>
          <a:xfrm>
            <a:off x="4733365" y="4421080"/>
            <a:ext cx="3309803" cy="126062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368"/>
              <a:buNone/>
            </a:pPr>
            <a:r>
              <a:t/>
            </a:r>
            <a:endParaRPr/>
          </a:p>
        </p:txBody>
      </p:sp>
      <p:sp>
        <p:nvSpPr>
          <p:cNvPr id="621" name="Google Shape;621;p42"/>
          <p:cNvSpPr txBox="1"/>
          <p:nvPr>
            <p:ph idx="10" type="dt"/>
          </p:nvPr>
        </p:nvSpPr>
        <p:spPr>
          <a:xfrm>
            <a:off x="4738744" y="1516828"/>
            <a:ext cx="2133600" cy="750981"/>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IN"/>
              <a:t>24-08-2023</a:t>
            </a:r>
            <a:endParaRPr/>
          </a:p>
        </p:txBody>
      </p:sp>
      <p:sp>
        <p:nvSpPr>
          <p:cNvPr id="622" name="Google Shape;622;p42"/>
          <p:cNvSpPr txBox="1"/>
          <p:nvPr>
            <p:ph idx="11" type="ftr"/>
          </p:nvPr>
        </p:nvSpPr>
        <p:spPr>
          <a:xfrm>
            <a:off x="5303520" y="5719966"/>
            <a:ext cx="2831592"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r>
              <a:rPr lang="en-IN"/>
              <a:t>Prof. Shweta Dhawan Chachra</a:t>
            </a:r>
            <a:endParaRPr/>
          </a:p>
        </p:txBody>
      </p:sp>
      <p:sp>
        <p:nvSpPr>
          <p:cNvPr id="623" name="Google Shape;623;p42"/>
          <p:cNvSpPr txBox="1"/>
          <p:nvPr>
            <p:ph idx="12" type="sldNum"/>
          </p:nvPr>
        </p:nvSpPr>
        <p:spPr>
          <a:xfrm>
            <a:off x="4649096" y="5719966"/>
            <a:ext cx="64366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43"/>
          <p:cNvSpPr txBox="1"/>
          <p:nvPr>
            <p:ph type="title"/>
          </p:nvPr>
        </p:nvSpPr>
        <p:spPr>
          <a:xfrm>
            <a:off x="539552" y="404664"/>
            <a:ext cx="7024744" cy="601136"/>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lang="en-IN"/>
              <a:t>Advantages of Linked List</a:t>
            </a:r>
            <a:endParaRPr/>
          </a:p>
        </p:txBody>
      </p:sp>
      <p:sp>
        <p:nvSpPr>
          <p:cNvPr id="629" name="Google Shape;629;p43"/>
          <p:cNvSpPr txBox="1"/>
          <p:nvPr>
            <p:ph idx="1" type="body"/>
          </p:nvPr>
        </p:nvSpPr>
        <p:spPr>
          <a:xfrm>
            <a:off x="1043492" y="1268760"/>
            <a:ext cx="7272924" cy="4563869"/>
          </a:xfrm>
          <a:prstGeom prst="rect">
            <a:avLst/>
          </a:prstGeom>
          <a:noFill/>
          <a:ln>
            <a:noFill/>
          </a:ln>
        </p:spPr>
        <p:txBody>
          <a:bodyPr anchorCtr="0" anchor="t" bIns="45700" lIns="91425" spcFirstLastPara="1" rIns="91425" wrap="square" tIns="45700">
            <a:noAutofit/>
          </a:bodyPr>
          <a:lstStyle/>
          <a:p>
            <a:pPr indent="-274320" lvl="0" marL="342900" rtl="0" algn="l">
              <a:spcBef>
                <a:spcPts val="0"/>
              </a:spcBef>
              <a:spcAft>
                <a:spcPts val="0"/>
              </a:spcAft>
              <a:buSzPts val="1520"/>
              <a:buChar char="🞇"/>
            </a:pPr>
            <a:r>
              <a:rPr b="1" lang="en-IN" sz="2000"/>
              <a:t>Linked are Dynamic Data Structures</a:t>
            </a:r>
            <a:endParaRPr/>
          </a:p>
          <a:p>
            <a:pPr indent="-274320" lvl="1" marL="640080" rtl="0" algn="l">
              <a:spcBef>
                <a:spcPts val="400"/>
              </a:spcBef>
              <a:spcAft>
                <a:spcPts val="0"/>
              </a:spcAft>
              <a:buSzPts val="1520"/>
              <a:buChar char="🞇"/>
            </a:pPr>
            <a:r>
              <a:rPr lang="en-IN" sz="2000"/>
              <a:t>Grow and shrink during execution of the program</a:t>
            </a:r>
            <a:endParaRPr/>
          </a:p>
          <a:p>
            <a:pPr indent="-274320" lvl="0" marL="342900" rtl="0" algn="l">
              <a:spcBef>
                <a:spcPts val="400"/>
              </a:spcBef>
              <a:spcAft>
                <a:spcPts val="0"/>
              </a:spcAft>
              <a:buSzPts val="1520"/>
              <a:buChar char="🞇"/>
            </a:pPr>
            <a:r>
              <a:rPr b="1" lang="en-IN" sz="2000"/>
              <a:t>Efficient Memory Utilization</a:t>
            </a:r>
            <a:endParaRPr/>
          </a:p>
          <a:p>
            <a:pPr indent="-274320" lvl="1" marL="640080" rtl="0" algn="l">
              <a:spcBef>
                <a:spcPts val="400"/>
              </a:spcBef>
              <a:spcAft>
                <a:spcPts val="0"/>
              </a:spcAft>
              <a:buSzPts val="1520"/>
              <a:buChar char="🞇"/>
            </a:pPr>
            <a:r>
              <a:rPr lang="en-IN" sz="2000"/>
              <a:t>As memory is not preallocated.</a:t>
            </a:r>
            <a:endParaRPr/>
          </a:p>
          <a:p>
            <a:pPr indent="-274320" lvl="1" marL="640080" rtl="0" algn="l">
              <a:spcBef>
                <a:spcPts val="400"/>
              </a:spcBef>
              <a:spcAft>
                <a:spcPts val="0"/>
              </a:spcAft>
              <a:buSzPts val="1520"/>
              <a:buChar char="🞇"/>
            </a:pPr>
            <a:r>
              <a:rPr lang="en-IN" sz="2000"/>
              <a:t>Memory can be allocated whenever required and deallocated when not needed.</a:t>
            </a:r>
            <a:endParaRPr/>
          </a:p>
          <a:p>
            <a:pPr indent="-274320" lvl="0" marL="342900" rtl="0" algn="l">
              <a:spcBef>
                <a:spcPts val="400"/>
              </a:spcBef>
              <a:spcAft>
                <a:spcPts val="0"/>
              </a:spcAft>
              <a:buSzPts val="1520"/>
              <a:buChar char="🞇"/>
            </a:pPr>
            <a:r>
              <a:rPr b="1" lang="en-IN" sz="2000"/>
              <a:t>Insertion and deletions are easier and efficient</a:t>
            </a:r>
            <a:endParaRPr/>
          </a:p>
          <a:p>
            <a:pPr indent="-274320" lvl="1" marL="640080" rtl="0" algn="l">
              <a:spcBef>
                <a:spcPts val="400"/>
              </a:spcBef>
              <a:spcAft>
                <a:spcPts val="0"/>
              </a:spcAft>
              <a:buSzPts val="1520"/>
              <a:buChar char="🞇"/>
            </a:pPr>
            <a:r>
              <a:rPr lang="en-IN" sz="2000"/>
              <a:t>Provide flexibility in inserting a data item at a specified position and deletion of a data item from the given position</a:t>
            </a:r>
            <a:endParaRPr/>
          </a:p>
          <a:p>
            <a:pPr indent="-274320" lvl="0" marL="342900" rtl="0" algn="l">
              <a:spcBef>
                <a:spcPts val="400"/>
              </a:spcBef>
              <a:spcAft>
                <a:spcPts val="0"/>
              </a:spcAft>
              <a:buSzPts val="1520"/>
              <a:buChar char="🞇"/>
            </a:pPr>
            <a:r>
              <a:rPr b="1" lang="en-IN" sz="2000"/>
              <a:t>Many complex applications can be easily carried out with linked lists</a:t>
            </a:r>
            <a:endParaRPr b="1" sz="2000"/>
          </a:p>
        </p:txBody>
      </p:sp>
      <p:sp>
        <p:nvSpPr>
          <p:cNvPr id="630" name="Google Shape;630;p43"/>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631" name="Google Shape;631;p43"/>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632" name="Google Shape;632;p43"/>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44"/>
          <p:cNvSpPr txBox="1"/>
          <p:nvPr>
            <p:ph type="title"/>
          </p:nvPr>
        </p:nvSpPr>
        <p:spPr>
          <a:xfrm>
            <a:off x="539552" y="404664"/>
            <a:ext cx="7024744" cy="601136"/>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lang="en-IN"/>
              <a:t>Disadvantages of Linked List</a:t>
            </a:r>
            <a:endParaRPr/>
          </a:p>
        </p:txBody>
      </p:sp>
      <p:sp>
        <p:nvSpPr>
          <p:cNvPr id="638" name="Google Shape;638;p44"/>
          <p:cNvSpPr txBox="1"/>
          <p:nvPr>
            <p:ph idx="1" type="body"/>
          </p:nvPr>
        </p:nvSpPr>
        <p:spPr>
          <a:xfrm>
            <a:off x="1043492" y="1268760"/>
            <a:ext cx="7272924" cy="4563869"/>
          </a:xfrm>
          <a:prstGeom prst="rect">
            <a:avLst/>
          </a:prstGeom>
          <a:noFill/>
          <a:ln>
            <a:noFill/>
          </a:ln>
        </p:spPr>
        <p:txBody>
          <a:bodyPr anchorCtr="0" anchor="t" bIns="45700" lIns="91425" spcFirstLastPara="1" rIns="91425" wrap="square" tIns="45700">
            <a:noAutofit/>
          </a:bodyPr>
          <a:lstStyle/>
          <a:p>
            <a:pPr indent="-274320" lvl="0" marL="342900" rtl="0" algn="l">
              <a:spcBef>
                <a:spcPts val="0"/>
              </a:spcBef>
              <a:spcAft>
                <a:spcPts val="0"/>
              </a:spcAft>
              <a:buSzPts val="1520"/>
              <a:buChar char="🞇"/>
            </a:pPr>
            <a:r>
              <a:rPr lang="en-IN" sz="2000"/>
              <a:t>Access to an arbitary data item is little bit cumbersome and also time consuming</a:t>
            </a:r>
            <a:endParaRPr/>
          </a:p>
          <a:p>
            <a:pPr indent="-177800" lvl="0" marL="342900" rtl="0" algn="l">
              <a:spcBef>
                <a:spcPts val="400"/>
              </a:spcBef>
              <a:spcAft>
                <a:spcPts val="0"/>
              </a:spcAft>
              <a:buSzPts val="1520"/>
              <a:buNone/>
            </a:pPr>
            <a:r>
              <a:t/>
            </a:r>
            <a:endParaRPr b="1" sz="2000"/>
          </a:p>
          <a:p>
            <a:pPr indent="-274320" lvl="0" marL="342900" rtl="0" algn="l">
              <a:spcBef>
                <a:spcPts val="400"/>
              </a:spcBef>
              <a:spcAft>
                <a:spcPts val="0"/>
              </a:spcAft>
              <a:buSzPts val="1520"/>
              <a:buChar char="🞇"/>
            </a:pPr>
            <a:r>
              <a:rPr b="1" lang="en-IN" sz="2000"/>
              <a:t>More memory</a:t>
            </a:r>
            <a:endParaRPr/>
          </a:p>
          <a:p>
            <a:pPr indent="-274320" lvl="1" marL="640080" rtl="0" algn="l">
              <a:spcBef>
                <a:spcPts val="360"/>
              </a:spcBef>
              <a:spcAft>
                <a:spcPts val="0"/>
              </a:spcAft>
              <a:buSzPts val="1368"/>
              <a:buChar char="🞇"/>
            </a:pPr>
            <a:r>
              <a:rPr lang="en-IN" sz="1800"/>
              <a:t>If the number of fields are more, then more memory space is needed.</a:t>
            </a:r>
            <a:endParaRPr sz="1800"/>
          </a:p>
        </p:txBody>
      </p:sp>
      <p:sp>
        <p:nvSpPr>
          <p:cNvPr id="639" name="Google Shape;639;p44"/>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640" name="Google Shape;640;p44"/>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641" name="Google Shape;641;p44"/>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p45"/>
          <p:cNvSpPr txBox="1"/>
          <p:nvPr>
            <p:ph type="title"/>
          </p:nvPr>
        </p:nvSpPr>
        <p:spPr>
          <a:xfrm>
            <a:off x="611560" y="476672"/>
            <a:ext cx="7024744" cy="576064"/>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400"/>
              <a:buFont typeface="Century Gothic"/>
              <a:buNone/>
            </a:pPr>
            <a:r>
              <a:rPr lang="en-IN" sz="2400"/>
              <a:t>Advantages of Arrays</a:t>
            </a:r>
            <a:endParaRPr sz="2400"/>
          </a:p>
        </p:txBody>
      </p:sp>
      <p:sp>
        <p:nvSpPr>
          <p:cNvPr id="647" name="Google Shape;647;p45"/>
          <p:cNvSpPr txBox="1"/>
          <p:nvPr>
            <p:ph idx="1" type="body"/>
          </p:nvPr>
        </p:nvSpPr>
        <p:spPr>
          <a:xfrm>
            <a:off x="755576" y="1196752"/>
            <a:ext cx="7488832" cy="4824536"/>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368"/>
              <a:buChar char="🞇"/>
            </a:pPr>
            <a:r>
              <a:rPr lang="en-IN" sz="1800"/>
              <a:t>Simple to use and define</a:t>
            </a:r>
            <a:endParaRPr/>
          </a:p>
          <a:p>
            <a:pPr indent="-187452" lvl="0" marL="342900" rtl="0" algn="l">
              <a:spcBef>
                <a:spcPts val="360"/>
              </a:spcBef>
              <a:spcAft>
                <a:spcPts val="0"/>
              </a:spcAft>
              <a:buSzPts val="1368"/>
              <a:buNone/>
            </a:pPr>
            <a:r>
              <a:t/>
            </a:r>
            <a:endParaRPr sz="1800"/>
          </a:p>
          <a:p>
            <a:pPr indent="-274320" lvl="0" marL="342900" rtl="0" algn="l">
              <a:spcBef>
                <a:spcPts val="360"/>
              </a:spcBef>
              <a:spcAft>
                <a:spcPts val="0"/>
              </a:spcAft>
              <a:buSzPts val="1368"/>
              <a:buChar char="🞇"/>
            </a:pPr>
            <a:r>
              <a:rPr lang="en-IN" sz="1800"/>
              <a:t>Supported by almost all programming languages</a:t>
            </a:r>
            <a:endParaRPr/>
          </a:p>
          <a:p>
            <a:pPr indent="-187452" lvl="0" marL="342900" rtl="0" algn="l">
              <a:spcBef>
                <a:spcPts val="360"/>
              </a:spcBef>
              <a:spcAft>
                <a:spcPts val="0"/>
              </a:spcAft>
              <a:buSzPts val="1368"/>
              <a:buNone/>
            </a:pPr>
            <a:r>
              <a:t/>
            </a:r>
            <a:endParaRPr b="1" sz="1800"/>
          </a:p>
          <a:p>
            <a:pPr indent="-274320" lvl="0" marL="342900" rtl="0" algn="l">
              <a:spcBef>
                <a:spcPts val="360"/>
              </a:spcBef>
              <a:spcAft>
                <a:spcPts val="0"/>
              </a:spcAft>
              <a:buSzPts val="1368"/>
              <a:buChar char="🞇"/>
            </a:pPr>
            <a:r>
              <a:rPr b="1" lang="en-IN" sz="1800"/>
              <a:t>Constant access time</a:t>
            </a:r>
            <a:endParaRPr/>
          </a:p>
          <a:p>
            <a:pPr indent="-274320" lvl="1" marL="640080" rtl="0" algn="l">
              <a:spcBef>
                <a:spcPts val="360"/>
              </a:spcBef>
              <a:spcAft>
                <a:spcPts val="0"/>
              </a:spcAft>
              <a:buSzPts val="1368"/>
              <a:buChar char="🞇"/>
            </a:pPr>
            <a:r>
              <a:rPr lang="en-IN" sz="1800"/>
              <a:t>Array element can be accessed a[i]</a:t>
            </a:r>
            <a:endParaRPr sz="1800"/>
          </a:p>
          <a:p>
            <a:pPr indent="-187452" lvl="0" marL="342900" rtl="0" algn="l">
              <a:spcBef>
                <a:spcPts val="360"/>
              </a:spcBef>
              <a:spcAft>
                <a:spcPts val="0"/>
              </a:spcAft>
              <a:buSzPts val="1368"/>
              <a:buNone/>
            </a:pPr>
            <a:r>
              <a:t/>
            </a:r>
            <a:endParaRPr sz="1800"/>
          </a:p>
          <a:p>
            <a:pPr indent="-274320" lvl="0" marL="342900" rtl="0" algn="l">
              <a:spcBef>
                <a:spcPts val="360"/>
              </a:spcBef>
              <a:spcAft>
                <a:spcPts val="0"/>
              </a:spcAft>
              <a:buSzPts val="1368"/>
              <a:buChar char="🞇"/>
            </a:pPr>
            <a:r>
              <a:rPr lang="en-IN" sz="1800"/>
              <a:t>Mapping by compiler</a:t>
            </a:r>
            <a:endParaRPr/>
          </a:p>
          <a:p>
            <a:pPr indent="-274320" lvl="1" marL="640080" rtl="0" algn="l">
              <a:spcBef>
                <a:spcPts val="360"/>
              </a:spcBef>
              <a:spcAft>
                <a:spcPts val="0"/>
              </a:spcAft>
              <a:buSzPts val="1368"/>
              <a:buChar char="🞇"/>
            </a:pPr>
            <a:r>
              <a:rPr lang="en-IN" sz="1800"/>
              <a:t>Compiler maps a[i] to its physical location in memory. </a:t>
            </a:r>
            <a:endParaRPr/>
          </a:p>
          <a:p>
            <a:pPr indent="-187452" lvl="1" marL="640080" rtl="0" algn="l">
              <a:spcBef>
                <a:spcPts val="360"/>
              </a:spcBef>
              <a:spcAft>
                <a:spcPts val="0"/>
              </a:spcAft>
              <a:buSzPts val="1368"/>
              <a:buNone/>
            </a:pPr>
            <a:r>
              <a:t/>
            </a:r>
            <a:endParaRPr sz="1800"/>
          </a:p>
          <a:p>
            <a:pPr indent="-274320" lvl="1" marL="640080" rtl="0" algn="l">
              <a:spcBef>
                <a:spcPts val="360"/>
              </a:spcBef>
              <a:spcAft>
                <a:spcPts val="0"/>
              </a:spcAft>
              <a:buSzPts val="1368"/>
              <a:buChar char="🞇"/>
            </a:pPr>
            <a:r>
              <a:rPr b="1" lang="en-IN" sz="1800"/>
              <a:t>This mapping is carried out in constant time, irrespective of which element is accessed</a:t>
            </a:r>
            <a:endParaRPr/>
          </a:p>
          <a:p>
            <a:pPr indent="-168148" lvl="1" marL="640080" rtl="0" algn="l">
              <a:spcBef>
                <a:spcPts val="440"/>
              </a:spcBef>
              <a:spcAft>
                <a:spcPts val="0"/>
              </a:spcAft>
              <a:buSzPts val="1672"/>
              <a:buNone/>
            </a:pPr>
            <a:r>
              <a:t/>
            </a:r>
            <a:endParaRPr b="1"/>
          </a:p>
        </p:txBody>
      </p:sp>
      <p:sp>
        <p:nvSpPr>
          <p:cNvPr id="648" name="Google Shape;648;p45"/>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649" name="Google Shape;649;p45"/>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650" name="Google Shape;650;p45"/>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46"/>
          <p:cNvSpPr txBox="1"/>
          <p:nvPr>
            <p:ph type="title"/>
          </p:nvPr>
        </p:nvSpPr>
        <p:spPr>
          <a:xfrm>
            <a:off x="1043490" y="1628800"/>
            <a:ext cx="7024744" cy="541864"/>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400"/>
              <a:buFont typeface="Century Gothic"/>
              <a:buNone/>
            </a:pPr>
            <a:r>
              <a:rPr lang="en-IN" sz="2400"/>
              <a:t>Arrays suffer from some severe limitations</a:t>
            </a:r>
            <a:endParaRPr sz="2400"/>
          </a:p>
        </p:txBody>
      </p:sp>
      <p:sp>
        <p:nvSpPr>
          <p:cNvPr id="656" name="Google Shape;656;p46"/>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b="1" lang="en-IN" sz="2000"/>
              <a:t>Static Data Structure-</a:t>
            </a:r>
            <a:endParaRPr/>
          </a:p>
          <a:p>
            <a:pPr indent="-274320" lvl="1" marL="640080" rtl="0" algn="l">
              <a:spcBef>
                <a:spcPts val="360"/>
              </a:spcBef>
              <a:spcAft>
                <a:spcPts val="0"/>
              </a:spcAft>
              <a:buSzPts val="1368"/>
              <a:buChar char="🞇"/>
            </a:pPr>
            <a:r>
              <a:rPr b="1" lang="en-IN" sz="1800"/>
              <a:t>Size of an array is defined at the time of programming</a:t>
            </a:r>
            <a:endParaRPr/>
          </a:p>
          <a:p>
            <a:pPr indent="-177800" lvl="0" marL="342900" rtl="0" algn="l">
              <a:spcBef>
                <a:spcPts val="400"/>
              </a:spcBef>
              <a:spcAft>
                <a:spcPts val="0"/>
              </a:spcAft>
              <a:buSzPts val="1520"/>
              <a:buNone/>
            </a:pPr>
            <a:r>
              <a:t/>
            </a:r>
            <a:endParaRPr sz="2000"/>
          </a:p>
          <a:p>
            <a:pPr indent="-274320" lvl="0" marL="342900" rtl="0" algn="l">
              <a:spcBef>
                <a:spcPts val="400"/>
              </a:spcBef>
              <a:spcAft>
                <a:spcPts val="0"/>
              </a:spcAft>
              <a:buSzPts val="1520"/>
              <a:buChar char="🞇"/>
            </a:pPr>
            <a:r>
              <a:rPr b="1" lang="en-IN" sz="2000"/>
              <a:t>Insertion and Deletion is time consuming</a:t>
            </a:r>
            <a:endParaRPr/>
          </a:p>
          <a:p>
            <a:pPr indent="-177800" lvl="0" marL="342900" rtl="0" algn="l">
              <a:spcBef>
                <a:spcPts val="400"/>
              </a:spcBef>
              <a:spcAft>
                <a:spcPts val="0"/>
              </a:spcAft>
              <a:buSzPts val="1520"/>
              <a:buNone/>
            </a:pPr>
            <a:r>
              <a:t/>
            </a:r>
            <a:endParaRPr sz="2000"/>
          </a:p>
          <a:p>
            <a:pPr indent="-274320" lvl="0" marL="342900" rtl="0" algn="l">
              <a:spcBef>
                <a:spcPts val="400"/>
              </a:spcBef>
              <a:spcAft>
                <a:spcPts val="0"/>
              </a:spcAft>
              <a:buSzPts val="1520"/>
              <a:buChar char="🞇"/>
            </a:pPr>
            <a:r>
              <a:rPr lang="en-IN" sz="2000"/>
              <a:t>Requires Contiguous memory</a:t>
            </a:r>
            <a:endParaRPr sz="2000"/>
          </a:p>
        </p:txBody>
      </p:sp>
      <p:sp>
        <p:nvSpPr>
          <p:cNvPr id="657" name="Google Shape;657;p46"/>
          <p:cNvSpPr txBox="1"/>
          <p:nvPr/>
        </p:nvSpPr>
        <p:spPr>
          <a:xfrm>
            <a:off x="827584" y="764704"/>
            <a:ext cx="7024744" cy="57150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accent1"/>
              </a:buClr>
              <a:buSzPts val="2800"/>
              <a:buFont typeface="Century Gothic"/>
              <a:buNone/>
            </a:pPr>
            <a:r>
              <a:rPr b="0" i="0" lang="en-IN" sz="2800" u="none" cap="none" strike="noStrike">
                <a:solidFill>
                  <a:schemeClr val="accent1"/>
                </a:solidFill>
                <a:latin typeface="Century Gothic"/>
                <a:ea typeface="Century Gothic"/>
                <a:cs typeface="Century Gothic"/>
                <a:sym typeface="Century Gothic"/>
              </a:rPr>
              <a:t>Disadvantages of Arrays</a:t>
            </a:r>
            <a:endParaRPr b="0" i="0" sz="2800" u="none" cap="none" strike="noStrike">
              <a:solidFill>
                <a:schemeClr val="accent1"/>
              </a:solidFill>
              <a:latin typeface="Century Gothic"/>
              <a:ea typeface="Century Gothic"/>
              <a:cs typeface="Century Gothic"/>
              <a:sym typeface="Century Gothic"/>
            </a:endParaRPr>
          </a:p>
        </p:txBody>
      </p:sp>
      <p:sp>
        <p:nvSpPr>
          <p:cNvPr id="658" name="Google Shape;658;p46"/>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659" name="Google Shape;659;p46"/>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660" name="Google Shape;660;p46"/>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47"/>
          <p:cNvSpPr txBox="1"/>
          <p:nvPr>
            <p:ph type="title"/>
          </p:nvPr>
        </p:nvSpPr>
        <p:spPr>
          <a:xfrm>
            <a:off x="1043490" y="1027664"/>
            <a:ext cx="7024744"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4000"/>
              <a:buFont typeface="Century Gothic"/>
              <a:buNone/>
            </a:pPr>
            <a:r>
              <a:rPr lang="en-IN"/>
              <a:t>Types of Linked List</a:t>
            </a:r>
            <a:endParaRPr/>
          </a:p>
        </p:txBody>
      </p:sp>
      <p:sp>
        <p:nvSpPr>
          <p:cNvPr id="666" name="Google Shape;666;p47"/>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a:bodyPr>
          <a:lstStyle/>
          <a:p>
            <a:pPr indent="-274319" lvl="0" marL="342900" rtl="0" algn="l">
              <a:spcBef>
                <a:spcPts val="0"/>
              </a:spcBef>
              <a:spcAft>
                <a:spcPts val="0"/>
              </a:spcAft>
              <a:buSzPts val="1824"/>
              <a:buChar char="🞇"/>
            </a:pPr>
            <a:r>
              <a:rPr lang="en-IN"/>
              <a:t>Singly Linked List</a:t>
            </a:r>
            <a:endParaRPr/>
          </a:p>
          <a:p>
            <a:pPr indent="-274319" lvl="0" marL="342900" rtl="0" algn="l">
              <a:spcBef>
                <a:spcPts val="480"/>
              </a:spcBef>
              <a:spcAft>
                <a:spcPts val="0"/>
              </a:spcAft>
              <a:buSzPts val="1824"/>
              <a:buChar char="🞇"/>
            </a:pPr>
            <a:r>
              <a:rPr lang="en-IN"/>
              <a:t>Doubly Linked List</a:t>
            </a:r>
            <a:endParaRPr/>
          </a:p>
          <a:p>
            <a:pPr indent="-274319" lvl="0" marL="342900" rtl="0" algn="l">
              <a:spcBef>
                <a:spcPts val="480"/>
              </a:spcBef>
              <a:spcAft>
                <a:spcPts val="0"/>
              </a:spcAft>
              <a:buSzPts val="1824"/>
              <a:buChar char="🞇"/>
            </a:pPr>
            <a:r>
              <a:rPr lang="en-IN"/>
              <a:t>Circular Linked List</a:t>
            </a:r>
            <a:endParaRPr/>
          </a:p>
        </p:txBody>
      </p:sp>
      <p:sp>
        <p:nvSpPr>
          <p:cNvPr id="667" name="Google Shape;667;p47"/>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668" name="Google Shape;668;p47"/>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669" name="Google Shape;669;p47"/>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3" name="Shape 673"/>
        <p:cNvGrpSpPr/>
        <p:nvPr/>
      </p:nvGrpSpPr>
      <p:grpSpPr>
        <a:xfrm>
          <a:off x="0" y="0"/>
          <a:ext cx="0" cy="0"/>
          <a:chOff x="0" y="0"/>
          <a:chExt cx="0" cy="0"/>
        </a:xfrm>
      </p:grpSpPr>
      <p:sp>
        <p:nvSpPr>
          <p:cNvPr id="674" name="Google Shape;674;p48"/>
          <p:cNvSpPr txBox="1"/>
          <p:nvPr>
            <p:ph type="title"/>
          </p:nvPr>
        </p:nvSpPr>
        <p:spPr>
          <a:xfrm>
            <a:off x="539552"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lang="en-IN"/>
              <a:t>Singly Linked List</a:t>
            </a:r>
            <a:endParaRPr/>
          </a:p>
        </p:txBody>
      </p:sp>
      <p:sp>
        <p:nvSpPr>
          <p:cNvPr id="675" name="Google Shape;675;p48"/>
          <p:cNvSpPr txBox="1"/>
          <p:nvPr>
            <p:ph idx="1" type="body"/>
          </p:nvPr>
        </p:nvSpPr>
        <p:spPr>
          <a:xfrm>
            <a:off x="755576" y="1268760"/>
            <a:ext cx="6777317" cy="3508977"/>
          </a:xfrm>
          <a:prstGeom prst="rect">
            <a:avLst/>
          </a:prstGeom>
          <a:noFill/>
          <a:ln>
            <a:noFill/>
          </a:ln>
        </p:spPr>
        <p:txBody>
          <a:bodyPr anchorCtr="0" anchor="t" bIns="45700" lIns="91425" spcFirstLastPara="1" rIns="91425" wrap="square" tIns="45700">
            <a:normAutofit/>
          </a:bodyPr>
          <a:lstStyle/>
          <a:p>
            <a:pPr indent="-274319" lvl="0" marL="342900" rtl="0" algn="l">
              <a:spcBef>
                <a:spcPts val="0"/>
              </a:spcBef>
              <a:spcAft>
                <a:spcPts val="0"/>
              </a:spcAft>
              <a:buSzPts val="1672"/>
              <a:buChar char="🞇"/>
            </a:pPr>
            <a:r>
              <a:rPr lang="en-IN" sz="2200"/>
              <a:t>All nodes are linked in sequential manner</a:t>
            </a:r>
            <a:endParaRPr/>
          </a:p>
          <a:p>
            <a:pPr indent="-274319" lvl="0" marL="342900" rtl="0" algn="l">
              <a:spcBef>
                <a:spcPts val="440"/>
              </a:spcBef>
              <a:spcAft>
                <a:spcPts val="0"/>
              </a:spcAft>
              <a:buSzPts val="1672"/>
              <a:buChar char="🞇"/>
            </a:pPr>
            <a:r>
              <a:rPr lang="en-IN" sz="2200"/>
              <a:t>Linear Linked List</a:t>
            </a:r>
            <a:endParaRPr/>
          </a:p>
          <a:p>
            <a:pPr indent="-274319" lvl="0" marL="342900" rtl="0" algn="l">
              <a:spcBef>
                <a:spcPts val="440"/>
              </a:spcBef>
              <a:spcAft>
                <a:spcPts val="0"/>
              </a:spcAft>
              <a:buSzPts val="1672"/>
              <a:buChar char="🞇"/>
            </a:pPr>
            <a:r>
              <a:rPr lang="en-IN" sz="2200"/>
              <a:t>One way chain</a:t>
            </a:r>
            <a:endParaRPr/>
          </a:p>
          <a:p>
            <a:pPr indent="-274319" lvl="0" marL="342900" rtl="0" algn="l">
              <a:spcBef>
                <a:spcPts val="440"/>
              </a:spcBef>
              <a:spcAft>
                <a:spcPts val="0"/>
              </a:spcAft>
              <a:buSzPts val="1672"/>
              <a:buChar char="🞇"/>
            </a:pPr>
            <a:r>
              <a:rPr lang="en-IN" sz="2200"/>
              <a:t>It has beginning and end</a:t>
            </a:r>
            <a:endParaRPr/>
          </a:p>
        </p:txBody>
      </p:sp>
      <p:pic>
        <p:nvPicPr>
          <p:cNvPr descr="DS Singly Linked List" id="676" name="Google Shape;676;p48"/>
          <p:cNvPicPr preferRelativeResize="0"/>
          <p:nvPr/>
        </p:nvPicPr>
        <p:blipFill rotWithShape="1">
          <a:blip r:embed="rId3">
            <a:alphaModFix/>
          </a:blip>
          <a:srcRect b="0" l="0" r="0" t="0"/>
          <a:stretch/>
        </p:blipFill>
        <p:spPr>
          <a:xfrm>
            <a:off x="1187624" y="4639022"/>
            <a:ext cx="5772150" cy="1238250"/>
          </a:xfrm>
          <a:prstGeom prst="rect">
            <a:avLst/>
          </a:prstGeom>
          <a:noFill/>
          <a:ln>
            <a:noFill/>
          </a:ln>
        </p:spPr>
      </p:pic>
      <p:sp>
        <p:nvSpPr>
          <p:cNvPr id="677" name="Google Shape;677;p48"/>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678" name="Google Shape;678;p48"/>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679" name="Google Shape;679;p48"/>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sp>
        <p:nvSpPr>
          <p:cNvPr id="684" name="Google Shape;684;p49"/>
          <p:cNvSpPr txBox="1"/>
          <p:nvPr>
            <p:ph type="title"/>
          </p:nvPr>
        </p:nvSpPr>
        <p:spPr>
          <a:xfrm>
            <a:off x="539552"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lang="en-IN"/>
              <a:t>Singly Linked List</a:t>
            </a:r>
            <a:endParaRPr/>
          </a:p>
        </p:txBody>
      </p:sp>
      <p:sp>
        <p:nvSpPr>
          <p:cNvPr id="685" name="Google Shape;685;p49"/>
          <p:cNvSpPr txBox="1"/>
          <p:nvPr>
            <p:ph idx="1" type="body"/>
          </p:nvPr>
        </p:nvSpPr>
        <p:spPr>
          <a:xfrm>
            <a:off x="755576" y="1268760"/>
            <a:ext cx="6777317" cy="3508977"/>
          </a:xfrm>
          <a:prstGeom prst="rect">
            <a:avLst/>
          </a:prstGeom>
          <a:noFill/>
          <a:ln>
            <a:noFill/>
          </a:ln>
        </p:spPr>
        <p:txBody>
          <a:bodyPr anchorCtr="0" anchor="t" bIns="45700" lIns="91425" spcFirstLastPara="1" rIns="91425" wrap="square" tIns="45700">
            <a:normAutofit/>
          </a:bodyPr>
          <a:lstStyle/>
          <a:p>
            <a:pPr indent="-274319" lvl="0" marL="342900" rtl="0" algn="l">
              <a:spcBef>
                <a:spcPts val="0"/>
              </a:spcBef>
              <a:spcAft>
                <a:spcPts val="0"/>
              </a:spcAft>
              <a:buSzPts val="1672"/>
              <a:buChar char="🞇"/>
            </a:pPr>
            <a:r>
              <a:rPr lang="en-IN" sz="2200"/>
              <a:t>Problem-</a:t>
            </a:r>
            <a:endParaRPr/>
          </a:p>
          <a:p>
            <a:pPr indent="-274320" lvl="1" marL="640080" rtl="0" algn="l">
              <a:spcBef>
                <a:spcPts val="440"/>
              </a:spcBef>
              <a:spcAft>
                <a:spcPts val="0"/>
              </a:spcAft>
              <a:buSzPts val="1672"/>
              <a:buChar char="🞇"/>
            </a:pPr>
            <a:r>
              <a:rPr lang="en-IN"/>
              <a:t>The predecessor of a node cannot be accessed from the current node.</a:t>
            </a:r>
            <a:endParaRPr/>
          </a:p>
          <a:p>
            <a:pPr indent="-274320" lvl="1" marL="640080" rtl="0" algn="l">
              <a:spcBef>
                <a:spcPts val="440"/>
              </a:spcBef>
              <a:spcAft>
                <a:spcPts val="0"/>
              </a:spcAft>
              <a:buSzPts val="1672"/>
              <a:buChar char="🞇"/>
            </a:pPr>
            <a:r>
              <a:rPr lang="en-IN"/>
              <a:t>This can be overcome in doubly linked list.</a:t>
            </a:r>
            <a:endParaRPr/>
          </a:p>
        </p:txBody>
      </p:sp>
      <p:pic>
        <p:nvPicPr>
          <p:cNvPr descr="DS Singly Linked List" id="686" name="Google Shape;686;p49"/>
          <p:cNvPicPr preferRelativeResize="0"/>
          <p:nvPr/>
        </p:nvPicPr>
        <p:blipFill rotWithShape="1">
          <a:blip r:embed="rId3">
            <a:alphaModFix/>
          </a:blip>
          <a:srcRect b="0" l="0" r="0" t="0"/>
          <a:stretch/>
        </p:blipFill>
        <p:spPr>
          <a:xfrm>
            <a:off x="1187624" y="4639022"/>
            <a:ext cx="5772150" cy="1238250"/>
          </a:xfrm>
          <a:prstGeom prst="rect">
            <a:avLst/>
          </a:prstGeom>
          <a:noFill/>
          <a:ln>
            <a:noFill/>
          </a:ln>
        </p:spPr>
      </p:pic>
      <p:sp>
        <p:nvSpPr>
          <p:cNvPr id="687" name="Google Shape;687;p49"/>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688" name="Google Shape;688;p49"/>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689" name="Google Shape;689;p49"/>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50"/>
          <p:cNvSpPr txBox="1"/>
          <p:nvPr>
            <p:ph type="title"/>
          </p:nvPr>
        </p:nvSpPr>
        <p:spPr>
          <a:xfrm>
            <a:off x="539552" y="476672"/>
            <a:ext cx="7024744" cy="529128"/>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lang="en-IN"/>
              <a:t>Doubly Linked List</a:t>
            </a:r>
            <a:endParaRPr/>
          </a:p>
        </p:txBody>
      </p:sp>
      <p:sp>
        <p:nvSpPr>
          <p:cNvPr id="695" name="Google Shape;695;p50"/>
          <p:cNvSpPr txBox="1"/>
          <p:nvPr>
            <p:ph idx="1" type="body"/>
          </p:nvPr>
        </p:nvSpPr>
        <p:spPr>
          <a:xfrm>
            <a:off x="614001" y="1215288"/>
            <a:ext cx="6777317" cy="3508977"/>
          </a:xfrm>
          <a:prstGeom prst="rect">
            <a:avLst/>
          </a:prstGeom>
          <a:noFill/>
          <a:ln>
            <a:noFill/>
          </a:ln>
        </p:spPr>
        <p:txBody>
          <a:bodyPr anchorCtr="0" anchor="t" bIns="45700" lIns="91425" spcFirstLastPara="1" rIns="91425" wrap="square" tIns="45700">
            <a:normAutofit/>
          </a:bodyPr>
          <a:lstStyle/>
          <a:p>
            <a:pPr indent="-274319" lvl="0" marL="342900" rtl="0" algn="l">
              <a:spcBef>
                <a:spcPts val="0"/>
              </a:spcBef>
              <a:spcAft>
                <a:spcPts val="0"/>
              </a:spcAft>
              <a:buSzPts val="1672"/>
              <a:buChar char="🞇"/>
            </a:pPr>
            <a:r>
              <a:rPr lang="en-IN" sz="2200"/>
              <a:t>Linked List holds two pointer fields</a:t>
            </a:r>
            <a:endParaRPr/>
          </a:p>
          <a:p>
            <a:pPr indent="-274319" lvl="0" marL="342900" rtl="0" algn="l">
              <a:spcBef>
                <a:spcPts val="440"/>
              </a:spcBef>
              <a:spcAft>
                <a:spcPts val="0"/>
              </a:spcAft>
              <a:buSzPts val="1672"/>
              <a:buChar char="🞇"/>
            </a:pPr>
            <a:r>
              <a:rPr lang="en-IN" sz="2200"/>
              <a:t>Addresses of next as well as preceding elements are linked with current node.</a:t>
            </a:r>
            <a:endParaRPr/>
          </a:p>
          <a:p>
            <a:pPr indent="-274319" lvl="0" marL="342900" rtl="0" algn="l">
              <a:spcBef>
                <a:spcPts val="440"/>
              </a:spcBef>
              <a:spcAft>
                <a:spcPts val="0"/>
              </a:spcAft>
              <a:buSzPts val="1672"/>
              <a:buChar char="🞇"/>
            </a:pPr>
            <a:r>
              <a:rPr lang="en-IN" sz="2200"/>
              <a:t>This helps to traverse in both Forward or Backward direction</a:t>
            </a:r>
            <a:endParaRPr/>
          </a:p>
        </p:txBody>
      </p:sp>
      <p:pic>
        <p:nvPicPr>
          <p:cNvPr descr="https://static.javatpoint.com/ds/images/doubly-linked-list2.png" id="696" name="Google Shape;696;p50"/>
          <p:cNvPicPr preferRelativeResize="0"/>
          <p:nvPr/>
        </p:nvPicPr>
        <p:blipFill rotWithShape="1">
          <a:blip r:embed="rId3">
            <a:alphaModFix/>
          </a:blip>
          <a:srcRect b="0" l="0" r="0" t="0"/>
          <a:stretch/>
        </p:blipFill>
        <p:spPr>
          <a:xfrm>
            <a:off x="1115616" y="3717032"/>
            <a:ext cx="6696075" cy="1924051"/>
          </a:xfrm>
          <a:prstGeom prst="rect">
            <a:avLst/>
          </a:prstGeom>
          <a:noFill/>
          <a:ln>
            <a:noFill/>
          </a:ln>
        </p:spPr>
      </p:pic>
      <p:sp>
        <p:nvSpPr>
          <p:cNvPr id="697" name="Google Shape;697;p50"/>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698" name="Google Shape;698;p50"/>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699" name="Google Shape;699;p50"/>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51"/>
          <p:cNvSpPr txBox="1"/>
          <p:nvPr>
            <p:ph type="title"/>
          </p:nvPr>
        </p:nvSpPr>
        <p:spPr>
          <a:xfrm>
            <a:off x="611560" y="548680"/>
            <a:ext cx="7024744" cy="529128"/>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lang="en-IN"/>
              <a:t>Circular Linked List</a:t>
            </a:r>
            <a:endParaRPr/>
          </a:p>
        </p:txBody>
      </p:sp>
      <p:sp>
        <p:nvSpPr>
          <p:cNvPr id="705" name="Google Shape;705;p51"/>
          <p:cNvSpPr txBox="1"/>
          <p:nvPr>
            <p:ph idx="1" type="body"/>
          </p:nvPr>
        </p:nvSpPr>
        <p:spPr>
          <a:xfrm>
            <a:off x="683568" y="1196752"/>
            <a:ext cx="6777317" cy="3508977"/>
          </a:xfrm>
          <a:prstGeom prst="rect">
            <a:avLst/>
          </a:prstGeom>
          <a:noFill/>
          <a:ln>
            <a:noFill/>
          </a:ln>
        </p:spPr>
        <p:txBody>
          <a:bodyPr anchorCtr="0" anchor="t" bIns="45700" lIns="91425" spcFirstLastPara="1" rIns="91425" wrap="square" tIns="45700">
            <a:normAutofit/>
          </a:bodyPr>
          <a:lstStyle/>
          <a:p>
            <a:pPr indent="-274319" lvl="0" marL="342900" rtl="0" algn="l">
              <a:spcBef>
                <a:spcPts val="0"/>
              </a:spcBef>
              <a:spcAft>
                <a:spcPts val="0"/>
              </a:spcAft>
              <a:buSzPts val="1824"/>
              <a:buChar char="🞇"/>
            </a:pPr>
            <a:r>
              <a:rPr lang="en-IN"/>
              <a:t>The first and last elements are adjacent.</a:t>
            </a:r>
            <a:endParaRPr/>
          </a:p>
          <a:p>
            <a:pPr indent="-274319" lvl="0" marL="342900" rtl="0" algn="l">
              <a:spcBef>
                <a:spcPts val="480"/>
              </a:spcBef>
              <a:spcAft>
                <a:spcPts val="0"/>
              </a:spcAft>
              <a:buSzPts val="1824"/>
              <a:buChar char="🞇"/>
            </a:pPr>
            <a:r>
              <a:rPr lang="en-IN"/>
              <a:t>A linked list can be made circular by </a:t>
            </a:r>
            <a:endParaRPr/>
          </a:p>
          <a:p>
            <a:pPr indent="-274320" lvl="1" marL="640080" rtl="0" algn="l">
              <a:spcBef>
                <a:spcPts val="440"/>
              </a:spcBef>
              <a:spcAft>
                <a:spcPts val="0"/>
              </a:spcAft>
              <a:buSzPts val="1672"/>
              <a:buChar char="🞇"/>
            </a:pPr>
            <a:r>
              <a:rPr lang="en-IN"/>
              <a:t>Storing the address of the first node in the link field of the last node.</a:t>
            </a:r>
            <a:endParaRPr/>
          </a:p>
        </p:txBody>
      </p:sp>
      <p:pic>
        <p:nvPicPr>
          <p:cNvPr descr="https://static.javatpoint.com/ds/images/circular-singly-linked-list.png" id="706" name="Google Shape;706;p51"/>
          <p:cNvPicPr preferRelativeResize="0"/>
          <p:nvPr/>
        </p:nvPicPr>
        <p:blipFill rotWithShape="1">
          <a:blip r:embed="rId3">
            <a:alphaModFix/>
          </a:blip>
          <a:srcRect b="0" l="0" r="0" t="0"/>
          <a:stretch/>
        </p:blipFill>
        <p:spPr>
          <a:xfrm>
            <a:off x="966129" y="3429000"/>
            <a:ext cx="7315200" cy="1692796"/>
          </a:xfrm>
          <a:prstGeom prst="rect">
            <a:avLst/>
          </a:prstGeom>
          <a:noFill/>
          <a:ln>
            <a:noFill/>
          </a:ln>
        </p:spPr>
      </p:pic>
      <p:sp>
        <p:nvSpPr>
          <p:cNvPr id="707" name="Google Shape;707;p51"/>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708" name="Google Shape;708;p51"/>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709" name="Google Shape;709;p51"/>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p52"/>
          <p:cNvSpPr txBox="1"/>
          <p:nvPr>
            <p:ph type="title"/>
          </p:nvPr>
        </p:nvSpPr>
        <p:spPr>
          <a:xfrm>
            <a:off x="1043490" y="1027664"/>
            <a:ext cx="7024744"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4000"/>
              <a:buFont typeface="Century Gothic"/>
              <a:buNone/>
            </a:pPr>
            <a:r>
              <a:rPr b="1" lang="en-IN"/>
              <a:t>Linked List Operations</a:t>
            </a:r>
            <a:endParaRPr b="1"/>
          </a:p>
        </p:txBody>
      </p:sp>
      <p:sp>
        <p:nvSpPr>
          <p:cNvPr id="715" name="Google Shape;715;p52"/>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a:bodyPr>
          <a:lstStyle/>
          <a:p>
            <a:pPr indent="-274319" lvl="0" marL="342900" rtl="0" algn="l">
              <a:spcBef>
                <a:spcPts val="0"/>
              </a:spcBef>
              <a:spcAft>
                <a:spcPts val="0"/>
              </a:spcAft>
              <a:buSzPts val="1824"/>
              <a:buChar char="🞇"/>
            </a:pPr>
            <a:r>
              <a:rPr b="1" lang="en-IN"/>
              <a:t>Creation</a:t>
            </a:r>
            <a:endParaRPr/>
          </a:p>
          <a:p>
            <a:pPr indent="-274319" lvl="0" marL="342900" rtl="0" algn="l">
              <a:spcBef>
                <a:spcPts val="480"/>
              </a:spcBef>
              <a:spcAft>
                <a:spcPts val="0"/>
              </a:spcAft>
              <a:buSzPts val="1824"/>
              <a:buChar char="🞇"/>
            </a:pPr>
            <a:r>
              <a:rPr b="1" lang="en-IN"/>
              <a:t>Insertion</a:t>
            </a:r>
            <a:endParaRPr/>
          </a:p>
          <a:p>
            <a:pPr indent="-274319" lvl="0" marL="342900" rtl="0" algn="l">
              <a:spcBef>
                <a:spcPts val="480"/>
              </a:spcBef>
              <a:spcAft>
                <a:spcPts val="0"/>
              </a:spcAft>
              <a:buSzPts val="1824"/>
              <a:buChar char="🞇"/>
            </a:pPr>
            <a:r>
              <a:rPr b="1" lang="en-IN"/>
              <a:t>Deletion</a:t>
            </a:r>
            <a:endParaRPr/>
          </a:p>
          <a:p>
            <a:pPr indent="-274319" lvl="0" marL="342900" rtl="0" algn="l">
              <a:spcBef>
                <a:spcPts val="480"/>
              </a:spcBef>
              <a:spcAft>
                <a:spcPts val="0"/>
              </a:spcAft>
              <a:buSzPts val="1824"/>
              <a:buChar char="🞇"/>
            </a:pPr>
            <a:r>
              <a:rPr b="1" lang="en-IN"/>
              <a:t>Traversal</a:t>
            </a:r>
            <a:endParaRPr/>
          </a:p>
          <a:p>
            <a:pPr indent="-274319" lvl="0" marL="342900" rtl="0" algn="l">
              <a:spcBef>
                <a:spcPts val="480"/>
              </a:spcBef>
              <a:spcAft>
                <a:spcPts val="0"/>
              </a:spcAft>
              <a:buSzPts val="1824"/>
              <a:buChar char="🞇"/>
            </a:pPr>
            <a:r>
              <a:rPr b="1" lang="en-IN"/>
              <a:t>Searching</a:t>
            </a:r>
            <a:endParaRPr b="1"/>
          </a:p>
        </p:txBody>
      </p:sp>
      <p:sp>
        <p:nvSpPr>
          <p:cNvPr id="716" name="Google Shape;716;p52"/>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717" name="Google Shape;717;p52"/>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718" name="Google Shape;718;p52"/>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53"/>
          <p:cNvSpPr txBox="1"/>
          <p:nvPr/>
        </p:nvSpPr>
        <p:spPr>
          <a:xfrm>
            <a:off x="643600" y="476672"/>
            <a:ext cx="7024744" cy="457120"/>
          </a:xfrm>
          <a:prstGeom prst="rect">
            <a:avLst/>
          </a:prstGeom>
          <a:noFill/>
          <a:ln>
            <a:noFill/>
          </a:ln>
        </p:spPr>
        <p:txBody>
          <a:bodyPr anchorCtr="0" anchor="b" bIns="45700" lIns="91425" spcFirstLastPara="1" rIns="91425" wrap="square" tIns="45700">
            <a:normAutofit fontScale="67500" lnSpcReduction="20000"/>
          </a:bodyPr>
          <a:lstStyle/>
          <a:p>
            <a:pPr indent="0" lvl="0" marL="0" marR="0" rtl="0" algn="l">
              <a:spcBef>
                <a:spcPts val="0"/>
              </a:spcBef>
              <a:spcAft>
                <a:spcPts val="0"/>
              </a:spcAft>
              <a:buClr>
                <a:schemeClr val="accent1"/>
              </a:buClr>
              <a:buSzPct val="100000"/>
              <a:buFont typeface="Century Gothic"/>
              <a:buNone/>
            </a:pPr>
            <a:r>
              <a:rPr b="0" i="0" lang="en-IN" sz="4000" u="none" cap="none" strike="noStrike">
                <a:solidFill>
                  <a:schemeClr val="accent1"/>
                </a:solidFill>
                <a:latin typeface="Century Gothic"/>
                <a:ea typeface="Century Gothic"/>
                <a:cs typeface="Century Gothic"/>
                <a:sym typeface="Century Gothic"/>
              </a:rPr>
              <a:t>Implementation of Linked Lists</a:t>
            </a:r>
            <a:endParaRPr b="0" i="0" sz="4000" u="none" cap="none" strike="noStrike">
              <a:solidFill>
                <a:schemeClr val="accent1"/>
              </a:solidFill>
              <a:latin typeface="Century Gothic"/>
              <a:ea typeface="Century Gothic"/>
              <a:cs typeface="Century Gothic"/>
              <a:sym typeface="Century Gothic"/>
            </a:endParaRPr>
          </a:p>
        </p:txBody>
      </p:sp>
      <p:sp>
        <p:nvSpPr>
          <p:cNvPr id="724" name="Google Shape;724;p53"/>
          <p:cNvSpPr txBox="1"/>
          <p:nvPr>
            <p:ph idx="1" type="body"/>
          </p:nvPr>
        </p:nvSpPr>
        <p:spPr>
          <a:xfrm>
            <a:off x="767313" y="1196752"/>
            <a:ext cx="6777317" cy="3508977"/>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Clr>
                <a:schemeClr val="accent1"/>
              </a:buClr>
              <a:buSzPts val="1520"/>
              <a:buFont typeface="Noto Sans Symbols"/>
              <a:buChar char="🞇"/>
            </a:pPr>
            <a:r>
              <a:rPr b="0" i="0" lang="en-IN" sz="2000" u="none" cap="none" strike="noStrike">
                <a:solidFill>
                  <a:schemeClr val="dk2"/>
                </a:solidFill>
                <a:latin typeface="Century Gothic"/>
                <a:ea typeface="Century Gothic"/>
                <a:cs typeface="Century Gothic"/>
                <a:sym typeface="Century Gothic"/>
              </a:rPr>
              <a:t>Structures in C are used to define a node</a:t>
            </a:r>
            <a:endParaRPr/>
          </a:p>
          <a:p>
            <a:pPr indent="-177800" lvl="0" marL="342900" rtl="0" algn="l">
              <a:spcBef>
                <a:spcPts val="400"/>
              </a:spcBef>
              <a:spcAft>
                <a:spcPts val="0"/>
              </a:spcAft>
              <a:buClr>
                <a:schemeClr val="accent1"/>
              </a:buClr>
              <a:buSzPts val="1520"/>
              <a:buFont typeface="Noto Sans Symbols"/>
              <a:buNone/>
            </a:pPr>
            <a:r>
              <a:t/>
            </a:r>
            <a:endParaRPr b="0" i="0" sz="2000" u="none" cap="none" strike="noStrike">
              <a:solidFill>
                <a:schemeClr val="dk2"/>
              </a:solidFill>
              <a:latin typeface="Century Gothic"/>
              <a:ea typeface="Century Gothic"/>
              <a:cs typeface="Century Gothic"/>
              <a:sym typeface="Century Gothic"/>
            </a:endParaRPr>
          </a:p>
          <a:p>
            <a:pPr indent="-274320" lvl="0" marL="342900" rtl="0" algn="l">
              <a:spcBef>
                <a:spcPts val="400"/>
              </a:spcBef>
              <a:spcAft>
                <a:spcPts val="0"/>
              </a:spcAft>
              <a:buClr>
                <a:schemeClr val="accent1"/>
              </a:buClr>
              <a:buSzPts val="1520"/>
              <a:buFont typeface="Noto Sans Symbols"/>
              <a:buChar char="🞇"/>
            </a:pPr>
            <a:r>
              <a:rPr b="0" i="0" lang="en-IN" sz="2000" u="none" cap="none" strike="noStrike">
                <a:solidFill>
                  <a:schemeClr val="dk2"/>
                </a:solidFill>
                <a:latin typeface="Century Gothic"/>
                <a:ea typeface="Century Gothic"/>
                <a:cs typeface="Century Gothic"/>
                <a:sym typeface="Century Gothic"/>
              </a:rPr>
              <a:t>Address of a successor node can be stored in a pointer type variable</a:t>
            </a:r>
            <a:endParaRPr b="0" i="0" sz="2000" u="none" cap="none" strike="noStrike">
              <a:solidFill>
                <a:schemeClr val="dk2"/>
              </a:solidFill>
              <a:latin typeface="Century Gothic"/>
              <a:ea typeface="Century Gothic"/>
              <a:cs typeface="Century Gothic"/>
              <a:sym typeface="Century Gothic"/>
            </a:endParaRPr>
          </a:p>
        </p:txBody>
      </p:sp>
      <p:sp>
        <p:nvSpPr>
          <p:cNvPr id="725" name="Google Shape;725;p53"/>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726" name="Google Shape;726;p53"/>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727" name="Google Shape;727;p53"/>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54"/>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lang="en-IN"/>
              <a:t>Linked Lists</a:t>
            </a:r>
            <a:endParaRPr/>
          </a:p>
        </p:txBody>
      </p:sp>
      <p:sp>
        <p:nvSpPr>
          <p:cNvPr id="734" name="Google Shape;734;p54"/>
          <p:cNvSpPr txBox="1"/>
          <p:nvPr>
            <p:ph idx="1" type="body"/>
          </p:nvPr>
        </p:nvSpPr>
        <p:spPr>
          <a:xfrm>
            <a:off x="755576" y="1412776"/>
            <a:ext cx="6777317" cy="350897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72"/>
              <a:buNone/>
            </a:pPr>
            <a:r>
              <a:rPr lang="en-IN" sz="2200" u="sng">
                <a:solidFill>
                  <a:schemeClr val="hlink"/>
                </a:solidFill>
                <a:hlinkClick r:id="rId3"/>
              </a:rPr>
              <a:t>Struct Basics</a:t>
            </a:r>
            <a:endParaRPr sz="2200"/>
          </a:p>
          <a:p>
            <a:pPr indent="0" lvl="0" marL="0" rtl="0" algn="l">
              <a:spcBef>
                <a:spcPts val="440"/>
              </a:spcBef>
              <a:spcAft>
                <a:spcPts val="0"/>
              </a:spcAft>
              <a:buSzPts val="1672"/>
              <a:buNone/>
            </a:pPr>
            <a:r>
              <a:rPr lang="en-IN" sz="2200"/>
              <a:t>Struct Syntax</a:t>
            </a:r>
            <a:endParaRPr/>
          </a:p>
          <a:p>
            <a:pPr indent="0" lvl="0" marL="0" rtl="0" algn="l">
              <a:spcBef>
                <a:spcPts val="440"/>
              </a:spcBef>
              <a:spcAft>
                <a:spcPts val="0"/>
              </a:spcAft>
              <a:buSzPts val="1672"/>
              <a:buNone/>
            </a:pPr>
            <a:r>
              <a:rPr lang="en-IN" sz="2200"/>
              <a:t>Struct examples</a:t>
            </a:r>
            <a:endParaRPr/>
          </a:p>
          <a:p>
            <a:pPr indent="0" lvl="0" marL="0" rtl="0" algn="l">
              <a:spcBef>
                <a:spcPts val="440"/>
              </a:spcBef>
              <a:spcAft>
                <a:spcPts val="0"/>
              </a:spcAft>
              <a:buSzPts val="1672"/>
              <a:buNone/>
            </a:pPr>
            <a:r>
              <a:rPr lang="en-IN" sz="2200"/>
              <a:t>Pointer to structure</a:t>
            </a:r>
            <a:endParaRPr/>
          </a:p>
          <a:p>
            <a:pPr indent="0" lvl="0" marL="0" rtl="0" algn="l">
              <a:spcBef>
                <a:spcPts val="440"/>
              </a:spcBef>
              <a:spcAft>
                <a:spcPts val="0"/>
              </a:spcAft>
              <a:buSzPts val="1672"/>
              <a:buNone/>
            </a:pPr>
            <a:r>
              <a:rPr lang="en-IN" sz="2200"/>
              <a:t>Sample Programs for Pointer to structures</a:t>
            </a:r>
            <a:endParaRPr/>
          </a:p>
          <a:p>
            <a:pPr indent="0" lvl="0" marL="0" rtl="0" algn="l">
              <a:spcBef>
                <a:spcPts val="440"/>
              </a:spcBef>
              <a:spcAft>
                <a:spcPts val="0"/>
              </a:spcAft>
              <a:buSzPts val="1672"/>
              <a:buNone/>
            </a:pPr>
            <a:r>
              <a:rPr lang="en-IN" sz="2200"/>
              <a:t>Initialization of Pointers to Structures</a:t>
            </a:r>
            <a:endParaRPr/>
          </a:p>
          <a:p>
            <a:pPr indent="0" lvl="0" marL="0" rtl="0" algn="l">
              <a:spcBef>
                <a:spcPts val="440"/>
              </a:spcBef>
              <a:spcAft>
                <a:spcPts val="0"/>
              </a:spcAft>
              <a:buSzPts val="1672"/>
              <a:buNone/>
            </a:pPr>
            <a:r>
              <a:t/>
            </a:r>
            <a:endParaRPr sz="2200"/>
          </a:p>
        </p:txBody>
      </p:sp>
      <p:sp>
        <p:nvSpPr>
          <p:cNvPr id="735" name="Google Shape;735;p54"/>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736" name="Google Shape;736;p54"/>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737" name="Google Shape;737;p54"/>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p55"/>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lang="en-IN"/>
              <a:t>Linked Lists</a:t>
            </a:r>
            <a:endParaRPr/>
          </a:p>
        </p:txBody>
      </p:sp>
      <p:sp>
        <p:nvSpPr>
          <p:cNvPr id="744" name="Google Shape;744;p55"/>
          <p:cNvSpPr txBox="1"/>
          <p:nvPr>
            <p:ph idx="1" type="body"/>
          </p:nvPr>
        </p:nvSpPr>
        <p:spPr>
          <a:xfrm>
            <a:off x="755576" y="1315540"/>
            <a:ext cx="6777317" cy="350897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72"/>
              <a:buNone/>
            </a:pPr>
            <a:r>
              <a:rPr lang="en-IN" sz="2200"/>
              <a:t>struct node</a:t>
            </a:r>
            <a:endParaRPr/>
          </a:p>
          <a:p>
            <a:pPr indent="0" lvl="0" marL="0" rtl="0" algn="l">
              <a:spcBef>
                <a:spcPts val="440"/>
              </a:spcBef>
              <a:spcAft>
                <a:spcPts val="0"/>
              </a:spcAft>
              <a:buSzPts val="1672"/>
              <a:buNone/>
            </a:pPr>
            <a:r>
              <a:rPr lang="en-IN" sz="2200"/>
              <a:t>{</a:t>
            </a:r>
            <a:endParaRPr/>
          </a:p>
          <a:p>
            <a:pPr indent="0" lvl="0" marL="0" rtl="0" algn="l">
              <a:spcBef>
                <a:spcPts val="440"/>
              </a:spcBef>
              <a:spcAft>
                <a:spcPts val="0"/>
              </a:spcAft>
              <a:buSzPts val="1672"/>
              <a:buNone/>
            </a:pPr>
            <a:r>
              <a:rPr lang="en-IN" sz="2200"/>
              <a:t>    int info;</a:t>
            </a:r>
            <a:endParaRPr/>
          </a:p>
          <a:p>
            <a:pPr indent="0" lvl="0" marL="0" rtl="0" algn="l">
              <a:spcBef>
                <a:spcPts val="440"/>
              </a:spcBef>
              <a:spcAft>
                <a:spcPts val="0"/>
              </a:spcAft>
              <a:buSzPts val="1672"/>
              <a:buNone/>
            </a:pPr>
            <a:r>
              <a:rPr lang="en-IN" sz="2200"/>
              <a:t>    struct node *link;</a:t>
            </a:r>
            <a:endParaRPr/>
          </a:p>
          <a:p>
            <a:pPr indent="0" lvl="0" marL="0" rtl="0" algn="l">
              <a:spcBef>
                <a:spcPts val="440"/>
              </a:spcBef>
              <a:spcAft>
                <a:spcPts val="0"/>
              </a:spcAft>
              <a:buSzPts val="1672"/>
              <a:buNone/>
            </a:pPr>
            <a:r>
              <a:rPr lang="en-IN" sz="2200"/>
              <a:t>}</a:t>
            </a:r>
            <a:endParaRPr/>
          </a:p>
          <a:p>
            <a:pPr indent="0" lvl="0" marL="0" rtl="0" algn="l">
              <a:spcBef>
                <a:spcPts val="440"/>
              </a:spcBef>
              <a:spcAft>
                <a:spcPts val="0"/>
              </a:spcAft>
              <a:buSzPts val="1672"/>
              <a:buNone/>
            </a:pPr>
            <a:r>
              <a:t/>
            </a:r>
            <a:endParaRPr sz="2200"/>
          </a:p>
          <a:p>
            <a:pPr indent="0" lvl="0" marL="0" rtl="0" algn="l">
              <a:spcBef>
                <a:spcPts val="440"/>
              </a:spcBef>
              <a:spcAft>
                <a:spcPts val="0"/>
              </a:spcAft>
              <a:buSzPts val="1672"/>
              <a:buNone/>
            </a:pPr>
            <a:r>
              <a:rPr lang="en-IN" sz="2200"/>
              <a:t> </a:t>
            </a:r>
            <a:endParaRPr/>
          </a:p>
        </p:txBody>
      </p:sp>
      <p:sp>
        <p:nvSpPr>
          <p:cNvPr id="745" name="Google Shape;745;p55"/>
          <p:cNvSpPr/>
          <p:nvPr/>
        </p:nvSpPr>
        <p:spPr>
          <a:xfrm>
            <a:off x="3780028" y="2708920"/>
            <a:ext cx="1512168" cy="288032"/>
          </a:xfrm>
          <a:prstGeom prst="rightArrow">
            <a:avLst>
              <a:gd fmla="val 50000" name="adj1"/>
              <a:gd fmla="val 50000" name="adj2"/>
            </a:avLst>
          </a:prstGeom>
          <a:solidFill>
            <a:schemeClr val="accent1"/>
          </a:solidFill>
          <a:ln cap="flat" cmpd="sng" w="15875">
            <a:solidFill>
              <a:srgbClr val="6C9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746" name="Google Shape;746;p55"/>
          <p:cNvSpPr/>
          <p:nvPr/>
        </p:nvSpPr>
        <p:spPr>
          <a:xfrm>
            <a:off x="5389131" y="2529770"/>
            <a:ext cx="2927401"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IN" sz="1800" u="none" cap="none" strike="noStrike">
                <a:solidFill>
                  <a:schemeClr val="dk1"/>
                </a:solidFill>
                <a:latin typeface="Century Gothic"/>
                <a:ea typeface="Century Gothic"/>
                <a:cs typeface="Century Gothic"/>
                <a:sym typeface="Century Gothic"/>
              </a:rPr>
              <a:t>Pointer that points to the structure itself,</a:t>
            </a:r>
            <a:endParaRPr/>
          </a:p>
          <a:p>
            <a:pPr indent="0" lvl="0" marL="0" marR="0" rtl="0" algn="l">
              <a:spcBef>
                <a:spcPts val="0"/>
              </a:spcBef>
              <a:spcAft>
                <a:spcPts val="0"/>
              </a:spcAft>
              <a:buNone/>
            </a:pPr>
            <a:r>
              <a:rPr lang="en-IN" sz="1800">
                <a:solidFill>
                  <a:schemeClr val="dk1"/>
                </a:solidFill>
                <a:latin typeface="Century Gothic"/>
                <a:ea typeface="Century Gothic"/>
                <a:cs typeface="Century Gothic"/>
                <a:sym typeface="Century Gothic"/>
              </a:rPr>
              <a:t>Thus Linked List.</a:t>
            </a:r>
            <a:endParaRPr sz="1800">
              <a:solidFill>
                <a:schemeClr val="dk1"/>
              </a:solidFill>
              <a:latin typeface="Century Gothic"/>
              <a:ea typeface="Century Gothic"/>
              <a:cs typeface="Century Gothic"/>
              <a:sym typeface="Century Gothic"/>
            </a:endParaRPr>
          </a:p>
        </p:txBody>
      </p:sp>
      <p:sp>
        <p:nvSpPr>
          <p:cNvPr id="747" name="Google Shape;747;p55"/>
          <p:cNvSpPr/>
          <p:nvPr/>
        </p:nvSpPr>
        <p:spPr>
          <a:xfrm>
            <a:off x="5541531" y="1124744"/>
            <a:ext cx="292740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entury Gothic"/>
                <a:ea typeface="Century Gothic"/>
                <a:cs typeface="Century Gothic"/>
                <a:sym typeface="Century Gothic"/>
              </a:rPr>
              <a:t>Information field</a:t>
            </a:r>
            <a:endParaRPr sz="1800">
              <a:solidFill>
                <a:schemeClr val="dk1"/>
              </a:solidFill>
              <a:latin typeface="Century Gothic"/>
              <a:ea typeface="Century Gothic"/>
              <a:cs typeface="Century Gothic"/>
              <a:sym typeface="Century Gothic"/>
            </a:endParaRPr>
          </a:p>
        </p:txBody>
      </p:sp>
      <p:sp>
        <p:nvSpPr>
          <p:cNvPr id="748" name="Google Shape;748;p55"/>
          <p:cNvSpPr/>
          <p:nvPr/>
        </p:nvSpPr>
        <p:spPr>
          <a:xfrm rot="-959109">
            <a:off x="2083024" y="1784792"/>
            <a:ext cx="3499324" cy="194888"/>
          </a:xfrm>
          <a:prstGeom prst="rightArrow">
            <a:avLst>
              <a:gd fmla="val 50000" name="adj1"/>
              <a:gd fmla="val 50000" name="adj2"/>
            </a:avLst>
          </a:prstGeom>
          <a:solidFill>
            <a:schemeClr val="accent1"/>
          </a:solidFill>
          <a:ln cap="flat" cmpd="sng" w="15875">
            <a:solidFill>
              <a:srgbClr val="6C9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749" name="Google Shape;749;p55"/>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750" name="Google Shape;750;p55"/>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751" name="Google Shape;751;p55"/>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56"/>
          <p:cNvSpPr txBox="1"/>
          <p:nvPr>
            <p:ph type="ctrTitle"/>
          </p:nvPr>
        </p:nvSpPr>
        <p:spPr>
          <a:xfrm>
            <a:off x="4733365" y="2708476"/>
            <a:ext cx="3367027" cy="170216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3200"/>
              <a:buFont typeface="Century Gothic"/>
              <a:buNone/>
            </a:pPr>
            <a:r>
              <a:rPr b="1" lang="en-IN" sz="3200"/>
              <a:t>Singly Linked List</a:t>
            </a:r>
            <a:endParaRPr b="1" sz="3200"/>
          </a:p>
        </p:txBody>
      </p:sp>
      <p:sp>
        <p:nvSpPr>
          <p:cNvPr id="757" name="Google Shape;757;p56"/>
          <p:cNvSpPr txBox="1"/>
          <p:nvPr>
            <p:ph idx="1" type="subTitle"/>
          </p:nvPr>
        </p:nvSpPr>
        <p:spPr>
          <a:xfrm>
            <a:off x="4733365" y="4421080"/>
            <a:ext cx="3309803" cy="126062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368"/>
              <a:buNone/>
            </a:pPr>
            <a:r>
              <a:t/>
            </a:r>
            <a:endParaRPr/>
          </a:p>
        </p:txBody>
      </p:sp>
      <p:sp>
        <p:nvSpPr>
          <p:cNvPr id="758" name="Google Shape;758;p56"/>
          <p:cNvSpPr txBox="1"/>
          <p:nvPr>
            <p:ph idx="10" type="dt"/>
          </p:nvPr>
        </p:nvSpPr>
        <p:spPr>
          <a:xfrm>
            <a:off x="4738744" y="1516828"/>
            <a:ext cx="2133600" cy="750981"/>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IN"/>
              <a:t>24-08-2023</a:t>
            </a:r>
            <a:endParaRPr/>
          </a:p>
        </p:txBody>
      </p:sp>
      <p:sp>
        <p:nvSpPr>
          <p:cNvPr id="759" name="Google Shape;759;p56"/>
          <p:cNvSpPr txBox="1"/>
          <p:nvPr>
            <p:ph idx="11" type="ftr"/>
          </p:nvPr>
        </p:nvSpPr>
        <p:spPr>
          <a:xfrm>
            <a:off x="5303520" y="5719966"/>
            <a:ext cx="2831592"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r>
              <a:rPr lang="en-IN"/>
              <a:t>Prof. Shweta Dhawan Chachra</a:t>
            </a:r>
            <a:endParaRPr/>
          </a:p>
        </p:txBody>
      </p:sp>
      <p:sp>
        <p:nvSpPr>
          <p:cNvPr id="760" name="Google Shape;760;p56"/>
          <p:cNvSpPr txBox="1"/>
          <p:nvPr>
            <p:ph idx="12" type="sldNum"/>
          </p:nvPr>
        </p:nvSpPr>
        <p:spPr>
          <a:xfrm>
            <a:off x="4649096" y="5719966"/>
            <a:ext cx="64366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57"/>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lang="en-IN"/>
              <a:t>Creation of a new node</a:t>
            </a:r>
            <a:endParaRPr/>
          </a:p>
        </p:txBody>
      </p:sp>
      <p:sp>
        <p:nvSpPr>
          <p:cNvPr id="767" name="Google Shape;767;p57"/>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768" name="Google Shape;768;p57"/>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769" name="Google Shape;769;p57"/>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pic>
        <p:nvPicPr>
          <p:cNvPr id="770" name="Google Shape;770;p57"/>
          <p:cNvPicPr preferRelativeResize="0"/>
          <p:nvPr>
            <p:ph idx="1" type="body"/>
          </p:nvPr>
        </p:nvPicPr>
        <p:blipFill rotWithShape="1">
          <a:blip r:embed="rId3">
            <a:alphaModFix/>
          </a:blip>
          <a:srcRect b="0" l="0" r="0" t="0"/>
          <a:stretch/>
        </p:blipFill>
        <p:spPr>
          <a:xfrm>
            <a:off x="971600" y="1124744"/>
            <a:ext cx="5472608" cy="1844799"/>
          </a:xfrm>
          <a:prstGeom prst="rect">
            <a:avLst/>
          </a:prstGeom>
          <a:noFill/>
          <a:ln>
            <a:noFill/>
          </a:ln>
        </p:spPr>
      </p:pic>
      <p:pic>
        <p:nvPicPr>
          <p:cNvPr id="771" name="Google Shape;771;p57"/>
          <p:cNvPicPr preferRelativeResize="0"/>
          <p:nvPr/>
        </p:nvPicPr>
        <p:blipFill rotWithShape="1">
          <a:blip r:embed="rId4">
            <a:alphaModFix/>
          </a:blip>
          <a:srcRect b="0" l="0" r="0" t="0"/>
          <a:stretch/>
        </p:blipFill>
        <p:spPr>
          <a:xfrm>
            <a:off x="971600" y="3140968"/>
            <a:ext cx="6192688" cy="1440160"/>
          </a:xfrm>
          <a:prstGeom prst="rect">
            <a:avLst/>
          </a:prstGeom>
          <a:noFill/>
          <a:ln>
            <a:noFill/>
          </a:ln>
        </p:spPr>
      </p:pic>
      <p:pic>
        <p:nvPicPr>
          <p:cNvPr id="772" name="Google Shape;772;p57"/>
          <p:cNvPicPr preferRelativeResize="0"/>
          <p:nvPr/>
        </p:nvPicPr>
        <p:blipFill rotWithShape="1">
          <a:blip r:embed="rId5">
            <a:alphaModFix/>
          </a:blip>
          <a:srcRect b="0" l="0" r="0" t="0"/>
          <a:stretch/>
        </p:blipFill>
        <p:spPr>
          <a:xfrm>
            <a:off x="946127" y="4949079"/>
            <a:ext cx="3672408" cy="413294"/>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p58"/>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lang="en-IN"/>
              <a:t>Creation of a new node</a:t>
            </a:r>
            <a:endParaRPr/>
          </a:p>
        </p:txBody>
      </p:sp>
      <p:sp>
        <p:nvSpPr>
          <p:cNvPr id="779" name="Google Shape;779;p58"/>
          <p:cNvSpPr txBox="1"/>
          <p:nvPr>
            <p:ph idx="1" type="body"/>
          </p:nvPr>
        </p:nvSpPr>
        <p:spPr>
          <a:xfrm>
            <a:off x="755576" y="1315540"/>
            <a:ext cx="7560840" cy="4705748"/>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520"/>
              <a:buNone/>
            </a:pPr>
            <a:r>
              <a:rPr lang="en-IN" sz="2000"/>
              <a:t>New node=temp</a:t>
            </a:r>
            <a:endParaRPr/>
          </a:p>
          <a:p>
            <a:pPr indent="0" lvl="0" marL="68580" rtl="0" algn="l">
              <a:spcBef>
                <a:spcPts val="400"/>
              </a:spcBef>
              <a:spcAft>
                <a:spcPts val="0"/>
              </a:spcAft>
              <a:buSzPts val="1520"/>
              <a:buNone/>
            </a:pPr>
            <a:r>
              <a:t/>
            </a:r>
            <a:endParaRPr sz="2000"/>
          </a:p>
          <a:p>
            <a:pPr indent="0" lvl="0" marL="68580" rtl="0" algn="l">
              <a:spcBef>
                <a:spcPts val="400"/>
              </a:spcBef>
              <a:spcAft>
                <a:spcPts val="0"/>
              </a:spcAft>
              <a:buSzPts val="1520"/>
              <a:buNone/>
            </a:pPr>
            <a:r>
              <a:rPr lang="en-IN" sz="2000"/>
              <a:t>	</a:t>
            </a:r>
            <a:r>
              <a:rPr b="1" lang="en-IN" sz="2000"/>
              <a:t>struct node *tmp;</a:t>
            </a:r>
            <a:endParaRPr b="1" sz="2000"/>
          </a:p>
          <a:p>
            <a:pPr indent="0" lvl="0" marL="68580" rtl="0" algn="l">
              <a:spcBef>
                <a:spcPts val="400"/>
              </a:spcBef>
              <a:spcAft>
                <a:spcPts val="0"/>
              </a:spcAft>
              <a:buSzPts val="1520"/>
              <a:buNone/>
            </a:pPr>
            <a:r>
              <a:rPr b="1" lang="en-IN" sz="2000"/>
              <a:t>	tmp= (struct node *) malloc(sizeof(struct node));</a:t>
            </a:r>
            <a:endParaRPr b="1" sz="2000"/>
          </a:p>
          <a:p>
            <a:pPr indent="0" lvl="0" marL="68580" rtl="0" algn="l">
              <a:spcBef>
                <a:spcPts val="400"/>
              </a:spcBef>
              <a:spcAft>
                <a:spcPts val="0"/>
              </a:spcAft>
              <a:buSzPts val="1520"/>
              <a:buNone/>
            </a:pPr>
            <a:r>
              <a:rPr b="1" lang="en-IN" sz="2000"/>
              <a:t>	tmp-&gt;info=data;</a:t>
            </a:r>
            <a:endParaRPr b="1" sz="2000"/>
          </a:p>
          <a:p>
            <a:pPr indent="0" lvl="0" marL="68580" rtl="0" algn="l">
              <a:spcBef>
                <a:spcPts val="400"/>
              </a:spcBef>
              <a:spcAft>
                <a:spcPts val="0"/>
              </a:spcAft>
              <a:buSzPts val="1520"/>
              <a:buNone/>
            </a:pPr>
            <a:r>
              <a:rPr b="1" lang="en-IN" sz="2000"/>
              <a:t>	tmp-&gt;link=NULL;</a:t>
            </a:r>
            <a:endParaRPr b="1" sz="2000"/>
          </a:p>
          <a:p>
            <a:pPr indent="0" lvl="0" marL="68580" rtl="0" algn="l">
              <a:spcBef>
                <a:spcPts val="400"/>
              </a:spcBef>
              <a:spcAft>
                <a:spcPts val="0"/>
              </a:spcAft>
              <a:buSzPts val="1520"/>
              <a:buNone/>
            </a:pPr>
            <a:r>
              <a:rPr b="1" lang="en-IN" sz="2000"/>
              <a:t> </a:t>
            </a:r>
            <a:endParaRPr b="1" sz="2000"/>
          </a:p>
        </p:txBody>
      </p:sp>
      <p:sp>
        <p:nvSpPr>
          <p:cNvPr id="780" name="Google Shape;780;p58"/>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781" name="Google Shape;781;p58"/>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782" name="Google Shape;782;p58"/>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sp>
        <p:nvSpPr>
          <p:cNvPr id="788" name="Google Shape;788;p59"/>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lang="en-IN"/>
              <a:t>Creating a Linked List</a:t>
            </a:r>
            <a:endParaRPr/>
          </a:p>
        </p:txBody>
      </p:sp>
      <p:sp>
        <p:nvSpPr>
          <p:cNvPr id="789" name="Google Shape;789;p59"/>
          <p:cNvSpPr txBox="1"/>
          <p:nvPr>
            <p:ph idx="1" type="body"/>
          </p:nvPr>
        </p:nvSpPr>
        <p:spPr>
          <a:xfrm>
            <a:off x="755576" y="1315540"/>
            <a:ext cx="6777317" cy="4705748"/>
          </a:xfrm>
          <a:prstGeom prst="rect">
            <a:avLst/>
          </a:prstGeom>
          <a:noFill/>
          <a:ln>
            <a:noFill/>
          </a:ln>
        </p:spPr>
        <p:txBody>
          <a:bodyPr anchorCtr="0" anchor="t" bIns="45700" lIns="91425" spcFirstLastPara="1" rIns="91425" wrap="square" tIns="45700">
            <a:normAutofit fontScale="70000" lnSpcReduction="20000"/>
          </a:bodyPr>
          <a:lstStyle/>
          <a:p>
            <a:pPr indent="0" lvl="0" marL="68580" rtl="0" algn="l">
              <a:spcBef>
                <a:spcPts val="0"/>
              </a:spcBef>
              <a:spcAft>
                <a:spcPts val="0"/>
              </a:spcAft>
              <a:buSzPct val="76000"/>
              <a:buNone/>
            </a:pPr>
            <a:r>
              <a:rPr lang="en-IN" sz="2000"/>
              <a:t>create_list(int data)</a:t>
            </a:r>
            <a:endParaRPr sz="2000"/>
          </a:p>
          <a:p>
            <a:pPr indent="0" lvl="0" marL="68580" rtl="0" algn="l">
              <a:spcBef>
                <a:spcPts val="280"/>
              </a:spcBef>
              <a:spcAft>
                <a:spcPts val="0"/>
              </a:spcAft>
              <a:buSzPct val="76000"/>
              <a:buNone/>
            </a:pPr>
            <a:r>
              <a:rPr lang="en-IN" sz="2000"/>
              <a:t>{</a:t>
            </a:r>
            <a:endParaRPr sz="2000"/>
          </a:p>
          <a:p>
            <a:pPr indent="0" lvl="0" marL="68580" rtl="0" algn="l">
              <a:spcBef>
                <a:spcPts val="280"/>
              </a:spcBef>
              <a:spcAft>
                <a:spcPts val="0"/>
              </a:spcAft>
              <a:buSzPct val="76000"/>
              <a:buNone/>
            </a:pPr>
            <a:r>
              <a:rPr lang="en-IN" sz="2000"/>
              <a:t>	struct node *q,*tmp;</a:t>
            </a:r>
            <a:endParaRPr sz="2000"/>
          </a:p>
          <a:p>
            <a:pPr indent="0" lvl="0" marL="68580" rtl="0" algn="l">
              <a:spcBef>
                <a:spcPts val="280"/>
              </a:spcBef>
              <a:spcAft>
                <a:spcPts val="0"/>
              </a:spcAft>
              <a:buSzPct val="76000"/>
              <a:buNone/>
            </a:pPr>
            <a:r>
              <a:rPr lang="en-IN" sz="2000"/>
              <a:t>	tmp= (struct node *) malloc(sizeof(struct node));</a:t>
            </a:r>
            <a:endParaRPr sz="2000"/>
          </a:p>
          <a:p>
            <a:pPr indent="0" lvl="0" marL="68580" rtl="0" algn="l">
              <a:spcBef>
                <a:spcPts val="280"/>
              </a:spcBef>
              <a:spcAft>
                <a:spcPts val="0"/>
              </a:spcAft>
              <a:buSzPct val="76000"/>
              <a:buNone/>
            </a:pPr>
            <a:r>
              <a:rPr lang="en-IN" sz="2000"/>
              <a:t>	tmp-&gt;info=data;</a:t>
            </a:r>
            <a:endParaRPr sz="2000"/>
          </a:p>
          <a:p>
            <a:pPr indent="0" lvl="0" marL="68580" rtl="0" algn="l">
              <a:spcBef>
                <a:spcPts val="280"/>
              </a:spcBef>
              <a:spcAft>
                <a:spcPts val="0"/>
              </a:spcAft>
              <a:buSzPct val="76000"/>
              <a:buNone/>
            </a:pPr>
            <a:r>
              <a:rPr lang="en-IN" sz="2000"/>
              <a:t>	tmp-&gt;link=NULL;</a:t>
            </a:r>
            <a:endParaRPr sz="2000"/>
          </a:p>
          <a:p>
            <a:pPr indent="0" lvl="0" marL="68580" rtl="0" algn="l">
              <a:spcBef>
                <a:spcPts val="280"/>
              </a:spcBef>
              <a:spcAft>
                <a:spcPts val="0"/>
              </a:spcAft>
              <a:buSzPct val="76000"/>
              <a:buNone/>
            </a:pPr>
            <a:r>
              <a:rPr lang="en-IN" sz="2000"/>
              <a:t> </a:t>
            </a:r>
            <a:endParaRPr sz="2000"/>
          </a:p>
          <a:p>
            <a:pPr indent="0" lvl="0" marL="68580" rtl="0" algn="l">
              <a:spcBef>
                <a:spcPts val="280"/>
              </a:spcBef>
              <a:spcAft>
                <a:spcPts val="0"/>
              </a:spcAft>
              <a:buSzPct val="76000"/>
              <a:buNone/>
            </a:pPr>
            <a:r>
              <a:rPr lang="en-IN" sz="2000"/>
              <a:t>	if(start==NULL) /*If list is empty */</a:t>
            </a:r>
            <a:endParaRPr sz="2000"/>
          </a:p>
          <a:p>
            <a:pPr indent="0" lvl="0" marL="68580" rtl="0" algn="l">
              <a:spcBef>
                <a:spcPts val="280"/>
              </a:spcBef>
              <a:spcAft>
                <a:spcPts val="0"/>
              </a:spcAft>
              <a:buSzPct val="76000"/>
              <a:buNone/>
            </a:pPr>
            <a:r>
              <a:rPr lang="en-IN" sz="2000"/>
              <a:t>	{	</a:t>
            </a:r>
            <a:endParaRPr sz="2000"/>
          </a:p>
          <a:p>
            <a:pPr indent="0" lvl="0" marL="68580" rtl="0" algn="l">
              <a:spcBef>
                <a:spcPts val="280"/>
              </a:spcBef>
              <a:spcAft>
                <a:spcPts val="0"/>
              </a:spcAft>
              <a:buSzPct val="76000"/>
              <a:buNone/>
            </a:pPr>
            <a:r>
              <a:rPr lang="en-IN" sz="2000"/>
              <a:t>		start=tmp;</a:t>
            </a:r>
            <a:endParaRPr/>
          </a:p>
          <a:p>
            <a:pPr indent="0" lvl="0" marL="68580" rtl="0" algn="l">
              <a:spcBef>
                <a:spcPts val="280"/>
              </a:spcBef>
              <a:spcAft>
                <a:spcPts val="0"/>
              </a:spcAft>
              <a:buSzPct val="76000"/>
              <a:buNone/>
            </a:pPr>
            <a:r>
              <a:rPr lang="en-IN" sz="2000"/>
              <a:t>	}</a:t>
            </a:r>
            <a:endParaRPr sz="2000"/>
          </a:p>
          <a:p>
            <a:pPr indent="0" lvl="0" marL="68580" rtl="0" algn="l">
              <a:spcBef>
                <a:spcPts val="280"/>
              </a:spcBef>
              <a:spcAft>
                <a:spcPts val="0"/>
              </a:spcAft>
              <a:buSzPct val="76000"/>
              <a:buNone/>
            </a:pPr>
            <a:r>
              <a:rPr lang="en-IN" sz="2000"/>
              <a:t>	else</a:t>
            </a:r>
            <a:endParaRPr sz="2000"/>
          </a:p>
          <a:p>
            <a:pPr indent="0" lvl="0" marL="68580" rtl="0" algn="l">
              <a:spcBef>
                <a:spcPts val="280"/>
              </a:spcBef>
              <a:spcAft>
                <a:spcPts val="0"/>
              </a:spcAft>
              <a:buSzPct val="76000"/>
              <a:buNone/>
            </a:pPr>
            <a:r>
              <a:rPr lang="en-IN" sz="2000"/>
              <a:t>	{       /*Element inserted at the end */</a:t>
            </a:r>
            <a:endParaRPr sz="2000"/>
          </a:p>
          <a:p>
            <a:pPr indent="0" lvl="0" marL="68580" rtl="0" algn="l">
              <a:spcBef>
                <a:spcPts val="280"/>
              </a:spcBef>
              <a:spcAft>
                <a:spcPts val="0"/>
              </a:spcAft>
              <a:buSzPct val="76000"/>
              <a:buNone/>
            </a:pPr>
            <a:r>
              <a:rPr lang="en-IN" sz="2000"/>
              <a:t>		q=start;</a:t>
            </a:r>
            <a:endParaRPr sz="2000"/>
          </a:p>
          <a:p>
            <a:pPr indent="0" lvl="0" marL="68580" rtl="0" algn="l">
              <a:spcBef>
                <a:spcPts val="280"/>
              </a:spcBef>
              <a:spcAft>
                <a:spcPts val="0"/>
              </a:spcAft>
              <a:buSzPct val="76000"/>
              <a:buNone/>
            </a:pPr>
            <a:r>
              <a:rPr lang="en-IN" sz="2000"/>
              <a:t>		while(q-&gt;link!=NULL)</a:t>
            </a:r>
            <a:endParaRPr sz="2000"/>
          </a:p>
          <a:p>
            <a:pPr indent="0" lvl="0" marL="68580" rtl="0" algn="l">
              <a:spcBef>
                <a:spcPts val="280"/>
              </a:spcBef>
              <a:spcAft>
                <a:spcPts val="0"/>
              </a:spcAft>
              <a:buSzPct val="76000"/>
              <a:buNone/>
            </a:pPr>
            <a:r>
              <a:rPr lang="en-IN" sz="2000"/>
              <a:t>			{</a:t>
            </a:r>
            <a:endParaRPr/>
          </a:p>
          <a:p>
            <a:pPr indent="0" lvl="0" marL="68580" rtl="0" algn="l">
              <a:spcBef>
                <a:spcPts val="280"/>
              </a:spcBef>
              <a:spcAft>
                <a:spcPts val="0"/>
              </a:spcAft>
              <a:buSzPct val="76000"/>
              <a:buNone/>
            </a:pPr>
            <a:r>
              <a:rPr lang="en-IN" sz="2000"/>
              <a:t>			q=q-&gt;link;</a:t>
            </a:r>
            <a:endParaRPr/>
          </a:p>
          <a:p>
            <a:pPr indent="0" lvl="0" marL="68580" rtl="0" algn="l">
              <a:spcBef>
                <a:spcPts val="280"/>
              </a:spcBef>
              <a:spcAft>
                <a:spcPts val="0"/>
              </a:spcAft>
              <a:buSzPct val="76000"/>
              <a:buNone/>
            </a:pPr>
            <a:r>
              <a:rPr lang="en-IN" sz="2000"/>
              <a:t>			}</a:t>
            </a:r>
            <a:endParaRPr sz="2000"/>
          </a:p>
          <a:p>
            <a:pPr indent="0" lvl="0" marL="68580" rtl="0" algn="l">
              <a:spcBef>
                <a:spcPts val="280"/>
              </a:spcBef>
              <a:spcAft>
                <a:spcPts val="0"/>
              </a:spcAft>
              <a:buSzPct val="76000"/>
              <a:buNone/>
            </a:pPr>
            <a:r>
              <a:rPr lang="en-IN" sz="2000"/>
              <a:t>		q-&gt;link=tmp;</a:t>
            </a:r>
            <a:endParaRPr sz="2000"/>
          </a:p>
          <a:p>
            <a:pPr indent="0" lvl="0" marL="68580" rtl="0" algn="l">
              <a:spcBef>
                <a:spcPts val="280"/>
              </a:spcBef>
              <a:spcAft>
                <a:spcPts val="0"/>
              </a:spcAft>
              <a:buSzPct val="76000"/>
              <a:buNone/>
            </a:pPr>
            <a:r>
              <a:rPr lang="en-IN" sz="2000"/>
              <a:t>	}</a:t>
            </a:r>
            <a:endParaRPr sz="2000"/>
          </a:p>
          <a:p>
            <a:pPr indent="0" lvl="0" marL="68580" rtl="0" algn="l">
              <a:spcBef>
                <a:spcPts val="280"/>
              </a:spcBef>
              <a:spcAft>
                <a:spcPts val="0"/>
              </a:spcAft>
              <a:buSzPct val="76000"/>
              <a:buNone/>
            </a:pPr>
            <a:r>
              <a:rPr lang="en-IN" sz="2000"/>
              <a:t>}/*End of create_list()*/</a:t>
            </a:r>
            <a:endParaRPr sz="2000"/>
          </a:p>
        </p:txBody>
      </p:sp>
      <p:sp>
        <p:nvSpPr>
          <p:cNvPr id="790" name="Google Shape;790;p59"/>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791" name="Google Shape;791;p59"/>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792" name="Google Shape;792;p59"/>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60"/>
          <p:cNvSpPr txBox="1"/>
          <p:nvPr>
            <p:ph type="title"/>
          </p:nvPr>
        </p:nvSpPr>
        <p:spPr>
          <a:xfrm>
            <a:off x="539552" y="620688"/>
            <a:ext cx="7024744" cy="385112"/>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000"/>
              <a:buFont typeface="Century Gothic"/>
              <a:buNone/>
            </a:pPr>
            <a:r>
              <a:rPr lang="en-IN" sz="2000"/>
              <a:t>Explanation-</a:t>
            </a:r>
            <a:endParaRPr sz="2000"/>
          </a:p>
        </p:txBody>
      </p:sp>
      <p:sp>
        <p:nvSpPr>
          <p:cNvPr id="798" name="Google Shape;798;p60"/>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799" name="Google Shape;799;p60"/>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800" name="Google Shape;800;p60"/>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801" name="Google Shape;801;p60"/>
          <p:cNvSpPr txBox="1"/>
          <p:nvPr>
            <p:ph idx="1" type="body"/>
          </p:nvPr>
        </p:nvSpPr>
        <p:spPr>
          <a:xfrm>
            <a:off x="1115616" y="1268760"/>
            <a:ext cx="6768752" cy="4635877"/>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520"/>
              <a:buNone/>
            </a:pPr>
            <a:r>
              <a:rPr b="1" lang="en-IN" sz="2000"/>
              <a:t>if(start==NULL) /*If list is empty */</a:t>
            </a:r>
            <a:endParaRPr b="1" sz="2000"/>
          </a:p>
          <a:p>
            <a:pPr indent="0" lvl="0" marL="68580" rtl="0" algn="l">
              <a:spcBef>
                <a:spcPts val="400"/>
              </a:spcBef>
              <a:spcAft>
                <a:spcPts val="0"/>
              </a:spcAft>
              <a:buSzPts val="1520"/>
              <a:buNone/>
            </a:pPr>
            <a:r>
              <a:rPr b="1" lang="en-IN" sz="2000"/>
              <a:t>	{	</a:t>
            </a:r>
            <a:endParaRPr/>
          </a:p>
          <a:p>
            <a:pPr indent="0" lvl="0" marL="68580" rtl="0" algn="l">
              <a:spcBef>
                <a:spcPts val="400"/>
              </a:spcBef>
              <a:spcAft>
                <a:spcPts val="0"/>
              </a:spcAft>
              <a:buSzPts val="1520"/>
              <a:buNone/>
            </a:pPr>
            <a:r>
              <a:rPr b="1" lang="en-IN" sz="2000"/>
              <a:t>	start=tmp;</a:t>
            </a:r>
            <a:endParaRPr/>
          </a:p>
          <a:p>
            <a:pPr indent="0" lvl="0" marL="68580" rtl="0" algn="l">
              <a:spcBef>
                <a:spcPts val="400"/>
              </a:spcBef>
              <a:spcAft>
                <a:spcPts val="0"/>
              </a:spcAft>
              <a:buSzPts val="1520"/>
              <a:buNone/>
            </a:pPr>
            <a:r>
              <a:rPr b="1" lang="en-IN" sz="2000"/>
              <a:t>	}</a:t>
            </a:r>
            <a:endParaRPr b="1" sz="2000"/>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p61"/>
          <p:cNvSpPr txBox="1"/>
          <p:nvPr>
            <p:ph type="title"/>
          </p:nvPr>
        </p:nvSpPr>
        <p:spPr>
          <a:xfrm>
            <a:off x="539552" y="620688"/>
            <a:ext cx="7024744" cy="385112"/>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000"/>
              <a:buFont typeface="Century Gothic"/>
              <a:buNone/>
            </a:pPr>
            <a:r>
              <a:rPr lang="en-IN" sz="2000"/>
              <a:t>Explanation-</a:t>
            </a:r>
            <a:endParaRPr sz="2000"/>
          </a:p>
        </p:txBody>
      </p:sp>
      <p:sp>
        <p:nvSpPr>
          <p:cNvPr id="807" name="Google Shape;807;p61"/>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808" name="Google Shape;808;p61"/>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809" name="Google Shape;809;p61"/>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810" name="Google Shape;810;p61"/>
          <p:cNvSpPr txBox="1"/>
          <p:nvPr>
            <p:ph idx="1" type="body"/>
          </p:nvPr>
        </p:nvSpPr>
        <p:spPr>
          <a:xfrm>
            <a:off x="1115616" y="1268760"/>
            <a:ext cx="6768752" cy="4635877"/>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520"/>
              <a:buNone/>
            </a:pPr>
            <a:r>
              <a:rPr b="1" lang="en-IN" sz="2000"/>
              <a:t>else</a:t>
            </a:r>
            <a:endParaRPr/>
          </a:p>
          <a:p>
            <a:pPr indent="0" lvl="0" marL="68580" rtl="0" algn="l">
              <a:spcBef>
                <a:spcPts val="400"/>
              </a:spcBef>
              <a:spcAft>
                <a:spcPts val="0"/>
              </a:spcAft>
              <a:buSzPts val="1520"/>
              <a:buNone/>
            </a:pPr>
            <a:r>
              <a:rPr b="1" lang="en-IN" sz="2000"/>
              <a:t>	{       /*Element inserted at the end */</a:t>
            </a:r>
            <a:endParaRPr/>
          </a:p>
          <a:p>
            <a:pPr indent="0" lvl="0" marL="68580" rtl="0" algn="l">
              <a:spcBef>
                <a:spcPts val="400"/>
              </a:spcBef>
              <a:spcAft>
                <a:spcPts val="0"/>
              </a:spcAft>
              <a:buSzPts val="1520"/>
              <a:buNone/>
            </a:pPr>
            <a:r>
              <a:rPr b="1" lang="en-IN" sz="2000"/>
              <a:t>	q=start;</a:t>
            </a:r>
            <a:endParaRPr/>
          </a:p>
          <a:p>
            <a:pPr indent="0" lvl="0" marL="68580" rtl="0" algn="l">
              <a:spcBef>
                <a:spcPts val="400"/>
              </a:spcBef>
              <a:spcAft>
                <a:spcPts val="0"/>
              </a:spcAft>
              <a:buSzPts val="1520"/>
              <a:buNone/>
            </a:pPr>
            <a:r>
              <a:rPr b="1" lang="en-IN" sz="2000"/>
              <a:t>	while(q-&gt;link!=NULL)</a:t>
            </a:r>
            <a:endParaRPr/>
          </a:p>
          <a:p>
            <a:pPr indent="0" lvl="0" marL="68580" rtl="0" algn="l">
              <a:spcBef>
                <a:spcPts val="400"/>
              </a:spcBef>
              <a:spcAft>
                <a:spcPts val="0"/>
              </a:spcAft>
              <a:buSzPts val="1520"/>
              <a:buNone/>
            </a:pPr>
            <a:r>
              <a:rPr b="1" lang="en-IN" sz="2000"/>
              <a:t>		{</a:t>
            </a:r>
            <a:endParaRPr/>
          </a:p>
          <a:p>
            <a:pPr indent="0" lvl="0" marL="68580" rtl="0" algn="l">
              <a:spcBef>
                <a:spcPts val="400"/>
              </a:spcBef>
              <a:spcAft>
                <a:spcPts val="0"/>
              </a:spcAft>
              <a:buSzPts val="1520"/>
              <a:buNone/>
            </a:pPr>
            <a:r>
              <a:rPr b="1" lang="en-IN" sz="2000"/>
              <a:t>		q=q-&gt;link;</a:t>
            </a:r>
            <a:endParaRPr/>
          </a:p>
          <a:p>
            <a:pPr indent="0" lvl="0" marL="68580" rtl="0" algn="l">
              <a:spcBef>
                <a:spcPts val="400"/>
              </a:spcBef>
              <a:spcAft>
                <a:spcPts val="0"/>
              </a:spcAft>
              <a:buSzPts val="1520"/>
              <a:buNone/>
            </a:pPr>
            <a:r>
              <a:rPr b="1" lang="en-IN" sz="2000"/>
              <a:t>		}</a:t>
            </a:r>
            <a:endParaRPr b="1" sz="2000"/>
          </a:p>
          <a:p>
            <a:pPr indent="0" lvl="0" marL="68580" rtl="0" algn="l">
              <a:spcBef>
                <a:spcPts val="400"/>
              </a:spcBef>
              <a:spcAft>
                <a:spcPts val="0"/>
              </a:spcAft>
              <a:buSzPts val="1520"/>
              <a:buNone/>
            </a:pPr>
            <a:r>
              <a:rPr b="1" lang="en-IN" sz="2000"/>
              <a:t>	q-&gt;link=tmp;</a:t>
            </a:r>
            <a:endParaRPr/>
          </a:p>
          <a:p>
            <a:pPr indent="0" lvl="0" marL="68580" rtl="0" algn="l">
              <a:spcBef>
                <a:spcPts val="400"/>
              </a:spcBef>
              <a:spcAft>
                <a:spcPts val="0"/>
              </a:spcAft>
              <a:buSzPts val="1520"/>
              <a:buNone/>
            </a:pPr>
            <a:r>
              <a:rPr b="1" lang="en-IN" sz="2000"/>
              <a:t>	}</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p62"/>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lang="en-IN"/>
              <a:t>Traversing a Linked List</a:t>
            </a:r>
            <a:endParaRPr/>
          </a:p>
        </p:txBody>
      </p:sp>
      <p:sp>
        <p:nvSpPr>
          <p:cNvPr id="817" name="Google Shape;817;p62"/>
          <p:cNvSpPr txBox="1"/>
          <p:nvPr>
            <p:ph idx="1" type="body"/>
          </p:nvPr>
        </p:nvSpPr>
        <p:spPr>
          <a:xfrm>
            <a:off x="611560" y="1124744"/>
            <a:ext cx="7992888" cy="4705748"/>
          </a:xfrm>
          <a:prstGeom prst="rect">
            <a:avLst/>
          </a:prstGeom>
          <a:noFill/>
          <a:ln>
            <a:noFill/>
          </a:ln>
        </p:spPr>
        <p:txBody>
          <a:bodyPr anchorCtr="0" anchor="t" bIns="45700" lIns="91425" spcFirstLastPara="1" rIns="91425" wrap="square" tIns="45700">
            <a:noAutofit/>
          </a:bodyPr>
          <a:lstStyle/>
          <a:p>
            <a:pPr indent="-274320" lvl="0" marL="342900" rtl="0" algn="l">
              <a:spcBef>
                <a:spcPts val="0"/>
              </a:spcBef>
              <a:spcAft>
                <a:spcPts val="0"/>
              </a:spcAft>
              <a:buSzPts val="1520"/>
              <a:buChar char="🞇"/>
            </a:pPr>
            <a:r>
              <a:rPr lang="en-IN" sz="2000"/>
              <a:t>Visit the node and print the data value</a:t>
            </a:r>
            <a:endParaRPr b="1" sz="2000"/>
          </a:p>
          <a:p>
            <a:pPr indent="-177800" lvl="1" marL="640080" rtl="0" algn="l">
              <a:spcBef>
                <a:spcPts val="400"/>
              </a:spcBef>
              <a:spcAft>
                <a:spcPts val="0"/>
              </a:spcAft>
              <a:buSzPts val="1520"/>
              <a:buNone/>
            </a:pPr>
            <a:r>
              <a:t/>
            </a:r>
            <a:endParaRPr sz="2000"/>
          </a:p>
        </p:txBody>
      </p:sp>
      <p:sp>
        <p:nvSpPr>
          <p:cNvPr id="818" name="Google Shape;818;p62"/>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819" name="Google Shape;819;p62"/>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820" name="Google Shape;820;p62"/>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p63"/>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lang="en-IN"/>
              <a:t>Traversing a Linked List</a:t>
            </a:r>
            <a:endParaRPr/>
          </a:p>
        </p:txBody>
      </p:sp>
      <p:sp>
        <p:nvSpPr>
          <p:cNvPr id="827" name="Google Shape;827;p63"/>
          <p:cNvSpPr txBox="1"/>
          <p:nvPr>
            <p:ph idx="1" type="body"/>
          </p:nvPr>
        </p:nvSpPr>
        <p:spPr>
          <a:xfrm>
            <a:off x="611560" y="1124744"/>
            <a:ext cx="7992888" cy="4705748"/>
          </a:xfrm>
          <a:prstGeom prst="rect">
            <a:avLst/>
          </a:prstGeom>
          <a:noFill/>
          <a:ln>
            <a:noFill/>
          </a:ln>
        </p:spPr>
        <p:txBody>
          <a:bodyPr anchorCtr="0" anchor="t" bIns="45700" lIns="91425" spcFirstLastPara="1" rIns="91425" wrap="square" tIns="45700">
            <a:noAutofit/>
          </a:bodyPr>
          <a:lstStyle/>
          <a:p>
            <a:pPr indent="-274320" lvl="0" marL="342900" rtl="0" algn="l">
              <a:spcBef>
                <a:spcPts val="0"/>
              </a:spcBef>
              <a:spcAft>
                <a:spcPts val="0"/>
              </a:spcAft>
              <a:buSzPts val="1520"/>
              <a:buChar char="🞇"/>
            </a:pPr>
            <a:r>
              <a:rPr lang="en-IN" sz="2000"/>
              <a:t>Assign the Value of start to another pointer say q</a:t>
            </a:r>
            <a:endParaRPr/>
          </a:p>
          <a:p>
            <a:pPr indent="0" lvl="8" marL="1892807" rtl="0" algn="l">
              <a:spcBef>
                <a:spcPts val="400"/>
              </a:spcBef>
              <a:spcAft>
                <a:spcPts val="0"/>
              </a:spcAft>
              <a:buSzPts val="1520"/>
              <a:buNone/>
            </a:pPr>
            <a:r>
              <a:rPr b="1" lang="en-IN" sz="2000"/>
              <a:t>struct node *q=start;</a:t>
            </a:r>
            <a:endParaRPr b="1" sz="2000"/>
          </a:p>
          <a:p>
            <a:pPr indent="-274320" lvl="0" marL="342900" rtl="0" algn="l">
              <a:spcBef>
                <a:spcPts val="400"/>
              </a:spcBef>
              <a:spcAft>
                <a:spcPts val="0"/>
              </a:spcAft>
              <a:buSzPts val="1520"/>
              <a:buChar char="🞇"/>
            </a:pPr>
            <a:r>
              <a:rPr lang="en-IN" sz="2000"/>
              <a:t>Now q also points to the first element of linked list.</a:t>
            </a:r>
            <a:endParaRPr/>
          </a:p>
          <a:p>
            <a:pPr indent="-177800" lvl="0" marL="342900" rtl="0" algn="l">
              <a:spcBef>
                <a:spcPts val="400"/>
              </a:spcBef>
              <a:spcAft>
                <a:spcPts val="0"/>
              </a:spcAft>
              <a:buSzPts val="1520"/>
              <a:buNone/>
            </a:pPr>
            <a:r>
              <a:t/>
            </a:r>
            <a:endParaRPr sz="2000"/>
          </a:p>
          <a:p>
            <a:pPr indent="-274320" lvl="0" marL="342900" rtl="0" algn="l">
              <a:spcBef>
                <a:spcPts val="400"/>
              </a:spcBef>
              <a:spcAft>
                <a:spcPts val="0"/>
              </a:spcAft>
              <a:buSzPts val="1520"/>
              <a:buChar char="🞇"/>
            </a:pPr>
            <a:r>
              <a:rPr lang="en-IN" sz="2000"/>
              <a:t>For processing the next element, we assign the address of the next element to the pointer q as-</a:t>
            </a:r>
            <a:endParaRPr/>
          </a:p>
          <a:p>
            <a:pPr indent="0" lvl="1" marL="365760" rtl="0" algn="l">
              <a:spcBef>
                <a:spcPts val="400"/>
              </a:spcBef>
              <a:spcAft>
                <a:spcPts val="0"/>
              </a:spcAft>
              <a:buSzPts val="1520"/>
              <a:buNone/>
            </a:pPr>
            <a:r>
              <a:rPr lang="en-IN" sz="2000"/>
              <a:t>		</a:t>
            </a:r>
            <a:r>
              <a:rPr b="1" lang="en-IN" sz="2000"/>
              <a:t>q=q-&gt;link;</a:t>
            </a:r>
            <a:endParaRPr/>
          </a:p>
          <a:p>
            <a:pPr indent="-274320" lvl="0" marL="342900" rtl="0" algn="l">
              <a:spcBef>
                <a:spcPts val="400"/>
              </a:spcBef>
              <a:spcAft>
                <a:spcPts val="0"/>
              </a:spcAft>
              <a:buSzPts val="1520"/>
              <a:buChar char="🞇"/>
            </a:pPr>
            <a:r>
              <a:rPr lang="en-IN" sz="2000"/>
              <a:t>Traverse each element of the Linked list through this assignment until pointer q  has NULL address, which is link part of last element.</a:t>
            </a:r>
            <a:endParaRPr/>
          </a:p>
          <a:p>
            <a:pPr indent="0" lvl="7" marL="1645920" rtl="0" algn="l">
              <a:spcBef>
                <a:spcPts val="400"/>
              </a:spcBef>
              <a:spcAft>
                <a:spcPts val="0"/>
              </a:spcAft>
              <a:buSzPts val="1520"/>
              <a:buNone/>
            </a:pPr>
            <a:r>
              <a:rPr b="1" lang="en-IN" sz="2000"/>
              <a:t>while(q!=NULL)</a:t>
            </a:r>
            <a:endParaRPr b="1" sz="2000"/>
          </a:p>
          <a:p>
            <a:pPr indent="0" lvl="7" marL="1645920" rtl="0" algn="l">
              <a:spcBef>
                <a:spcPts val="400"/>
              </a:spcBef>
              <a:spcAft>
                <a:spcPts val="0"/>
              </a:spcAft>
              <a:buSzPts val="1520"/>
              <a:buNone/>
            </a:pPr>
            <a:r>
              <a:rPr b="1" lang="en-IN" sz="2000"/>
              <a:t>	{</a:t>
            </a:r>
            <a:endParaRPr b="1" sz="2000"/>
          </a:p>
          <a:p>
            <a:pPr indent="0" lvl="7" marL="1645920" rtl="0" algn="l">
              <a:spcBef>
                <a:spcPts val="400"/>
              </a:spcBef>
              <a:spcAft>
                <a:spcPts val="0"/>
              </a:spcAft>
              <a:buSzPts val="1520"/>
              <a:buNone/>
            </a:pPr>
            <a:r>
              <a:rPr b="1" lang="en-IN" sz="2000"/>
              <a:t>		q=q-&gt;link;</a:t>
            </a:r>
            <a:endParaRPr b="1" sz="2000"/>
          </a:p>
          <a:p>
            <a:pPr indent="0" lvl="7" marL="1645920" rtl="0" algn="l">
              <a:spcBef>
                <a:spcPts val="400"/>
              </a:spcBef>
              <a:spcAft>
                <a:spcPts val="0"/>
              </a:spcAft>
              <a:buSzPts val="1520"/>
              <a:buNone/>
            </a:pPr>
            <a:r>
              <a:rPr b="1" lang="en-IN" sz="2000"/>
              <a:t>	}</a:t>
            </a:r>
            <a:endParaRPr b="1" sz="2000"/>
          </a:p>
          <a:p>
            <a:pPr indent="-177800" lvl="1" marL="640080" rtl="0" algn="l">
              <a:spcBef>
                <a:spcPts val="400"/>
              </a:spcBef>
              <a:spcAft>
                <a:spcPts val="0"/>
              </a:spcAft>
              <a:buSzPts val="1520"/>
              <a:buNone/>
            </a:pPr>
            <a:r>
              <a:t/>
            </a:r>
            <a:endParaRPr sz="2000"/>
          </a:p>
        </p:txBody>
      </p:sp>
      <p:sp>
        <p:nvSpPr>
          <p:cNvPr id="828" name="Google Shape;828;p63"/>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829" name="Google Shape;829;p63"/>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830" name="Google Shape;830;p63"/>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p66"/>
          <p:cNvSpPr txBox="1"/>
          <p:nvPr>
            <p:ph type="title"/>
          </p:nvPr>
        </p:nvSpPr>
        <p:spPr>
          <a:xfrm>
            <a:off x="611560" y="955656"/>
            <a:ext cx="7024744" cy="45712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400"/>
              <a:buFont typeface="Century Gothic"/>
              <a:buNone/>
            </a:pPr>
            <a:r>
              <a:rPr b="1" lang="en-IN" sz="2400"/>
              <a:t>Algorithm for Traversing a Linked List</a:t>
            </a:r>
            <a:endParaRPr b="1" sz="2400"/>
          </a:p>
        </p:txBody>
      </p:sp>
      <p:sp>
        <p:nvSpPr>
          <p:cNvPr id="837" name="Google Shape;837;p66"/>
          <p:cNvSpPr txBox="1"/>
          <p:nvPr>
            <p:ph idx="1" type="body"/>
          </p:nvPr>
        </p:nvSpPr>
        <p:spPr>
          <a:xfrm>
            <a:off x="611560" y="1484784"/>
            <a:ext cx="7992888" cy="4345708"/>
          </a:xfrm>
          <a:prstGeom prst="rect">
            <a:avLst/>
          </a:prstGeom>
          <a:noFill/>
          <a:ln>
            <a:noFill/>
          </a:ln>
        </p:spPr>
        <p:txBody>
          <a:bodyPr anchorCtr="0" anchor="t" bIns="45700" lIns="91425" spcFirstLastPara="1" rIns="91425" wrap="square" tIns="45700">
            <a:noAutofit/>
          </a:bodyPr>
          <a:lstStyle/>
          <a:p>
            <a:pPr indent="0" lvl="0" marL="68580" rtl="0" algn="l">
              <a:spcBef>
                <a:spcPts val="0"/>
              </a:spcBef>
              <a:spcAft>
                <a:spcPts val="0"/>
              </a:spcAft>
              <a:buSzPts val="1520"/>
              <a:buNone/>
            </a:pPr>
            <a:r>
              <a:rPr b="1" lang="en-IN" sz="2000"/>
              <a:t>Step 1:[INITIALIZE] SET PTR=START</a:t>
            </a:r>
            <a:endParaRPr/>
          </a:p>
          <a:p>
            <a:pPr indent="0" lvl="0" marL="68580" rtl="0" algn="l">
              <a:spcBef>
                <a:spcPts val="400"/>
              </a:spcBef>
              <a:spcAft>
                <a:spcPts val="0"/>
              </a:spcAft>
              <a:buSzPts val="1520"/>
              <a:buNone/>
            </a:pPr>
            <a:r>
              <a:rPr b="1" lang="en-IN" sz="2000"/>
              <a:t>Step 2: Repeat Steps 3 and 4 while PTR!=NULL</a:t>
            </a:r>
            <a:br>
              <a:rPr b="1" lang="en-IN" sz="2000"/>
            </a:br>
            <a:r>
              <a:rPr b="1" lang="en-IN" sz="2000"/>
              <a:t>Step 3:		Print PTR-&gt;INFO</a:t>
            </a:r>
            <a:endParaRPr/>
          </a:p>
          <a:p>
            <a:pPr indent="0" lvl="0" marL="68580" rtl="0" algn="l">
              <a:spcBef>
                <a:spcPts val="400"/>
              </a:spcBef>
              <a:spcAft>
                <a:spcPts val="0"/>
              </a:spcAft>
              <a:buSzPts val="1520"/>
              <a:buNone/>
            </a:pPr>
            <a:r>
              <a:rPr b="1" lang="en-IN" sz="2000"/>
              <a:t>Step 4:		Set PTR=PTR-&gt;LINK</a:t>
            </a:r>
            <a:endParaRPr/>
          </a:p>
          <a:p>
            <a:pPr indent="0" lvl="0" marL="68580" rtl="0" algn="l">
              <a:spcBef>
                <a:spcPts val="400"/>
              </a:spcBef>
              <a:spcAft>
                <a:spcPts val="0"/>
              </a:spcAft>
              <a:buSzPts val="1520"/>
              <a:buNone/>
            </a:pPr>
            <a:r>
              <a:rPr b="1" lang="en-IN" sz="2000"/>
              <a:t>[End of Loop]</a:t>
            </a:r>
            <a:br>
              <a:rPr b="1" lang="en-IN" sz="2000"/>
            </a:br>
            <a:r>
              <a:rPr b="1" lang="en-IN" sz="2000"/>
              <a:t>Step 5 :EXIT</a:t>
            </a:r>
            <a:endParaRPr/>
          </a:p>
        </p:txBody>
      </p:sp>
      <p:sp>
        <p:nvSpPr>
          <p:cNvPr id="838" name="Google Shape;838;p66"/>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839" name="Google Shape;839;p66"/>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840" name="Google Shape;840;p66"/>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5" name="Shape 845"/>
        <p:cNvGrpSpPr/>
        <p:nvPr/>
      </p:nvGrpSpPr>
      <p:grpSpPr>
        <a:xfrm>
          <a:off x="0" y="0"/>
          <a:ext cx="0" cy="0"/>
          <a:chOff x="0" y="0"/>
          <a:chExt cx="0" cy="0"/>
        </a:xfrm>
      </p:grpSpPr>
      <p:sp>
        <p:nvSpPr>
          <p:cNvPr id="846" name="Google Shape;846;p68"/>
          <p:cNvSpPr txBox="1"/>
          <p:nvPr>
            <p:ph type="title"/>
          </p:nvPr>
        </p:nvSpPr>
        <p:spPr>
          <a:xfrm>
            <a:off x="611560" y="1052736"/>
            <a:ext cx="7024744" cy="45712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400"/>
              <a:buFont typeface="Century Gothic"/>
              <a:buNone/>
            </a:pPr>
            <a:r>
              <a:rPr b="1" lang="en-IN" sz="2400"/>
              <a:t>Algorithm for Counting the number of elements in a Linked List</a:t>
            </a:r>
            <a:endParaRPr b="1" sz="2400"/>
          </a:p>
        </p:txBody>
      </p:sp>
      <p:sp>
        <p:nvSpPr>
          <p:cNvPr id="847" name="Google Shape;847;p68"/>
          <p:cNvSpPr txBox="1"/>
          <p:nvPr>
            <p:ph idx="1" type="body"/>
          </p:nvPr>
        </p:nvSpPr>
        <p:spPr>
          <a:xfrm>
            <a:off x="611560" y="1916832"/>
            <a:ext cx="7992888" cy="3913660"/>
          </a:xfrm>
          <a:prstGeom prst="rect">
            <a:avLst/>
          </a:prstGeom>
          <a:noFill/>
          <a:ln>
            <a:noFill/>
          </a:ln>
        </p:spPr>
        <p:txBody>
          <a:bodyPr anchorCtr="0" anchor="t" bIns="45700" lIns="91425" spcFirstLastPara="1" rIns="91425" wrap="square" tIns="45700">
            <a:noAutofit/>
          </a:bodyPr>
          <a:lstStyle/>
          <a:p>
            <a:pPr indent="0" lvl="0" marL="68580" rtl="0" algn="l">
              <a:spcBef>
                <a:spcPts val="0"/>
              </a:spcBef>
              <a:spcAft>
                <a:spcPts val="0"/>
              </a:spcAft>
              <a:buSzPts val="1520"/>
              <a:buNone/>
            </a:pPr>
            <a:r>
              <a:rPr b="1" lang="en-IN" sz="2000"/>
              <a:t>Step 1:[INITIALIZE] SET COUNT=0</a:t>
            </a:r>
            <a:endParaRPr b="1" sz="2000"/>
          </a:p>
          <a:p>
            <a:pPr indent="0" lvl="0" marL="68580" rtl="0" algn="l">
              <a:spcBef>
                <a:spcPts val="400"/>
              </a:spcBef>
              <a:spcAft>
                <a:spcPts val="0"/>
              </a:spcAft>
              <a:buSzPts val="1520"/>
              <a:buNone/>
            </a:pPr>
            <a:r>
              <a:rPr b="1" lang="en-IN" sz="2000"/>
              <a:t>Step 2:[INITIALIZE] SET PTR=START</a:t>
            </a:r>
            <a:endParaRPr/>
          </a:p>
          <a:p>
            <a:pPr indent="0" lvl="0" marL="68580" rtl="0" algn="l">
              <a:spcBef>
                <a:spcPts val="400"/>
              </a:spcBef>
              <a:spcAft>
                <a:spcPts val="0"/>
              </a:spcAft>
              <a:buSzPts val="1520"/>
              <a:buNone/>
            </a:pPr>
            <a:r>
              <a:rPr b="1" lang="en-IN" sz="2000"/>
              <a:t>Step 3: Repeat Steps 4 and 5 while PTR!=NULL</a:t>
            </a:r>
            <a:br>
              <a:rPr b="1" lang="en-IN" sz="2000"/>
            </a:br>
            <a:r>
              <a:rPr b="1" lang="en-IN" sz="2000"/>
              <a:t>Step 4:		Set COUNT=COUNT +1</a:t>
            </a:r>
            <a:endParaRPr/>
          </a:p>
          <a:p>
            <a:pPr indent="0" lvl="0" marL="68580" rtl="0" algn="l">
              <a:spcBef>
                <a:spcPts val="400"/>
              </a:spcBef>
              <a:spcAft>
                <a:spcPts val="0"/>
              </a:spcAft>
              <a:buSzPts val="1520"/>
              <a:buNone/>
            </a:pPr>
            <a:r>
              <a:rPr b="1" lang="en-IN" sz="2000"/>
              <a:t>Step 5:		Set PTR=PTR-&gt;LINK</a:t>
            </a:r>
            <a:endParaRPr/>
          </a:p>
          <a:p>
            <a:pPr indent="0" lvl="0" marL="68580" rtl="0" algn="l">
              <a:spcBef>
                <a:spcPts val="400"/>
              </a:spcBef>
              <a:spcAft>
                <a:spcPts val="0"/>
              </a:spcAft>
              <a:buSzPts val="1520"/>
              <a:buNone/>
            </a:pPr>
            <a:r>
              <a:rPr b="1" lang="en-IN" sz="2000"/>
              <a:t>[End of Loop]</a:t>
            </a:r>
            <a:br>
              <a:rPr b="1" lang="en-IN" sz="2000"/>
            </a:br>
            <a:r>
              <a:rPr b="1" lang="en-IN" sz="2000"/>
              <a:t>Step 6:Print COUNT</a:t>
            </a:r>
            <a:endParaRPr/>
          </a:p>
          <a:p>
            <a:pPr indent="0" lvl="0" marL="68580" rtl="0" algn="l">
              <a:spcBef>
                <a:spcPts val="400"/>
              </a:spcBef>
              <a:spcAft>
                <a:spcPts val="0"/>
              </a:spcAft>
              <a:buSzPts val="1520"/>
              <a:buNone/>
            </a:pPr>
            <a:r>
              <a:rPr b="1" lang="en-IN" sz="2000"/>
              <a:t>Step 7:EXIT</a:t>
            </a:r>
            <a:endParaRPr b="1" sz="2000"/>
          </a:p>
          <a:p>
            <a:pPr indent="0" lvl="0" marL="68580" rtl="0" algn="l">
              <a:spcBef>
                <a:spcPts val="400"/>
              </a:spcBef>
              <a:spcAft>
                <a:spcPts val="0"/>
              </a:spcAft>
              <a:buSzPts val="1520"/>
              <a:buNone/>
            </a:pPr>
            <a:r>
              <a:t/>
            </a:r>
            <a:endParaRPr b="1" sz="2000"/>
          </a:p>
        </p:txBody>
      </p:sp>
      <p:sp>
        <p:nvSpPr>
          <p:cNvPr id="848" name="Google Shape;848;p68"/>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849" name="Google Shape;849;p68"/>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850" name="Google Shape;850;p68"/>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p69"/>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lang="en-IN"/>
              <a:t>Searching a Linked List</a:t>
            </a:r>
            <a:endParaRPr/>
          </a:p>
        </p:txBody>
      </p:sp>
      <p:sp>
        <p:nvSpPr>
          <p:cNvPr id="857" name="Google Shape;857;p69"/>
          <p:cNvSpPr txBox="1"/>
          <p:nvPr>
            <p:ph idx="1" type="body"/>
          </p:nvPr>
        </p:nvSpPr>
        <p:spPr>
          <a:xfrm>
            <a:off x="755576" y="1315540"/>
            <a:ext cx="6777317" cy="4705748"/>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First traverse the linked list </a:t>
            </a:r>
            <a:endParaRPr/>
          </a:p>
          <a:p>
            <a:pPr indent="-274320" lvl="0" marL="342900" rtl="0" algn="l">
              <a:spcBef>
                <a:spcPts val="400"/>
              </a:spcBef>
              <a:spcAft>
                <a:spcPts val="0"/>
              </a:spcAft>
              <a:buSzPts val="1520"/>
              <a:buChar char="🞇"/>
            </a:pPr>
            <a:r>
              <a:rPr lang="en-IN" sz="2000"/>
              <a:t>While traversing compare the info part of each element with the given element</a:t>
            </a:r>
            <a:endParaRPr sz="2000"/>
          </a:p>
        </p:txBody>
      </p:sp>
      <p:sp>
        <p:nvSpPr>
          <p:cNvPr id="858" name="Google Shape;858;p69"/>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859" name="Google Shape;859;p69"/>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860" name="Google Shape;860;p69"/>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p70"/>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lang="en-IN"/>
              <a:t>Searching a Linked List</a:t>
            </a:r>
            <a:endParaRPr/>
          </a:p>
        </p:txBody>
      </p:sp>
      <p:sp>
        <p:nvSpPr>
          <p:cNvPr id="867" name="Google Shape;867;p70"/>
          <p:cNvSpPr txBox="1"/>
          <p:nvPr>
            <p:ph idx="1" type="body"/>
          </p:nvPr>
        </p:nvSpPr>
        <p:spPr>
          <a:xfrm>
            <a:off x="539552" y="1315540"/>
            <a:ext cx="8424936" cy="4705748"/>
          </a:xfrm>
          <a:prstGeom prst="rect">
            <a:avLst/>
          </a:prstGeom>
          <a:noFill/>
          <a:ln>
            <a:noFill/>
          </a:ln>
        </p:spPr>
        <p:txBody>
          <a:bodyPr anchorCtr="0" anchor="t" bIns="45700" lIns="91425" spcFirstLastPara="1" rIns="91425" wrap="square" tIns="45700">
            <a:normAutofit fontScale="85000" lnSpcReduction="20000"/>
          </a:bodyPr>
          <a:lstStyle/>
          <a:p>
            <a:pPr indent="0" lvl="0" marL="68580" rtl="0" algn="l">
              <a:spcBef>
                <a:spcPts val="0"/>
              </a:spcBef>
              <a:spcAft>
                <a:spcPts val="0"/>
              </a:spcAft>
              <a:buSzPct val="76000"/>
              <a:buNone/>
            </a:pPr>
            <a:r>
              <a:rPr b="1" lang="en-IN" sz="2000"/>
              <a:t>search(int data)</a:t>
            </a:r>
            <a:endParaRPr/>
          </a:p>
          <a:p>
            <a:pPr indent="0" lvl="0" marL="68580" rtl="0" algn="l">
              <a:spcBef>
                <a:spcPts val="340"/>
              </a:spcBef>
              <a:spcAft>
                <a:spcPts val="0"/>
              </a:spcAft>
              <a:buSzPct val="76000"/>
              <a:buNone/>
            </a:pPr>
            <a:r>
              <a:rPr b="1" lang="en-IN" sz="2000"/>
              <a:t>{</a:t>
            </a:r>
            <a:endParaRPr/>
          </a:p>
          <a:p>
            <a:pPr indent="0" lvl="0" marL="68580" rtl="0" algn="l">
              <a:spcBef>
                <a:spcPts val="340"/>
              </a:spcBef>
              <a:spcAft>
                <a:spcPts val="0"/>
              </a:spcAft>
              <a:buSzPct val="76000"/>
              <a:buNone/>
            </a:pPr>
            <a:r>
              <a:rPr b="1" lang="en-IN" sz="2000"/>
              <a:t>	struct node *ptr = start;</a:t>
            </a:r>
            <a:endParaRPr/>
          </a:p>
          <a:p>
            <a:pPr indent="0" lvl="0" marL="68580" rtl="0" algn="l">
              <a:spcBef>
                <a:spcPts val="340"/>
              </a:spcBef>
              <a:spcAft>
                <a:spcPts val="0"/>
              </a:spcAft>
              <a:buSzPct val="76000"/>
              <a:buNone/>
            </a:pPr>
            <a:r>
              <a:rPr b="1" lang="en-IN" sz="2000"/>
              <a:t>	int pos = 1;</a:t>
            </a:r>
            <a:endParaRPr/>
          </a:p>
          <a:p>
            <a:pPr indent="0" lvl="0" marL="68580" rtl="0" algn="l">
              <a:spcBef>
                <a:spcPts val="340"/>
              </a:spcBef>
              <a:spcAft>
                <a:spcPts val="0"/>
              </a:spcAft>
              <a:buSzPct val="76000"/>
              <a:buNone/>
            </a:pPr>
            <a:r>
              <a:rPr b="1" lang="en-IN" sz="2000"/>
              <a:t>	while(ptr!=NULL)</a:t>
            </a:r>
            <a:endParaRPr/>
          </a:p>
          <a:p>
            <a:pPr indent="0" lvl="0" marL="68580" rtl="0" algn="l">
              <a:spcBef>
                <a:spcPts val="340"/>
              </a:spcBef>
              <a:spcAft>
                <a:spcPts val="0"/>
              </a:spcAft>
              <a:buSzPct val="76000"/>
              <a:buNone/>
            </a:pPr>
            <a:r>
              <a:rPr b="1" lang="en-IN" sz="2000"/>
              <a:t>	{</a:t>
            </a:r>
            <a:endParaRPr/>
          </a:p>
          <a:p>
            <a:pPr indent="0" lvl="0" marL="68580" rtl="0" algn="l">
              <a:spcBef>
                <a:spcPts val="340"/>
              </a:spcBef>
              <a:spcAft>
                <a:spcPts val="0"/>
              </a:spcAft>
              <a:buSzPct val="76000"/>
              <a:buNone/>
            </a:pPr>
            <a:r>
              <a:rPr b="1" lang="en-IN" sz="2000"/>
              <a:t>		if(ptr-&gt;info==data)</a:t>
            </a:r>
            <a:endParaRPr/>
          </a:p>
          <a:p>
            <a:pPr indent="0" lvl="0" marL="68580" rtl="0" algn="l">
              <a:spcBef>
                <a:spcPts val="340"/>
              </a:spcBef>
              <a:spcAft>
                <a:spcPts val="0"/>
              </a:spcAft>
              <a:buSzPct val="76000"/>
              <a:buNone/>
            </a:pPr>
            <a:r>
              <a:rPr b="1" lang="en-IN" sz="2000"/>
              <a:t>		{</a:t>
            </a:r>
            <a:endParaRPr/>
          </a:p>
          <a:p>
            <a:pPr indent="0" lvl="0" marL="68580" rtl="0" algn="l">
              <a:spcBef>
                <a:spcPts val="340"/>
              </a:spcBef>
              <a:spcAft>
                <a:spcPts val="0"/>
              </a:spcAft>
              <a:buSzPct val="76000"/>
              <a:buNone/>
            </a:pPr>
            <a:r>
              <a:rPr b="1" lang="en-IN" sz="2000"/>
              <a:t>			printf("Item %d found at position %d\n",data,pos);</a:t>
            </a:r>
            <a:endParaRPr/>
          </a:p>
          <a:p>
            <a:pPr indent="0" lvl="0" marL="68580" rtl="0" algn="l">
              <a:spcBef>
                <a:spcPts val="340"/>
              </a:spcBef>
              <a:spcAft>
                <a:spcPts val="0"/>
              </a:spcAft>
              <a:buSzPct val="76000"/>
              <a:buNone/>
            </a:pPr>
            <a:r>
              <a:rPr b="1" lang="en-IN" sz="2000"/>
              <a:t>			return;</a:t>
            </a:r>
            <a:endParaRPr/>
          </a:p>
          <a:p>
            <a:pPr indent="0" lvl="0" marL="68580" rtl="0" algn="l">
              <a:spcBef>
                <a:spcPts val="340"/>
              </a:spcBef>
              <a:spcAft>
                <a:spcPts val="0"/>
              </a:spcAft>
              <a:buSzPct val="76000"/>
              <a:buNone/>
            </a:pPr>
            <a:r>
              <a:rPr b="1" lang="en-IN" sz="2000"/>
              <a:t>		}</a:t>
            </a:r>
            <a:endParaRPr/>
          </a:p>
          <a:p>
            <a:pPr indent="0" lvl="0" marL="68580" rtl="0" algn="l">
              <a:spcBef>
                <a:spcPts val="340"/>
              </a:spcBef>
              <a:spcAft>
                <a:spcPts val="0"/>
              </a:spcAft>
              <a:buSzPct val="76000"/>
              <a:buNone/>
            </a:pPr>
            <a:r>
              <a:rPr b="1" lang="en-IN" sz="2000"/>
              <a:t>		ptr = ptr-&gt;link;</a:t>
            </a:r>
            <a:endParaRPr/>
          </a:p>
          <a:p>
            <a:pPr indent="0" lvl="0" marL="68580" rtl="0" algn="l">
              <a:spcBef>
                <a:spcPts val="340"/>
              </a:spcBef>
              <a:spcAft>
                <a:spcPts val="0"/>
              </a:spcAft>
              <a:buSzPct val="76000"/>
              <a:buNone/>
            </a:pPr>
            <a:r>
              <a:rPr b="1" lang="en-IN" sz="2000"/>
              <a:t>		pos++;</a:t>
            </a:r>
            <a:endParaRPr/>
          </a:p>
          <a:p>
            <a:pPr indent="0" lvl="0" marL="68580" rtl="0" algn="l">
              <a:spcBef>
                <a:spcPts val="340"/>
              </a:spcBef>
              <a:spcAft>
                <a:spcPts val="0"/>
              </a:spcAft>
              <a:buSzPct val="76000"/>
              <a:buNone/>
            </a:pPr>
            <a:r>
              <a:rPr b="1" lang="en-IN" sz="2000"/>
              <a:t>	}</a:t>
            </a:r>
            <a:endParaRPr/>
          </a:p>
          <a:p>
            <a:pPr indent="0" lvl="0" marL="68580" rtl="0" algn="l">
              <a:spcBef>
                <a:spcPts val="340"/>
              </a:spcBef>
              <a:spcAft>
                <a:spcPts val="0"/>
              </a:spcAft>
              <a:buSzPct val="76000"/>
              <a:buNone/>
            </a:pPr>
            <a:r>
              <a:rPr b="1" lang="en-IN" sz="2000"/>
              <a:t>	if(ptr == NULL)</a:t>
            </a:r>
            <a:endParaRPr/>
          </a:p>
          <a:p>
            <a:pPr indent="0" lvl="0" marL="68580" rtl="0" algn="l">
              <a:spcBef>
                <a:spcPts val="340"/>
              </a:spcBef>
              <a:spcAft>
                <a:spcPts val="0"/>
              </a:spcAft>
              <a:buSzPct val="76000"/>
              <a:buNone/>
            </a:pPr>
            <a:r>
              <a:rPr b="1" lang="en-IN" sz="2000"/>
              <a:t>		printf("Item %d not found in list\n",data);</a:t>
            </a:r>
            <a:endParaRPr/>
          </a:p>
          <a:p>
            <a:pPr indent="0" lvl="0" marL="68580" rtl="0" algn="l">
              <a:spcBef>
                <a:spcPts val="340"/>
              </a:spcBef>
              <a:spcAft>
                <a:spcPts val="0"/>
              </a:spcAft>
              <a:buSzPct val="76000"/>
              <a:buNone/>
            </a:pPr>
            <a:r>
              <a:rPr b="1" lang="en-IN" sz="2000"/>
              <a:t>}/*End of search()*/</a:t>
            </a:r>
            <a:endParaRPr/>
          </a:p>
          <a:p>
            <a:pPr indent="0" lvl="0" marL="68580" rtl="0" algn="l">
              <a:spcBef>
                <a:spcPts val="340"/>
              </a:spcBef>
              <a:spcAft>
                <a:spcPts val="0"/>
              </a:spcAft>
              <a:buSzPct val="76000"/>
              <a:buNone/>
            </a:pPr>
            <a:r>
              <a:t/>
            </a:r>
            <a:endParaRPr b="1" sz="2000"/>
          </a:p>
        </p:txBody>
      </p:sp>
      <p:sp>
        <p:nvSpPr>
          <p:cNvPr id="868" name="Google Shape;868;p70"/>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869" name="Google Shape;869;p70"/>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870" name="Google Shape;870;p70"/>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sp>
        <p:nvSpPr>
          <p:cNvPr id="876" name="Google Shape;876;p71"/>
          <p:cNvSpPr txBox="1"/>
          <p:nvPr>
            <p:ph type="title"/>
          </p:nvPr>
        </p:nvSpPr>
        <p:spPr>
          <a:xfrm>
            <a:off x="611560" y="692696"/>
            <a:ext cx="7024744" cy="45712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400"/>
              <a:buFont typeface="Century Gothic"/>
              <a:buNone/>
            </a:pPr>
            <a:r>
              <a:rPr b="1" lang="en-IN" sz="2400"/>
              <a:t>Algorithm for Searching a Linked List</a:t>
            </a:r>
            <a:endParaRPr b="1" sz="2400"/>
          </a:p>
        </p:txBody>
      </p:sp>
      <p:sp>
        <p:nvSpPr>
          <p:cNvPr id="877" name="Google Shape;877;p71"/>
          <p:cNvSpPr txBox="1"/>
          <p:nvPr>
            <p:ph idx="1" type="body"/>
          </p:nvPr>
        </p:nvSpPr>
        <p:spPr>
          <a:xfrm>
            <a:off x="611560" y="1268760"/>
            <a:ext cx="7992888" cy="3913660"/>
          </a:xfrm>
          <a:prstGeom prst="rect">
            <a:avLst/>
          </a:prstGeom>
          <a:noFill/>
          <a:ln>
            <a:noFill/>
          </a:ln>
        </p:spPr>
        <p:txBody>
          <a:bodyPr anchorCtr="0" anchor="t" bIns="45700" lIns="91425" spcFirstLastPara="1" rIns="91425" wrap="square" tIns="45700">
            <a:noAutofit/>
          </a:bodyPr>
          <a:lstStyle/>
          <a:p>
            <a:pPr indent="0" lvl="0" marL="68580" rtl="0" algn="l">
              <a:spcBef>
                <a:spcPts val="0"/>
              </a:spcBef>
              <a:spcAft>
                <a:spcPts val="0"/>
              </a:spcAft>
              <a:buSzPts val="1520"/>
              <a:buNone/>
            </a:pPr>
            <a:r>
              <a:rPr b="1" lang="en-IN" sz="2000"/>
              <a:t>Step 1:[INITIALIZE] SET POSITION=1</a:t>
            </a:r>
            <a:endParaRPr b="1" sz="2000"/>
          </a:p>
          <a:p>
            <a:pPr indent="0" lvl="0" marL="68580" rtl="0" algn="l">
              <a:spcBef>
                <a:spcPts val="400"/>
              </a:spcBef>
              <a:spcAft>
                <a:spcPts val="0"/>
              </a:spcAft>
              <a:buSzPts val="1520"/>
              <a:buNone/>
            </a:pPr>
            <a:r>
              <a:rPr b="1" lang="en-IN" sz="2000"/>
              <a:t>Step 2:[INITIALIZE] SET PTR=START</a:t>
            </a:r>
            <a:endParaRPr/>
          </a:p>
          <a:p>
            <a:pPr indent="0" lvl="0" marL="68580" rtl="0" algn="l">
              <a:spcBef>
                <a:spcPts val="400"/>
              </a:spcBef>
              <a:spcAft>
                <a:spcPts val="0"/>
              </a:spcAft>
              <a:buSzPts val="1520"/>
              <a:buNone/>
            </a:pPr>
            <a:r>
              <a:rPr b="1" lang="en-IN" sz="2000"/>
              <a:t>Step 3: Repeat Step 4 while PTR!=NULL</a:t>
            </a:r>
            <a:br>
              <a:rPr b="1" lang="en-IN" sz="2000"/>
            </a:br>
            <a:r>
              <a:rPr b="1" lang="en-IN" sz="2000"/>
              <a:t>Step 4:		If DATA=PTR-&gt;INFO</a:t>
            </a:r>
            <a:endParaRPr/>
          </a:p>
          <a:p>
            <a:pPr indent="0" lvl="0" marL="68580" rtl="0" algn="l">
              <a:spcBef>
                <a:spcPts val="400"/>
              </a:spcBef>
              <a:spcAft>
                <a:spcPts val="0"/>
              </a:spcAft>
              <a:buSzPts val="1520"/>
              <a:buNone/>
            </a:pPr>
            <a:r>
              <a:rPr b="1" lang="en-IN" sz="2000"/>
              <a:t>			Print POSITION</a:t>
            </a:r>
            <a:endParaRPr/>
          </a:p>
          <a:p>
            <a:pPr indent="0" lvl="0" marL="68580" rtl="0" algn="l">
              <a:spcBef>
                <a:spcPts val="400"/>
              </a:spcBef>
              <a:spcAft>
                <a:spcPts val="0"/>
              </a:spcAft>
              <a:buSzPts val="1520"/>
              <a:buNone/>
            </a:pPr>
            <a:r>
              <a:rPr b="1" lang="en-IN" sz="2000"/>
              <a:t>			Exit</a:t>
            </a:r>
            <a:endParaRPr/>
          </a:p>
          <a:p>
            <a:pPr indent="0" lvl="0" marL="68580" rtl="0" algn="l">
              <a:spcBef>
                <a:spcPts val="400"/>
              </a:spcBef>
              <a:spcAft>
                <a:spcPts val="0"/>
              </a:spcAft>
              <a:buSzPts val="1520"/>
              <a:buNone/>
            </a:pPr>
            <a:r>
              <a:rPr b="1" lang="en-IN" sz="2000"/>
              <a:t>		[End of If]</a:t>
            </a:r>
            <a:endParaRPr/>
          </a:p>
          <a:p>
            <a:pPr indent="0" lvl="0" marL="68580" rtl="0" algn="l">
              <a:spcBef>
                <a:spcPts val="400"/>
              </a:spcBef>
              <a:spcAft>
                <a:spcPts val="0"/>
              </a:spcAft>
              <a:buSzPts val="1520"/>
              <a:buNone/>
            </a:pPr>
            <a:r>
              <a:rPr b="1" lang="en-IN" sz="2000"/>
              <a:t>		Set PTR=PTR-&gt;LINK</a:t>
            </a:r>
            <a:endParaRPr/>
          </a:p>
          <a:p>
            <a:pPr indent="0" lvl="0" marL="68580" rtl="0" algn="l">
              <a:spcBef>
                <a:spcPts val="400"/>
              </a:spcBef>
              <a:spcAft>
                <a:spcPts val="0"/>
              </a:spcAft>
              <a:buSzPts val="1520"/>
              <a:buNone/>
            </a:pPr>
            <a:r>
              <a:rPr b="1" lang="en-IN" sz="2000"/>
              <a:t>		Set POSITION=POSITION +1</a:t>
            </a:r>
            <a:endParaRPr/>
          </a:p>
          <a:p>
            <a:pPr indent="0" lvl="0" marL="68580" rtl="0" algn="l">
              <a:spcBef>
                <a:spcPts val="400"/>
              </a:spcBef>
              <a:spcAft>
                <a:spcPts val="0"/>
              </a:spcAft>
              <a:buSzPts val="1520"/>
              <a:buNone/>
            </a:pPr>
            <a:r>
              <a:rPr b="1" lang="en-IN" sz="2000"/>
              <a:t>	[End of Loop]</a:t>
            </a:r>
            <a:br>
              <a:rPr b="1" lang="en-IN" sz="2000"/>
            </a:br>
            <a:r>
              <a:rPr b="1" lang="en-IN" sz="2000"/>
              <a:t>Step 5:If PTR=NULL</a:t>
            </a:r>
            <a:endParaRPr/>
          </a:p>
          <a:p>
            <a:pPr indent="0" lvl="0" marL="68580" rtl="0" algn="l">
              <a:spcBef>
                <a:spcPts val="400"/>
              </a:spcBef>
              <a:spcAft>
                <a:spcPts val="0"/>
              </a:spcAft>
              <a:buSzPts val="1520"/>
              <a:buNone/>
            </a:pPr>
            <a:r>
              <a:rPr b="1" lang="en-IN" sz="2000"/>
              <a:t>		Print Search Unsuccessful</a:t>
            </a:r>
            <a:endParaRPr/>
          </a:p>
          <a:p>
            <a:pPr indent="0" lvl="0" marL="68580" rtl="0" algn="l">
              <a:spcBef>
                <a:spcPts val="400"/>
              </a:spcBef>
              <a:spcAft>
                <a:spcPts val="0"/>
              </a:spcAft>
              <a:buSzPts val="1520"/>
              <a:buNone/>
            </a:pPr>
            <a:r>
              <a:rPr b="1" lang="en-IN" sz="2000"/>
              <a:t>	[End of If]</a:t>
            </a:r>
            <a:endParaRPr/>
          </a:p>
          <a:p>
            <a:pPr indent="0" lvl="0" marL="68580" rtl="0" algn="l">
              <a:spcBef>
                <a:spcPts val="400"/>
              </a:spcBef>
              <a:spcAft>
                <a:spcPts val="0"/>
              </a:spcAft>
              <a:buSzPts val="1520"/>
              <a:buNone/>
            </a:pPr>
            <a:r>
              <a:rPr b="1" lang="en-IN" sz="2000"/>
              <a:t>Step 6: Exit</a:t>
            </a:r>
            <a:endParaRPr/>
          </a:p>
        </p:txBody>
      </p:sp>
      <p:sp>
        <p:nvSpPr>
          <p:cNvPr id="878" name="Google Shape;878;p71"/>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879" name="Google Shape;879;p71"/>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880" name="Google Shape;880;p71"/>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p72"/>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lang="en-IN"/>
              <a:t>Insertion into a Linked List</a:t>
            </a:r>
            <a:endParaRPr/>
          </a:p>
        </p:txBody>
      </p:sp>
      <p:sp>
        <p:nvSpPr>
          <p:cNvPr id="887" name="Google Shape;887;p72"/>
          <p:cNvSpPr txBox="1"/>
          <p:nvPr>
            <p:ph idx="1" type="body"/>
          </p:nvPr>
        </p:nvSpPr>
        <p:spPr>
          <a:xfrm>
            <a:off x="755576" y="1315540"/>
            <a:ext cx="6777317" cy="4705748"/>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Insertion is possible in two ways:</a:t>
            </a:r>
            <a:endParaRPr/>
          </a:p>
          <a:p>
            <a:pPr indent="-274320" lvl="1" marL="640080" rtl="0" algn="l">
              <a:spcBef>
                <a:spcPts val="360"/>
              </a:spcBef>
              <a:spcAft>
                <a:spcPts val="0"/>
              </a:spcAft>
              <a:buSzPts val="1368"/>
              <a:buChar char="🞇"/>
            </a:pPr>
            <a:r>
              <a:rPr lang="en-IN" sz="1800"/>
              <a:t>Insertion at Beginning</a:t>
            </a:r>
            <a:endParaRPr/>
          </a:p>
          <a:p>
            <a:pPr indent="-274320" lvl="1" marL="640080" rtl="0" algn="l">
              <a:spcBef>
                <a:spcPts val="360"/>
              </a:spcBef>
              <a:spcAft>
                <a:spcPts val="0"/>
              </a:spcAft>
              <a:buSzPts val="1368"/>
              <a:buChar char="🞇"/>
            </a:pPr>
            <a:r>
              <a:rPr lang="en-IN" sz="1800"/>
              <a:t>Insertion in Between</a:t>
            </a:r>
            <a:endParaRPr sz="1800"/>
          </a:p>
        </p:txBody>
      </p:sp>
      <p:sp>
        <p:nvSpPr>
          <p:cNvPr id="888" name="Google Shape;888;p72"/>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889" name="Google Shape;889;p72"/>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890" name="Google Shape;890;p72"/>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sp>
        <p:nvSpPr>
          <p:cNvPr id="896" name="Google Shape;896;p73"/>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lang="en-IN"/>
              <a:t>Case 1- Insertion at Beginning</a:t>
            </a:r>
            <a:endParaRPr b="1"/>
          </a:p>
        </p:txBody>
      </p:sp>
      <p:sp>
        <p:nvSpPr>
          <p:cNvPr id="897" name="Google Shape;897;p73"/>
          <p:cNvSpPr txBox="1"/>
          <p:nvPr>
            <p:ph idx="1" type="body"/>
          </p:nvPr>
        </p:nvSpPr>
        <p:spPr>
          <a:xfrm>
            <a:off x="611560" y="1315540"/>
            <a:ext cx="7920880" cy="4705748"/>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368"/>
              <a:buNone/>
            </a:pPr>
            <a:r>
              <a:t/>
            </a:r>
            <a:endParaRPr b="1" sz="1800"/>
          </a:p>
        </p:txBody>
      </p:sp>
      <p:pic>
        <p:nvPicPr>
          <p:cNvPr id="898" name="Google Shape;898;p73"/>
          <p:cNvPicPr preferRelativeResize="0"/>
          <p:nvPr/>
        </p:nvPicPr>
        <p:blipFill rotWithShape="1">
          <a:blip r:embed="rId3">
            <a:alphaModFix/>
          </a:blip>
          <a:srcRect b="0" l="0" r="0" t="0"/>
          <a:stretch/>
        </p:blipFill>
        <p:spPr>
          <a:xfrm>
            <a:off x="995139" y="1988840"/>
            <a:ext cx="7249269" cy="3384376"/>
          </a:xfrm>
          <a:prstGeom prst="rect">
            <a:avLst/>
          </a:prstGeom>
          <a:noFill/>
          <a:ln>
            <a:noFill/>
          </a:ln>
        </p:spPr>
      </p:pic>
      <p:sp>
        <p:nvSpPr>
          <p:cNvPr id="899" name="Google Shape;899;p73"/>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900" name="Google Shape;900;p73"/>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901" name="Google Shape;901;p73"/>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74"/>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lang="en-IN"/>
              <a:t>Case 1- Insertion at Beginning</a:t>
            </a:r>
            <a:endParaRPr b="1"/>
          </a:p>
        </p:txBody>
      </p:sp>
      <p:sp>
        <p:nvSpPr>
          <p:cNvPr id="908" name="Google Shape;908;p74"/>
          <p:cNvSpPr txBox="1"/>
          <p:nvPr>
            <p:ph idx="1" type="body"/>
          </p:nvPr>
        </p:nvSpPr>
        <p:spPr>
          <a:xfrm>
            <a:off x="611560" y="1315540"/>
            <a:ext cx="7920880" cy="4705748"/>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368"/>
              <a:buNone/>
            </a:pPr>
            <a:r>
              <a:t/>
            </a:r>
            <a:endParaRPr b="1" sz="1800"/>
          </a:p>
        </p:txBody>
      </p:sp>
      <p:pic>
        <p:nvPicPr>
          <p:cNvPr id="909" name="Google Shape;909;p74"/>
          <p:cNvPicPr preferRelativeResize="0"/>
          <p:nvPr/>
        </p:nvPicPr>
        <p:blipFill rotWithShape="1">
          <a:blip r:embed="rId3">
            <a:alphaModFix/>
          </a:blip>
          <a:srcRect b="0" l="0" r="0" t="0"/>
          <a:stretch/>
        </p:blipFill>
        <p:spPr>
          <a:xfrm>
            <a:off x="827584" y="1302320"/>
            <a:ext cx="7249269" cy="1944216"/>
          </a:xfrm>
          <a:prstGeom prst="rect">
            <a:avLst/>
          </a:prstGeom>
          <a:noFill/>
          <a:ln>
            <a:noFill/>
          </a:ln>
        </p:spPr>
      </p:pic>
      <p:sp>
        <p:nvSpPr>
          <p:cNvPr id="910" name="Google Shape;910;p74"/>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911" name="Google Shape;911;p74"/>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912" name="Google Shape;912;p74"/>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913" name="Google Shape;913;p74"/>
          <p:cNvSpPr/>
          <p:nvPr/>
        </p:nvSpPr>
        <p:spPr>
          <a:xfrm>
            <a:off x="397069" y="3573016"/>
            <a:ext cx="8493031" cy="181588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IN" sz="2800" cap="none">
                <a:solidFill>
                  <a:schemeClr val="accent1"/>
                </a:solidFill>
                <a:latin typeface="Century Gothic"/>
                <a:ea typeface="Century Gothic"/>
                <a:cs typeface="Century Gothic"/>
                <a:sym typeface="Century Gothic"/>
              </a:rPr>
              <a:t>CREATE THE NEW NODE,</a:t>
            </a:r>
            <a:endParaRPr/>
          </a:p>
          <a:p>
            <a:pPr indent="0" lvl="0" marL="0" marR="0" rtl="0" algn="ctr">
              <a:spcBef>
                <a:spcPts val="0"/>
              </a:spcBef>
              <a:spcAft>
                <a:spcPts val="0"/>
              </a:spcAft>
              <a:buNone/>
            </a:pPr>
            <a:r>
              <a:rPr b="1" lang="en-IN" sz="2800" cap="none">
                <a:solidFill>
                  <a:schemeClr val="accent1"/>
                </a:solidFill>
                <a:latin typeface="Century Gothic"/>
                <a:ea typeface="Century Gothic"/>
                <a:cs typeface="Century Gothic"/>
                <a:sym typeface="Century Gothic"/>
              </a:rPr>
              <a:t>CONNECT NEW NODE TO THE OLD FIRST NODE </a:t>
            </a:r>
            <a:endParaRPr b="1" sz="2800" cap="none">
              <a:solidFill>
                <a:schemeClr val="accent1"/>
              </a:solidFill>
              <a:latin typeface="Century Gothic"/>
              <a:ea typeface="Century Gothic"/>
              <a:cs typeface="Century Gothic"/>
              <a:sym typeface="Century Gothic"/>
            </a:endParaRPr>
          </a:p>
          <a:p>
            <a:pPr indent="0" lvl="0" marL="0" marR="0" rtl="0" algn="ctr">
              <a:spcBef>
                <a:spcPts val="0"/>
              </a:spcBef>
              <a:spcAft>
                <a:spcPts val="0"/>
              </a:spcAft>
              <a:buNone/>
            </a:pPr>
            <a:r>
              <a:rPr b="1" lang="en-IN" sz="2800" cap="none">
                <a:solidFill>
                  <a:schemeClr val="accent1"/>
                </a:solidFill>
                <a:latin typeface="Century Gothic"/>
                <a:ea typeface="Century Gothic"/>
                <a:cs typeface="Century Gothic"/>
                <a:sym typeface="Century Gothic"/>
              </a:rPr>
              <a:t>CONNECT THE START POINTER TO THE NEW NODE,</a:t>
            </a:r>
            <a:endParaRPr/>
          </a:p>
          <a:p>
            <a:pPr indent="0" lvl="0" marL="0" marR="0" rtl="0" algn="ctr">
              <a:spcBef>
                <a:spcPts val="0"/>
              </a:spcBef>
              <a:spcAft>
                <a:spcPts val="0"/>
              </a:spcAft>
              <a:buNone/>
            </a:pPr>
            <a:r>
              <a:rPr b="1" lang="en-IN" sz="2800" cap="none">
                <a:solidFill>
                  <a:schemeClr val="accent1"/>
                </a:solidFill>
                <a:latin typeface="Century Gothic"/>
                <a:ea typeface="Century Gothic"/>
                <a:cs typeface="Century Gothic"/>
                <a:sym typeface="Century Gothic"/>
              </a:rPr>
              <a:t>……</a:t>
            </a:r>
            <a:endParaRPr b="1" sz="2800" cap="none">
              <a:solidFill>
                <a:schemeClr val="accent1"/>
              </a:solidFill>
              <a:latin typeface="Century Gothic"/>
              <a:ea typeface="Century Gothic"/>
              <a:cs typeface="Century Gothic"/>
              <a:sym typeface="Century Gothic"/>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8" name="Shape 918"/>
        <p:cNvGrpSpPr/>
        <p:nvPr/>
      </p:nvGrpSpPr>
      <p:grpSpPr>
        <a:xfrm>
          <a:off x="0" y="0"/>
          <a:ext cx="0" cy="0"/>
          <a:chOff x="0" y="0"/>
          <a:chExt cx="0" cy="0"/>
        </a:xfrm>
      </p:grpSpPr>
      <p:sp>
        <p:nvSpPr>
          <p:cNvPr id="919" name="Google Shape;919;p75"/>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b="1" lang="en-IN" sz="2800"/>
              <a:t>Case 1- Insertion at Beginning</a:t>
            </a:r>
            <a:endParaRPr b="1" sz="2800"/>
          </a:p>
        </p:txBody>
      </p:sp>
      <p:pic>
        <p:nvPicPr>
          <p:cNvPr descr="https://codeoptimus.files.wordpress.com/2013/01/313.gif" id="920" name="Google Shape;920;p75"/>
          <p:cNvPicPr preferRelativeResize="0"/>
          <p:nvPr/>
        </p:nvPicPr>
        <p:blipFill rotWithShape="1">
          <a:blip r:embed="rId3">
            <a:alphaModFix/>
          </a:blip>
          <a:srcRect b="29306" l="0" r="0" t="0"/>
          <a:stretch/>
        </p:blipFill>
        <p:spPr>
          <a:xfrm>
            <a:off x="683568" y="908720"/>
            <a:ext cx="5976664" cy="1942415"/>
          </a:xfrm>
          <a:prstGeom prst="rect">
            <a:avLst/>
          </a:prstGeom>
          <a:noFill/>
          <a:ln>
            <a:noFill/>
          </a:ln>
        </p:spPr>
      </p:pic>
      <p:sp>
        <p:nvSpPr>
          <p:cNvPr id="921" name="Google Shape;921;p75"/>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922" name="Google Shape;922;p75"/>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923" name="Google Shape;923;p75"/>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924" name="Google Shape;924;p75"/>
          <p:cNvSpPr txBox="1"/>
          <p:nvPr>
            <p:ph idx="1" type="body"/>
          </p:nvPr>
        </p:nvSpPr>
        <p:spPr>
          <a:xfrm>
            <a:off x="899592" y="2851135"/>
            <a:ext cx="6777317" cy="1107485"/>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824"/>
              <a:buNone/>
            </a:pPr>
            <a:r>
              <a:rPr b="1" lang="en-IN"/>
              <a:t>Order?</a:t>
            </a:r>
            <a:endParaRPr b="1"/>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p76"/>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b="1" lang="en-IN" sz="2800"/>
              <a:t>Case 1- Insertion at Beginning</a:t>
            </a:r>
            <a:endParaRPr b="1" sz="2800"/>
          </a:p>
        </p:txBody>
      </p:sp>
      <p:pic>
        <p:nvPicPr>
          <p:cNvPr descr="https://codeoptimus.files.wordpress.com/2013/01/313.gif" id="931" name="Google Shape;931;p76"/>
          <p:cNvPicPr preferRelativeResize="0"/>
          <p:nvPr/>
        </p:nvPicPr>
        <p:blipFill rotWithShape="1">
          <a:blip r:embed="rId3">
            <a:alphaModFix/>
          </a:blip>
          <a:srcRect b="29306" l="0" r="0" t="0"/>
          <a:stretch/>
        </p:blipFill>
        <p:spPr>
          <a:xfrm>
            <a:off x="683568" y="908720"/>
            <a:ext cx="5976664" cy="1942415"/>
          </a:xfrm>
          <a:prstGeom prst="rect">
            <a:avLst/>
          </a:prstGeom>
          <a:noFill/>
          <a:ln>
            <a:noFill/>
          </a:ln>
        </p:spPr>
      </p:pic>
      <p:sp>
        <p:nvSpPr>
          <p:cNvPr id="932" name="Google Shape;932;p76"/>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933" name="Google Shape;933;p76"/>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934" name="Google Shape;934;p76"/>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935" name="Google Shape;935;p76"/>
          <p:cNvSpPr txBox="1"/>
          <p:nvPr>
            <p:ph idx="1" type="body"/>
          </p:nvPr>
        </p:nvSpPr>
        <p:spPr>
          <a:xfrm>
            <a:off x="899592" y="2851135"/>
            <a:ext cx="6777317" cy="1107485"/>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824"/>
              <a:buNone/>
            </a:pPr>
            <a:r>
              <a:rPr b="1" lang="en-IN"/>
              <a:t>Order?</a:t>
            </a:r>
            <a:endParaRPr b="1"/>
          </a:p>
        </p:txBody>
      </p:sp>
      <p:sp>
        <p:nvSpPr>
          <p:cNvPr id="936" name="Google Shape;936;p76"/>
          <p:cNvSpPr txBox="1"/>
          <p:nvPr/>
        </p:nvSpPr>
        <p:spPr>
          <a:xfrm>
            <a:off x="2555776" y="1772816"/>
            <a:ext cx="432048" cy="497473"/>
          </a:xfrm>
          <a:prstGeom prst="rect">
            <a:avLst/>
          </a:prstGeom>
          <a:noFill/>
          <a:ln>
            <a:noFill/>
          </a:ln>
        </p:spPr>
        <p:txBody>
          <a:bodyPr anchorCtr="0" anchor="t" bIns="45700" lIns="91425" spcFirstLastPara="1" rIns="91425" wrap="square" tIns="45700">
            <a:normAutofit/>
          </a:bodyPr>
          <a:lstStyle/>
          <a:p>
            <a:pPr indent="0" lvl="0" marL="68580" marR="0" rtl="0" algn="l">
              <a:spcBef>
                <a:spcPts val="0"/>
              </a:spcBef>
              <a:spcAft>
                <a:spcPts val="0"/>
              </a:spcAft>
              <a:buClr>
                <a:schemeClr val="accent1"/>
              </a:buClr>
              <a:buSzPts val="1824"/>
              <a:buFont typeface="Noto Sans Symbols"/>
              <a:buNone/>
            </a:pPr>
            <a:r>
              <a:rPr b="1" lang="en-IN" sz="2400">
                <a:solidFill>
                  <a:schemeClr val="accent6"/>
                </a:solidFill>
                <a:latin typeface="Century Gothic"/>
                <a:ea typeface="Century Gothic"/>
                <a:cs typeface="Century Gothic"/>
                <a:sym typeface="Century Gothic"/>
              </a:rPr>
              <a:t>1</a:t>
            </a:r>
            <a:endParaRPr b="1" sz="2400">
              <a:solidFill>
                <a:schemeClr val="accent6"/>
              </a:solidFill>
              <a:latin typeface="Century Gothic"/>
              <a:ea typeface="Century Gothic"/>
              <a:cs typeface="Century Gothic"/>
              <a:sym typeface="Century Gothic"/>
            </a:endParaRPr>
          </a:p>
        </p:txBody>
      </p:sp>
      <p:sp>
        <p:nvSpPr>
          <p:cNvPr id="937" name="Google Shape;937;p76"/>
          <p:cNvSpPr txBox="1"/>
          <p:nvPr/>
        </p:nvSpPr>
        <p:spPr>
          <a:xfrm>
            <a:off x="539552" y="1772816"/>
            <a:ext cx="432048" cy="497473"/>
          </a:xfrm>
          <a:prstGeom prst="rect">
            <a:avLst/>
          </a:prstGeom>
          <a:noFill/>
          <a:ln>
            <a:noFill/>
          </a:ln>
        </p:spPr>
        <p:txBody>
          <a:bodyPr anchorCtr="0" anchor="t" bIns="45700" lIns="91425" spcFirstLastPara="1" rIns="91425" wrap="square" tIns="45700">
            <a:normAutofit/>
          </a:bodyPr>
          <a:lstStyle/>
          <a:p>
            <a:pPr indent="0" lvl="0" marL="68580" marR="0" rtl="0" algn="l">
              <a:spcBef>
                <a:spcPts val="0"/>
              </a:spcBef>
              <a:spcAft>
                <a:spcPts val="0"/>
              </a:spcAft>
              <a:buClr>
                <a:schemeClr val="accent1"/>
              </a:buClr>
              <a:buSzPts val="1824"/>
              <a:buFont typeface="Noto Sans Symbols"/>
              <a:buNone/>
            </a:pPr>
            <a:r>
              <a:rPr b="1" lang="en-IN" sz="2400">
                <a:solidFill>
                  <a:schemeClr val="accent6"/>
                </a:solidFill>
                <a:latin typeface="Century Gothic"/>
                <a:ea typeface="Century Gothic"/>
                <a:cs typeface="Century Gothic"/>
                <a:sym typeface="Century Gothic"/>
              </a:rPr>
              <a:t>2</a:t>
            </a:r>
            <a:endParaRPr b="1" sz="2400">
              <a:solidFill>
                <a:schemeClr val="accent6"/>
              </a:solidFill>
              <a:latin typeface="Century Gothic"/>
              <a:ea typeface="Century Gothic"/>
              <a:cs typeface="Century Gothic"/>
              <a:sym typeface="Century Gothic"/>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 name="Shape 942"/>
        <p:cNvGrpSpPr/>
        <p:nvPr/>
      </p:nvGrpSpPr>
      <p:grpSpPr>
        <a:xfrm>
          <a:off x="0" y="0"/>
          <a:ext cx="0" cy="0"/>
          <a:chOff x="0" y="0"/>
          <a:chExt cx="0" cy="0"/>
        </a:xfrm>
      </p:grpSpPr>
      <p:sp>
        <p:nvSpPr>
          <p:cNvPr id="943" name="Google Shape;943;p77"/>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lang="en-IN"/>
              <a:t>Case 1- Insertion at Beginning</a:t>
            </a:r>
            <a:endParaRPr b="1"/>
          </a:p>
        </p:txBody>
      </p:sp>
      <p:sp>
        <p:nvSpPr>
          <p:cNvPr id="944" name="Google Shape;944;p77"/>
          <p:cNvSpPr txBox="1"/>
          <p:nvPr>
            <p:ph idx="1" type="body"/>
          </p:nvPr>
        </p:nvSpPr>
        <p:spPr>
          <a:xfrm>
            <a:off x="611560" y="1315540"/>
            <a:ext cx="7920880" cy="4705748"/>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Lets say tmp is the pointer which points to the node that has to be inserted</a:t>
            </a:r>
            <a:endParaRPr/>
          </a:p>
          <a:p>
            <a:pPr indent="-274320" lvl="0" marL="342900" rtl="0" algn="l">
              <a:spcBef>
                <a:spcPts val="400"/>
              </a:spcBef>
              <a:spcAft>
                <a:spcPts val="0"/>
              </a:spcAft>
              <a:buSzPts val="1520"/>
              <a:buChar char="🞇"/>
            </a:pPr>
            <a:r>
              <a:rPr lang="en-IN" sz="2000"/>
              <a:t>Assign data to the new node</a:t>
            </a:r>
            <a:endParaRPr/>
          </a:p>
          <a:p>
            <a:pPr indent="0" lvl="0" marL="68580" rtl="0" algn="l">
              <a:spcBef>
                <a:spcPts val="400"/>
              </a:spcBef>
              <a:spcAft>
                <a:spcPts val="0"/>
              </a:spcAft>
              <a:buSzPts val="1520"/>
              <a:buNone/>
            </a:pPr>
            <a:r>
              <a:rPr lang="en-IN" sz="2000"/>
              <a:t>		</a:t>
            </a:r>
            <a:r>
              <a:rPr lang="en-IN" sz="1800"/>
              <a:t> </a:t>
            </a:r>
            <a:r>
              <a:rPr b="1" lang="en-IN" sz="1800"/>
              <a:t>tmp-&gt;info=data;</a:t>
            </a:r>
            <a:endParaRPr b="1" sz="1800"/>
          </a:p>
          <a:p>
            <a:pPr indent="-274320" lvl="0" marL="342900" rtl="0" algn="l">
              <a:spcBef>
                <a:spcPts val="360"/>
              </a:spcBef>
              <a:spcAft>
                <a:spcPts val="0"/>
              </a:spcAft>
              <a:buSzPts val="1368"/>
              <a:buChar char="🞇"/>
            </a:pPr>
            <a:r>
              <a:rPr lang="en-IN" sz="1800"/>
              <a:t>Start points to the first element of linked list </a:t>
            </a:r>
            <a:endParaRPr/>
          </a:p>
          <a:p>
            <a:pPr indent="-274320" lvl="0" marL="342900" rtl="0" algn="l">
              <a:spcBef>
                <a:spcPts val="360"/>
              </a:spcBef>
              <a:spcAft>
                <a:spcPts val="0"/>
              </a:spcAft>
              <a:buSzPts val="1368"/>
              <a:buChar char="🞇"/>
            </a:pPr>
            <a:r>
              <a:rPr lang="en-IN" sz="1800"/>
              <a:t>Assign the value of start to the link part of the inserted node as</a:t>
            </a:r>
            <a:endParaRPr sz="1600"/>
          </a:p>
          <a:p>
            <a:pPr indent="0" lvl="0" marL="68580" rtl="0" algn="l">
              <a:spcBef>
                <a:spcPts val="360"/>
              </a:spcBef>
              <a:spcAft>
                <a:spcPts val="0"/>
              </a:spcAft>
              <a:buSzPts val="1368"/>
              <a:buNone/>
            </a:pPr>
            <a:r>
              <a:rPr lang="en-IN" sz="1800"/>
              <a:t>		</a:t>
            </a:r>
            <a:r>
              <a:rPr b="1" lang="en-IN" sz="1800"/>
              <a:t>tmp-&gt;link=start;</a:t>
            </a:r>
            <a:endParaRPr/>
          </a:p>
          <a:p>
            <a:pPr indent="-274320" lvl="0" marL="342900" rtl="0" algn="l">
              <a:spcBef>
                <a:spcPts val="360"/>
              </a:spcBef>
              <a:spcAft>
                <a:spcPts val="0"/>
              </a:spcAft>
              <a:buSzPts val="1368"/>
              <a:buChar char="🞇"/>
            </a:pPr>
            <a:r>
              <a:rPr lang="en-IN" sz="1800"/>
              <a:t>Now inserted node points beginning of the linked list.</a:t>
            </a:r>
            <a:endParaRPr/>
          </a:p>
          <a:p>
            <a:pPr indent="-274320" lvl="0" marL="342900" rtl="0" algn="l">
              <a:spcBef>
                <a:spcPts val="360"/>
              </a:spcBef>
              <a:spcAft>
                <a:spcPts val="0"/>
              </a:spcAft>
              <a:buSzPts val="1368"/>
              <a:buChar char="🞇"/>
            </a:pPr>
            <a:r>
              <a:rPr lang="en-IN" sz="1800"/>
              <a:t>To make  the newly inserted node the first node of the linked list:</a:t>
            </a:r>
            <a:endParaRPr/>
          </a:p>
          <a:p>
            <a:pPr indent="0" lvl="0" marL="68580" rtl="0" algn="l">
              <a:spcBef>
                <a:spcPts val="360"/>
              </a:spcBef>
              <a:spcAft>
                <a:spcPts val="0"/>
              </a:spcAft>
              <a:buSzPts val="1368"/>
              <a:buNone/>
            </a:pPr>
            <a:r>
              <a:rPr b="1" lang="en-IN" sz="1800"/>
              <a:t>		start=temp</a:t>
            </a:r>
            <a:endParaRPr/>
          </a:p>
        </p:txBody>
      </p:sp>
      <p:pic>
        <p:nvPicPr>
          <p:cNvPr descr="https://codeoptimus.files.wordpress.com/2013/01/313.gif" id="945" name="Google Shape;945;p77"/>
          <p:cNvPicPr preferRelativeResize="0"/>
          <p:nvPr/>
        </p:nvPicPr>
        <p:blipFill rotWithShape="1">
          <a:blip r:embed="rId3">
            <a:alphaModFix/>
          </a:blip>
          <a:srcRect b="29306" l="0" r="0" t="0"/>
          <a:stretch/>
        </p:blipFill>
        <p:spPr>
          <a:xfrm>
            <a:off x="1115616" y="5182197"/>
            <a:ext cx="5760639" cy="983107"/>
          </a:xfrm>
          <a:prstGeom prst="rect">
            <a:avLst/>
          </a:prstGeom>
          <a:noFill/>
          <a:ln>
            <a:noFill/>
          </a:ln>
        </p:spPr>
      </p:pic>
      <p:sp>
        <p:nvSpPr>
          <p:cNvPr id="946" name="Google Shape;946;p77"/>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947" name="Google Shape;947;p77"/>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948" name="Google Shape;948;p77"/>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3" name="Shape 953"/>
        <p:cNvGrpSpPr/>
        <p:nvPr/>
      </p:nvGrpSpPr>
      <p:grpSpPr>
        <a:xfrm>
          <a:off x="0" y="0"/>
          <a:ext cx="0" cy="0"/>
          <a:chOff x="0" y="0"/>
          <a:chExt cx="0" cy="0"/>
        </a:xfrm>
      </p:grpSpPr>
      <p:sp>
        <p:nvSpPr>
          <p:cNvPr id="954" name="Google Shape;954;p78"/>
          <p:cNvSpPr txBox="1"/>
          <p:nvPr>
            <p:ph type="title"/>
          </p:nvPr>
        </p:nvSpPr>
        <p:spPr>
          <a:xfrm>
            <a:off x="611560" y="955656"/>
            <a:ext cx="7704856" cy="45712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400"/>
              <a:buFont typeface="Century Gothic"/>
              <a:buNone/>
            </a:pPr>
            <a:r>
              <a:rPr b="1" lang="en-IN" sz="2400"/>
              <a:t>Algorithm for Insertion at Beginning in a Linked List</a:t>
            </a:r>
            <a:endParaRPr b="1" sz="2400"/>
          </a:p>
        </p:txBody>
      </p:sp>
      <p:sp>
        <p:nvSpPr>
          <p:cNvPr id="955" name="Google Shape;955;p78"/>
          <p:cNvSpPr txBox="1"/>
          <p:nvPr>
            <p:ph idx="1" type="body"/>
          </p:nvPr>
        </p:nvSpPr>
        <p:spPr>
          <a:xfrm>
            <a:off x="1043608" y="1556792"/>
            <a:ext cx="6984776" cy="4345708"/>
          </a:xfrm>
          <a:prstGeom prst="rect">
            <a:avLst/>
          </a:prstGeom>
          <a:noFill/>
          <a:ln>
            <a:noFill/>
          </a:ln>
        </p:spPr>
        <p:txBody>
          <a:bodyPr anchorCtr="0" anchor="t" bIns="45700" lIns="91425" spcFirstLastPara="1" rIns="91425" wrap="square" tIns="45700">
            <a:noAutofit/>
          </a:bodyPr>
          <a:lstStyle/>
          <a:p>
            <a:pPr indent="-274320" lvl="0" marL="342900" rtl="0" algn="l">
              <a:spcBef>
                <a:spcPts val="0"/>
              </a:spcBef>
              <a:spcAft>
                <a:spcPts val="0"/>
              </a:spcAft>
              <a:buSzPts val="1520"/>
              <a:buChar char="🞇"/>
            </a:pPr>
            <a:r>
              <a:rPr b="1" lang="en-IN" sz="2000"/>
              <a:t>First check whether Memory is available  for the new node.</a:t>
            </a:r>
            <a:endParaRPr/>
          </a:p>
          <a:p>
            <a:pPr indent="-274320" lvl="0" marL="342900" rtl="0" algn="l">
              <a:spcBef>
                <a:spcPts val="400"/>
              </a:spcBef>
              <a:spcAft>
                <a:spcPts val="0"/>
              </a:spcAft>
              <a:buSzPts val="1520"/>
              <a:buChar char="🞇"/>
            </a:pPr>
            <a:r>
              <a:rPr b="1" lang="en-IN" sz="2000"/>
              <a:t>If the memory has exhausted then an Overflow message is printed</a:t>
            </a:r>
            <a:endParaRPr b="1" sz="2000"/>
          </a:p>
          <a:p>
            <a:pPr indent="-274320" lvl="0" marL="342900" rtl="0" algn="l">
              <a:spcBef>
                <a:spcPts val="400"/>
              </a:spcBef>
              <a:spcAft>
                <a:spcPts val="0"/>
              </a:spcAft>
              <a:buSzPts val="1520"/>
              <a:buChar char="🞇"/>
            </a:pPr>
            <a:r>
              <a:rPr b="1" lang="en-IN" sz="2000"/>
              <a:t>Else We allocate memory for the new node</a:t>
            </a:r>
            <a:endParaRPr b="1" sz="2000"/>
          </a:p>
        </p:txBody>
      </p:sp>
      <p:sp>
        <p:nvSpPr>
          <p:cNvPr id="956" name="Google Shape;956;p78"/>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957" name="Google Shape;957;p78"/>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958" name="Google Shape;958;p78"/>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3" name="Shape 963"/>
        <p:cNvGrpSpPr/>
        <p:nvPr/>
      </p:nvGrpSpPr>
      <p:grpSpPr>
        <a:xfrm>
          <a:off x="0" y="0"/>
          <a:ext cx="0" cy="0"/>
          <a:chOff x="0" y="0"/>
          <a:chExt cx="0" cy="0"/>
        </a:xfrm>
      </p:grpSpPr>
      <p:sp>
        <p:nvSpPr>
          <p:cNvPr id="964" name="Google Shape;964;p79"/>
          <p:cNvSpPr txBox="1"/>
          <p:nvPr>
            <p:ph type="title"/>
          </p:nvPr>
        </p:nvSpPr>
        <p:spPr>
          <a:xfrm>
            <a:off x="611560" y="955656"/>
            <a:ext cx="7704856" cy="45712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400"/>
              <a:buFont typeface="Century Gothic"/>
              <a:buNone/>
            </a:pPr>
            <a:r>
              <a:rPr b="1" lang="en-IN" sz="2400"/>
              <a:t>Algorithm for Insertion at Beginning in a Linked List</a:t>
            </a:r>
            <a:endParaRPr b="1" sz="2400"/>
          </a:p>
        </p:txBody>
      </p:sp>
      <p:sp>
        <p:nvSpPr>
          <p:cNvPr id="965" name="Google Shape;965;p79"/>
          <p:cNvSpPr txBox="1"/>
          <p:nvPr>
            <p:ph idx="1" type="body"/>
          </p:nvPr>
        </p:nvSpPr>
        <p:spPr>
          <a:xfrm>
            <a:off x="611560" y="1484784"/>
            <a:ext cx="7992888" cy="4345708"/>
          </a:xfrm>
          <a:prstGeom prst="rect">
            <a:avLst/>
          </a:prstGeom>
          <a:noFill/>
          <a:ln>
            <a:noFill/>
          </a:ln>
        </p:spPr>
        <p:txBody>
          <a:bodyPr anchorCtr="0" anchor="t" bIns="45700" lIns="91425" spcFirstLastPara="1" rIns="91425" wrap="square" tIns="45700">
            <a:noAutofit/>
          </a:bodyPr>
          <a:lstStyle/>
          <a:p>
            <a:pPr indent="0" lvl="0" marL="68580" rtl="0" algn="l">
              <a:spcBef>
                <a:spcPts val="0"/>
              </a:spcBef>
              <a:spcAft>
                <a:spcPts val="0"/>
              </a:spcAft>
              <a:buSzPts val="1520"/>
              <a:buNone/>
            </a:pPr>
            <a:r>
              <a:rPr b="1" lang="en-IN" sz="2000"/>
              <a:t>Step 1:If AVAIL=NULL Then</a:t>
            </a:r>
            <a:endParaRPr/>
          </a:p>
          <a:p>
            <a:pPr indent="0" lvl="0" marL="68580" rtl="0" algn="l">
              <a:spcBef>
                <a:spcPts val="400"/>
              </a:spcBef>
              <a:spcAft>
                <a:spcPts val="0"/>
              </a:spcAft>
              <a:buSzPts val="1520"/>
              <a:buNone/>
            </a:pPr>
            <a:r>
              <a:rPr b="1" lang="en-IN" sz="2000"/>
              <a:t>	WRITE OVERFLOW</a:t>
            </a:r>
            <a:endParaRPr/>
          </a:p>
          <a:p>
            <a:pPr indent="0" lvl="0" marL="68580" rtl="0" algn="l">
              <a:spcBef>
                <a:spcPts val="400"/>
              </a:spcBef>
              <a:spcAft>
                <a:spcPts val="0"/>
              </a:spcAft>
              <a:buSzPts val="1520"/>
              <a:buNone/>
            </a:pPr>
            <a:r>
              <a:rPr b="1" lang="en-IN" sz="2000"/>
              <a:t>	Go to Step 7</a:t>
            </a:r>
            <a:endParaRPr/>
          </a:p>
          <a:p>
            <a:pPr indent="0" lvl="0" marL="68580" rtl="0" algn="l">
              <a:spcBef>
                <a:spcPts val="400"/>
              </a:spcBef>
              <a:spcAft>
                <a:spcPts val="0"/>
              </a:spcAft>
              <a:buSzPts val="1520"/>
              <a:buNone/>
            </a:pPr>
            <a:r>
              <a:rPr b="1" lang="en-IN" sz="2000"/>
              <a:t>	[End of If] </a:t>
            </a:r>
            <a:endParaRPr/>
          </a:p>
          <a:p>
            <a:pPr indent="0" lvl="0" marL="68580" rtl="0" algn="l">
              <a:spcBef>
                <a:spcPts val="400"/>
              </a:spcBef>
              <a:spcAft>
                <a:spcPts val="0"/>
              </a:spcAft>
              <a:buSzPts val="1520"/>
              <a:buNone/>
            </a:pPr>
            <a:r>
              <a:rPr b="1" lang="en-IN" sz="2000"/>
              <a:t>Step 2: Set TEMP=AVAIL</a:t>
            </a:r>
            <a:endParaRPr/>
          </a:p>
          <a:p>
            <a:pPr indent="0" lvl="0" marL="68580" rtl="0" algn="l">
              <a:spcBef>
                <a:spcPts val="400"/>
              </a:spcBef>
              <a:spcAft>
                <a:spcPts val="0"/>
              </a:spcAft>
              <a:buSzPts val="1520"/>
              <a:buNone/>
            </a:pPr>
            <a:r>
              <a:rPr b="1" lang="en-IN" sz="2000"/>
              <a:t>Step 3:	 Set AVAIL=AVAIL-&gt;LINK</a:t>
            </a:r>
            <a:br>
              <a:rPr b="1" lang="en-IN" sz="2000"/>
            </a:br>
            <a:r>
              <a:rPr b="1" lang="en-IN" sz="2000"/>
              <a:t>Step 4:	 Set TEMP-&gt;INFO=DATA</a:t>
            </a:r>
            <a:endParaRPr/>
          </a:p>
          <a:p>
            <a:pPr indent="0" lvl="0" marL="68580" rtl="0" algn="l">
              <a:spcBef>
                <a:spcPts val="400"/>
              </a:spcBef>
              <a:spcAft>
                <a:spcPts val="0"/>
              </a:spcAft>
              <a:buSzPts val="1520"/>
              <a:buNone/>
            </a:pPr>
            <a:r>
              <a:rPr b="1" lang="en-IN" sz="2000"/>
              <a:t>Step 5: Set TEMP-&gt;LINK=START</a:t>
            </a:r>
            <a:endParaRPr/>
          </a:p>
          <a:p>
            <a:pPr indent="0" lvl="0" marL="68580" rtl="0" algn="l">
              <a:spcBef>
                <a:spcPts val="400"/>
              </a:spcBef>
              <a:spcAft>
                <a:spcPts val="0"/>
              </a:spcAft>
              <a:buSzPts val="1520"/>
              <a:buNone/>
            </a:pPr>
            <a:r>
              <a:rPr b="1" lang="en-IN" sz="2000"/>
              <a:t>Step 6 : Set START=TEMP</a:t>
            </a:r>
            <a:endParaRPr/>
          </a:p>
          <a:p>
            <a:pPr indent="0" lvl="0" marL="68580" rtl="0" algn="l">
              <a:spcBef>
                <a:spcPts val="400"/>
              </a:spcBef>
              <a:spcAft>
                <a:spcPts val="0"/>
              </a:spcAft>
              <a:buSzPts val="1520"/>
              <a:buNone/>
            </a:pPr>
            <a:r>
              <a:rPr b="1" lang="en-IN" sz="2000"/>
              <a:t>Step 7 :EXIT</a:t>
            </a:r>
            <a:endParaRPr/>
          </a:p>
          <a:p>
            <a:pPr indent="0" lvl="0" marL="68580" rtl="0" algn="l">
              <a:spcBef>
                <a:spcPts val="400"/>
              </a:spcBef>
              <a:spcAft>
                <a:spcPts val="0"/>
              </a:spcAft>
              <a:buSzPts val="1520"/>
              <a:buNone/>
            </a:pPr>
            <a:r>
              <a:t/>
            </a:r>
            <a:endParaRPr b="1" sz="2000"/>
          </a:p>
        </p:txBody>
      </p:sp>
      <p:sp>
        <p:nvSpPr>
          <p:cNvPr id="966" name="Google Shape;966;p79"/>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967" name="Google Shape;967;p79"/>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968" name="Google Shape;968;p79"/>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3" name="Shape 973"/>
        <p:cNvGrpSpPr/>
        <p:nvPr/>
      </p:nvGrpSpPr>
      <p:grpSpPr>
        <a:xfrm>
          <a:off x="0" y="0"/>
          <a:ext cx="0" cy="0"/>
          <a:chOff x="0" y="0"/>
          <a:chExt cx="0" cy="0"/>
        </a:xfrm>
      </p:grpSpPr>
      <p:sp>
        <p:nvSpPr>
          <p:cNvPr id="974" name="Google Shape;974;p80"/>
          <p:cNvSpPr txBox="1"/>
          <p:nvPr>
            <p:ph type="title"/>
          </p:nvPr>
        </p:nvSpPr>
        <p:spPr>
          <a:xfrm>
            <a:off x="643600" y="667624"/>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lang="en-IN"/>
              <a:t>Case 2- Insertion in Between</a:t>
            </a:r>
            <a:endParaRPr b="1"/>
          </a:p>
        </p:txBody>
      </p:sp>
      <p:pic>
        <p:nvPicPr>
          <p:cNvPr descr="https://cdn.slidesharecdn.com/ss_thumbnails/insertioninsinglylinkedlist-170509164604-thumbnail-4.jpg?cb=1494348551" id="975" name="Google Shape;975;p80"/>
          <p:cNvPicPr preferRelativeResize="0"/>
          <p:nvPr>
            <p:ph idx="1" type="body"/>
          </p:nvPr>
        </p:nvPicPr>
        <p:blipFill rotWithShape="1">
          <a:blip r:embed="rId3">
            <a:alphaModFix/>
          </a:blip>
          <a:srcRect b="13773" l="17711" r="16899" t="48009"/>
          <a:stretch/>
        </p:blipFill>
        <p:spPr>
          <a:xfrm>
            <a:off x="1331640" y="1556792"/>
            <a:ext cx="6840760" cy="3888432"/>
          </a:xfrm>
          <a:prstGeom prst="rect">
            <a:avLst/>
          </a:prstGeom>
          <a:noFill/>
          <a:ln>
            <a:noFill/>
          </a:ln>
        </p:spPr>
      </p:pic>
      <p:sp>
        <p:nvSpPr>
          <p:cNvPr id="976" name="Google Shape;976;p80"/>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977" name="Google Shape;977;p80"/>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978" name="Google Shape;978;p80"/>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979" name="Google Shape;979;p80"/>
          <p:cNvSpPr txBox="1"/>
          <p:nvPr/>
        </p:nvSpPr>
        <p:spPr>
          <a:xfrm>
            <a:off x="899592" y="4841795"/>
            <a:ext cx="6777317" cy="1107485"/>
          </a:xfrm>
          <a:prstGeom prst="rect">
            <a:avLst/>
          </a:prstGeom>
          <a:noFill/>
          <a:ln>
            <a:noFill/>
          </a:ln>
        </p:spPr>
        <p:txBody>
          <a:bodyPr anchorCtr="0" anchor="t" bIns="45700" lIns="91425" spcFirstLastPara="1" rIns="91425" wrap="square" tIns="45700">
            <a:normAutofit/>
          </a:bodyPr>
          <a:lstStyle/>
          <a:p>
            <a:pPr indent="0" lvl="0" marL="68580" marR="0" rtl="0" algn="l">
              <a:spcBef>
                <a:spcPts val="0"/>
              </a:spcBef>
              <a:spcAft>
                <a:spcPts val="0"/>
              </a:spcAft>
              <a:buClr>
                <a:schemeClr val="accent1"/>
              </a:buClr>
              <a:buSzPts val="1824"/>
              <a:buFont typeface="Noto Sans Symbols"/>
              <a:buNone/>
            </a:pPr>
            <a:r>
              <a:rPr b="1" lang="en-IN" sz="2400">
                <a:solidFill>
                  <a:schemeClr val="dk2"/>
                </a:solidFill>
                <a:latin typeface="Century Gothic"/>
                <a:ea typeface="Century Gothic"/>
                <a:cs typeface="Century Gothic"/>
                <a:sym typeface="Century Gothic"/>
              </a:rPr>
              <a:t>Order?</a:t>
            </a:r>
            <a:endParaRPr b="1" sz="2400">
              <a:solidFill>
                <a:schemeClr val="dk2"/>
              </a:solidFill>
              <a:latin typeface="Century Gothic"/>
              <a:ea typeface="Century Gothic"/>
              <a:cs typeface="Century Gothic"/>
              <a:sym typeface="Century Gothic"/>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sp>
        <p:nvSpPr>
          <p:cNvPr id="985" name="Google Shape;985;p81"/>
          <p:cNvSpPr txBox="1"/>
          <p:nvPr>
            <p:ph type="title"/>
          </p:nvPr>
        </p:nvSpPr>
        <p:spPr>
          <a:xfrm>
            <a:off x="643600" y="667624"/>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lang="en-IN"/>
              <a:t>Case 2- Insertion in Between</a:t>
            </a:r>
            <a:endParaRPr b="1"/>
          </a:p>
        </p:txBody>
      </p:sp>
      <p:pic>
        <p:nvPicPr>
          <p:cNvPr descr="https://cdn.slidesharecdn.com/ss_thumbnails/insertioninsinglylinkedlist-170509164604-thumbnail-4.jpg?cb=1494348551" id="986" name="Google Shape;986;p81"/>
          <p:cNvPicPr preferRelativeResize="0"/>
          <p:nvPr>
            <p:ph idx="1" type="body"/>
          </p:nvPr>
        </p:nvPicPr>
        <p:blipFill rotWithShape="1">
          <a:blip r:embed="rId3">
            <a:alphaModFix/>
          </a:blip>
          <a:srcRect b="13773" l="17711" r="16899" t="48009"/>
          <a:stretch/>
        </p:blipFill>
        <p:spPr>
          <a:xfrm>
            <a:off x="1331640" y="1556792"/>
            <a:ext cx="6840760" cy="3888432"/>
          </a:xfrm>
          <a:prstGeom prst="rect">
            <a:avLst/>
          </a:prstGeom>
          <a:noFill/>
          <a:ln>
            <a:noFill/>
          </a:ln>
        </p:spPr>
      </p:pic>
      <p:sp>
        <p:nvSpPr>
          <p:cNvPr id="987" name="Google Shape;987;p81"/>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988" name="Google Shape;988;p81"/>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989" name="Google Shape;989;p81"/>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990" name="Google Shape;990;p81"/>
          <p:cNvSpPr txBox="1"/>
          <p:nvPr/>
        </p:nvSpPr>
        <p:spPr>
          <a:xfrm>
            <a:off x="899592" y="4841795"/>
            <a:ext cx="6777317" cy="1107485"/>
          </a:xfrm>
          <a:prstGeom prst="rect">
            <a:avLst/>
          </a:prstGeom>
          <a:noFill/>
          <a:ln>
            <a:noFill/>
          </a:ln>
        </p:spPr>
        <p:txBody>
          <a:bodyPr anchorCtr="0" anchor="t" bIns="45700" lIns="91425" spcFirstLastPara="1" rIns="91425" wrap="square" tIns="45700">
            <a:normAutofit/>
          </a:bodyPr>
          <a:lstStyle/>
          <a:p>
            <a:pPr indent="0" lvl="0" marL="68580" marR="0" rtl="0" algn="l">
              <a:spcBef>
                <a:spcPts val="0"/>
              </a:spcBef>
              <a:spcAft>
                <a:spcPts val="0"/>
              </a:spcAft>
              <a:buClr>
                <a:schemeClr val="accent1"/>
              </a:buClr>
              <a:buSzPts val="1824"/>
              <a:buFont typeface="Noto Sans Symbols"/>
              <a:buNone/>
            </a:pPr>
            <a:r>
              <a:rPr b="1" lang="en-IN" sz="2400">
                <a:solidFill>
                  <a:schemeClr val="dk2"/>
                </a:solidFill>
                <a:latin typeface="Century Gothic"/>
                <a:ea typeface="Century Gothic"/>
                <a:cs typeface="Century Gothic"/>
                <a:sym typeface="Century Gothic"/>
              </a:rPr>
              <a:t>Order?</a:t>
            </a:r>
            <a:endParaRPr b="1" sz="2400">
              <a:solidFill>
                <a:schemeClr val="dk2"/>
              </a:solidFill>
              <a:latin typeface="Century Gothic"/>
              <a:ea typeface="Century Gothic"/>
              <a:cs typeface="Century Gothic"/>
              <a:sym typeface="Century Gothic"/>
            </a:endParaRPr>
          </a:p>
        </p:txBody>
      </p:sp>
      <p:sp>
        <p:nvSpPr>
          <p:cNvPr id="991" name="Google Shape;991;p81"/>
          <p:cNvSpPr txBox="1"/>
          <p:nvPr/>
        </p:nvSpPr>
        <p:spPr>
          <a:xfrm>
            <a:off x="5508104" y="3763476"/>
            <a:ext cx="432048" cy="497473"/>
          </a:xfrm>
          <a:prstGeom prst="rect">
            <a:avLst/>
          </a:prstGeom>
          <a:noFill/>
          <a:ln>
            <a:noFill/>
          </a:ln>
        </p:spPr>
        <p:txBody>
          <a:bodyPr anchorCtr="0" anchor="t" bIns="45700" lIns="91425" spcFirstLastPara="1" rIns="91425" wrap="square" tIns="45700">
            <a:normAutofit/>
          </a:bodyPr>
          <a:lstStyle/>
          <a:p>
            <a:pPr indent="0" lvl="0" marL="68580" marR="0" rtl="0" algn="l">
              <a:spcBef>
                <a:spcPts val="0"/>
              </a:spcBef>
              <a:spcAft>
                <a:spcPts val="0"/>
              </a:spcAft>
              <a:buClr>
                <a:schemeClr val="accent1"/>
              </a:buClr>
              <a:buSzPts val="1824"/>
              <a:buFont typeface="Noto Sans Symbols"/>
              <a:buNone/>
            </a:pPr>
            <a:r>
              <a:rPr b="1" lang="en-IN" sz="2400">
                <a:solidFill>
                  <a:schemeClr val="accent6"/>
                </a:solidFill>
                <a:latin typeface="Century Gothic"/>
                <a:ea typeface="Century Gothic"/>
                <a:cs typeface="Century Gothic"/>
                <a:sym typeface="Century Gothic"/>
              </a:rPr>
              <a:t>1</a:t>
            </a:r>
            <a:endParaRPr b="1" sz="2400">
              <a:solidFill>
                <a:schemeClr val="accent6"/>
              </a:solidFill>
              <a:latin typeface="Century Gothic"/>
              <a:ea typeface="Century Gothic"/>
              <a:cs typeface="Century Gothic"/>
              <a:sym typeface="Century Gothic"/>
            </a:endParaRPr>
          </a:p>
        </p:txBody>
      </p:sp>
      <p:sp>
        <p:nvSpPr>
          <p:cNvPr id="992" name="Google Shape;992;p81"/>
          <p:cNvSpPr txBox="1"/>
          <p:nvPr/>
        </p:nvSpPr>
        <p:spPr>
          <a:xfrm>
            <a:off x="3491880" y="3763476"/>
            <a:ext cx="432048" cy="497473"/>
          </a:xfrm>
          <a:prstGeom prst="rect">
            <a:avLst/>
          </a:prstGeom>
          <a:noFill/>
          <a:ln>
            <a:noFill/>
          </a:ln>
        </p:spPr>
        <p:txBody>
          <a:bodyPr anchorCtr="0" anchor="t" bIns="45700" lIns="91425" spcFirstLastPara="1" rIns="91425" wrap="square" tIns="45700">
            <a:normAutofit/>
          </a:bodyPr>
          <a:lstStyle/>
          <a:p>
            <a:pPr indent="0" lvl="0" marL="68580" marR="0" rtl="0" algn="l">
              <a:spcBef>
                <a:spcPts val="0"/>
              </a:spcBef>
              <a:spcAft>
                <a:spcPts val="0"/>
              </a:spcAft>
              <a:buClr>
                <a:schemeClr val="accent1"/>
              </a:buClr>
              <a:buSzPts val="1824"/>
              <a:buFont typeface="Noto Sans Symbols"/>
              <a:buNone/>
            </a:pPr>
            <a:r>
              <a:rPr b="1" lang="en-IN" sz="2400">
                <a:solidFill>
                  <a:schemeClr val="accent6"/>
                </a:solidFill>
                <a:latin typeface="Century Gothic"/>
                <a:ea typeface="Century Gothic"/>
                <a:cs typeface="Century Gothic"/>
                <a:sym typeface="Century Gothic"/>
              </a:rPr>
              <a:t>2</a:t>
            </a:r>
            <a:endParaRPr b="1" sz="2400">
              <a:solidFill>
                <a:schemeClr val="accent6"/>
              </a:solidFill>
              <a:latin typeface="Century Gothic"/>
              <a:ea typeface="Century Gothic"/>
              <a:cs typeface="Century Gothic"/>
              <a:sym typeface="Century Gothic"/>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id="998" name="Google Shape;998;p82"/>
          <p:cNvSpPr txBox="1"/>
          <p:nvPr>
            <p:ph type="title"/>
          </p:nvPr>
        </p:nvSpPr>
        <p:spPr>
          <a:xfrm>
            <a:off x="643600" y="667624"/>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lang="en-IN"/>
              <a:t>Case 2- Insertion in Between</a:t>
            </a:r>
            <a:endParaRPr b="1"/>
          </a:p>
        </p:txBody>
      </p:sp>
      <p:pic>
        <p:nvPicPr>
          <p:cNvPr descr="https://cdn.slidesharecdn.com/ss_thumbnails/insertioninsinglylinkedlist-170509164604-thumbnail-4.jpg?cb=1494348551" id="999" name="Google Shape;999;p82"/>
          <p:cNvPicPr preferRelativeResize="0"/>
          <p:nvPr>
            <p:ph idx="1" type="body"/>
          </p:nvPr>
        </p:nvPicPr>
        <p:blipFill rotWithShape="1">
          <a:blip r:embed="rId3">
            <a:alphaModFix/>
          </a:blip>
          <a:srcRect b="13773" l="17711" r="16899" t="48009"/>
          <a:stretch/>
        </p:blipFill>
        <p:spPr>
          <a:xfrm>
            <a:off x="1331640" y="1628800"/>
            <a:ext cx="6840760" cy="1440160"/>
          </a:xfrm>
          <a:prstGeom prst="rect">
            <a:avLst/>
          </a:prstGeom>
          <a:noFill/>
          <a:ln>
            <a:noFill/>
          </a:ln>
        </p:spPr>
      </p:pic>
      <p:sp>
        <p:nvSpPr>
          <p:cNvPr id="1000" name="Google Shape;1000;p82"/>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001" name="Google Shape;1001;p82"/>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002" name="Google Shape;1002;p82"/>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1003" name="Google Shape;1003;p82"/>
          <p:cNvSpPr/>
          <p:nvPr/>
        </p:nvSpPr>
        <p:spPr>
          <a:xfrm>
            <a:off x="296102" y="3861048"/>
            <a:ext cx="8220520" cy="181588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IN" sz="2800" cap="none">
                <a:solidFill>
                  <a:schemeClr val="accent1"/>
                </a:solidFill>
                <a:latin typeface="Century Gothic"/>
                <a:ea typeface="Century Gothic"/>
                <a:cs typeface="Century Gothic"/>
                <a:sym typeface="Century Gothic"/>
              </a:rPr>
              <a:t>CREATE THE NEW NODE ,</a:t>
            </a:r>
            <a:endParaRPr/>
          </a:p>
          <a:p>
            <a:pPr indent="0" lvl="0" marL="0" marR="0" rtl="0" algn="ctr">
              <a:spcBef>
                <a:spcPts val="0"/>
              </a:spcBef>
              <a:spcAft>
                <a:spcPts val="0"/>
              </a:spcAft>
              <a:buNone/>
            </a:pPr>
            <a:r>
              <a:rPr b="1" lang="en-IN" sz="2800" cap="none">
                <a:solidFill>
                  <a:schemeClr val="accent1"/>
                </a:solidFill>
                <a:latin typeface="Century Gothic"/>
                <a:ea typeface="Century Gothic"/>
                <a:cs typeface="Century Gothic"/>
                <a:sym typeface="Century Gothic"/>
              </a:rPr>
              <a:t>CONNECT THE NEW NODE TO THE NEXT NODE </a:t>
            </a:r>
            <a:endParaRPr b="1" sz="2800" cap="none">
              <a:solidFill>
                <a:schemeClr val="accent1"/>
              </a:solidFill>
              <a:latin typeface="Century Gothic"/>
              <a:ea typeface="Century Gothic"/>
              <a:cs typeface="Century Gothic"/>
              <a:sym typeface="Century Gothic"/>
            </a:endParaRPr>
          </a:p>
          <a:p>
            <a:pPr indent="0" lvl="0" marL="0" marR="0" rtl="0" algn="ctr">
              <a:spcBef>
                <a:spcPts val="0"/>
              </a:spcBef>
              <a:spcAft>
                <a:spcPts val="0"/>
              </a:spcAft>
              <a:buNone/>
            </a:pPr>
            <a:r>
              <a:rPr b="1" lang="en-IN" sz="2800" cap="none">
                <a:solidFill>
                  <a:schemeClr val="accent1"/>
                </a:solidFill>
                <a:latin typeface="Century Gothic"/>
                <a:ea typeface="Century Gothic"/>
                <a:cs typeface="Century Gothic"/>
                <a:sym typeface="Century Gothic"/>
              </a:rPr>
              <a:t>CONNECT THE PREVIOUS TO THE NEW NODE,</a:t>
            </a:r>
            <a:endParaRPr/>
          </a:p>
          <a:p>
            <a:pPr indent="0" lvl="0" marL="0" marR="0" rtl="0" algn="ctr">
              <a:spcBef>
                <a:spcPts val="0"/>
              </a:spcBef>
              <a:spcAft>
                <a:spcPts val="0"/>
              </a:spcAft>
              <a:buNone/>
            </a:pPr>
            <a:r>
              <a:rPr b="1" lang="en-IN" sz="2800" cap="none">
                <a:solidFill>
                  <a:schemeClr val="accent1"/>
                </a:solidFill>
                <a:latin typeface="Century Gothic"/>
                <a:ea typeface="Century Gothic"/>
                <a:cs typeface="Century Gothic"/>
                <a:sym typeface="Century Gothic"/>
              </a:rPr>
              <a:t>……</a:t>
            </a:r>
            <a:endParaRPr b="1" sz="2800" cap="none">
              <a:solidFill>
                <a:schemeClr val="accent1"/>
              </a:solidFill>
              <a:latin typeface="Century Gothic"/>
              <a:ea typeface="Century Gothic"/>
              <a:cs typeface="Century Gothic"/>
              <a:sym typeface="Century Gothic"/>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8" name="Shape 1008"/>
        <p:cNvGrpSpPr/>
        <p:nvPr/>
      </p:nvGrpSpPr>
      <p:grpSpPr>
        <a:xfrm>
          <a:off x="0" y="0"/>
          <a:ext cx="0" cy="0"/>
          <a:chOff x="0" y="0"/>
          <a:chExt cx="0" cy="0"/>
        </a:xfrm>
      </p:grpSpPr>
      <p:sp>
        <p:nvSpPr>
          <p:cNvPr id="1009" name="Google Shape;1009;p83"/>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lang="en-IN"/>
              <a:t>Case 2- Insertion in Between</a:t>
            </a:r>
            <a:endParaRPr b="1"/>
          </a:p>
        </p:txBody>
      </p:sp>
      <p:sp>
        <p:nvSpPr>
          <p:cNvPr id="1010" name="Google Shape;1010;p83"/>
          <p:cNvSpPr txBox="1"/>
          <p:nvPr>
            <p:ph idx="1" type="body"/>
          </p:nvPr>
        </p:nvSpPr>
        <p:spPr>
          <a:xfrm>
            <a:off x="611560" y="1315540"/>
            <a:ext cx="7920880" cy="4705748"/>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First we traverse the linked list for obtaining the node after which we want to insert the element</a:t>
            </a:r>
            <a:endParaRPr/>
          </a:p>
          <a:p>
            <a:pPr indent="0" lvl="1" marL="365760" rtl="0" algn="l">
              <a:spcBef>
                <a:spcPts val="320"/>
              </a:spcBef>
              <a:spcAft>
                <a:spcPts val="0"/>
              </a:spcAft>
              <a:buSzPts val="1216"/>
              <a:buNone/>
            </a:pPr>
            <a:r>
              <a:rPr b="1" lang="en-IN" sz="1600"/>
              <a:t>q=start;</a:t>
            </a:r>
            <a:endParaRPr/>
          </a:p>
          <a:p>
            <a:pPr indent="0" lvl="1" marL="365760" rtl="0" algn="l">
              <a:spcBef>
                <a:spcPts val="320"/>
              </a:spcBef>
              <a:spcAft>
                <a:spcPts val="0"/>
              </a:spcAft>
              <a:buSzPts val="1216"/>
              <a:buNone/>
            </a:pPr>
            <a:r>
              <a:rPr b="1" lang="en-IN" sz="1600"/>
              <a:t>for(i=0;i&lt;pos-1;i++)</a:t>
            </a:r>
            <a:endParaRPr/>
          </a:p>
          <a:p>
            <a:pPr indent="0" lvl="1" marL="365760" rtl="0" algn="l">
              <a:spcBef>
                <a:spcPts val="320"/>
              </a:spcBef>
              <a:spcAft>
                <a:spcPts val="0"/>
              </a:spcAft>
              <a:buSzPts val="1216"/>
              <a:buNone/>
            </a:pPr>
            <a:r>
              <a:rPr b="1" lang="en-IN" sz="1600"/>
              <a:t>	{</a:t>
            </a:r>
            <a:endParaRPr/>
          </a:p>
          <a:p>
            <a:pPr indent="0" lvl="1" marL="365760" rtl="0" algn="l">
              <a:spcBef>
                <a:spcPts val="320"/>
              </a:spcBef>
              <a:spcAft>
                <a:spcPts val="0"/>
              </a:spcAft>
              <a:buSzPts val="1216"/>
              <a:buNone/>
            </a:pPr>
            <a:r>
              <a:rPr b="1" lang="en-IN" sz="1600"/>
              <a:t>		q=q-&gt;link;</a:t>
            </a:r>
            <a:endParaRPr/>
          </a:p>
          <a:p>
            <a:pPr indent="0" lvl="1" marL="365760" rtl="0" algn="l">
              <a:spcBef>
                <a:spcPts val="320"/>
              </a:spcBef>
              <a:spcAft>
                <a:spcPts val="0"/>
              </a:spcAft>
              <a:buSzPts val="1216"/>
              <a:buNone/>
            </a:pPr>
            <a:r>
              <a:rPr b="1" lang="en-IN" sz="1600"/>
              <a:t>		if(q==NULL)</a:t>
            </a:r>
            <a:endParaRPr/>
          </a:p>
          <a:p>
            <a:pPr indent="0" lvl="1" marL="365760" rtl="0" algn="l">
              <a:spcBef>
                <a:spcPts val="320"/>
              </a:spcBef>
              <a:spcAft>
                <a:spcPts val="0"/>
              </a:spcAft>
              <a:buSzPts val="1216"/>
              <a:buNone/>
            </a:pPr>
            <a:r>
              <a:rPr b="1" lang="en-IN" sz="1600"/>
              <a:t>		{</a:t>
            </a:r>
            <a:endParaRPr/>
          </a:p>
          <a:p>
            <a:pPr indent="0" lvl="1" marL="365760" rtl="0" algn="l">
              <a:spcBef>
                <a:spcPts val="320"/>
              </a:spcBef>
              <a:spcAft>
                <a:spcPts val="0"/>
              </a:spcAft>
              <a:buSzPts val="1216"/>
              <a:buNone/>
            </a:pPr>
            <a:r>
              <a:rPr b="1" lang="en-IN" sz="1600"/>
              <a:t>			printf("There are less than %d elements",pos);</a:t>
            </a:r>
            <a:endParaRPr/>
          </a:p>
          <a:p>
            <a:pPr indent="0" lvl="1" marL="365760" rtl="0" algn="l">
              <a:spcBef>
                <a:spcPts val="320"/>
              </a:spcBef>
              <a:spcAft>
                <a:spcPts val="0"/>
              </a:spcAft>
              <a:buSzPts val="1216"/>
              <a:buNone/>
            </a:pPr>
            <a:r>
              <a:rPr b="1" lang="en-IN" sz="1600"/>
              <a:t>			return;</a:t>
            </a:r>
            <a:endParaRPr/>
          </a:p>
          <a:p>
            <a:pPr indent="0" lvl="1" marL="365760" rtl="0" algn="l">
              <a:spcBef>
                <a:spcPts val="320"/>
              </a:spcBef>
              <a:spcAft>
                <a:spcPts val="0"/>
              </a:spcAft>
              <a:buSzPts val="1216"/>
              <a:buNone/>
            </a:pPr>
            <a:r>
              <a:rPr b="1" lang="en-IN" sz="1600"/>
              <a:t>		}</a:t>
            </a:r>
            <a:endParaRPr/>
          </a:p>
          <a:p>
            <a:pPr indent="0" lvl="1" marL="365760" rtl="0" algn="l">
              <a:spcBef>
                <a:spcPts val="320"/>
              </a:spcBef>
              <a:spcAft>
                <a:spcPts val="0"/>
              </a:spcAft>
              <a:buSzPts val="1216"/>
              <a:buNone/>
            </a:pPr>
            <a:r>
              <a:rPr b="1" lang="en-IN" sz="1600"/>
              <a:t>	}/*End of for*/</a:t>
            </a:r>
            <a:endParaRPr/>
          </a:p>
          <a:p>
            <a:pPr indent="-197104" lvl="0" marL="342900" rtl="0" algn="l">
              <a:spcBef>
                <a:spcPts val="320"/>
              </a:spcBef>
              <a:spcAft>
                <a:spcPts val="0"/>
              </a:spcAft>
              <a:buSzPts val="1216"/>
              <a:buNone/>
            </a:pPr>
            <a:r>
              <a:t/>
            </a:r>
            <a:endParaRPr b="1" sz="1600"/>
          </a:p>
        </p:txBody>
      </p:sp>
      <p:pic>
        <p:nvPicPr>
          <p:cNvPr descr="https://1.bp.blogspot.com/-Axv_5p_Ldi4/XAaqQRHX6II/AAAAAAAAFZM/tEiHtiPPMkEzQqx_UViOIREC-aINXhrtgCLcBGAs/s400/New%2BDoc%2B2018-12-04%2B10.16.54_7.jpg" id="1011" name="Google Shape;1011;p83"/>
          <p:cNvPicPr preferRelativeResize="0"/>
          <p:nvPr/>
        </p:nvPicPr>
        <p:blipFill rotWithShape="1">
          <a:blip r:embed="rId3">
            <a:alphaModFix/>
          </a:blip>
          <a:srcRect b="0" l="0" r="0" t="0"/>
          <a:stretch/>
        </p:blipFill>
        <p:spPr>
          <a:xfrm>
            <a:off x="4211960" y="4178778"/>
            <a:ext cx="4176464" cy="2232248"/>
          </a:xfrm>
          <a:prstGeom prst="rect">
            <a:avLst/>
          </a:prstGeom>
          <a:noFill/>
          <a:ln>
            <a:noFill/>
          </a:ln>
        </p:spPr>
      </p:pic>
      <p:sp>
        <p:nvSpPr>
          <p:cNvPr id="1012" name="Google Shape;1012;p83"/>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013" name="Google Shape;1013;p83"/>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014" name="Google Shape;1014;p83"/>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8" name="Shape 1018"/>
        <p:cNvGrpSpPr/>
        <p:nvPr/>
      </p:nvGrpSpPr>
      <p:grpSpPr>
        <a:xfrm>
          <a:off x="0" y="0"/>
          <a:ext cx="0" cy="0"/>
          <a:chOff x="0" y="0"/>
          <a:chExt cx="0" cy="0"/>
        </a:xfrm>
      </p:grpSpPr>
      <p:sp>
        <p:nvSpPr>
          <p:cNvPr id="1019" name="Google Shape;1019;p84"/>
          <p:cNvSpPr txBox="1"/>
          <p:nvPr>
            <p:ph type="title"/>
          </p:nvPr>
        </p:nvSpPr>
        <p:spPr>
          <a:xfrm>
            <a:off x="539552" y="404664"/>
            <a:ext cx="7024744" cy="385112"/>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000"/>
              <a:buFont typeface="Century Gothic"/>
              <a:buNone/>
            </a:pPr>
            <a:r>
              <a:rPr b="1" lang="en-IN" sz="2000"/>
              <a:t>Explanation-</a:t>
            </a:r>
            <a:endParaRPr b="1" sz="2000"/>
          </a:p>
        </p:txBody>
      </p:sp>
      <p:sp>
        <p:nvSpPr>
          <p:cNvPr id="1020" name="Google Shape;1020;p84"/>
          <p:cNvSpPr txBox="1"/>
          <p:nvPr>
            <p:ph idx="1" type="body"/>
          </p:nvPr>
        </p:nvSpPr>
        <p:spPr>
          <a:xfrm>
            <a:off x="539552" y="737339"/>
            <a:ext cx="7344816" cy="3195717"/>
          </a:xfrm>
          <a:prstGeom prst="rect">
            <a:avLst/>
          </a:prstGeom>
          <a:solidFill>
            <a:schemeClr val="lt1"/>
          </a:solidFill>
          <a:ln cap="flat" cmpd="sng" w="15875">
            <a:solidFill>
              <a:schemeClr val="dk1"/>
            </a:solidFill>
            <a:prstDash val="solid"/>
            <a:round/>
            <a:headEnd len="sm" w="sm" type="none"/>
            <a:tailEnd len="sm" w="sm" type="none"/>
          </a:ln>
        </p:spPr>
        <p:txBody>
          <a:bodyPr anchorCtr="0" anchor="t" bIns="45700" lIns="91425" spcFirstLastPara="1" rIns="91425" wrap="square" tIns="45700">
            <a:normAutofit/>
          </a:bodyPr>
          <a:lstStyle/>
          <a:p>
            <a:pPr indent="0" lvl="1" marL="365760" rtl="0" algn="l">
              <a:spcBef>
                <a:spcPts val="0"/>
              </a:spcBef>
              <a:spcAft>
                <a:spcPts val="0"/>
              </a:spcAft>
              <a:buSzPts val="1216"/>
              <a:buNone/>
            </a:pPr>
            <a:r>
              <a:rPr b="1" lang="en-IN" sz="1600">
                <a:solidFill>
                  <a:schemeClr val="dk1"/>
                </a:solidFill>
                <a:latin typeface="Century Gothic"/>
                <a:ea typeface="Century Gothic"/>
                <a:cs typeface="Century Gothic"/>
                <a:sym typeface="Century Gothic"/>
              </a:rPr>
              <a:t>q=start;</a:t>
            </a:r>
            <a:endParaRPr/>
          </a:p>
          <a:p>
            <a:pPr indent="0" lvl="1" marL="365760" rtl="0" algn="l">
              <a:spcBef>
                <a:spcPts val="320"/>
              </a:spcBef>
              <a:spcAft>
                <a:spcPts val="0"/>
              </a:spcAft>
              <a:buSzPts val="1216"/>
              <a:buNone/>
            </a:pPr>
            <a:r>
              <a:rPr b="1" lang="en-IN" sz="1600">
                <a:solidFill>
                  <a:schemeClr val="dk1"/>
                </a:solidFill>
                <a:latin typeface="Century Gothic"/>
                <a:ea typeface="Century Gothic"/>
                <a:cs typeface="Century Gothic"/>
                <a:sym typeface="Century Gothic"/>
              </a:rPr>
              <a:t>for(i=0;i&lt;pos-1;i++)</a:t>
            </a:r>
            <a:endParaRPr/>
          </a:p>
          <a:p>
            <a:pPr indent="0" lvl="1" marL="365760" rtl="0" algn="l">
              <a:spcBef>
                <a:spcPts val="320"/>
              </a:spcBef>
              <a:spcAft>
                <a:spcPts val="0"/>
              </a:spcAft>
              <a:buSzPts val="1216"/>
              <a:buNone/>
            </a:pPr>
            <a:r>
              <a:rPr b="1" lang="en-IN" sz="1600">
                <a:solidFill>
                  <a:schemeClr val="dk1"/>
                </a:solidFill>
                <a:latin typeface="Century Gothic"/>
                <a:ea typeface="Century Gothic"/>
                <a:cs typeface="Century Gothic"/>
                <a:sym typeface="Century Gothic"/>
              </a:rPr>
              <a:t>	{</a:t>
            </a:r>
            <a:endParaRPr/>
          </a:p>
          <a:p>
            <a:pPr indent="0" lvl="1" marL="365760" rtl="0" algn="l">
              <a:spcBef>
                <a:spcPts val="320"/>
              </a:spcBef>
              <a:spcAft>
                <a:spcPts val="0"/>
              </a:spcAft>
              <a:buSzPts val="1216"/>
              <a:buNone/>
            </a:pPr>
            <a:r>
              <a:rPr b="1" lang="en-IN" sz="1600">
                <a:solidFill>
                  <a:schemeClr val="dk1"/>
                </a:solidFill>
                <a:latin typeface="Century Gothic"/>
                <a:ea typeface="Century Gothic"/>
                <a:cs typeface="Century Gothic"/>
                <a:sym typeface="Century Gothic"/>
              </a:rPr>
              <a:t>		q=q-&gt;link;</a:t>
            </a:r>
            <a:endParaRPr/>
          </a:p>
          <a:p>
            <a:pPr indent="0" lvl="1" marL="365760" rtl="0" algn="l">
              <a:spcBef>
                <a:spcPts val="320"/>
              </a:spcBef>
              <a:spcAft>
                <a:spcPts val="0"/>
              </a:spcAft>
              <a:buSzPts val="1216"/>
              <a:buNone/>
            </a:pPr>
            <a:r>
              <a:rPr b="1" lang="en-IN" sz="1600">
                <a:solidFill>
                  <a:schemeClr val="dk1"/>
                </a:solidFill>
                <a:latin typeface="Century Gothic"/>
                <a:ea typeface="Century Gothic"/>
                <a:cs typeface="Century Gothic"/>
                <a:sym typeface="Century Gothic"/>
              </a:rPr>
              <a:t>		if(q==NULL)</a:t>
            </a:r>
            <a:endParaRPr/>
          </a:p>
          <a:p>
            <a:pPr indent="0" lvl="1" marL="365760" rtl="0" algn="l">
              <a:spcBef>
                <a:spcPts val="320"/>
              </a:spcBef>
              <a:spcAft>
                <a:spcPts val="0"/>
              </a:spcAft>
              <a:buSzPts val="1216"/>
              <a:buNone/>
            </a:pPr>
            <a:r>
              <a:rPr b="1" lang="en-IN" sz="1600">
                <a:solidFill>
                  <a:schemeClr val="dk1"/>
                </a:solidFill>
                <a:latin typeface="Century Gothic"/>
                <a:ea typeface="Century Gothic"/>
                <a:cs typeface="Century Gothic"/>
                <a:sym typeface="Century Gothic"/>
              </a:rPr>
              <a:t>		{</a:t>
            </a:r>
            <a:endParaRPr/>
          </a:p>
          <a:p>
            <a:pPr indent="0" lvl="1" marL="365760" rtl="0" algn="l">
              <a:spcBef>
                <a:spcPts val="320"/>
              </a:spcBef>
              <a:spcAft>
                <a:spcPts val="0"/>
              </a:spcAft>
              <a:buSzPts val="1216"/>
              <a:buNone/>
            </a:pPr>
            <a:r>
              <a:rPr b="1" lang="en-IN" sz="1600">
                <a:solidFill>
                  <a:schemeClr val="dk1"/>
                </a:solidFill>
                <a:latin typeface="Century Gothic"/>
                <a:ea typeface="Century Gothic"/>
                <a:cs typeface="Century Gothic"/>
                <a:sym typeface="Century Gothic"/>
              </a:rPr>
              <a:t>			printf("There are less than %d elements",pos);</a:t>
            </a:r>
            <a:endParaRPr/>
          </a:p>
          <a:p>
            <a:pPr indent="0" lvl="1" marL="365760" rtl="0" algn="l">
              <a:spcBef>
                <a:spcPts val="320"/>
              </a:spcBef>
              <a:spcAft>
                <a:spcPts val="0"/>
              </a:spcAft>
              <a:buSzPts val="1216"/>
              <a:buNone/>
            </a:pPr>
            <a:r>
              <a:rPr b="1" lang="en-IN" sz="1600">
                <a:solidFill>
                  <a:schemeClr val="dk1"/>
                </a:solidFill>
                <a:latin typeface="Century Gothic"/>
                <a:ea typeface="Century Gothic"/>
                <a:cs typeface="Century Gothic"/>
                <a:sym typeface="Century Gothic"/>
              </a:rPr>
              <a:t>			return;</a:t>
            </a:r>
            <a:endParaRPr/>
          </a:p>
          <a:p>
            <a:pPr indent="0" lvl="1" marL="365760" rtl="0" algn="l">
              <a:spcBef>
                <a:spcPts val="320"/>
              </a:spcBef>
              <a:spcAft>
                <a:spcPts val="0"/>
              </a:spcAft>
              <a:buSzPts val="1216"/>
              <a:buNone/>
            </a:pPr>
            <a:r>
              <a:rPr b="1" lang="en-IN" sz="1600">
                <a:solidFill>
                  <a:schemeClr val="dk1"/>
                </a:solidFill>
                <a:latin typeface="Century Gothic"/>
                <a:ea typeface="Century Gothic"/>
                <a:cs typeface="Century Gothic"/>
                <a:sym typeface="Century Gothic"/>
              </a:rPr>
              <a:t>		}</a:t>
            </a:r>
            <a:endParaRPr/>
          </a:p>
          <a:p>
            <a:pPr indent="0" lvl="1" marL="365760" rtl="0" algn="l">
              <a:spcBef>
                <a:spcPts val="320"/>
              </a:spcBef>
              <a:spcAft>
                <a:spcPts val="0"/>
              </a:spcAft>
              <a:buSzPts val="1216"/>
              <a:buNone/>
            </a:pPr>
            <a:r>
              <a:rPr b="1" lang="en-IN" sz="1600">
                <a:solidFill>
                  <a:schemeClr val="dk1"/>
                </a:solidFill>
                <a:latin typeface="Century Gothic"/>
                <a:ea typeface="Century Gothic"/>
                <a:cs typeface="Century Gothic"/>
                <a:sym typeface="Century Gothic"/>
              </a:rPr>
              <a:t>	}/*End of for*/</a:t>
            </a:r>
            <a:endParaRPr sz="3200"/>
          </a:p>
        </p:txBody>
      </p:sp>
      <p:sp>
        <p:nvSpPr>
          <p:cNvPr id="1021" name="Google Shape;1021;p84"/>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022" name="Google Shape;1022;p84"/>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023" name="Google Shape;1023;p84"/>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8" name="Shape 1028"/>
        <p:cNvGrpSpPr/>
        <p:nvPr/>
      </p:nvGrpSpPr>
      <p:grpSpPr>
        <a:xfrm>
          <a:off x="0" y="0"/>
          <a:ext cx="0" cy="0"/>
          <a:chOff x="0" y="0"/>
          <a:chExt cx="0" cy="0"/>
        </a:xfrm>
      </p:grpSpPr>
      <p:sp>
        <p:nvSpPr>
          <p:cNvPr id="1029" name="Google Shape;1029;p86"/>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lang="en-IN"/>
              <a:t>Case 2- Insertion in Between</a:t>
            </a:r>
            <a:endParaRPr b="1"/>
          </a:p>
        </p:txBody>
      </p:sp>
      <p:sp>
        <p:nvSpPr>
          <p:cNvPr id="1030" name="Google Shape;1030;p86"/>
          <p:cNvSpPr txBox="1"/>
          <p:nvPr>
            <p:ph idx="1" type="body"/>
          </p:nvPr>
        </p:nvSpPr>
        <p:spPr>
          <a:xfrm>
            <a:off x="611560" y="1315540"/>
            <a:ext cx="7920880" cy="4705748"/>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Then we add the new node by adjusting address fields</a:t>
            </a:r>
            <a:endParaRPr/>
          </a:p>
          <a:p>
            <a:pPr indent="0" lvl="5" marL="1243584" rtl="0" algn="l">
              <a:spcBef>
                <a:spcPts val="400"/>
              </a:spcBef>
              <a:spcAft>
                <a:spcPts val="0"/>
              </a:spcAft>
              <a:buSzPts val="1520"/>
              <a:buNone/>
            </a:pPr>
            <a:r>
              <a:rPr b="1" lang="en-IN" sz="2000"/>
              <a:t>tmp-&gt;info=data;</a:t>
            </a:r>
            <a:endParaRPr/>
          </a:p>
          <a:p>
            <a:pPr indent="0" lvl="5" marL="1243584" rtl="0" algn="l">
              <a:spcBef>
                <a:spcPts val="400"/>
              </a:spcBef>
              <a:spcAft>
                <a:spcPts val="0"/>
              </a:spcAft>
              <a:buSzPts val="1520"/>
              <a:buNone/>
            </a:pPr>
            <a:r>
              <a:rPr b="1" lang="en-IN" sz="2000"/>
              <a:t>tmp-&gt;link=q-&gt;link;</a:t>
            </a:r>
            <a:endParaRPr b="1" sz="2000"/>
          </a:p>
          <a:p>
            <a:pPr indent="0" lvl="5" marL="1243584" rtl="0" algn="l">
              <a:spcBef>
                <a:spcPts val="400"/>
              </a:spcBef>
              <a:spcAft>
                <a:spcPts val="0"/>
              </a:spcAft>
              <a:buSzPts val="1520"/>
              <a:buNone/>
            </a:pPr>
            <a:r>
              <a:rPr b="1" lang="en-IN" sz="2000"/>
              <a:t>q-&gt;link=tmp;</a:t>
            </a:r>
            <a:endParaRPr b="1" sz="2000"/>
          </a:p>
          <a:p>
            <a:pPr indent="-197104" lvl="0" marL="342900" rtl="0" algn="l">
              <a:spcBef>
                <a:spcPts val="320"/>
              </a:spcBef>
              <a:spcAft>
                <a:spcPts val="0"/>
              </a:spcAft>
              <a:buSzPts val="1216"/>
              <a:buNone/>
            </a:pPr>
            <a:r>
              <a:t/>
            </a:r>
            <a:endParaRPr b="1" sz="1600"/>
          </a:p>
        </p:txBody>
      </p:sp>
      <p:pic>
        <p:nvPicPr>
          <p:cNvPr descr="https://1.bp.blogspot.com/-Axv_5p_Ldi4/XAaqQRHX6II/AAAAAAAAFZM/tEiHtiPPMkEzQqx_UViOIREC-aINXhrtgCLcBGAs/s400/New%2BDoc%2B2018-12-04%2B10.16.54_7.jpg" id="1031" name="Google Shape;1031;p86"/>
          <p:cNvPicPr preferRelativeResize="0"/>
          <p:nvPr/>
        </p:nvPicPr>
        <p:blipFill rotWithShape="1">
          <a:blip r:embed="rId3">
            <a:alphaModFix/>
          </a:blip>
          <a:srcRect b="0" l="0" r="0" t="0"/>
          <a:stretch/>
        </p:blipFill>
        <p:spPr>
          <a:xfrm>
            <a:off x="971600" y="3140968"/>
            <a:ext cx="6984776" cy="2773263"/>
          </a:xfrm>
          <a:prstGeom prst="rect">
            <a:avLst/>
          </a:prstGeom>
          <a:noFill/>
          <a:ln>
            <a:noFill/>
          </a:ln>
        </p:spPr>
      </p:pic>
      <p:sp>
        <p:nvSpPr>
          <p:cNvPr id="1032" name="Google Shape;1032;p86"/>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033" name="Google Shape;1033;p86"/>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034" name="Google Shape;1034;p86"/>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9" name="Shape 1039"/>
        <p:cNvGrpSpPr/>
        <p:nvPr/>
      </p:nvGrpSpPr>
      <p:grpSpPr>
        <a:xfrm>
          <a:off x="0" y="0"/>
          <a:ext cx="0" cy="0"/>
          <a:chOff x="0" y="0"/>
          <a:chExt cx="0" cy="0"/>
        </a:xfrm>
      </p:grpSpPr>
      <p:sp>
        <p:nvSpPr>
          <p:cNvPr id="1040" name="Google Shape;1040;p87"/>
          <p:cNvSpPr txBox="1"/>
          <p:nvPr>
            <p:ph type="title"/>
          </p:nvPr>
        </p:nvSpPr>
        <p:spPr>
          <a:xfrm>
            <a:off x="4932040" y="91560"/>
            <a:ext cx="3384376" cy="45712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1800"/>
              <a:buFont typeface="Century Gothic"/>
              <a:buNone/>
            </a:pPr>
            <a:r>
              <a:rPr b="1" lang="en-IN" sz="1800"/>
              <a:t>Algorithm for Insertion in Between</a:t>
            </a:r>
            <a:endParaRPr b="1" sz="1800"/>
          </a:p>
        </p:txBody>
      </p:sp>
      <p:sp>
        <p:nvSpPr>
          <p:cNvPr id="1041" name="Google Shape;1041;p87"/>
          <p:cNvSpPr txBox="1"/>
          <p:nvPr>
            <p:ph idx="1" type="body"/>
          </p:nvPr>
        </p:nvSpPr>
        <p:spPr>
          <a:xfrm>
            <a:off x="467544" y="332656"/>
            <a:ext cx="7992888" cy="4345708"/>
          </a:xfrm>
          <a:prstGeom prst="rect">
            <a:avLst/>
          </a:prstGeom>
          <a:noFill/>
          <a:ln>
            <a:noFill/>
          </a:ln>
        </p:spPr>
        <p:txBody>
          <a:bodyPr anchorCtr="0" anchor="t" bIns="45700" lIns="91425" spcFirstLastPara="1" rIns="91425" wrap="square" tIns="45700">
            <a:noAutofit/>
          </a:bodyPr>
          <a:lstStyle/>
          <a:p>
            <a:pPr indent="0" lvl="0" marL="68580" rtl="0" algn="l">
              <a:spcBef>
                <a:spcPts val="0"/>
              </a:spcBef>
              <a:spcAft>
                <a:spcPts val="0"/>
              </a:spcAft>
              <a:buSzPts val="1216"/>
              <a:buNone/>
            </a:pPr>
            <a:r>
              <a:rPr b="1" lang="en-IN" sz="1600"/>
              <a:t>Step 1:If AVAIL=NULL Then</a:t>
            </a:r>
            <a:endParaRPr/>
          </a:p>
          <a:p>
            <a:pPr indent="0" lvl="0" marL="68580" rtl="0" algn="l">
              <a:spcBef>
                <a:spcPts val="320"/>
              </a:spcBef>
              <a:spcAft>
                <a:spcPts val="0"/>
              </a:spcAft>
              <a:buSzPts val="1216"/>
              <a:buNone/>
            </a:pPr>
            <a:r>
              <a:rPr b="1" lang="en-IN" sz="1600"/>
              <a:t>	WRITE OVERFLOW</a:t>
            </a:r>
            <a:endParaRPr/>
          </a:p>
          <a:p>
            <a:pPr indent="0" lvl="0" marL="68580" rtl="0" algn="l">
              <a:spcBef>
                <a:spcPts val="320"/>
              </a:spcBef>
              <a:spcAft>
                <a:spcPts val="0"/>
              </a:spcAft>
              <a:buSzPts val="1216"/>
              <a:buNone/>
            </a:pPr>
            <a:r>
              <a:rPr b="1" lang="en-IN" sz="1600"/>
              <a:t>	Go to Step 13</a:t>
            </a:r>
            <a:endParaRPr/>
          </a:p>
          <a:p>
            <a:pPr indent="0" lvl="0" marL="68580" rtl="0" algn="l">
              <a:spcBef>
                <a:spcPts val="320"/>
              </a:spcBef>
              <a:spcAft>
                <a:spcPts val="0"/>
              </a:spcAft>
              <a:buSzPts val="1216"/>
              <a:buNone/>
            </a:pPr>
            <a:r>
              <a:rPr b="1" lang="en-IN" sz="1600"/>
              <a:t>           [End of If] </a:t>
            </a:r>
            <a:endParaRPr/>
          </a:p>
          <a:p>
            <a:pPr indent="0" lvl="0" marL="68580" rtl="0" algn="l">
              <a:spcBef>
                <a:spcPts val="320"/>
              </a:spcBef>
              <a:spcAft>
                <a:spcPts val="0"/>
              </a:spcAft>
              <a:buSzPts val="1216"/>
              <a:buNone/>
            </a:pPr>
            <a:r>
              <a:rPr b="1" lang="en-IN" sz="1600"/>
              <a:t>Step 2: Set TEMP=AVAIL</a:t>
            </a:r>
            <a:endParaRPr/>
          </a:p>
          <a:p>
            <a:pPr indent="0" lvl="0" marL="68580" rtl="0" algn="l">
              <a:spcBef>
                <a:spcPts val="320"/>
              </a:spcBef>
              <a:spcAft>
                <a:spcPts val="0"/>
              </a:spcAft>
              <a:buSzPts val="1216"/>
              <a:buNone/>
            </a:pPr>
            <a:r>
              <a:rPr b="1" lang="en-IN" sz="1600"/>
              <a:t>Step 3: Set AVAIL=AVAIL-&gt;LINK</a:t>
            </a:r>
            <a:br>
              <a:rPr b="1" lang="en-IN" sz="1600"/>
            </a:br>
            <a:r>
              <a:rPr b="1" lang="en-IN" sz="1600"/>
              <a:t>Step 4: Set TEMP-&gt;INFO=DATA</a:t>
            </a:r>
            <a:endParaRPr/>
          </a:p>
          <a:p>
            <a:pPr indent="0" lvl="0" marL="68580" rtl="0" algn="l">
              <a:spcBef>
                <a:spcPts val="320"/>
              </a:spcBef>
              <a:spcAft>
                <a:spcPts val="0"/>
              </a:spcAft>
              <a:buSzPts val="1216"/>
              <a:buNone/>
            </a:pPr>
            <a:r>
              <a:rPr b="1" lang="en-IN" sz="1600"/>
              <a:t>Step 5: Set TEMP-&gt;LINK=NULL</a:t>
            </a:r>
            <a:endParaRPr/>
          </a:p>
          <a:p>
            <a:pPr indent="0" lvl="0" marL="68580" rtl="0" algn="l">
              <a:spcBef>
                <a:spcPts val="320"/>
              </a:spcBef>
              <a:spcAft>
                <a:spcPts val="0"/>
              </a:spcAft>
              <a:buSzPts val="1216"/>
              <a:buNone/>
            </a:pPr>
            <a:r>
              <a:rPr b="1" lang="en-IN" sz="1600"/>
              <a:t>Step 6 : Read POSITION from User</a:t>
            </a:r>
            <a:endParaRPr/>
          </a:p>
          <a:p>
            <a:pPr indent="0" lvl="0" marL="68580" rtl="0" algn="l">
              <a:spcBef>
                <a:spcPts val="320"/>
              </a:spcBef>
              <a:spcAft>
                <a:spcPts val="0"/>
              </a:spcAft>
              <a:buSzPts val="1216"/>
              <a:buNone/>
            </a:pPr>
            <a:r>
              <a:rPr b="1" lang="en-IN" sz="1600"/>
              <a:t>Step 7 : Set Q=START</a:t>
            </a:r>
            <a:endParaRPr/>
          </a:p>
          <a:p>
            <a:pPr indent="0" lvl="0" marL="68580" rtl="0" algn="l">
              <a:spcBef>
                <a:spcPts val="320"/>
              </a:spcBef>
              <a:spcAft>
                <a:spcPts val="0"/>
              </a:spcAft>
              <a:buSzPts val="1216"/>
              <a:buNone/>
            </a:pPr>
            <a:r>
              <a:rPr b="1" lang="en-IN" sz="1600"/>
              <a:t>Step 8 : Set I=0</a:t>
            </a:r>
            <a:endParaRPr b="1" sz="1600"/>
          </a:p>
          <a:p>
            <a:pPr indent="0" lvl="0" marL="68580" rtl="0" algn="l">
              <a:spcBef>
                <a:spcPts val="320"/>
              </a:spcBef>
              <a:spcAft>
                <a:spcPts val="0"/>
              </a:spcAft>
              <a:buSzPts val="1216"/>
              <a:buNone/>
            </a:pPr>
            <a:r>
              <a:rPr b="1" lang="en-IN" sz="1600"/>
              <a:t>Step 9 : Repeat step 10 till I&lt;POS-1</a:t>
            </a:r>
            <a:endParaRPr/>
          </a:p>
          <a:p>
            <a:pPr indent="0" lvl="0" marL="68580" rtl="0" algn="l">
              <a:spcBef>
                <a:spcPts val="320"/>
              </a:spcBef>
              <a:spcAft>
                <a:spcPts val="0"/>
              </a:spcAft>
              <a:buSzPts val="1216"/>
              <a:buNone/>
            </a:pPr>
            <a:r>
              <a:rPr b="1" lang="en-IN" sz="1600"/>
              <a:t>Step 10: 		Set Q=Q-&gt;LINK</a:t>
            </a:r>
            <a:endParaRPr/>
          </a:p>
          <a:p>
            <a:pPr indent="0" lvl="0" marL="68580" rtl="0" algn="l">
              <a:spcBef>
                <a:spcPts val="320"/>
              </a:spcBef>
              <a:spcAft>
                <a:spcPts val="0"/>
              </a:spcAft>
              <a:buSzPts val="1216"/>
              <a:buNone/>
            </a:pPr>
            <a:r>
              <a:rPr b="1" lang="en-IN" sz="1600"/>
              <a:t>		If Q=NULL</a:t>
            </a:r>
            <a:br>
              <a:rPr b="1" lang="en-IN" sz="1600"/>
            </a:br>
            <a:r>
              <a:rPr b="1" lang="en-IN" sz="1600"/>
              <a:t>			Print Less Number of Elements</a:t>
            </a:r>
            <a:endParaRPr/>
          </a:p>
          <a:p>
            <a:pPr indent="0" lvl="0" marL="68580" rtl="0" algn="l">
              <a:spcBef>
                <a:spcPts val="320"/>
              </a:spcBef>
              <a:spcAft>
                <a:spcPts val="0"/>
              </a:spcAft>
              <a:buSzPts val="1216"/>
              <a:buNone/>
            </a:pPr>
            <a:r>
              <a:rPr b="1" lang="en-IN" sz="1600"/>
              <a:t>			Exit</a:t>
            </a:r>
            <a:endParaRPr/>
          </a:p>
          <a:p>
            <a:pPr indent="0" lvl="0" marL="68580" rtl="0" algn="l">
              <a:spcBef>
                <a:spcPts val="320"/>
              </a:spcBef>
              <a:spcAft>
                <a:spcPts val="0"/>
              </a:spcAft>
              <a:buSzPts val="1216"/>
              <a:buNone/>
            </a:pPr>
            <a:r>
              <a:rPr b="1" lang="en-IN" sz="1600"/>
              <a:t>		[ End of If ]</a:t>
            </a:r>
            <a:endParaRPr/>
          </a:p>
          <a:p>
            <a:pPr indent="0" lvl="0" marL="68580" rtl="0" algn="l">
              <a:spcBef>
                <a:spcPts val="320"/>
              </a:spcBef>
              <a:spcAft>
                <a:spcPts val="0"/>
              </a:spcAft>
              <a:buSzPts val="1216"/>
              <a:buNone/>
            </a:pPr>
            <a:r>
              <a:rPr b="1" lang="en-IN" sz="1600"/>
              <a:t>		SET I=I+1</a:t>
            </a:r>
            <a:endParaRPr/>
          </a:p>
          <a:p>
            <a:pPr indent="0" lvl="0" marL="68580" rtl="0" algn="l">
              <a:spcBef>
                <a:spcPts val="320"/>
              </a:spcBef>
              <a:spcAft>
                <a:spcPts val="0"/>
              </a:spcAft>
              <a:buSzPts val="1216"/>
              <a:buNone/>
            </a:pPr>
            <a:r>
              <a:rPr b="1" lang="en-IN" sz="1600"/>
              <a:t>	[End of Loop]</a:t>
            </a:r>
            <a:endParaRPr/>
          </a:p>
          <a:p>
            <a:pPr indent="0" lvl="0" marL="68580" rtl="0" algn="l">
              <a:spcBef>
                <a:spcPts val="320"/>
              </a:spcBef>
              <a:spcAft>
                <a:spcPts val="0"/>
              </a:spcAft>
              <a:buSzPts val="1216"/>
              <a:buNone/>
            </a:pPr>
            <a:r>
              <a:rPr b="1" lang="en-IN" sz="1600"/>
              <a:t>Step 11:Set TEMP-&gt;LINK=Q-&gt;LINK </a:t>
            </a:r>
            <a:endParaRPr b="1" sz="1600"/>
          </a:p>
          <a:p>
            <a:pPr indent="0" lvl="0" marL="68580" rtl="0" algn="l">
              <a:spcBef>
                <a:spcPts val="320"/>
              </a:spcBef>
              <a:spcAft>
                <a:spcPts val="0"/>
              </a:spcAft>
              <a:buSzPts val="1216"/>
              <a:buNone/>
            </a:pPr>
            <a:r>
              <a:rPr b="1" lang="en-IN" sz="1600"/>
              <a:t>Step 12:Set Q-&gt;LINK=TEMP </a:t>
            </a:r>
            <a:endParaRPr/>
          </a:p>
          <a:p>
            <a:pPr indent="0" lvl="0" marL="68580" rtl="0" algn="l">
              <a:spcBef>
                <a:spcPts val="320"/>
              </a:spcBef>
              <a:spcAft>
                <a:spcPts val="0"/>
              </a:spcAft>
              <a:buSzPts val="1216"/>
              <a:buNone/>
            </a:pPr>
            <a:r>
              <a:rPr b="1" lang="en-IN" sz="1600"/>
              <a:t>Step 13:Exit</a:t>
            </a:r>
            <a:endParaRPr b="1" sz="1600"/>
          </a:p>
          <a:p>
            <a:pPr indent="0" lvl="0" marL="68580" rtl="0" algn="l">
              <a:spcBef>
                <a:spcPts val="400"/>
              </a:spcBef>
              <a:spcAft>
                <a:spcPts val="0"/>
              </a:spcAft>
              <a:buSzPts val="1520"/>
              <a:buNone/>
            </a:pPr>
            <a:r>
              <a:t/>
            </a:r>
            <a:endParaRPr b="1" sz="2000"/>
          </a:p>
          <a:p>
            <a:pPr indent="0" lvl="0" marL="68580" rtl="0" algn="l">
              <a:spcBef>
                <a:spcPts val="400"/>
              </a:spcBef>
              <a:spcAft>
                <a:spcPts val="0"/>
              </a:spcAft>
              <a:buSzPts val="1520"/>
              <a:buNone/>
            </a:pPr>
            <a:r>
              <a:t/>
            </a:r>
            <a:endParaRPr b="1" sz="2000"/>
          </a:p>
          <a:p>
            <a:pPr indent="0" lvl="0" marL="68580" rtl="0" algn="l">
              <a:spcBef>
                <a:spcPts val="400"/>
              </a:spcBef>
              <a:spcAft>
                <a:spcPts val="0"/>
              </a:spcAft>
              <a:buSzPts val="1520"/>
              <a:buNone/>
            </a:pPr>
            <a:r>
              <a:t/>
            </a:r>
            <a:endParaRPr b="1" sz="2000"/>
          </a:p>
          <a:p>
            <a:pPr indent="0" lvl="0" marL="68580" rtl="0" algn="l">
              <a:spcBef>
                <a:spcPts val="400"/>
              </a:spcBef>
              <a:spcAft>
                <a:spcPts val="0"/>
              </a:spcAft>
              <a:buSzPts val="1520"/>
              <a:buNone/>
            </a:pPr>
            <a:r>
              <a:t/>
            </a:r>
            <a:endParaRPr b="1" sz="2000"/>
          </a:p>
          <a:p>
            <a:pPr indent="0" lvl="0" marL="68580" rtl="0" algn="l">
              <a:spcBef>
                <a:spcPts val="400"/>
              </a:spcBef>
              <a:spcAft>
                <a:spcPts val="0"/>
              </a:spcAft>
              <a:buSzPts val="1520"/>
              <a:buNone/>
            </a:pPr>
            <a:r>
              <a:t/>
            </a:r>
            <a:endParaRPr b="1" sz="2000"/>
          </a:p>
          <a:p>
            <a:pPr indent="0" lvl="0" marL="68580" rtl="0" algn="l">
              <a:spcBef>
                <a:spcPts val="400"/>
              </a:spcBef>
              <a:spcAft>
                <a:spcPts val="0"/>
              </a:spcAft>
              <a:buSzPts val="1520"/>
              <a:buNone/>
            </a:pPr>
            <a:r>
              <a:rPr b="1" lang="en-IN" sz="2000"/>
              <a:t>Step 7 :EXIT</a:t>
            </a:r>
            <a:endParaRPr/>
          </a:p>
          <a:p>
            <a:pPr indent="0" lvl="0" marL="68580" rtl="0" algn="l">
              <a:spcBef>
                <a:spcPts val="400"/>
              </a:spcBef>
              <a:spcAft>
                <a:spcPts val="0"/>
              </a:spcAft>
              <a:buSzPts val="1520"/>
              <a:buNone/>
            </a:pPr>
            <a:r>
              <a:t/>
            </a:r>
            <a:endParaRPr b="1" sz="2000"/>
          </a:p>
        </p:txBody>
      </p:sp>
      <p:sp>
        <p:nvSpPr>
          <p:cNvPr id="1042" name="Google Shape;1042;p87"/>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043" name="Google Shape;1043;p87"/>
          <p:cNvSpPr txBox="1"/>
          <p:nvPr>
            <p:ph idx="11" type="ftr"/>
          </p:nvPr>
        </p:nvSpPr>
        <p:spPr>
          <a:xfrm>
            <a:off x="4788024" y="6567654"/>
            <a:ext cx="3502152" cy="276983"/>
          </a:xfrm>
          <a:prstGeom prst="rect">
            <a:avLst/>
          </a:prstGeom>
          <a:solidFill>
            <a:schemeClr val="dk1"/>
          </a:solidFill>
          <a:ln cap="flat" cmpd="sng" w="222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rtl="0" algn="r">
              <a:spcBef>
                <a:spcPts val="0"/>
              </a:spcBef>
              <a:spcAft>
                <a:spcPts val="0"/>
              </a:spcAft>
              <a:buNone/>
            </a:pPr>
            <a:r>
              <a:rPr lang="en-IN">
                <a:solidFill>
                  <a:schemeClr val="lt1"/>
                </a:solidFill>
                <a:latin typeface="Century Gothic"/>
                <a:ea typeface="Century Gothic"/>
                <a:cs typeface="Century Gothic"/>
                <a:sym typeface="Century Gothic"/>
              </a:rPr>
              <a:t>Prof. Shweta Dhawan Chachra</a:t>
            </a:r>
            <a:endParaRPr/>
          </a:p>
        </p:txBody>
      </p:sp>
      <p:sp>
        <p:nvSpPr>
          <p:cNvPr id="1044" name="Google Shape;1044;p87"/>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1045" name="Google Shape;1045;p87"/>
          <p:cNvSpPr txBox="1"/>
          <p:nvPr/>
        </p:nvSpPr>
        <p:spPr>
          <a:xfrm>
            <a:off x="5724128" y="829727"/>
            <a:ext cx="2952328" cy="3247345"/>
          </a:xfrm>
          <a:prstGeom prst="rect">
            <a:avLst/>
          </a:prstGeom>
          <a:solidFill>
            <a:schemeClr val="lt1"/>
          </a:solidFill>
          <a:ln cap="flat" cmpd="sng" w="15875">
            <a:solidFill>
              <a:schemeClr val="dk1"/>
            </a:solidFill>
            <a:prstDash val="solid"/>
            <a:round/>
            <a:headEnd len="sm" w="sm" type="none"/>
            <a:tailEnd len="sm" w="sm" type="none"/>
          </a:ln>
        </p:spPr>
        <p:txBody>
          <a:bodyPr anchorCtr="0" anchor="t" bIns="45700" lIns="91425" spcFirstLastPara="1" rIns="91425" wrap="square" tIns="45700">
            <a:normAutofit lnSpcReduction="10000"/>
          </a:bodyPr>
          <a:lstStyle/>
          <a:p>
            <a:pPr indent="0" lvl="1" marL="365760" marR="0" rtl="0" algn="l">
              <a:spcBef>
                <a:spcPts val="0"/>
              </a:spcBef>
              <a:spcAft>
                <a:spcPts val="0"/>
              </a:spcAft>
              <a:buClr>
                <a:schemeClr val="accent1"/>
              </a:buClr>
              <a:buSzPts val="1064"/>
              <a:buFont typeface="Noto Sans Symbols"/>
              <a:buNone/>
            </a:pPr>
            <a:r>
              <a:rPr b="1" i="0" lang="en-IN" sz="1400" u="none" cap="none" strike="noStrike">
                <a:solidFill>
                  <a:schemeClr val="dk2"/>
                </a:solidFill>
                <a:latin typeface="Century Gothic"/>
                <a:ea typeface="Century Gothic"/>
                <a:cs typeface="Century Gothic"/>
                <a:sym typeface="Century Gothic"/>
              </a:rPr>
              <a:t>q=start;</a:t>
            </a:r>
            <a:endParaRPr/>
          </a:p>
          <a:p>
            <a:pPr indent="0" lvl="1" marL="365760" marR="0" rtl="0" algn="l">
              <a:spcBef>
                <a:spcPts val="280"/>
              </a:spcBef>
              <a:spcAft>
                <a:spcPts val="0"/>
              </a:spcAft>
              <a:buClr>
                <a:schemeClr val="accent1"/>
              </a:buClr>
              <a:buSzPts val="1064"/>
              <a:buFont typeface="Noto Sans Symbols"/>
              <a:buNone/>
            </a:pPr>
            <a:r>
              <a:rPr b="1" i="0" lang="en-IN" sz="1400" u="none" cap="none" strike="noStrike">
                <a:solidFill>
                  <a:schemeClr val="dk2"/>
                </a:solidFill>
                <a:latin typeface="Century Gothic"/>
                <a:ea typeface="Century Gothic"/>
                <a:cs typeface="Century Gothic"/>
                <a:sym typeface="Century Gothic"/>
              </a:rPr>
              <a:t>for(i=0;i&lt;pos-1;i++)</a:t>
            </a:r>
            <a:endParaRPr/>
          </a:p>
          <a:p>
            <a:pPr indent="0" lvl="1" marL="365760" marR="0" rtl="0" algn="l">
              <a:spcBef>
                <a:spcPts val="280"/>
              </a:spcBef>
              <a:spcAft>
                <a:spcPts val="0"/>
              </a:spcAft>
              <a:buClr>
                <a:schemeClr val="accent1"/>
              </a:buClr>
              <a:buSzPts val="1064"/>
              <a:buFont typeface="Noto Sans Symbols"/>
              <a:buNone/>
            </a:pPr>
            <a:r>
              <a:rPr b="1" i="0" lang="en-IN" sz="1400" u="none" cap="none" strike="noStrike">
                <a:solidFill>
                  <a:schemeClr val="dk2"/>
                </a:solidFill>
                <a:latin typeface="Century Gothic"/>
                <a:ea typeface="Century Gothic"/>
                <a:cs typeface="Century Gothic"/>
                <a:sym typeface="Century Gothic"/>
              </a:rPr>
              <a:t>	{</a:t>
            </a:r>
            <a:endParaRPr/>
          </a:p>
          <a:p>
            <a:pPr indent="0" lvl="1" marL="365760" marR="0" rtl="0" algn="l">
              <a:spcBef>
                <a:spcPts val="280"/>
              </a:spcBef>
              <a:spcAft>
                <a:spcPts val="0"/>
              </a:spcAft>
              <a:buClr>
                <a:schemeClr val="accent1"/>
              </a:buClr>
              <a:buSzPts val="1064"/>
              <a:buFont typeface="Noto Sans Symbols"/>
              <a:buNone/>
            </a:pPr>
            <a:r>
              <a:rPr b="1" i="0" lang="en-IN" sz="1400" u="none" cap="none" strike="noStrike">
                <a:solidFill>
                  <a:schemeClr val="dk2"/>
                </a:solidFill>
                <a:latin typeface="Century Gothic"/>
                <a:ea typeface="Century Gothic"/>
                <a:cs typeface="Century Gothic"/>
                <a:sym typeface="Century Gothic"/>
              </a:rPr>
              <a:t>		q=q-&gt;link;</a:t>
            </a:r>
            <a:endParaRPr/>
          </a:p>
          <a:p>
            <a:pPr indent="0" lvl="1" marL="365760" marR="0" rtl="0" algn="l">
              <a:spcBef>
                <a:spcPts val="280"/>
              </a:spcBef>
              <a:spcAft>
                <a:spcPts val="0"/>
              </a:spcAft>
              <a:buClr>
                <a:schemeClr val="accent1"/>
              </a:buClr>
              <a:buSzPts val="1064"/>
              <a:buFont typeface="Noto Sans Symbols"/>
              <a:buNone/>
            </a:pPr>
            <a:r>
              <a:rPr b="1" i="0" lang="en-IN" sz="1400" u="none" cap="none" strike="noStrike">
                <a:solidFill>
                  <a:schemeClr val="dk2"/>
                </a:solidFill>
                <a:latin typeface="Century Gothic"/>
                <a:ea typeface="Century Gothic"/>
                <a:cs typeface="Century Gothic"/>
                <a:sym typeface="Century Gothic"/>
              </a:rPr>
              <a:t>		if(q==NULL)</a:t>
            </a:r>
            <a:endParaRPr/>
          </a:p>
          <a:p>
            <a:pPr indent="0" lvl="1" marL="365760" marR="0" rtl="0" algn="l">
              <a:spcBef>
                <a:spcPts val="280"/>
              </a:spcBef>
              <a:spcAft>
                <a:spcPts val="0"/>
              </a:spcAft>
              <a:buClr>
                <a:schemeClr val="accent1"/>
              </a:buClr>
              <a:buSzPts val="1064"/>
              <a:buFont typeface="Noto Sans Symbols"/>
              <a:buNone/>
            </a:pPr>
            <a:r>
              <a:rPr b="1" i="0" lang="en-IN" sz="1400" u="none" cap="none" strike="noStrike">
                <a:solidFill>
                  <a:schemeClr val="dk2"/>
                </a:solidFill>
                <a:latin typeface="Century Gothic"/>
                <a:ea typeface="Century Gothic"/>
                <a:cs typeface="Century Gothic"/>
                <a:sym typeface="Century Gothic"/>
              </a:rPr>
              <a:t>		{</a:t>
            </a:r>
            <a:endParaRPr/>
          </a:p>
          <a:p>
            <a:pPr indent="0" lvl="1" marL="365760" marR="0" rtl="0" algn="l">
              <a:spcBef>
                <a:spcPts val="280"/>
              </a:spcBef>
              <a:spcAft>
                <a:spcPts val="0"/>
              </a:spcAft>
              <a:buClr>
                <a:schemeClr val="accent1"/>
              </a:buClr>
              <a:buSzPts val="1064"/>
              <a:buFont typeface="Noto Sans Symbols"/>
              <a:buNone/>
            </a:pPr>
            <a:r>
              <a:rPr b="1" i="0" lang="en-IN" sz="1400" u="none" cap="none" strike="noStrike">
                <a:solidFill>
                  <a:schemeClr val="dk2"/>
                </a:solidFill>
                <a:latin typeface="Century Gothic"/>
                <a:ea typeface="Century Gothic"/>
                <a:cs typeface="Century Gothic"/>
                <a:sym typeface="Century Gothic"/>
              </a:rPr>
              <a:t>			printf("There are less than %d elements",pos);</a:t>
            </a:r>
            <a:endParaRPr/>
          </a:p>
          <a:p>
            <a:pPr indent="0" lvl="1" marL="365760" marR="0" rtl="0" algn="l">
              <a:spcBef>
                <a:spcPts val="280"/>
              </a:spcBef>
              <a:spcAft>
                <a:spcPts val="0"/>
              </a:spcAft>
              <a:buClr>
                <a:schemeClr val="accent1"/>
              </a:buClr>
              <a:buSzPts val="1064"/>
              <a:buFont typeface="Noto Sans Symbols"/>
              <a:buNone/>
            </a:pPr>
            <a:r>
              <a:rPr b="1" i="0" lang="en-IN" sz="1400" u="none" cap="none" strike="noStrike">
                <a:solidFill>
                  <a:schemeClr val="dk2"/>
                </a:solidFill>
                <a:latin typeface="Century Gothic"/>
                <a:ea typeface="Century Gothic"/>
                <a:cs typeface="Century Gothic"/>
                <a:sym typeface="Century Gothic"/>
              </a:rPr>
              <a:t>			return;</a:t>
            </a:r>
            <a:endParaRPr/>
          </a:p>
          <a:p>
            <a:pPr indent="0" lvl="1" marL="365760" marR="0" rtl="0" algn="l">
              <a:spcBef>
                <a:spcPts val="280"/>
              </a:spcBef>
              <a:spcAft>
                <a:spcPts val="0"/>
              </a:spcAft>
              <a:buClr>
                <a:schemeClr val="accent1"/>
              </a:buClr>
              <a:buSzPts val="1064"/>
              <a:buFont typeface="Noto Sans Symbols"/>
              <a:buNone/>
            </a:pPr>
            <a:r>
              <a:rPr b="1" i="0" lang="en-IN" sz="1400" u="none" cap="none" strike="noStrike">
                <a:solidFill>
                  <a:schemeClr val="dk2"/>
                </a:solidFill>
                <a:latin typeface="Century Gothic"/>
                <a:ea typeface="Century Gothic"/>
                <a:cs typeface="Century Gothic"/>
                <a:sym typeface="Century Gothic"/>
              </a:rPr>
              <a:t>		}</a:t>
            </a:r>
            <a:endParaRPr/>
          </a:p>
          <a:p>
            <a:pPr indent="0" lvl="1" marL="365760" marR="0" rtl="0" algn="l">
              <a:spcBef>
                <a:spcPts val="280"/>
              </a:spcBef>
              <a:spcAft>
                <a:spcPts val="0"/>
              </a:spcAft>
              <a:buClr>
                <a:schemeClr val="accent1"/>
              </a:buClr>
              <a:buSzPts val="1064"/>
              <a:buFont typeface="Noto Sans Symbols"/>
              <a:buNone/>
            </a:pPr>
            <a:r>
              <a:rPr b="1" i="0" lang="en-IN" sz="1400" u="none" cap="none" strike="noStrike">
                <a:solidFill>
                  <a:schemeClr val="dk2"/>
                </a:solidFill>
                <a:latin typeface="Century Gothic"/>
                <a:ea typeface="Century Gothic"/>
                <a:cs typeface="Century Gothic"/>
                <a:sym typeface="Century Gothic"/>
              </a:rPr>
              <a:t>	}/*End of for*/</a:t>
            </a:r>
            <a:endParaRPr/>
          </a:p>
          <a:p>
            <a:pPr indent="-158496" lvl="0" marL="342900" marR="0" rtl="0" algn="l">
              <a:spcBef>
                <a:spcPts val="480"/>
              </a:spcBef>
              <a:spcAft>
                <a:spcPts val="0"/>
              </a:spcAft>
              <a:buClr>
                <a:schemeClr val="accent1"/>
              </a:buClr>
              <a:buSzPts val="1824"/>
              <a:buFont typeface="Noto Sans Symbols"/>
              <a:buNone/>
            </a:pPr>
            <a:r>
              <a:t/>
            </a:r>
            <a:endParaRPr sz="2400">
              <a:solidFill>
                <a:schemeClr val="dk2"/>
              </a:solidFill>
              <a:latin typeface="Century Gothic"/>
              <a:ea typeface="Century Gothic"/>
              <a:cs typeface="Century Gothic"/>
              <a:sym typeface="Century Gothic"/>
            </a:endParaRPr>
          </a:p>
        </p:txBody>
      </p:sp>
      <p:pic>
        <p:nvPicPr>
          <p:cNvPr descr="https://1.bp.blogspot.com/-Axv_5p_Ldi4/XAaqQRHX6II/AAAAAAAAFZM/tEiHtiPPMkEzQqx_UViOIREC-aINXhrtgCLcBGAs/s400/New%2BDoc%2B2018-12-04%2B10.16.54_7.jpg" id="1046" name="Google Shape;1046;p87"/>
          <p:cNvPicPr preferRelativeResize="0"/>
          <p:nvPr/>
        </p:nvPicPr>
        <p:blipFill rotWithShape="1">
          <a:blip r:embed="rId3">
            <a:alphaModFix/>
          </a:blip>
          <a:srcRect b="0" l="0" r="0" t="0"/>
          <a:stretch/>
        </p:blipFill>
        <p:spPr>
          <a:xfrm>
            <a:off x="5330624" y="4797152"/>
            <a:ext cx="3312552" cy="1770502"/>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p88"/>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lang="en-IN"/>
              <a:t>Case 3- Insertion at the end</a:t>
            </a:r>
            <a:endParaRPr b="1"/>
          </a:p>
        </p:txBody>
      </p:sp>
      <p:sp>
        <p:nvSpPr>
          <p:cNvPr id="1053" name="Google Shape;1053;p88"/>
          <p:cNvSpPr txBox="1"/>
          <p:nvPr>
            <p:ph idx="1" type="body"/>
          </p:nvPr>
        </p:nvSpPr>
        <p:spPr>
          <a:xfrm>
            <a:off x="611560" y="1315540"/>
            <a:ext cx="7920880" cy="4705748"/>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b="1" lang="en-IN" sz="2000"/>
              <a:t>Without Using Position ?</a:t>
            </a:r>
            <a:endParaRPr/>
          </a:p>
          <a:p>
            <a:pPr indent="-274320" lvl="0" marL="342900" rtl="0" algn="l">
              <a:spcBef>
                <a:spcPts val="400"/>
              </a:spcBef>
              <a:spcAft>
                <a:spcPts val="0"/>
              </a:spcAft>
              <a:buSzPts val="1520"/>
              <a:buChar char="🞇"/>
            </a:pPr>
            <a:r>
              <a:rPr b="1" lang="en-IN" sz="2000"/>
              <a:t>At the end?</a:t>
            </a:r>
            <a:endParaRPr b="1" sz="1600"/>
          </a:p>
          <a:p>
            <a:pPr indent="-197104" lvl="0" marL="342900" rtl="0" algn="l">
              <a:spcBef>
                <a:spcPts val="320"/>
              </a:spcBef>
              <a:spcAft>
                <a:spcPts val="0"/>
              </a:spcAft>
              <a:buSzPts val="1216"/>
              <a:buNone/>
            </a:pPr>
            <a:r>
              <a:t/>
            </a:r>
            <a:endParaRPr b="1" sz="1600"/>
          </a:p>
        </p:txBody>
      </p:sp>
      <p:sp>
        <p:nvSpPr>
          <p:cNvPr id="1054" name="Google Shape;1054;p88"/>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055" name="Google Shape;1055;p88"/>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056" name="Google Shape;1056;p88"/>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p89"/>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lang="en-IN"/>
              <a:t>Case 3- Insertion at the end</a:t>
            </a:r>
            <a:endParaRPr b="1"/>
          </a:p>
        </p:txBody>
      </p:sp>
      <p:sp>
        <p:nvSpPr>
          <p:cNvPr id="1063" name="Google Shape;1063;p89"/>
          <p:cNvSpPr txBox="1"/>
          <p:nvPr>
            <p:ph idx="1" type="body"/>
          </p:nvPr>
        </p:nvSpPr>
        <p:spPr>
          <a:xfrm>
            <a:off x="611560" y="1315540"/>
            <a:ext cx="7920880" cy="4705748"/>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Then we add the new node by adjusting address fields</a:t>
            </a:r>
            <a:endParaRPr/>
          </a:p>
          <a:p>
            <a:pPr indent="0" lvl="5" marL="1243584" rtl="0" algn="l">
              <a:spcBef>
                <a:spcPts val="400"/>
              </a:spcBef>
              <a:spcAft>
                <a:spcPts val="0"/>
              </a:spcAft>
              <a:buSzPts val="1520"/>
              <a:buNone/>
            </a:pPr>
            <a:r>
              <a:rPr b="1" lang="en-IN" sz="2000"/>
              <a:t>tmp-&gt;info=data;</a:t>
            </a:r>
            <a:endParaRPr/>
          </a:p>
          <a:p>
            <a:pPr indent="0" lvl="5" marL="1243584" rtl="0" algn="l">
              <a:spcBef>
                <a:spcPts val="400"/>
              </a:spcBef>
              <a:spcAft>
                <a:spcPts val="0"/>
              </a:spcAft>
              <a:buSzPts val="1520"/>
              <a:buNone/>
            </a:pPr>
            <a:r>
              <a:rPr b="1" lang="en-IN" sz="2000"/>
              <a:t>tmp-&gt;link=NULL;</a:t>
            </a:r>
            <a:endParaRPr b="1" sz="2000"/>
          </a:p>
          <a:p>
            <a:pPr indent="0" lvl="5" marL="1243584" rtl="0" algn="l">
              <a:spcBef>
                <a:spcPts val="400"/>
              </a:spcBef>
              <a:spcAft>
                <a:spcPts val="0"/>
              </a:spcAft>
              <a:buSzPts val="1520"/>
              <a:buNone/>
            </a:pPr>
            <a:r>
              <a:rPr b="1" lang="en-IN" sz="2000"/>
              <a:t>q-&gt;link=tmp;</a:t>
            </a:r>
            <a:endParaRPr b="1" sz="2000"/>
          </a:p>
          <a:p>
            <a:pPr indent="-197104" lvl="0" marL="342900" rtl="0" algn="l">
              <a:spcBef>
                <a:spcPts val="320"/>
              </a:spcBef>
              <a:spcAft>
                <a:spcPts val="0"/>
              </a:spcAft>
              <a:buSzPts val="1216"/>
              <a:buNone/>
            </a:pPr>
            <a:r>
              <a:t/>
            </a:r>
            <a:endParaRPr b="1" sz="1600"/>
          </a:p>
        </p:txBody>
      </p:sp>
      <p:sp>
        <p:nvSpPr>
          <p:cNvPr id="1064" name="Google Shape;1064;p89"/>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065" name="Google Shape;1065;p89"/>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066" name="Google Shape;1066;p89"/>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p90"/>
          <p:cNvSpPr txBox="1"/>
          <p:nvPr>
            <p:ph type="title"/>
          </p:nvPr>
        </p:nvSpPr>
        <p:spPr>
          <a:xfrm>
            <a:off x="611560" y="955656"/>
            <a:ext cx="7704856" cy="45712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400"/>
              <a:buFont typeface="Century Gothic"/>
              <a:buNone/>
            </a:pPr>
            <a:r>
              <a:rPr b="1" lang="en-IN" sz="2400"/>
              <a:t>Algorithm for Insertion at the end of a Linked List</a:t>
            </a:r>
            <a:endParaRPr b="1" sz="2400"/>
          </a:p>
        </p:txBody>
      </p:sp>
      <p:sp>
        <p:nvSpPr>
          <p:cNvPr id="1073" name="Google Shape;1073;p90"/>
          <p:cNvSpPr txBox="1"/>
          <p:nvPr>
            <p:ph idx="1" type="body"/>
          </p:nvPr>
        </p:nvSpPr>
        <p:spPr>
          <a:xfrm>
            <a:off x="611560" y="1484784"/>
            <a:ext cx="7992888" cy="4345708"/>
          </a:xfrm>
          <a:prstGeom prst="rect">
            <a:avLst/>
          </a:prstGeom>
          <a:noFill/>
          <a:ln>
            <a:noFill/>
          </a:ln>
        </p:spPr>
        <p:txBody>
          <a:bodyPr anchorCtr="0" anchor="t" bIns="45700" lIns="91425" spcFirstLastPara="1" rIns="91425" wrap="square" tIns="45700">
            <a:noAutofit/>
          </a:bodyPr>
          <a:lstStyle/>
          <a:p>
            <a:pPr indent="0" lvl="0" marL="68580" rtl="0" algn="l">
              <a:spcBef>
                <a:spcPts val="0"/>
              </a:spcBef>
              <a:spcAft>
                <a:spcPts val="0"/>
              </a:spcAft>
              <a:buSzPts val="1520"/>
              <a:buNone/>
            </a:pPr>
            <a:r>
              <a:rPr b="1" lang="en-IN" sz="2000"/>
              <a:t>Step 1: If AVAIL=NULL Then</a:t>
            </a:r>
            <a:endParaRPr/>
          </a:p>
          <a:p>
            <a:pPr indent="0" lvl="0" marL="68580" rtl="0" algn="l">
              <a:spcBef>
                <a:spcPts val="400"/>
              </a:spcBef>
              <a:spcAft>
                <a:spcPts val="0"/>
              </a:spcAft>
              <a:buSzPts val="1520"/>
              <a:buNone/>
            </a:pPr>
            <a:r>
              <a:rPr b="1" lang="en-IN" sz="2000"/>
              <a:t>	WRITE OVERFLOW</a:t>
            </a:r>
            <a:endParaRPr/>
          </a:p>
          <a:p>
            <a:pPr indent="0" lvl="0" marL="68580" rtl="0" algn="l">
              <a:spcBef>
                <a:spcPts val="400"/>
              </a:spcBef>
              <a:spcAft>
                <a:spcPts val="0"/>
              </a:spcAft>
              <a:buSzPts val="1520"/>
              <a:buNone/>
            </a:pPr>
            <a:r>
              <a:rPr b="1" lang="en-IN" sz="2000"/>
              <a:t>	Go to Step 10</a:t>
            </a:r>
            <a:endParaRPr/>
          </a:p>
          <a:p>
            <a:pPr indent="0" lvl="0" marL="68580" rtl="0" algn="l">
              <a:spcBef>
                <a:spcPts val="400"/>
              </a:spcBef>
              <a:spcAft>
                <a:spcPts val="0"/>
              </a:spcAft>
              <a:buSzPts val="1520"/>
              <a:buNone/>
            </a:pPr>
            <a:r>
              <a:rPr b="1" lang="en-IN" sz="2000"/>
              <a:t>	[End of If] </a:t>
            </a:r>
            <a:endParaRPr/>
          </a:p>
          <a:p>
            <a:pPr indent="0" lvl="0" marL="68580" rtl="0" algn="l">
              <a:spcBef>
                <a:spcPts val="400"/>
              </a:spcBef>
              <a:spcAft>
                <a:spcPts val="0"/>
              </a:spcAft>
              <a:buSzPts val="1520"/>
              <a:buNone/>
            </a:pPr>
            <a:r>
              <a:rPr b="1" lang="en-IN" sz="2000"/>
              <a:t>Step 2: Set TEMP=AVAIL</a:t>
            </a:r>
            <a:endParaRPr/>
          </a:p>
          <a:p>
            <a:pPr indent="0" lvl="0" marL="68580" rtl="0" algn="l">
              <a:spcBef>
                <a:spcPts val="400"/>
              </a:spcBef>
              <a:spcAft>
                <a:spcPts val="0"/>
              </a:spcAft>
              <a:buSzPts val="1520"/>
              <a:buNone/>
            </a:pPr>
            <a:r>
              <a:rPr b="1" lang="en-IN" sz="2000"/>
              <a:t>Step 3:	 Set AVAIL=AVAIL-&gt;LINK</a:t>
            </a:r>
            <a:br>
              <a:rPr b="1" lang="en-IN" sz="2000"/>
            </a:br>
            <a:r>
              <a:rPr b="1" lang="en-IN" sz="2000"/>
              <a:t>Step 4:	 Set TEMP-&gt;INFO=DATA</a:t>
            </a:r>
            <a:endParaRPr/>
          </a:p>
          <a:p>
            <a:pPr indent="0" lvl="0" marL="68580" rtl="0" algn="l">
              <a:spcBef>
                <a:spcPts val="400"/>
              </a:spcBef>
              <a:spcAft>
                <a:spcPts val="0"/>
              </a:spcAft>
              <a:buSzPts val="1520"/>
              <a:buNone/>
            </a:pPr>
            <a:r>
              <a:rPr b="1" lang="en-IN" sz="2000"/>
              <a:t>Step 5: Set TEMP-&gt;LINK=NULL</a:t>
            </a:r>
            <a:endParaRPr/>
          </a:p>
          <a:p>
            <a:pPr indent="0" lvl="0" marL="68580" rtl="0" algn="l">
              <a:spcBef>
                <a:spcPts val="400"/>
              </a:spcBef>
              <a:spcAft>
                <a:spcPts val="0"/>
              </a:spcAft>
              <a:buSzPts val="1520"/>
              <a:buNone/>
            </a:pPr>
            <a:r>
              <a:rPr b="1" lang="en-IN" sz="2000"/>
              <a:t>Step 6 : Set Q=START</a:t>
            </a:r>
            <a:endParaRPr/>
          </a:p>
          <a:p>
            <a:pPr indent="0" lvl="0" marL="68580" rtl="0" algn="l">
              <a:spcBef>
                <a:spcPts val="400"/>
              </a:spcBef>
              <a:spcAft>
                <a:spcPts val="0"/>
              </a:spcAft>
              <a:buSzPts val="1520"/>
              <a:buNone/>
            </a:pPr>
            <a:r>
              <a:rPr b="1" lang="en-IN" sz="2000"/>
              <a:t>Step 7 : Repeat step 8 while Q-&gt;LINK!=NULL</a:t>
            </a:r>
            <a:endParaRPr/>
          </a:p>
          <a:p>
            <a:pPr indent="0" lvl="0" marL="68580" rtl="0" algn="l">
              <a:spcBef>
                <a:spcPts val="400"/>
              </a:spcBef>
              <a:spcAft>
                <a:spcPts val="0"/>
              </a:spcAft>
              <a:buSzPts val="1520"/>
              <a:buNone/>
            </a:pPr>
            <a:r>
              <a:rPr b="1" lang="en-IN" sz="2000"/>
              <a:t>Step 8: 	SET Q=Q-&gt;LINK</a:t>
            </a:r>
            <a:endParaRPr/>
          </a:p>
          <a:p>
            <a:pPr indent="0" lvl="0" marL="68580" rtl="0" algn="l">
              <a:spcBef>
                <a:spcPts val="400"/>
              </a:spcBef>
              <a:spcAft>
                <a:spcPts val="0"/>
              </a:spcAft>
              <a:buSzPts val="1520"/>
              <a:buNone/>
            </a:pPr>
            <a:r>
              <a:rPr b="1" lang="en-IN" sz="2000"/>
              <a:t>	[End of Loop]</a:t>
            </a:r>
            <a:endParaRPr/>
          </a:p>
          <a:p>
            <a:pPr indent="0" lvl="0" marL="68580" rtl="0" algn="l">
              <a:spcBef>
                <a:spcPts val="400"/>
              </a:spcBef>
              <a:spcAft>
                <a:spcPts val="0"/>
              </a:spcAft>
              <a:buSzPts val="1520"/>
              <a:buNone/>
            </a:pPr>
            <a:r>
              <a:rPr b="1" lang="en-IN" sz="2000"/>
              <a:t>Step 9 : SET Q-&gt;LINK=TEMP</a:t>
            </a:r>
            <a:endParaRPr/>
          </a:p>
          <a:p>
            <a:pPr indent="0" lvl="0" marL="68580" rtl="0" algn="l">
              <a:spcBef>
                <a:spcPts val="400"/>
              </a:spcBef>
              <a:spcAft>
                <a:spcPts val="0"/>
              </a:spcAft>
              <a:buSzPts val="1520"/>
              <a:buNone/>
            </a:pPr>
            <a:r>
              <a:rPr b="1" lang="en-IN" sz="2000"/>
              <a:t>Step 10 : EXIT</a:t>
            </a:r>
            <a:endParaRPr b="1" sz="2000"/>
          </a:p>
          <a:p>
            <a:pPr indent="0" lvl="0" marL="68580" rtl="0" algn="l">
              <a:spcBef>
                <a:spcPts val="400"/>
              </a:spcBef>
              <a:spcAft>
                <a:spcPts val="0"/>
              </a:spcAft>
              <a:buSzPts val="1520"/>
              <a:buNone/>
            </a:pPr>
            <a:r>
              <a:t/>
            </a:r>
            <a:endParaRPr b="1" sz="2000"/>
          </a:p>
        </p:txBody>
      </p:sp>
      <p:sp>
        <p:nvSpPr>
          <p:cNvPr id="1074" name="Google Shape;1074;p90"/>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075" name="Google Shape;1075;p90"/>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076" name="Google Shape;1076;p90"/>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p91"/>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i="1" lang="en-IN"/>
              <a:t>Deletion from a Linked List</a:t>
            </a:r>
            <a:endParaRPr/>
          </a:p>
        </p:txBody>
      </p:sp>
      <p:sp>
        <p:nvSpPr>
          <p:cNvPr id="1083" name="Google Shape;1083;p91"/>
          <p:cNvSpPr txBox="1"/>
          <p:nvPr>
            <p:ph idx="1" type="body"/>
          </p:nvPr>
        </p:nvSpPr>
        <p:spPr>
          <a:xfrm>
            <a:off x="611560" y="1315540"/>
            <a:ext cx="7920880" cy="4705748"/>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For deleting the node from a linked list, first we traverse the linked list and compare with each element. </a:t>
            </a:r>
            <a:endParaRPr sz="2000"/>
          </a:p>
          <a:p>
            <a:pPr indent="-177800" lvl="0" marL="342900" rtl="0" algn="l">
              <a:spcBef>
                <a:spcPts val="400"/>
              </a:spcBef>
              <a:spcAft>
                <a:spcPts val="0"/>
              </a:spcAft>
              <a:buSzPts val="1520"/>
              <a:buNone/>
            </a:pPr>
            <a:r>
              <a:t/>
            </a:r>
            <a:endParaRPr sz="2000"/>
          </a:p>
          <a:p>
            <a:pPr indent="-274320" lvl="0" marL="342900" rtl="0" algn="l">
              <a:spcBef>
                <a:spcPts val="400"/>
              </a:spcBef>
              <a:spcAft>
                <a:spcPts val="0"/>
              </a:spcAft>
              <a:buSzPts val="1520"/>
              <a:buChar char="🞇"/>
            </a:pPr>
            <a:r>
              <a:rPr lang="en-IN" sz="2000"/>
              <a:t>After finding the element there may be two cases for deletion-</a:t>
            </a:r>
            <a:endParaRPr/>
          </a:p>
          <a:p>
            <a:pPr indent="-274320" lvl="1" marL="640080" rtl="0" algn="l">
              <a:spcBef>
                <a:spcPts val="360"/>
              </a:spcBef>
              <a:spcAft>
                <a:spcPts val="0"/>
              </a:spcAft>
              <a:buSzPts val="1368"/>
              <a:buChar char="🞇"/>
            </a:pPr>
            <a:r>
              <a:rPr b="1" lang="en-IN" sz="1800"/>
              <a:t>Deletion in beginning</a:t>
            </a:r>
            <a:endParaRPr/>
          </a:p>
          <a:p>
            <a:pPr indent="-274320" lvl="1" marL="640080" rtl="0" algn="l">
              <a:spcBef>
                <a:spcPts val="360"/>
              </a:spcBef>
              <a:spcAft>
                <a:spcPts val="0"/>
              </a:spcAft>
              <a:buSzPts val="1368"/>
              <a:buChar char="🞇"/>
            </a:pPr>
            <a:r>
              <a:rPr b="1" lang="en-IN" sz="1800"/>
              <a:t>Deletion in between</a:t>
            </a:r>
            <a:endParaRPr/>
          </a:p>
        </p:txBody>
      </p:sp>
      <p:sp>
        <p:nvSpPr>
          <p:cNvPr id="1084" name="Google Shape;1084;p91"/>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085" name="Google Shape;1085;p91"/>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086" name="Google Shape;1086;p91"/>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p92"/>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i="1" lang="en-IN"/>
              <a:t>Deletion in beginning</a:t>
            </a:r>
            <a:endParaRPr/>
          </a:p>
        </p:txBody>
      </p:sp>
      <p:sp>
        <p:nvSpPr>
          <p:cNvPr id="1093" name="Google Shape;1093;p92"/>
          <p:cNvSpPr txBox="1"/>
          <p:nvPr>
            <p:ph idx="1" type="body"/>
          </p:nvPr>
        </p:nvSpPr>
        <p:spPr>
          <a:xfrm>
            <a:off x="683568" y="951139"/>
            <a:ext cx="7920880" cy="4705748"/>
          </a:xfrm>
          <a:prstGeom prst="rect">
            <a:avLst/>
          </a:prstGeom>
          <a:noFill/>
          <a:ln>
            <a:noFill/>
          </a:ln>
        </p:spPr>
        <p:txBody>
          <a:bodyPr anchorCtr="0" anchor="t" bIns="45700" lIns="91425" spcFirstLastPara="1" rIns="91425" wrap="square" tIns="45700">
            <a:normAutofit/>
          </a:bodyPr>
          <a:lstStyle/>
          <a:p>
            <a:pPr indent="-187452" lvl="0" marL="342900" rtl="0" algn="l">
              <a:spcBef>
                <a:spcPts val="0"/>
              </a:spcBef>
              <a:spcAft>
                <a:spcPts val="0"/>
              </a:spcAft>
              <a:buSzPts val="1368"/>
              <a:buNone/>
            </a:pPr>
            <a:r>
              <a:t/>
            </a:r>
            <a:endParaRPr b="1" sz="1800"/>
          </a:p>
        </p:txBody>
      </p:sp>
      <p:pic>
        <p:nvPicPr>
          <p:cNvPr descr="https://static.javatpoint.com/ds/images/deletion-in-singly-linked-list-at-beginning.png" id="1094" name="Google Shape;1094;p92"/>
          <p:cNvPicPr preferRelativeResize="0"/>
          <p:nvPr/>
        </p:nvPicPr>
        <p:blipFill rotWithShape="1">
          <a:blip r:embed="rId3">
            <a:alphaModFix/>
          </a:blip>
          <a:srcRect b="50000" l="0" r="0" t="0"/>
          <a:stretch/>
        </p:blipFill>
        <p:spPr>
          <a:xfrm>
            <a:off x="1259632" y="1412776"/>
            <a:ext cx="6753225" cy="3600399"/>
          </a:xfrm>
          <a:prstGeom prst="rect">
            <a:avLst/>
          </a:prstGeom>
          <a:noFill/>
          <a:ln>
            <a:noFill/>
          </a:ln>
        </p:spPr>
      </p:pic>
      <p:sp>
        <p:nvSpPr>
          <p:cNvPr id="1095" name="Google Shape;1095;p92"/>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096" name="Google Shape;1096;p92"/>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097" name="Google Shape;1097;p92"/>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2" name="Shape 1102"/>
        <p:cNvGrpSpPr/>
        <p:nvPr/>
      </p:nvGrpSpPr>
      <p:grpSpPr>
        <a:xfrm>
          <a:off x="0" y="0"/>
          <a:ext cx="0" cy="0"/>
          <a:chOff x="0" y="0"/>
          <a:chExt cx="0" cy="0"/>
        </a:xfrm>
      </p:grpSpPr>
      <p:sp>
        <p:nvSpPr>
          <p:cNvPr id="1103" name="Google Shape;1103;p93"/>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i="1" lang="en-IN"/>
              <a:t>Deletion in beginning</a:t>
            </a:r>
            <a:endParaRPr/>
          </a:p>
        </p:txBody>
      </p:sp>
      <p:pic>
        <p:nvPicPr>
          <p:cNvPr descr="https://static.javatpoint.com/ds/images/deletion-in-singly-linked-list-at-beginning.png" id="1104" name="Google Shape;1104;p93"/>
          <p:cNvPicPr preferRelativeResize="0"/>
          <p:nvPr/>
        </p:nvPicPr>
        <p:blipFill rotWithShape="1">
          <a:blip r:embed="rId3">
            <a:alphaModFix/>
          </a:blip>
          <a:srcRect b="50000" l="0" r="0" t="0"/>
          <a:stretch/>
        </p:blipFill>
        <p:spPr>
          <a:xfrm>
            <a:off x="1259632" y="1412777"/>
            <a:ext cx="6753225" cy="1008111"/>
          </a:xfrm>
          <a:prstGeom prst="rect">
            <a:avLst/>
          </a:prstGeom>
          <a:noFill/>
          <a:ln>
            <a:noFill/>
          </a:ln>
        </p:spPr>
      </p:pic>
      <p:sp>
        <p:nvSpPr>
          <p:cNvPr id="1105" name="Google Shape;1105;p93"/>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106" name="Google Shape;1106;p93"/>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107" name="Google Shape;1107;p93"/>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1108" name="Google Shape;1108;p93"/>
          <p:cNvSpPr/>
          <p:nvPr/>
        </p:nvSpPr>
        <p:spPr>
          <a:xfrm>
            <a:off x="997393" y="3246536"/>
            <a:ext cx="7292381" cy="138499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IN" sz="2800" cap="none">
                <a:solidFill>
                  <a:schemeClr val="accent1"/>
                </a:solidFill>
                <a:latin typeface="Century Gothic"/>
                <a:ea typeface="Century Gothic"/>
                <a:cs typeface="Century Gothic"/>
                <a:sym typeface="Century Gothic"/>
              </a:rPr>
              <a:t>CONNECT </a:t>
            </a:r>
            <a:endParaRPr/>
          </a:p>
          <a:p>
            <a:pPr indent="0" lvl="0" marL="0" marR="0" rtl="0" algn="ctr">
              <a:spcBef>
                <a:spcPts val="0"/>
              </a:spcBef>
              <a:spcAft>
                <a:spcPts val="0"/>
              </a:spcAft>
              <a:buNone/>
            </a:pPr>
            <a:r>
              <a:rPr b="1" lang="en-IN" sz="2800" cap="none">
                <a:solidFill>
                  <a:schemeClr val="accent1"/>
                </a:solidFill>
                <a:latin typeface="Century Gothic"/>
                <a:ea typeface="Century Gothic"/>
                <a:cs typeface="Century Gothic"/>
                <a:sym typeface="Century Gothic"/>
              </a:rPr>
              <a:t>START POINTER TO THE SECOND NODE……</a:t>
            </a:r>
            <a:endParaRPr/>
          </a:p>
          <a:p>
            <a:pPr indent="0" lvl="0" marL="0" marR="0" rtl="0" algn="ctr">
              <a:spcBef>
                <a:spcPts val="0"/>
              </a:spcBef>
              <a:spcAft>
                <a:spcPts val="0"/>
              </a:spcAft>
              <a:buNone/>
            </a:pPr>
            <a:r>
              <a:rPr b="1" lang="en-IN" sz="2800" cap="none">
                <a:solidFill>
                  <a:schemeClr val="accent1"/>
                </a:solidFill>
                <a:latin typeface="Century Gothic"/>
                <a:ea typeface="Century Gothic"/>
                <a:cs typeface="Century Gothic"/>
                <a:sym typeface="Century Gothic"/>
              </a:rPr>
              <a:t>DELETE THE FIRST NODE</a:t>
            </a:r>
            <a:endParaRPr b="1" sz="2800" cap="none">
              <a:solidFill>
                <a:schemeClr val="accent1"/>
              </a:solidFill>
              <a:latin typeface="Century Gothic"/>
              <a:ea typeface="Century Gothic"/>
              <a:cs typeface="Century Gothic"/>
              <a:sym typeface="Century Gothic"/>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3" name="Shape 1113"/>
        <p:cNvGrpSpPr/>
        <p:nvPr/>
      </p:nvGrpSpPr>
      <p:grpSpPr>
        <a:xfrm>
          <a:off x="0" y="0"/>
          <a:ext cx="0" cy="0"/>
          <a:chOff x="0" y="0"/>
          <a:chExt cx="0" cy="0"/>
        </a:xfrm>
      </p:grpSpPr>
      <p:sp>
        <p:nvSpPr>
          <p:cNvPr id="1114" name="Google Shape;1114;p94"/>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i="1" lang="en-IN"/>
              <a:t>Deletion in beginning</a:t>
            </a:r>
            <a:endParaRPr/>
          </a:p>
        </p:txBody>
      </p:sp>
      <p:sp>
        <p:nvSpPr>
          <p:cNvPr id="1115" name="Google Shape;1115;p94"/>
          <p:cNvSpPr txBox="1"/>
          <p:nvPr>
            <p:ph idx="1" type="body"/>
          </p:nvPr>
        </p:nvSpPr>
        <p:spPr>
          <a:xfrm>
            <a:off x="683568" y="951139"/>
            <a:ext cx="7920880" cy="4705748"/>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368"/>
              <a:buChar char="🞇"/>
            </a:pPr>
            <a:r>
              <a:rPr lang="en-IN" sz="1800"/>
              <a:t>Start points to the first element of linked list. </a:t>
            </a:r>
            <a:endParaRPr/>
          </a:p>
          <a:p>
            <a:pPr indent="-274320" lvl="0" marL="342900" rtl="0" algn="l">
              <a:spcBef>
                <a:spcPts val="360"/>
              </a:spcBef>
              <a:spcAft>
                <a:spcPts val="0"/>
              </a:spcAft>
              <a:buSzPts val="1368"/>
              <a:buChar char="🞇"/>
            </a:pPr>
            <a:r>
              <a:rPr lang="en-IN" sz="1800"/>
              <a:t>If element to be deleted is the first element of linked list then we assign the value of start to tmp as-</a:t>
            </a:r>
            <a:endParaRPr/>
          </a:p>
          <a:p>
            <a:pPr indent="0" lvl="0" marL="68580" rtl="0" algn="l">
              <a:spcBef>
                <a:spcPts val="360"/>
              </a:spcBef>
              <a:spcAft>
                <a:spcPts val="0"/>
              </a:spcAft>
              <a:buSzPts val="1368"/>
              <a:buNone/>
            </a:pPr>
            <a:r>
              <a:rPr b="1" i="1" lang="en-IN" sz="1800"/>
              <a:t>                                tmp = start;</a:t>
            </a:r>
            <a:endParaRPr/>
          </a:p>
          <a:p>
            <a:pPr indent="-274320" lvl="0" marL="342900" rtl="0" algn="l">
              <a:spcBef>
                <a:spcPts val="360"/>
              </a:spcBef>
              <a:spcAft>
                <a:spcPts val="0"/>
              </a:spcAft>
              <a:buSzPts val="1368"/>
              <a:buChar char="🞇"/>
            </a:pPr>
            <a:r>
              <a:rPr lang="en-IN" sz="1800"/>
              <a:t>So tmp points to the first node which has to be deleted.</a:t>
            </a:r>
            <a:endParaRPr/>
          </a:p>
          <a:p>
            <a:pPr indent="-274320" lvl="0" marL="342900" rtl="0" algn="l">
              <a:spcBef>
                <a:spcPts val="360"/>
              </a:spcBef>
              <a:spcAft>
                <a:spcPts val="0"/>
              </a:spcAft>
              <a:buSzPts val="1368"/>
              <a:buChar char="🞇"/>
            </a:pPr>
            <a:r>
              <a:rPr lang="en-IN" sz="1800"/>
              <a:t>Now assign the link part of the deleted node to start as-</a:t>
            </a:r>
            <a:endParaRPr/>
          </a:p>
          <a:p>
            <a:pPr indent="0" lvl="0" marL="68580" rtl="0" algn="l">
              <a:spcBef>
                <a:spcPts val="360"/>
              </a:spcBef>
              <a:spcAft>
                <a:spcPts val="0"/>
              </a:spcAft>
              <a:buSzPts val="1368"/>
              <a:buNone/>
            </a:pPr>
            <a:r>
              <a:rPr lang="en-IN" sz="1800"/>
              <a:t>                               </a:t>
            </a:r>
            <a:r>
              <a:rPr b="1" lang="en-IN" sz="1800"/>
              <a:t>start=start-&gt;link;</a:t>
            </a:r>
            <a:endParaRPr/>
          </a:p>
          <a:p>
            <a:pPr indent="-274320" lvl="0" marL="342900" rtl="0" algn="l">
              <a:spcBef>
                <a:spcPts val="360"/>
              </a:spcBef>
              <a:spcAft>
                <a:spcPts val="0"/>
              </a:spcAft>
              <a:buSzPts val="1368"/>
              <a:buChar char="🞇"/>
            </a:pPr>
            <a:r>
              <a:rPr b="1" lang="en-IN" sz="1800" u="sng"/>
              <a:t>Since start points to the first element of linked list, so start-&gt;link will point to the second element of linked list. </a:t>
            </a:r>
            <a:endParaRPr b="1" sz="1800" u="sng"/>
          </a:p>
          <a:p>
            <a:pPr indent="-274320" lvl="0" marL="342900" rtl="0" algn="l">
              <a:spcBef>
                <a:spcPts val="360"/>
              </a:spcBef>
              <a:spcAft>
                <a:spcPts val="0"/>
              </a:spcAft>
              <a:buSzPts val="1368"/>
              <a:buChar char="🞇"/>
            </a:pPr>
            <a:r>
              <a:rPr lang="en-IN" sz="1800"/>
              <a:t>Now we should free the element to be deleted which is pointed by tmp.</a:t>
            </a:r>
            <a:r>
              <a:rPr b="1" lang="en-IN" sz="1800"/>
              <a:t>                free( tmp );</a:t>
            </a:r>
            <a:endParaRPr/>
          </a:p>
        </p:txBody>
      </p:sp>
      <p:pic>
        <p:nvPicPr>
          <p:cNvPr id="1116" name="Google Shape;1116;p94"/>
          <p:cNvPicPr preferRelativeResize="0"/>
          <p:nvPr/>
        </p:nvPicPr>
        <p:blipFill rotWithShape="1">
          <a:blip r:embed="rId3">
            <a:alphaModFix/>
          </a:blip>
          <a:srcRect b="0" l="0" r="0" t="0"/>
          <a:stretch/>
        </p:blipFill>
        <p:spPr>
          <a:xfrm>
            <a:off x="1043608" y="4581128"/>
            <a:ext cx="7344816" cy="1872208"/>
          </a:xfrm>
          <a:prstGeom prst="rect">
            <a:avLst/>
          </a:prstGeom>
          <a:noFill/>
          <a:ln>
            <a:noFill/>
          </a:ln>
        </p:spPr>
      </p:pic>
      <p:sp>
        <p:nvSpPr>
          <p:cNvPr id="1117" name="Google Shape;1117;p94"/>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118" name="Google Shape;1118;p94"/>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119" name="Google Shape;1119;p94"/>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4" name="Shape 1124"/>
        <p:cNvGrpSpPr/>
        <p:nvPr/>
      </p:nvGrpSpPr>
      <p:grpSpPr>
        <a:xfrm>
          <a:off x="0" y="0"/>
          <a:ext cx="0" cy="0"/>
          <a:chOff x="0" y="0"/>
          <a:chExt cx="0" cy="0"/>
        </a:xfrm>
      </p:grpSpPr>
      <p:sp>
        <p:nvSpPr>
          <p:cNvPr id="1125" name="Google Shape;1125;p95"/>
          <p:cNvSpPr txBox="1"/>
          <p:nvPr>
            <p:ph type="title"/>
          </p:nvPr>
        </p:nvSpPr>
        <p:spPr>
          <a:xfrm>
            <a:off x="467544" y="1052736"/>
            <a:ext cx="8352928" cy="45712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400"/>
              <a:buFont typeface="Century Gothic"/>
              <a:buNone/>
            </a:pPr>
            <a:r>
              <a:rPr b="1" lang="en-IN" sz="2400"/>
              <a:t>Algorithm for Deletion in the beginning of the Linked List</a:t>
            </a:r>
            <a:endParaRPr b="1" sz="2400"/>
          </a:p>
        </p:txBody>
      </p:sp>
      <p:sp>
        <p:nvSpPr>
          <p:cNvPr id="1126" name="Google Shape;1126;p95"/>
          <p:cNvSpPr txBox="1"/>
          <p:nvPr>
            <p:ph idx="1" type="body"/>
          </p:nvPr>
        </p:nvSpPr>
        <p:spPr>
          <a:xfrm>
            <a:off x="611560" y="1916832"/>
            <a:ext cx="7992888" cy="3913660"/>
          </a:xfrm>
          <a:prstGeom prst="rect">
            <a:avLst/>
          </a:prstGeom>
          <a:noFill/>
          <a:ln>
            <a:noFill/>
          </a:ln>
        </p:spPr>
        <p:txBody>
          <a:bodyPr anchorCtr="0" anchor="t" bIns="45700" lIns="91425" spcFirstLastPara="1" rIns="91425" wrap="square" tIns="45700">
            <a:noAutofit/>
          </a:bodyPr>
          <a:lstStyle/>
          <a:p>
            <a:pPr indent="0" lvl="0" marL="68580" rtl="0" algn="l">
              <a:spcBef>
                <a:spcPts val="0"/>
              </a:spcBef>
              <a:spcAft>
                <a:spcPts val="0"/>
              </a:spcAft>
              <a:buSzPts val="1520"/>
              <a:buNone/>
            </a:pPr>
            <a:r>
              <a:rPr b="1" lang="en-IN" sz="2000"/>
              <a:t>Step 1:If START=NULL</a:t>
            </a:r>
            <a:endParaRPr/>
          </a:p>
          <a:p>
            <a:pPr indent="0" lvl="0" marL="68580" rtl="0" algn="l">
              <a:spcBef>
                <a:spcPts val="400"/>
              </a:spcBef>
              <a:spcAft>
                <a:spcPts val="0"/>
              </a:spcAft>
              <a:buSzPts val="1520"/>
              <a:buNone/>
            </a:pPr>
            <a:r>
              <a:rPr b="1" lang="en-IN" sz="2000"/>
              <a:t>Step 2:		Write UNDERFLOW</a:t>
            </a:r>
            <a:endParaRPr/>
          </a:p>
          <a:p>
            <a:pPr indent="0" lvl="0" marL="68580" rtl="0" algn="l">
              <a:spcBef>
                <a:spcPts val="400"/>
              </a:spcBef>
              <a:spcAft>
                <a:spcPts val="0"/>
              </a:spcAft>
              <a:buSzPts val="1520"/>
              <a:buNone/>
            </a:pPr>
            <a:r>
              <a:rPr b="1" lang="en-IN" sz="2000"/>
              <a:t>Step 3: 	Go to Step 7</a:t>
            </a:r>
            <a:endParaRPr/>
          </a:p>
          <a:p>
            <a:pPr indent="0" lvl="0" marL="68580" rtl="0" algn="l">
              <a:spcBef>
                <a:spcPts val="400"/>
              </a:spcBef>
              <a:spcAft>
                <a:spcPts val="0"/>
              </a:spcAft>
              <a:buSzPts val="1520"/>
              <a:buNone/>
            </a:pPr>
            <a:r>
              <a:rPr b="1" lang="en-IN" sz="2000"/>
              <a:t>	[End of If]</a:t>
            </a:r>
            <a:endParaRPr b="1" sz="2000"/>
          </a:p>
          <a:p>
            <a:pPr indent="0" lvl="0" marL="68580" rtl="0" algn="l">
              <a:spcBef>
                <a:spcPts val="400"/>
              </a:spcBef>
              <a:spcAft>
                <a:spcPts val="0"/>
              </a:spcAft>
              <a:buSzPts val="1520"/>
              <a:buNone/>
            </a:pPr>
            <a:r>
              <a:rPr b="1" lang="en-IN" sz="2000"/>
              <a:t>Step 4:	Set TEMP=START</a:t>
            </a:r>
            <a:endParaRPr/>
          </a:p>
          <a:p>
            <a:pPr indent="0" lvl="0" marL="68580" rtl="0" algn="l">
              <a:spcBef>
                <a:spcPts val="400"/>
              </a:spcBef>
              <a:spcAft>
                <a:spcPts val="0"/>
              </a:spcAft>
              <a:buSzPts val="1520"/>
              <a:buNone/>
            </a:pPr>
            <a:r>
              <a:rPr b="1" lang="en-IN" sz="2000"/>
              <a:t>Step 5:	Set START=START-&gt;LINK</a:t>
            </a:r>
            <a:endParaRPr/>
          </a:p>
          <a:p>
            <a:pPr indent="0" lvl="0" marL="68580" rtl="0" algn="l">
              <a:spcBef>
                <a:spcPts val="400"/>
              </a:spcBef>
              <a:spcAft>
                <a:spcPts val="0"/>
              </a:spcAft>
              <a:buSzPts val="1520"/>
              <a:buNone/>
            </a:pPr>
            <a:r>
              <a:rPr b="1" lang="en-IN" sz="2000"/>
              <a:t>Step 6:FREE TEMP</a:t>
            </a:r>
            <a:endParaRPr/>
          </a:p>
          <a:p>
            <a:pPr indent="0" lvl="0" marL="68580" rtl="0" algn="l">
              <a:spcBef>
                <a:spcPts val="400"/>
              </a:spcBef>
              <a:spcAft>
                <a:spcPts val="0"/>
              </a:spcAft>
              <a:buSzPts val="1520"/>
              <a:buNone/>
            </a:pPr>
            <a:r>
              <a:rPr b="1" lang="en-IN" sz="2000"/>
              <a:t>Step 7:EXIT</a:t>
            </a:r>
            <a:endParaRPr b="1" sz="2000"/>
          </a:p>
          <a:p>
            <a:pPr indent="0" lvl="0" marL="68580" rtl="0" algn="l">
              <a:spcBef>
                <a:spcPts val="400"/>
              </a:spcBef>
              <a:spcAft>
                <a:spcPts val="0"/>
              </a:spcAft>
              <a:buSzPts val="1520"/>
              <a:buNone/>
            </a:pPr>
            <a:r>
              <a:t/>
            </a:r>
            <a:endParaRPr b="1" sz="2000"/>
          </a:p>
        </p:txBody>
      </p:sp>
      <p:sp>
        <p:nvSpPr>
          <p:cNvPr id="1127" name="Google Shape;1127;p95"/>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128" name="Google Shape;1128;p95"/>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129" name="Google Shape;1129;p95"/>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4" name="Shape 1134"/>
        <p:cNvGrpSpPr/>
        <p:nvPr/>
      </p:nvGrpSpPr>
      <p:grpSpPr>
        <a:xfrm>
          <a:off x="0" y="0"/>
          <a:ext cx="0" cy="0"/>
          <a:chOff x="0" y="0"/>
          <a:chExt cx="0" cy="0"/>
        </a:xfrm>
      </p:grpSpPr>
      <p:sp>
        <p:nvSpPr>
          <p:cNvPr id="1135" name="Google Shape;1135;p96"/>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i="1" lang="en-IN"/>
              <a:t>Deletion in between</a:t>
            </a:r>
            <a:endParaRPr/>
          </a:p>
        </p:txBody>
      </p:sp>
      <p:pic>
        <p:nvPicPr>
          <p:cNvPr id="1136" name="Google Shape;1136;p96"/>
          <p:cNvPicPr preferRelativeResize="0"/>
          <p:nvPr>
            <p:ph idx="1" type="body"/>
          </p:nvPr>
        </p:nvPicPr>
        <p:blipFill rotWithShape="1">
          <a:blip r:embed="rId3">
            <a:alphaModFix/>
          </a:blip>
          <a:srcRect b="45974" l="0" r="0" t="0"/>
          <a:stretch/>
        </p:blipFill>
        <p:spPr>
          <a:xfrm>
            <a:off x="1267619" y="1598612"/>
            <a:ext cx="6753225" cy="3198539"/>
          </a:xfrm>
          <a:prstGeom prst="rect">
            <a:avLst/>
          </a:prstGeom>
          <a:noFill/>
          <a:ln>
            <a:noFill/>
          </a:ln>
        </p:spPr>
      </p:pic>
      <p:pic>
        <p:nvPicPr>
          <p:cNvPr id="1137" name="Google Shape;1137;p96"/>
          <p:cNvPicPr preferRelativeResize="0"/>
          <p:nvPr/>
        </p:nvPicPr>
        <p:blipFill rotWithShape="1">
          <a:blip r:embed="rId4">
            <a:alphaModFix/>
          </a:blip>
          <a:srcRect b="0" l="0" r="0" t="0"/>
          <a:stretch/>
        </p:blipFill>
        <p:spPr>
          <a:xfrm>
            <a:off x="2195736" y="4941168"/>
            <a:ext cx="4438650" cy="238125"/>
          </a:xfrm>
          <a:prstGeom prst="rect">
            <a:avLst/>
          </a:prstGeom>
          <a:noFill/>
          <a:ln>
            <a:noFill/>
          </a:ln>
        </p:spPr>
      </p:pic>
      <p:sp>
        <p:nvSpPr>
          <p:cNvPr id="1138" name="Google Shape;1138;p96"/>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139" name="Google Shape;1139;p96"/>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140" name="Google Shape;1140;p96"/>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5" name="Shape 1145"/>
        <p:cNvGrpSpPr/>
        <p:nvPr/>
      </p:nvGrpSpPr>
      <p:grpSpPr>
        <a:xfrm>
          <a:off x="0" y="0"/>
          <a:ext cx="0" cy="0"/>
          <a:chOff x="0" y="0"/>
          <a:chExt cx="0" cy="0"/>
        </a:xfrm>
      </p:grpSpPr>
      <p:sp>
        <p:nvSpPr>
          <p:cNvPr id="1146" name="Google Shape;1146;p97"/>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i="1" lang="en-IN"/>
              <a:t>Deletion in between</a:t>
            </a:r>
            <a:endParaRPr/>
          </a:p>
        </p:txBody>
      </p:sp>
      <p:pic>
        <p:nvPicPr>
          <p:cNvPr id="1147" name="Google Shape;1147;p97"/>
          <p:cNvPicPr preferRelativeResize="0"/>
          <p:nvPr>
            <p:ph idx="1" type="body"/>
          </p:nvPr>
        </p:nvPicPr>
        <p:blipFill rotWithShape="1">
          <a:blip r:embed="rId3">
            <a:alphaModFix/>
          </a:blip>
          <a:srcRect b="45974" l="0" r="0" t="0"/>
          <a:stretch/>
        </p:blipFill>
        <p:spPr>
          <a:xfrm>
            <a:off x="1331641" y="1124744"/>
            <a:ext cx="6552728" cy="936104"/>
          </a:xfrm>
          <a:prstGeom prst="rect">
            <a:avLst/>
          </a:prstGeom>
          <a:noFill/>
          <a:ln>
            <a:noFill/>
          </a:ln>
        </p:spPr>
      </p:pic>
      <p:sp>
        <p:nvSpPr>
          <p:cNvPr id="1148" name="Google Shape;1148;p97"/>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149" name="Google Shape;1149;p97"/>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150" name="Google Shape;1150;p97"/>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1151" name="Google Shape;1151;p97"/>
          <p:cNvSpPr/>
          <p:nvPr/>
        </p:nvSpPr>
        <p:spPr>
          <a:xfrm>
            <a:off x="972568" y="2996952"/>
            <a:ext cx="6867585" cy="138499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IN" sz="2800" cap="none">
                <a:solidFill>
                  <a:schemeClr val="accent1"/>
                </a:solidFill>
                <a:latin typeface="Century Gothic"/>
                <a:ea typeface="Century Gothic"/>
                <a:cs typeface="Century Gothic"/>
                <a:sym typeface="Century Gothic"/>
              </a:rPr>
              <a:t>1)CONNECT </a:t>
            </a:r>
            <a:endParaRPr/>
          </a:p>
          <a:p>
            <a:pPr indent="0" lvl="0" marL="0" marR="0" rtl="0" algn="ctr">
              <a:spcBef>
                <a:spcPts val="0"/>
              </a:spcBef>
              <a:spcAft>
                <a:spcPts val="0"/>
              </a:spcAft>
              <a:buNone/>
            </a:pPr>
            <a:r>
              <a:rPr b="1" lang="en-IN" sz="2800" cap="none">
                <a:solidFill>
                  <a:schemeClr val="accent1"/>
                </a:solidFill>
                <a:latin typeface="Century Gothic"/>
                <a:ea typeface="Century Gothic"/>
                <a:cs typeface="Century Gothic"/>
                <a:sym typeface="Century Gothic"/>
              </a:rPr>
              <a:t>THE PREVIOUS AND THE NEXT NODE……</a:t>
            </a:r>
            <a:endParaRPr/>
          </a:p>
          <a:p>
            <a:pPr indent="0" lvl="0" marL="0" marR="0" rtl="0" algn="ctr">
              <a:spcBef>
                <a:spcPts val="0"/>
              </a:spcBef>
              <a:spcAft>
                <a:spcPts val="0"/>
              </a:spcAft>
              <a:buNone/>
            </a:pPr>
            <a:r>
              <a:rPr b="1" lang="en-IN" sz="2800" cap="none">
                <a:solidFill>
                  <a:schemeClr val="accent1"/>
                </a:solidFill>
                <a:latin typeface="Century Gothic"/>
                <a:ea typeface="Century Gothic"/>
                <a:cs typeface="Century Gothic"/>
                <a:sym typeface="Century Gothic"/>
              </a:rPr>
              <a:t>2)DELETE THE NODE</a:t>
            </a:r>
            <a:endParaRPr b="1" sz="2800" cap="none">
              <a:solidFill>
                <a:schemeClr val="accent1"/>
              </a:solidFill>
              <a:latin typeface="Century Gothic"/>
              <a:ea typeface="Century Gothic"/>
              <a:cs typeface="Century Gothic"/>
              <a:sym typeface="Century Gothic"/>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6" name="Shape 1156"/>
        <p:cNvGrpSpPr/>
        <p:nvPr/>
      </p:nvGrpSpPr>
      <p:grpSpPr>
        <a:xfrm>
          <a:off x="0" y="0"/>
          <a:ext cx="0" cy="0"/>
          <a:chOff x="0" y="0"/>
          <a:chExt cx="0" cy="0"/>
        </a:xfrm>
      </p:grpSpPr>
      <p:sp>
        <p:nvSpPr>
          <p:cNvPr id="1157" name="Google Shape;1157;p98"/>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i="1" lang="en-IN"/>
              <a:t>Deletion in between</a:t>
            </a:r>
            <a:endParaRPr/>
          </a:p>
        </p:txBody>
      </p:sp>
      <p:sp>
        <p:nvSpPr>
          <p:cNvPr id="1158" name="Google Shape;1158;p98"/>
          <p:cNvSpPr txBox="1"/>
          <p:nvPr>
            <p:ph idx="1" type="body"/>
          </p:nvPr>
        </p:nvSpPr>
        <p:spPr>
          <a:xfrm>
            <a:off x="683568" y="951139"/>
            <a:ext cx="7920880" cy="4705748"/>
          </a:xfrm>
          <a:prstGeom prst="rect">
            <a:avLst/>
          </a:prstGeom>
          <a:noFill/>
          <a:ln>
            <a:noFill/>
          </a:ln>
        </p:spPr>
        <p:txBody>
          <a:bodyPr anchorCtr="0" anchor="t" bIns="45700" lIns="91425" spcFirstLastPara="1" rIns="91425" wrap="square" tIns="45700">
            <a:normAutofit/>
          </a:bodyPr>
          <a:lstStyle/>
          <a:p>
            <a:pPr indent="-177800" lvl="0" marL="342900" rtl="0" algn="l">
              <a:spcBef>
                <a:spcPts val="0"/>
              </a:spcBef>
              <a:spcAft>
                <a:spcPts val="0"/>
              </a:spcAft>
              <a:buSzPts val="1520"/>
              <a:buNone/>
            </a:pPr>
            <a:r>
              <a:t/>
            </a:r>
            <a:endParaRPr b="1" sz="2000"/>
          </a:p>
        </p:txBody>
      </p:sp>
      <p:pic>
        <p:nvPicPr>
          <p:cNvPr descr="https://1.bp.blogspot.com/-scUCKMUqVgU/XAau85KvM6I/AAAAAAAAFZs/6lH2odet02ETOGj374eUmS1T5SQNFuBzQCLcBGAs/s400/New%2BDoc%2B2018-12-04%2B10.16.54_9.jpg" id="1159" name="Google Shape;1159;p98"/>
          <p:cNvPicPr preferRelativeResize="0"/>
          <p:nvPr/>
        </p:nvPicPr>
        <p:blipFill rotWithShape="1">
          <a:blip r:embed="rId3">
            <a:alphaModFix/>
          </a:blip>
          <a:srcRect b="0" l="0" r="0" t="0"/>
          <a:stretch/>
        </p:blipFill>
        <p:spPr>
          <a:xfrm>
            <a:off x="899592" y="980728"/>
            <a:ext cx="7200800" cy="2448272"/>
          </a:xfrm>
          <a:prstGeom prst="rect">
            <a:avLst/>
          </a:prstGeom>
          <a:noFill/>
          <a:ln>
            <a:noFill/>
          </a:ln>
        </p:spPr>
      </p:pic>
      <p:sp>
        <p:nvSpPr>
          <p:cNvPr id="1160" name="Google Shape;1160;p98"/>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161" name="Google Shape;1161;p98"/>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162" name="Google Shape;1162;p98"/>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p99"/>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i="1" lang="en-IN"/>
              <a:t>Deletion in between</a:t>
            </a:r>
            <a:endParaRPr/>
          </a:p>
        </p:txBody>
      </p:sp>
      <p:sp>
        <p:nvSpPr>
          <p:cNvPr id="1169" name="Google Shape;1169;p99"/>
          <p:cNvSpPr txBox="1"/>
          <p:nvPr>
            <p:ph idx="1" type="body"/>
          </p:nvPr>
        </p:nvSpPr>
        <p:spPr>
          <a:xfrm>
            <a:off x="683568" y="951139"/>
            <a:ext cx="7920880" cy="4705748"/>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368"/>
              <a:buChar char="🞇"/>
            </a:pPr>
            <a:r>
              <a:rPr lang="en-IN" sz="1800"/>
              <a:t>If the element is other than the first element of linked list then </a:t>
            </a:r>
            <a:endParaRPr sz="1800"/>
          </a:p>
          <a:p>
            <a:pPr indent="-274320" lvl="1" marL="640080" rtl="0" algn="l">
              <a:spcBef>
                <a:spcPts val="360"/>
              </a:spcBef>
              <a:spcAft>
                <a:spcPts val="0"/>
              </a:spcAft>
              <a:buSzPts val="1368"/>
              <a:buChar char="🞇"/>
            </a:pPr>
            <a:r>
              <a:rPr b="1" lang="en-IN" sz="1800" u="sng"/>
              <a:t>we give the link part of the node to be deleted to the link part of the previous node. </a:t>
            </a:r>
            <a:endParaRPr b="1" sz="1800" u="sng"/>
          </a:p>
          <a:p>
            <a:pPr indent="-274320" lvl="1" marL="640080" rtl="0" algn="l">
              <a:spcBef>
                <a:spcPts val="360"/>
              </a:spcBef>
              <a:spcAft>
                <a:spcPts val="0"/>
              </a:spcAft>
              <a:buSzPts val="1368"/>
              <a:buChar char="🞇"/>
            </a:pPr>
            <a:r>
              <a:rPr lang="en-IN" sz="1800"/>
              <a:t>This can be as-</a:t>
            </a:r>
            <a:endParaRPr/>
          </a:p>
          <a:p>
            <a:pPr indent="0" lvl="8" marL="1847088" rtl="0" algn="l">
              <a:spcBef>
                <a:spcPts val="400"/>
              </a:spcBef>
              <a:spcAft>
                <a:spcPts val="0"/>
              </a:spcAft>
              <a:buSzPts val="1520"/>
              <a:buNone/>
            </a:pPr>
            <a:r>
              <a:rPr b="1" lang="en-IN" sz="2000"/>
              <a:t>tmp =q-&gt;link;</a:t>
            </a:r>
            <a:endParaRPr/>
          </a:p>
          <a:p>
            <a:pPr indent="0" lvl="8" marL="1847088" rtl="0" algn="l">
              <a:spcBef>
                <a:spcPts val="400"/>
              </a:spcBef>
              <a:spcAft>
                <a:spcPts val="0"/>
              </a:spcAft>
              <a:buSzPts val="1520"/>
              <a:buNone/>
            </a:pPr>
            <a:r>
              <a:rPr b="1" lang="en-IN" sz="2000">
                <a:solidFill>
                  <a:srgbClr val="FF0000"/>
                </a:solidFill>
              </a:rPr>
              <a:t>q-&gt;link = tmp-&gt;link;</a:t>
            </a:r>
            <a:endParaRPr/>
          </a:p>
          <a:p>
            <a:pPr indent="0" lvl="8" marL="1847088" rtl="0" algn="l">
              <a:spcBef>
                <a:spcPts val="400"/>
              </a:spcBef>
              <a:spcAft>
                <a:spcPts val="0"/>
              </a:spcAft>
              <a:buSzPts val="1520"/>
              <a:buNone/>
            </a:pPr>
            <a:r>
              <a:rPr b="1" lang="en-IN" sz="2000"/>
              <a:t>free(tmp);</a:t>
            </a:r>
            <a:endParaRPr/>
          </a:p>
        </p:txBody>
      </p:sp>
      <p:pic>
        <p:nvPicPr>
          <p:cNvPr descr="https://1.bp.blogspot.com/-scUCKMUqVgU/XAau85KvM6I/AAAAAAAAFZs/6lH2odet02ETOGj374eUmS1T5SQNFuBzQCLcBGAs/s400/New%2BDoc%2B2018-12-04%2B10.16.54_9.jpg" id="1170" name="Google Shape;1170;p99"/>
          <p:cNvPicPr preferRelativeResize="0"/>
          <p:nvPr/>
        </p:nvPicPr>
        <p:blipFill rotWithShape="1">
          <a:blip r:embed="rId3">
            <a:alphaModFix/>
          </a:blip>
          <a:srcRect b="0" l="0" r="0" t="0"/>
          <a:stretch/>
        </p:blipFill>
        <p:spPr>
          <a:xfrm>
            <a:off x="899592" y="3501008"/>
            <a:ext cx="7200800" cy="2448272"/>
          </a:xfrm>
          <a:prstGeom prst="rect">
            <a:avLst/>
          </a:prstGeom>
          <a:noFill/>
          <a:ln>
            <a:noFill/>
          </a:ln>
        </p:spPr>
      </p:pic>
      <p:sp>
        <p:nvSpPr>
          <p:cNvPr id="1171" name="Google Shape;1171;p99"/>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172" name="Google Shape;1172;p99"/>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173" name="Google Shape;1173;p99"/>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8" name="Shape 1178"/>
        <p:cNvGrpSpPr/>
        <p:nvPr/>
      </p:nvGrpSpPr>
      <p:grpSpPr>
        <a:xfrm>
          <a:off x="0" y="0"/>
          <a:ext cx="0" cy="0"/>
          <a:chOff x="0" y="0"/>
          <a:chExt cx="0" cy="0"/>
        </a:xfrm>
      </p:grpSpPr>
      <p:sp>
        <p:nvSpPr>
          <p:cNvPr id="1179" name="Google Shape;1179;p100"/>
          <p:cNvSpPr txBox="1"/>
          <p:nvPr>
            <p:ph type="title"/>
          </p:nvPr>
        </p:nvSpPr>
        <p:spPr>
          <a:xfrm>
            <a:off x="643600"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i="1" lang="en-IN"/>
              <a:t>Deletion at the end</a:t>
            </a:r>
            <a:endParaRPr b="1" i="1"/>
          </a:p>
        </p:txBody>
      </p:sp>
      <p:sp>
        <p:nvSpPr>
          <p:cNvPr id="1180" name="Google Shape;1180;p100"/>
          <p:cNvSpPr txBox="1"/>
          <p:nvPr>
            <p:ph idx="1" type="body"/>
          </p:nvPr>
        </p:nvSpPr>
        <p:spPr>
          <a:xfrm>
            <a:off x="683568" y="951139"/>
            <a:ext cx="7920880" cy="4705748"/>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368"/>
              <a:buChar char="🞇"/>
            </a:pPr>
            <a:r>
              <a:rPr lang="en-IN" sz="1800"/>
              <a:t> If node to be deleted is last node of linked list then statement 2 will be as-</a:t>
            </a:r>
            <a:endParaRPr/>
          </a:p>
          <a:p>
            <a:pPr indent="0" lvl="8" marL="1847088" rtl="0" algn="l">
              <a:spcBef>
                <a:spcPts val="400"/>
              </a:spcBef>
              <a:spcAft>
                <a:spcPts val="0"/>
              </a:spcAft>
              <a:buSzPts val="1520"/>
              <a:buNone/>
            </a:pPr>
            <a:r>
              <a:rPr b="1" lang="en-IN" sz="2000"/>
              <a:t>tmp =q-&gt;link;</a:t>
            </a:r>
            <a:endParaRPr/>
          </a:p>
          <a:p>
            <a:pPr indent="0" lvl="8" marL="1847088" rtl="0" algn="l">
              <a:spcBef>
                <a:spcPts val="400"/>
              </a:spcBef>
              <a:spcAft>
                <a:spcPts val="0"/>
              </a:spcAft>
              <a:buSzPts val="1520"/>
              <a:buNone/>
            </a:pPr>
            <a:r>
              <a:rPr b="1" lang="en-IN" sz="2000">
                <a:solidFill>
                  <a:srgbClr val="FF0000"/>
                </a:solidFill>
              </a:rPr>
              <a:t>q-&gt;link = NULL;</a:t>
            </a:r>
            <a:endParaRPr b="1" sz="2000">
              <a:solidFill>
                <a:srgbClr val="FF0000"/>
              </a:solidFill>
            </a:endParaRPr>
          </a:p>
          <a:p>
            <a:pPr indent="0" lvl="8" marL="1847088" rtl="0" algn="l">
              <a:spcBef>
                <a:spcPts val="400"/>
              </a:spcBef>
              <a:spcAft>
                <a:spcPts val="0"/>
              </a:spcAft>
              <a:buSzPts val="1520"/>
              <a:buNone/>
            </a:pPr>
            <a:r>
              <a:rPr b="1" lang="en-IN" sz="2000"/>
              <a:t>free(tmp);</a:t>
            </a:r>
            <a:endParaRPr b="1" sz="2000"/>
          </a:p>
        </p:txBody>
      </p:sp>
      <p:sp>
        <p:nvSpPr>
          <p:cNvPr id="1181" name="Google Shape;1181;p100"/>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182" name="Google Shape;1182;p100"/>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183" name="Google Shape;1183;p100"/>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sp>
        <p:nvSpPr>
          <p:cNvPr id="1188" name="Google Shape;1188;p101"/>
          <p:cNvSpPr txBox="1"/>
          <p:nvPr>
            <p:ph type="ctrTitle"/>
          </p:nvPr>
        </p:nvSpPr>
        <p:spPr>
          <a:xfrm>
            <a:off x="4733365" y="2708476"/>
            <a:ext cx="3313355" cy="170216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3600"/>
              <a:buFont typeface="Century Gothic"/>
              <a:buNone/>
            </a:pPr>
            <a:r>
              <a:rPr lang="en-IN"/>
              <a:t>Circular Linked List</a:t>
            </a:r>
            <a:endParaRPr/>
          </a:p>
        </p:txBody>
      </p:sp>
      <p:sp>
        <p:nvSpPr>
          <p:cNvPr id="1189" name="Google Shape;1189;p101"/>
          <p:cNvSpPr txBox="1"/>
          <p:nvPr>
            <p:ph idx="1" type="subTitle"/>
          </p:nvPr>
        </p:nvSpPr>
        <p:spPr>
          <a:xfrm>
            <a:off x="4733365" y="4421080"/>
            <a:ext cx="3309803" cy="126062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368"/>
              <a:buNone/>
            </a:pPr>
            <a:r>
              <a:t/>
            </a:r>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3" name="Shape 1193"/>
        <p:cNvGrpSpPr/>
        <p:nvPr/>
      </p:nvGrpSpPr>
      <p:grpSpPr>
        <a:xfrm>
          <a:off x="0" y="0"/>
          <a:ext cx="0" cy="0"/>
          <a:chOff x="0" y="0"/>
          <a:chExt cx="0" cy="0"/>
        </a:xfrm>
      </p:grpSpPr>
      <p:sp>
        <p:nvSpPr>
          <p:cNvPr id="1194" name="Google Shape;1194;p102"/>
          <p:cNvSpPr txBox="1"/>
          <p:nvPr>
            <p:ph type="title"/>
          </p:nvPr>
        </p:nvSpPr>
        <p:spPr>
          <a:xfrm>
            <a:off x="1043490" y="1027664"/>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lang="en-IN" sz="2800"/>
              <a:t>Why Circular?</a:t>
            </a:r>
            <a:endParaRPr sz="2800"/>
          </a:p>
        </p:txBody>
      </p:sp>
      <p:sp>
        <p:nvSpPr>
          <p:cNvPr id="1195" name="Google Shape;1195;p102"/>
          <p:cNvSpPr txBox="1"/>
          <p:nvPr>
            <p:ph idx="1" type="body"/>
          </p:nvPr>
        </p:nvSpPr>
        <p:spPr>
          <a:xfrm>
            <a:off x="971600" y="1772816"/>
            <a:ext cx="6777317" cy="3508977"/>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In a singly linked list, </a:t>
            </a:r>
            <a:endParaRPr sz="2000"/>
          </a:p>
          <a:p>
            <a:pPr indent="-274320" lvl="1" marL="640080" rtl="0" algn="l">
              <a:spcBef>
                <a:spcPts val="400"/>
              </a:spcBef>
              <a:spcAft>
                <a:spcPts val="0"/>
              </a:spcAft>
              <a:buSzPts val="1520"/>
              <a:buChar char="🞇"/>
            </a:pPr>
            <a:r>
              <a:rPr b="1" lang="en-IN" sz="2000" u="sng"/>
              <a:t>If we are at any node in the middle of the list, then it is not possible to access nodes that precede the given node. </a:t>
            </a:r>
            <a:endParaRPr b="1" sz="2000" u="sng"/>
          </a:p>
          <a:p>
            <a:pPr indent="-274320" lvl="1" marL="640080" rtl="0" algn="l">
              <a:spcBef>
                <a:spcPts val="400"/>
              </a:spcBef>
              <a:spcAft>
                <a:spcPts val="0"/>
              </a:spcAft>
              <a:buSzPts val="1520"/>
              <a:buChar char="🞇"/>
            </a:pPr>
            <a:r>
              <a:rPr lang="en-IN" sz="2000"/>
              <a:t>This problem can be solved by slightly altering the structure of singly linked list. </a:t>
            </a:r>
            <a:endParaRPr sz="2000"/>
          </a:p>
          <a:p>
            <a:pPr indent="-177800" lvl="0" marL="342900" rtl="0" algn="l">
              <a:spcBef>
                <a:spcPts val="400"/>
              </a:spcBef>
              <a:spcAft>
                <a:spcPts val="0"/>
              </a:spcAft>
              <a:buSzPts val="1520"/>
              <a:buNone/>
            </a:pPr>
            <a:r>
              <a:t/>
            </a:r>
            <a:endParaRPr sz="2000"/>
          </a:p>
        </p:txBody>
      </p:sp>
      <p:sp>
        <p:nvSpPr>
          <p:cNvPr id="1196" name="Google Shape;1196;p102"/>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197" name="Google Shape;1197;p102"/>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198" name="Google Shape;1198;p102"/>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sp>
        <p:nvSpPr>
          <p:cNvPr id="1203" name="Google Shape;1203;p103"/>
          <p:cNvSpPr txBox="1"/>
          <p:nvPr>
            <p:ph type="title"/>
          </p:nvPr>
        </p:nvSpPr>
        <p:spPr>
          <a:xfrm>
            <a:off x="1043490" y="1027664"/>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lang="en-IN" sz="2800"/>
              <a:t>How?</a:t>
            </a:r>
            <a:endParaRPr sz="2800"/>
          </a:p>
        </p:txBody>
      </p:sp>
      <p:sp>
        <p:nvSpPr>
          <p:cNvPr id="1204" name="Google Shape;1204;p103"/>
          <p:cNvSpPr txBox="1"/>
          <p:nvPr>
            <p:ph idx="1" type="body"/>
          </p:nvPr>
        </p:nvSpPr>
        <p:spPr>
          <a:xfrm>
            <a:off x="971600" y="1772816"/>
            <a:ext cx="6777317" cy="3508977"/>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b="1" lang="en-IN" sz="2000"/>
              <a:t>In a singly linked list, next part (pointer to next node) of the last node  is NULL, </a:t>
            </a:r>
            <a:endParaRPr b="1" sz="2000"/>
          </a:p>
          <a:p>
            <a:pPr indent="-274320" lvl="1" marL="640080" rtl="0" algn="l">
              <a:spcBef>
                <a:spcPts val="400"/>
              </a:spcBef>
              <a:spcAft>
                <a:spcPts val="0"/>
              </a:spcAft>
              <a:buSzPts val="1520"/>
              <a:buChar char="🞇"/>
            </a:pPr>
            <a:r>
              <a:rPr b="1" lang="en-IN" sz="2000"/>
              <a:t>if we utilize this link to point to the first node then we can reach preceding nodes. </a:t>
            </a:r>
            <a:endParaRPr/>
          </a:p>
        </p:txBody>
      </p:sp>
      <p:sp>
        <p:nvSpPr>
          <p:cNvPr id="1205" name="Google Shape;1205;p103"/>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206" name="Google Shape;1206;p103"/>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207" name="Google Shape;1207;p103"/>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1" name="Shape 1211"/>
        <p:cNvGrpSpPr/>
        <p:nvPr/>
      </p:nvGrpSpPr>
      <p:grpSpPr>
        <a:xfrm>
          <a:off x="0" y="0"/>
          <a:ext cx="0" cy="0"/>
          <a:chOff x="0" y="0"/>
          <a:chExt cx="0" cy="0"/>
        </a:xfrm>
      </p:grpSpPr>
      <p:sp>
        <p:nvSpPr>
          <p:cNvPr id="1212" name="Google Shape;1212;p104"/>
          <p:cNvSpPr txBox="1"/>
          <p:nvPr>
            <p:ph type="title"/>
          </p:nvPr>
        </p:nvSpPr>
        <p:spPr>
          <a:xfrm>
            <a:off x="1043490" y="1027664"/>
            <a:ext cx="7024744" cy="385112"/>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b="1" i="1" lang="en-IN" sz="2800"/>
              <a:t>Implementation of circular linked list</a:t>
            </a:r>
            <a:endParaRPr sz="2800"/>
          </a:p>
        </p:txBody>
      </p:sp>
      <p:sp>
        <p:nvSpPr>
          <p:cNvPr id="1213" name="Google Shape;1213;p104"/>
          <p:cNvSpPr txBox="1"/>
          <p:nvPr>
            <p:ph idx="1" type="body"/>
          </p:nvPr>
        </p:nvSpPr>
        <p:spPr>
          <a:xfrm>
            <a:off x="1043492" y="1844824"/>
            <a:ext cx="6777317" cy="3508977"/>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Creation of circular linked list is same as single linked list. </a:t>
            </a:r>
            <a:endParaRPr sz="2000"/>
          </a:p>
          <a:p>
            <a:pPr indent="-274320" lvl="0" marL="342900" rtl="0" algn="l">
              <a:spcBef>
                <a:spcPts val="400"/>
              </a:spcBef>
              <a:spcAft>
                <a:spcPts val="0"/>
              </a:spcAft>
              <a:buSzPts val="1520"/>
              <a:buChar char="🞇"/>
            </a:pPr>
            <a:r>
              <a:rPr b="1" lang="en-IN" sz="2000"/>
              <a:t>Last node will always point to first node instead of NULL. </a:t>
            </a:r>
            <a:endParaRPr b="1" sz="2000"/>
          </a:p>
        </p:txBody>
      </p:sp>
      <p:pic>
        <p:nvPicPr>
          <p:cNvPr descr="https://3.bp.blogspot.com/-ISuSWjERl6A/XAeM4xuVNEI/AAAAAAAAFak/_o2CopWPA442I2b1LmIYBQddgqrUs1JRACLcBGAs/s400/New%2BDoc%2B2018-12-04%2B10.16.54_14.jpg" id="1214" name="Google Shape;1214;p104"/>
          <p:cNvPicPr preferRelativeResize="0"/>
          <p:nvPr/>
        </p:nvPicPr>
        <p:blipFill rotWithShape="1">
          <a:blip r:embed="rId3">
            <a:alphaModFix/>
          </a:blip>
          <a:srcRect b="0" l="0" r="0" t="0"/>
          <a:stretch/>
        </p:blipFill>
        <p:spPr>
          <a:xfrm>
            <a:off x="1907704" y="3429000"/>
            <a:ext cx="4818112" cy="1584176"/>
          </a:xfrm>
          <a:prstGeom prst="rect">
            <a:avLst/>
          </a:prstGeom>
          <a:noFill/>
          <a:ln>
            <a:noFill/>
          </a:ln>
        </p:spPr>
      </p:pic>
      <p:sp>
        <p:nvSpPr>
          <p:cNvPr id="1215" name="Google Shape;1215;p104"/>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216" name="Google Shape;1216;p104"/>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217" name="Google Shape;1217;p104"/>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1" name="Shape 1221"/>
        <p:cNvGrpSpPr/>
        <p:nvPr/>
      </p:nvGrpSpPr>
      <p:grpSpPr>
        <a:xfrm>
          <a:off x="0" y="0"/>
          <a:ext cx="0" cy="0"/>
          <a:chOff x="0" y="0"/>
          <a:chExt cx="0" cy="0"/>
        </a:xfrm>
      </p:grpSpPr>
      <p:sp>
        <p:nvSpPr>
          <p:cNvPr id="1222" name="Google Shape;1222;p105"/>
          <p:cNvSpPr txBox="1"/>
          <p:nvPr>
            <p:ph type="title"/>
          </p:nvPr>
        </p:nvSpPr>
        <p:spPr>
          <a:xfrm>
            <a:off x="1043490" y="1027664"/>
            <a:ext cx="7024744" cy="385112"/>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b="1" i="1" lang="en-IN" sz="2800"/>
              <a:t>Implementation of circular linked list</a:t>
            </a:r>
            <a:endParaRPr sz="2800"/>
          </a:p>
        </p:txBody>
      </p:sp>
      <p:sp>
        <p:nvSpPr>
          <p:cNvPr id="1223" name="Google Shape;1223;p105"/>
          <p:cNvSpPr txBox="1"/>
          <p:nvPr>
            <p:ph idx="1" type="body"/>
          </p:nvPr>
        </p:nvSpPr>
        <p:spPr>
          <a:xfrm>
            <a:off x="1043492" y="1844824"/>
            <a:ext cx="6777317" cy="3508977"/>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b="1" lang="en-IN" sz="2000"/>
              <a:t>One pointer last, </a:t>
            </a:r>
            <a:endParaRPr/>
          </a:p>
          <a:p>
            <a:pPr indent="-274320" lvl="1" marL="640080" rtl="0" algn="l">
              <a:spcBef>
                <a:spcPts val="360"/>
              </a:spcBef>
              <a:spcAft>
                <a:spcPts val="0"/>
              </a:spcAft>
              <a:buSzPts val="1368"/>
              <a:buChar char="🞇"/>
            </a:pPr>
            <a:r>
              <a:rPr b="1" lang="en-IN" sz="1800"/>
              <a:t> </a:t>
            </a:r>
            <a:r>
              <a:rPr b="1" lang="en-IN" sz="1800">
                <a:solidFill>
                  <a:srgbClr val="FF0000"/>
                </a:solidFill>
              </a:rPr>
              <a:t>Last points to last node of list and </a:t>
            </a:r>
            <a:endParaRPr b="1" sz="1800">
              <a:solidFill>
                <a:srgbClr val="FF0000"/>
              </a:solidFill>
            </a:endParaRPr>
          </a:p>
          <a:p>
            <a:pPr indent="-274320" lvl="1" marL="640080" rtl="0" algn="l">
              <a:spcBef>
                <a:spcPts val="360"/>
              </a:spcBef>
              <a:spcAft>
                <a:spcPts val="0"/>
              </a:spcAft>
              <a:buSzPts val="1368"/>
              <a:buChar char="🞇"/>
            </a:pPr>
            <a:r>
              <a:rPr b="1" lang="en-IN" sz="1800">
                <a:solidFill>
                  <a:srgbClr val="FF0000"/>
                </a:solidFill>
              </a:rPr>
              <a:t>Link part of Last node points to the first node of list.</a:t>
            </a:r>
            <a:endParaRPr/>
          </a:p>
        </p:txBody>
      </p:sp>
      <p:pic>
        <p:nvPicPr>
          <p:cNvPr descr="https://media.geeksforgeeks.org/wp-content/uploads/CircularSinglyLinkedList1.png" id="1224" name="Google Shape;1224;p105"/>
          <p:cNvPicPr preferRelativeResize="0"/>
          <p:nvPr/>
        </p:nvPicPr>
        <p:blipFill rotWithShape="1">
          <a:blip r:embed="rId3">
            <a:alphaModFix/>
          </a:blip>
          <a:srcRect b="0" l="0" r="0" t="0"/>
          <a:stretch/>
        </p:blipFill>
        <p:spPr>
          <a:xfrm>
            <a:off x="971600" y="3133699"/>
            <a:ext cx="6829425" cy="2095501"/>
          </a:xfrm>
          <a:prstGeom prst="rect">
            <a:avLst/>
          </a:prstGeom>
          <a:noFill/>
          <a:ln>
            <a:noFill/>
          </a:ln>
        </p:spPr>
      </p:pic>
      <p:sp>
        <p:nvSpPr>
          <p:cNvPr id="1225" name="Google Shape;1225;p105"/>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226" name="Google Shape;1226;p105"/>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227" name="Google Shape;1227;p105"/>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1" name="Shape 1231"/>
        <p:cNvGrpSpPr/>
        <p:nvPr/>
      </p:nvGrpSpPr>
      <p:grpSpPr>
        <a:xfrm>
          <a:off x="0" y="0"/>
          <a:ext cx="0" cy="0"/>
          <a:chOff x="0" y="0"/>
          <a:chExt cx="0" cy="0"/>
        </a:xfrm>
      </p:grpSpPr>
      <p:sp>
        <p:nvSpPr>
          <p:cNvPr id="1232" name="Google Shape;1232;p106"/>
          <p:cNvSpPr txBox="1"/>
          <p:nvPr>
            <p:ph type="title"/>
          </p:nvPr>
        </p:nvSpPr>
        <p:spPr>
          <a:xfrm>
            <a:off x="1043490" y="1027664"/>
            <a:ext cx="7024744" cy="601136"/>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800"/>
              <a:buFont typeface="Century Gothic"/>
              <a:buNone/>
            </a:pPr>
            <a:r>
              <a:rPr b="1" lang="en-IN" sz="2800"/>
              <a:t>Advantages of a Circular linked list</a:t>
            </a:r>
            <a:endParaRPr sz="2800"/>
          </a:p>
        </p:txBody>
      </p:sp>
      <p:sp>
        <p:nvSpPr>
          <p:cNvPr id="1233" name="Google Shape;1233;p106"/>
          <p:cNvSpPr txBox="1"/>
          <p:nvPr>
            <p:ph idx="1" type="body"/>
          </p:nvPr>
        </p:nvSpPr>
        <p:spPr>
          <a:xfrm>
            <a:off x="1043608" y="1916832"/>
            <a:ext cx="6777317" cy="3941025"/>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In circular linked list, </a:t>
            </a:r>
            <a:r>
              <a:rPr b="1" lang="en-IN" sz="2000"/>
              <a:t>we can easily traverse to its previous node</a:t>
            </a:r>
            <a:r>
              <a:rPr lang="en-IN" sz="2000"/>
              <a:t>, which is not possible in singly linked list.</a:t>
            </a:r>
            <a:endParaRPr b="1" sz="2000"/>
          </a:p>
          <a:p>
            <a:pPr indent="-177800" lvl="0" marL="342900" rtl="0" algn="l">
              <a:spcBef>
                <a:spcPts val="400"/>
              </a:spcBef>
              <a:spcAft>
                <a:spcPts val="0"/>
              </a:spcAft>
              <a:buSzPts val="1520"/>
              <a:buNone/>
            </a:pPr>
            <a:r>
              <a:t/>
            </a:r>
            <a:endParaRPr b="1" sz="2000"/>
          </a:p>
          <a:p>
            <a:pPr indent="-274320" lvl="0" marL="342900" rtl="0" algn="l">
              <a:spcBef>
                <a:spcPts val="400"/>
              </a:spcBef>
              <a:spcAft>
                <a:spcPts val="0"/>
              </a:spcAft>
              <a:buSzPts val="1520"/>
              <a:buChar char="🞇"/>
            </a:pPr>
            <a:r>
              <a:rPr b="1" lang="en-IN" sz="2000"/>
              <a:t>Entire list can be traversed from any node.</a:t>
            </a:r>
            <a:endParaRPr/>
          </a:p>
          <a:p>
            <a:pPr indent="-274320" lvl="1" marL="640080" rtl="0" algn="l">
              <a:spcBef>
                <a:spcPts val="360"/>
              </a:spcBef>
              <a:spcAft>
                <a:spcPts val="0"/>
              </a:spcAft>
              <a:buSzPts val="1368"/>
              <a:buChar char="🞇"/>
            </a:pPr>
            <a:r>
              <a:rPr lang="en-IN" sz="1800"/>
              <a:t>If we are at a node, then we can go to any node. But in linear linked list it is not possible to go to previous node.</a:t>
            </a:r>
            <a:endParaRPr/>
          </a:p>
          <a:p>
            <a:pPr indent="-187452" lvl="1" marL="640080" rtl="0" algn="l">
              <a:spcBef>
                <a:spcPts val="360"/>
              </a:spcBef>
              <a:spcAft>
                <a:spcPts val="0"/>
              </a:spcAft>
              <a:buSzPts val="1368"/>
              <a:buNone/>
            </a:pPr>
            <a:r>
              <a:t/>
            </a:r>
            <a:endParaRPr b="1" sz="1800"/>
          </a:p>
        </p:txBody>
      </p:sp>
      <p:sp>
        <p:nvSpPr>
          <p:cNvPr id="1234" name="Google Shape;1234;p106"/>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235" name="Google Shape;1235;p106"/>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236" name="Google Shape;1236;p106"/>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0" name="Shape 1240"/>
        <p:cNvGrpSpPr/>
        <p:nvPr/>
      </p:nvGrpSpPr>
      <p:grpSpPr>
        <a:xfrm>
          <a:off x="0" y="0"/>
          <a:ext cx="0" cy="0"/>
          <a:chOff x="0" y="0"/>
          <a:chExt cx="0" cy="0"/>
        </a:xfrm>
      </p:grpSpPr>
      <p:sp>
        <p:nvSpPr>
          <p:cNvPr id="1241" name="Google Shape;1241;p107"/>
          <p:cNvSpPr txBox="1"/>
          <p:nvPr>
            <p:ph type="title"/>
          </p:nvPr>
        </p:nvSpPr>
        <p:spPr>
          <a:xfrm>
            <a:off x="1043490" y="1027664"/>
            <a:ext cx="7024744" cy="601136"/>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800"/>
              <a:buFont typeface="Century Gothic"/>
              <a:buNone/>
            </a:pPr>
            <a:r>
              <a:rPr b="1" lang="en-IN" sz="2800"/>
              <a:t>Advantages of a Circular linked list</a:t>
            </a:r>
            <a:endParaRPr sz="2800"/>
          </a:p>
        </p:txBody>
      </p:sp>
      <p:sp>
        <p:nvSpPr>
          <p:cNvPr id="1242" name="Google Shape;1242;p107"/>
          <p:cNvSpPr txBox="1"/>
          <p:nvPr>
            <p:ph idx="1" type="body"/>
          </p:nvPr>
        </p:nvSpPr>
        <p:spPr>
          <a:xfrm>
            <a:off x="1043608" y="1916832"/>
            <a:ext cx="6777317" cy="3941025"/>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368"/>
              <a:buChar char="🞇"/>
            </a:pPr>
            <a:r>
              <a:rPr lang="en-IN" sz="1800"/>
              <a:t>In Single Linked List, for insertion at the end, the whole list has to be traversed. </a:t>
            </a:r>
            <a:endParaRPr sz="1800"/>
          </a:p>
          <a:p>
            <a:pPr indent="-274320" lvl="0" marL="342900" rtl="0" algn="l">
              <a:spcBef>
                <a:spcPts val="400"/>
              </a:spcBef>
              <a:spcAft>
                <a:spcPts val="0"/>
              </a:spcAft>
              <a:buSzPts val="1520"/>
              <a:buChar char="🞇"/>
            </a:pPr>
            <a:r>
              <a:rPr lang="en-IN" sz="2000"/>
              <a:t>In Circular Linked list, </a:t>
            </a:r>
            <a:endParaRPr/>
          </a:p>
          <a:p>
            <a:pPr indent="-274320" lvl="1" marL="640080" rtl="0" algn="l">
              <a:spcBef>
                <a:spcPts val="360"/>
              </a:spcBef>
              <a:spcAft>
                <a:spcPts val="0"/>
              </a:spcAft>
              <a:buSzPts val="1368"/>
              <a:buChar char="🞇"/>
            </a:pPr>
            <a:r>
              <a:rPr b="1" lang="en-IN" sz="1800"/>
              <a:t>with pointer to the last node there won’t be any need to traverse the whole list. </a:t>
            </a:r>
            <a:endParaRPr/>
          </a:p>
          <a:p>
            <a:pPr indent="-274320" lvl="1" marL="640080" rtl="0" algn="l">
              <a:spcBef>
                <a:spcPts val="360"/>
              </a:spcBef>
              <a:spcAft>
                <a:spcPts val="0"/>
              </a:spcAft>
              <a:buSzPts val="1368"/>
              <a:buChar char="🞇"/>
            </a:pPr>
            <a:r>
              <a:rPr lang="en-IN" sz="1800"/>
              <a:t>So insertion in the begging or at the end takes constant time irrespective of the length of the list i.e O(1).</a:t>
            </a:r>
            <a:endParaRPr/>
          </a:p>
          <a:p>
            <a:pPr indent="-274320" lvl="1" marL="640080" rtl="0" algn="l">
              <a:spcBef>
                <a:spcPts val="360"/>
              </a:spcBef>
              <a:spcAft>
                <a:spcPts val="0"/>
              </a:spcAft>
              <a:buSzPts val="1368"/>
              <a:buChar char="🞇"/>
            </a:pPr>
            <a:r>
              <a:rPr b="1" lang="en-IN" sz="1800"/>
              <a:t>It saves time when we have to go to the first node from the last node. </a:t>
            </a:r>
            <a:endParaRPr b="1" sz="1800"/>
          </a:p>
          <a:p>
            <a:pPr indent="-228600" lvl="2" marL="914400" rtl="0" algn="l">
              <a:spcBef>
                <a:spcPts val="360"/>
              </a:spcBef>
              <a:spcAft>
                <a:spcPts val="0"/>
              </a:spcAft>
              <a:buSzPts val="1368"/>
              <a:buChar char="🞇"/>
            </a:pPr>
            <a:r>
              <a:rPr b="1" lang="en-IN" sz="1800"/>
              <a:t>It can be done in single step because there is no need to traverse the in between nodes</a:t>
            </a:r>
            <a:endParaRPr/>
          </a:p>
          <a:p>
            <a:pPr indent="-187452" lvl="0" marL="342900" rtl="0" algn="l">
              <a:spcBef>
                <a:spcPts val="360"/>
              </a:spcBef>
              <a:spcAft>
                <a:spcPts val="0"/>
              </a:spcAft>
              <a:buSzPts val="1368"/>
              <a:buNone/>
            </a:pPr>
            <a:r>
              <a:t/>
            </a:r>
            <a:endParaRPr sz="1800"/>
          </a:p>
          <a:p>
            <a:pPr indent="-177800" lvl="0" marL="342900" rtl="0" algn="l">
              <a:spcBef>
                <a:spcPts val="400"/>
              </a:spcBef>
              <a:spcAft>
                <a:spcPts val="0"/>
              </a:spcAft>
              <a:buSzPts val="1520"/>
              <a:buNone/>
            </a:pPr>
            <a:r>
              <a:t/>
            </a:r>
            <a:endParaRPr sz="2000"/>
          </a:p>
        </p:txBody>
      </p:sp>
      <p:sp>
        <p:nvSpPr>
          <p:cNvPr id="1243" name="Google Shape;1243;p107"/>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244" name="Google Shape;1244;p107"/>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245" name="Google Shape;1245;p107"/>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9" name="Shape 1249"/>
        <p:cNvGrpSpPr/>
        <p:nvPr/>
      </p:nvGrpSpPr>
      <p:grpSpPr>
        <a:xfrm>
          <a:off x="0" y="0"/>
          <a:ext cx="0" cy="0"/>
          <a:chOff x="0" y="0"/>
          <a:chExt cx="0" cy="0"/>
        </a:xfrm>
      </p:grpSpPr>
      <p:sp>
        <p:nvSpPr>
          <p:cNvPr id="1250" name="Google Shape;1250;p108"/>
          <p:cNvSpPr txBox="1"/>
          <p:nvPr>
            <p:ph type="title"/>
          </p:nvPr>
        </p:nvSpPr>
        <p:spPr>
          <a:xfrm>
            <a:off x="1043490" y="1027664"/>
            <a:ext cx="7024744" cy="673144"/>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b="1" lang="en-IN" sz="2800"/>
              <a:t>Disadvantages of Circular linked list</a:t>
            </a:r>
            <a:endParaRPr sz="2800"/>
          </a:p>
        </p:txBody>
      </p:sp>
      <p:sp>
        <p:nvSpPr>
          <p:cNvPr id="1251" name="Google Shape;1251;p108"/>
          <p:cNvSpPr txBox="1"/>
          <p:nvPr>
            <p:ph idx="1" type="body"/>
          </p:nvPr>
        </p:nvSpPr>
        <p:spPr>
          <a:xfrm>
            <a:off x="1043492" y="2132856"/>
            <a:ext cx="6777317" cy="3699773"/>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368"/>
              <a:buChar char="🞇"/>
            </a:pPr>
            <a:r>
              <a:rPr lang="en-IN" sz="1800"/>
              <a:t>Circular list are complex </a:t>
            </a:r>
            <a:endParaRPr sz="1800"/>
          </a:p>
          <a:p>
            <a:pPr indent="-274320" lvl="1" marL="640080" rtl="0" algn="l">
              <a:spcBef>
                <a:spcPts val="360"/>
              </a:spcBef>
              <a:spcAft>
                <a:spcPts val="0"/>
              </a:spcAft>
              <a:buSzPts val="1368"/>
              <a:buChar char="🞇"/>
            </a:pPr>
            <a:r>
              <a:rPr lang="en-IN" sz="1800"/>
              <a:t>as compared to singly linked lists.</a:t>
            </a:r>
            <a:endParaRPr/>
          </a:p>
          <a:p>
            <a:pPr indent="-187452" lvl="1" marL="640080" rtl="0" algn="l">
              <a:spcBef>
                <a:spcPts val="360"/>
              </a:spcBef>
              <a:spcAft>
                <a:spcPts val="0"/>
              </a:spcAft>
              <a:buSzPts val="1368"/>
              <a:buNone/>
            </a:pPr>
            <a:r>
              <a:t/>
            </a:r>
            <a:endParaRPr sz="1800"/>
          </a:p>
          <a:p>
            <a:pPr indent="-274320" lvl="0" marL="342900" rtl="0" algn="l">
              <a:spcBef>
                <a:spcPts val="360"/>
              </a:spcBef>
              <a:spcAft>
                <a:spcPts val="0"/>
              </a:spcAft>
              <a:buSzPts val="1368"/>
              <a:buChar char="🞇"/>
            </a:pPr>
            <a:r>
              <a:rPr b="1" lang="en-IN" sz="1800"/>
              <a:t>Reversing of circular list is complex </a:t>
            </a:r>
            <a:endParaRPr/>
          </a:p>
          <a:p>
            <a:pPr indent="-274320" lvl="1" marL="640080" rtl="0" algn="l">
              <a:spcBef>
                <a:spcPts val="360"/>
              </a:spcBef>
              <a:spcAft>
                <a:spcPts val="0"/>
              </a:spcAft>
              <a:buSzPts val="1368"/>
              <a:buChar char="🞇"/>
            </a:pPr>
            <a:r>
              <a:rPr b="1" lang="en-IN" sz="1800"/>
              <a:t>as compared to singly or doubly lists.</a:t>
            </a:r>
            <a:endParaRPr/>
          </a:p>
          <a:p>
            <a:pPr indent="-187452" lvl="0" marL="342900" rtl="0" algn="l">
              <a:spcBef>
                <a:spcPts val="360"/>
              </a:spcBef>
              <a:spcAft>
                <a:spcPts val="0"/>
              </a:spcAft>
              <a:buSzPts val="1368"/>
              <a:buNone/>
            </a:pPr>
            <a:r>
              <a:t/>
            </a:r>
            <a:endParaRPr sz="1800"/>
          </a:p>
          <a:p>
            <a:pPr indent="-274320" lvl="0" marL="342900" rtl="0" algn="l">
              <a:spcBef>
                <a:spcPts val="360"/>
              </a:spcBef>
              <a:spcAft>
                <a:spcPts val="0"/>
              </a:spcAft>
              <a:buSzPts val="1368"/>
              <a:buChar char="🞇"/>
            </a:pPr>
            <a:r>
              <a:rPr lang="en-IN" sz="1800"/>
              <a:t>If not traversed carefully, </a:t>
            </a:r>
            <a:endParaRPr sz="1800"/>
          </a:p>
          <a:p>
            <a:pPr indent="-274320" lvl="1" marL="640080" rtl="0" algn="l">
              <a:spcBef>
                <a:spcPts val="360"/>
              </a:spcBef>
              <a:spcAft>
                <a:spcPts val="0"/>
              </a:spcAft>
              <a:buSzPts val="1368"/>
              <a:buChar char="🞇"/>
            </a:pPr>
            <a:r>
              <a:rPr lang="en-IN" sz="1800"/>
              <a:t>then we could end up in an infinite loop.</a:t>
            </a:r>
            <a:endParaRPr/>
          </a:p>
          <a:p>
            <a:pPr indent="-187452" lvl="0" marL="342900" rtl="0" algn="l">
              <a:spcBef>
                <a:spcPts val="360"/>
              </a:spcBef>
              <a:spcAft>
                <a:spcPts val="0"/>
              </a:spcAft>
              <a:buSzPts val="1368"/>
              <a:buNone/>
            </a:pPr>
            <a:r>
              <a:t/>
            </a:r>
            <a:endParaRPr sz="1800"/>
          </a:p>
          <a:p>
            <a:pPr indent="-274320" lvl="0" marL="342900" rtl="0" algn="l">
              <a:spcBef>
                <a:spcPts val="360"/>
              </a:spcBef>
              <a:spcAft>
                <a:spcPts val="0"/>
              </a:spcAft>
              <a:buSzPts val="1368"/>
              <a:buChar char="🞇"/>
            </a:pPr>
            <a:r>
              <a:rPr lang="en-IN" sz="1800"/>
              <a:t>Like singly and doubly lists circular linked lists also </a:t>
            </a:r>
            <a:r>
              <a:rPr b="1" lang="en-IN" sz="1800" u="sng"/>
              <a:t>doesn’t supports direct accessing of elements.</a:t>
            </a:r>
            <a:endParaRPr/>
          </a:p>
          <a:p>
            <a:pPr indent="-187452" lvl="0" marL="342900" rtl="0" algn="l">
              <a:spcBef>
                <a:spcPts val="360"/>
              </a:spcBef>
              <a:spcAft>
                <a:spcPts val="0"/>
              </a:spcAft>
              <a:buSzPts val="1368"/>
              <a:buNone/>
            </a:pPr>
            <a:r>
              <a:t/>
            </a:r>
            <a:endParaRPr sz="1800"/>
          </a:p>
        </p:txBody>
      </p:sp>
      <p:sp>
        <p:nvSpPr>
          <p:cNvPr id="1252" name="Google Shape;1252;p108"/>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253" name="Google Shape;1253;p108"/>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254" name="Google Shape;1254;p108"/>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8" name="Shape 1258"/>
        <p:cNvGrpSpPr/>
        <p:nvPr/>
      </p:nvGrpSpPr>
      <p:grpSpPr>
        <a:xfrm>
          <a:off x="0" y="0"/>
          <a:ext cx="0" cy="0"/>
          <a:chOff x="0" y="0"/>
          <a:chExt cx="0" cy="0"/>
        </a:xfrm>
      </p:grpSpPr>
      <p:sp>
        <p:nvSpPr>
          <p:cNvPr id="1259" name="Google Shape;1259;p109"/>
          <p:cNvSpPr txBox="1"/>
          <p:nvPr>
            <p:ph type="title"/>
          </p:nvPr>
        </p:nvSpPr>
        <p:spPr>
          <a:xfrm>
            <a:off x="1043490" y="1027664"/>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i="1" lang="en-IN" sz="3200"/>
              <a:t>Insertion into a circular linked list :-</a:t>
            </a:r>
            <a:endParaRPr sz="3200"/>
          </a:p>
        </p:txBody>
      </p:sp>
      <p:sp>
        <p:nvSpPr>
          <p:cNvPr id="1260" name="Google Shape;1260;p109"/>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520"/>
              <a:buNone/>
            </a:pPr>
            <a:r>
              <a:rPr i="1" lang="en-IN" sz="2000"/>
              <a:t>Insertion in a circular linked list may be possible in two ways-</a:t>
            </a:r>
            <a:endParaRPr sz="2000"/>
          </a:p>
          <a:p>
            <a:pPr indent="-274320" lvl="0" marL="342900" rtl="0" algn="l">
              <a:spcBef>
                <a:spcPts val="400"/>
              </a:spcBef>
              <a:spcAft>
                <a:spcPts val="0"/>
              </a:spcAft>
              <a:buSzPts val="1520"/>
              <a:buChar char="🞇"/>
            </a:pPr>
            <a:r>
              <a:rPr b="1" i="1" lang="en-IN" sz="2000"/>
              <a:t>Insertion in an empty list</a:t>
            </a:r>
            <a:endParaRPr/>
          </a:p>
          <a:p>
            <a:pPr indent="-274320" lvl="0" marL="342900" rtl="0" algn="l">
              <a:spcBef>
                <a:spcPts val="400"/>
              </a:spcBef>
              <a:spcAft>
                <a:spcPts val="0"/>
              </a:spcAft>
              <a:buSzPts val="1520"/>
              <a:buChar char="🞇"/>
            </a:pPr>
            <a:r>
              <a:rPr b="1" i="1" lang="en-IN" sz="2000"/>
              <a:t>Insertion at the end of the list</a:t>
            </a:r>
            <a:endParaRPr/>
          </a:p>
          <a:p>
            <a:pPr indent="-274320" lvl="0" marL="342900" rtl="0" algn="l">
              <a:spcBef>
                <a:spcPts val="400"/>
              </a:spcBef>
              <a:spcAft>
                <a:spcPts val="0"/>
              </a:spcAft>
              <a:buSzPts val="1520"/>
              <a:buChar char="🞇"/>
            </a:pPr>
            <a:r>
              <a:rPr b="1" i="1" lang="en-IN" sz="2000"/>
              <a:t>Insertion at beginning</a:t>
            </a:r>
            <a:endParaRPr b="1" sz="2000"/>
          </a:p>
          <a:p>
            <a:pPr indent="-274320" lvl="0" marL="342900" rtl="0" algn="l">
              <a:spcBef>
                <a:spcPts val="400"/>
              </a:spcBef>
              <a:spcAft>
                <a:spcPts val="0"/>
              </a:spcAft>
              <a:buSzPts val="1520"/>
              <a:buChar char="🞇"/>
            </a:pPr>
            <a:r>
              <a:rPr b="1" i="1" lang="en-IN" sz="2000"/>
              <a:t>Insertion in between</a:t>
            </a:r>
            <a:endParaRPr b="1" sz="2000"/>
          </a:p>
          <a:p>
            <a:pPr indent="0" lvl="0" marL="68580" rtl="0" algn="l">
              <a:spcBef>
                <a:spcPts val="480"/>
              </a:spcBef>
              <a:spcAft>
                <a:spcPts val="0"/>
              </a:spcAft>
              <a:buSzPts val="1824"/>
              <a:buNone/>
            </a:pPr>
            <a:br>
              <a:rPr b="1" i="1" lang="en-IN"/>
            </a:br>
            <a:endParaRPr b="1"/>
          </a:p>
        </p:txBody>
      </p:sp>
      <p:sp>
        <p:nvSpPr>
          <p:cNvPr id="1261" name="Google Shape;1261;p109"/>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262" name="Google Shape;1262;p109"/>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263" name="Google Shape;1263;p109"/>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7" name="Shape 1267"/>
        <p:cNvGrpSpPr/>
        <p:nvPr/>
      </p:nvGrpSpPr>
      <p:grpSpPr>
        <a:xfrm>
          <a:off x="0" y="0"/>
          <a:ext cx="0" cy="0"/>
          <a:chOff x="0" y="0"/>
          <a:chExt cx="0" cy="0"/>
        </a:xfrm>
      </p:grpSpPr>
      <p:sp>
        <p:nvSpPr>
          <p:cNvPr id="1268" name="Google Shape;1268;p110"/>
          <p:cNvSpPr txBox="1"/>
          <p:nvPr>
            <p:ph type="title"/>
          </p:nvPr>
        </p:nvSpPr>
        <p:spPr>
          <a:xfrm>
            <a:off x="1043490" y="1027664"/>
            <a:ext cx="7024744" cy="385112"/>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b="1" lang="en-IN" sz="2800"/>
              <a:t>Insertion in an empty list</a:t>
            </a:r>
            <a:endParaRPr/>
          </a:p>
        </p:txBody>
      </p:sp>
      <p:sp>
        <p:nvSpPr>
          <p:cNvPr id="1269" name="Google Shape;1269;p110"/>
          <p:cNvSpPr txBox="1"/>
          <p:nvPr>
            <p:ph idx="1" type="body"/>
          </p:nvPr>
        </p:nvSpPr>
        <p:spPr>
          <a:xfrm>
            <a:off x="1043492" y="1700808"/>
            <a:ext cx="6777317" cy="4131821"/>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520"/>
              <a:buNone/>
            </a:pPr>
            <a:r>
              <a:rPr i="1" lang="en-IN" sz="2000"/>
              <a:t>New element can be added as-</a:t>
            </a:r>
            <a:endParaRPr sz="2000"/>
          </a:p>
          <a:p>
            <a:pPr indent="-274320" lvl="0" marL="342900" rtl="0" algn="l">
              <a:spcBef>
                <a:spcPts val="400"/>
              </a:spcBef>
              <a:spcAft>
                <a:spcPts val="0"/>
              </a:spcAft>
              <a:buSzPts val="1520"/>
              <a:buChar char="🞇"/>
            </a:pPr>
            <a:r>
              <a:rPr i="1" lang="en-IN" sz="2000"/>
              <a:t>If linked list is empty:</a:t>
            </a:r>
            <a:endParaRPr/>
          </a:p>
          <a:p>
            <a:pPr indent="0" lvl="0" marL="68580" rtl="0" algn="l">
              <a:spcBef>
                <a:spcPts val="400"/>
              </a:spcBef>
              <a:spcAft>
                <a:spcPts val="0"/>
              </a:spcAft>
              <a:buSzPts val="1520"/>
              <a:buNone/>
            </a:pPr>
            <a:r>
              <a:rPr b="1" i="1" lang="en-IN" sz="2000"/>
              <a:t>If (last==NULL)</a:t>
            </a:r>
            <a:endParaRPr/>
          </a:p>
          <a:p>
            <a:pPr indent="0" lvl="0" marL="68580" rtl="0" algn="l">
              <a:spcBef>
                <a:spcPts val="400"/>
              </a:spcBef>
              <a:spcAft>
                <a:spcPts val="0"/>
              </a:spcAft>
              <a:buSzPts val="1520"/>
              <a:buNone/>
            </a:pPr>
            <a:r>
              <a:rPr b="1" i="1" lang="en-IN" sz="2000"/>
              <a:t>{</a:t>
            </a:r>
            <a:endParaRPr/>
          </a:p>
          <a:p>
            <a:pPr indent="0" lvl="0" marL="68580" rtl="0" algn="l">
              <a:spcBef>
                <a:spcPts val="400"/>
              </a:spcBef>
              <a:spcAft>
                <a:spcPts val="0"/>
              </a:spcAft>
              <a:buSzPts val="1520"/>
              <a:buNone/>
            </a:pPr>
            <a:r>
              <a:rPr b="1" i="1" lang="en-IN" sz="2000"/>
              <a:t>last=tmp;</a:t>
            </a:r>
            <a:endParaRPr/>
          </a:p>
          <a:p>
            <a:pPr indent="0" lvl="0" marL="68580" rtl="0" algn="l">
              <a:spcBef>
                <a:spcPts val="400"/>
              </a:spcBef>
              <a:spcAft>
                <a:spcPts val="0"/>
              </a:spcAft>
              <a:buSzPts val="1520"/>
              <a:buNone/>
            </a:pPr>
            <a:r>
              <a:rPr b="1" i="1" lang="en-IN" sz="2000"/>
              <a:t>tmp-&gt;link=last</a:t>
            </a:r>
            <a:endParaRPr b="1" i="1" sz="2000"/>
          </a:p>
          <a:p>
            <a:pPr indent="0" lvl="0" marL="68580" rtl="0" algn="l">
              <a:spcBef>
                <a:spcPts val="400"/>
              </a:spcBef>
              <a:spcAft>
                <a:spcPts val="0"/>
              </a:spcAft>
              <a:buSzPts val="1520"/>
              <a:buNone/>
            </a:pPr>
            <a:r>
              <a:rPr b="1" i="1" lang="en-IN" sz="2000"/>
              <a:t>}</a:t>
            </a:r>
            <a:endParaRPr/>
          </a:p>
        </p:txBody>
      </p:sp>
      <p:pic>
        <p:nvPicPr>
          <p:cNvPr descr="https://media.geeksforgeeks.org/wp-content/uploads/CircularSinglyLinkedList2.png" id="1270" name="Google Shape;1270;p110"/>
          <p:cNvPicPr preferRelativeResize="0"/>
          <p:nvPr/>
        </p:nvPicPr>
        <p:blipFill rotWithShape="1">
          <a:blip r:embed="rId3">
            <a:alphaModFix/>
          </a:blip>
          <a:srcRect b="0" l="0" r="0" t="0"/>
          <a:stretch/>
        </p:blipFill>
        <p:spPr>
          <a:xfrm>
            <a:off x="5508104" y="1772817"/>
            <a:ext cx="1944216" cy="1152127"/>
          </a:xfrm>
          <a:prstGeom prst="rect">
            <a:avLst/>
          </a:prstGeom>
          <a:noFill/>
          <a:ln>
            <a:noFill/>
          </a:ln>
        </p:spPr>
      </p:pic>
      <p:pic>
        <p:nvPicPr>
          <p:cNvPr descr="https://media.geeksforgeeks.org/wp-content/uploads/CircularSinglyLinkedList3.png" id="1271" name="Google Shape;1271;p110"/>
          <p:cNvPicPr preferRelativeResize="0"/>
          <p:nvPr/>
        </p:nvPicPr>
        <p:blipFill rotWithShape="1">
          <a:blip r:embed="rId4">
            <a:alphaModFix/>
          </a:blip>
          <a:srcRect b="0" l="0" r="0" t="0"/>
          <a:stretch/>
        </p:blipFill>
        <p:spPr>
          <a:xfrm>
            <a:off x="3635897" y="3356992"/>
            <a:ext cx="4248472" cy="2880320"/>
          </a:xfrm>
          <a:prstGeom prst="rect">
            <a:avLst/>
          </a:prstGeom>
          <a:noFill/>
          <a:ln>
            <a:noFill/>
          </a:ln>
        </p:spPr>
      </p:pic>
      <p:sp>
        <p:nvSpPr>
          <p:cNvPr id="1272" name="Google Shape;1272;p110"/>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273" name="Google Shape;1273;p110"/>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274" name="Google Shape;1274;p110"/>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8" name="Shape 1278"/>
        <p:cNvGrpSpPr/>
        <p:nvPr/>
      </p:nvGrpSpPr>
      <p:grpSpPr>
        <a:xfrm>
          <a:off x="0" y="0"/>
          <a:ext cx="0" cy="0"/>
          <a:chOff x="0" y="0"/>
          <a:chExt cx="0" cy="0"/>
        </a:xfrm>
      </p:grpSpPr>
      <p:sp>
        <p:nvSpPr>
          <p:cNvPr id="1279" name="Google Shape;1279;p111"/>
          <p:cNvSpPr txBox="1"/>
          <p:nvPr>
            <p:ph type="title"/>
          </p:nvPr>
        </p:nvSpPr>
        <p:spPr>
          <a:xfrm>
            <a:off x="467544" y="404664"/>
            <a:ext cx="7024744" cy="385112"/>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b="1" lang="en-IN" sz="2800"/>
              <a:t>Insertion at the end of circular linked list</a:t>
            </a:r>
            <a:endParaRPr sz="2800"/>
          </a:p>
        </p:txBody>
      </p:sp>
      <p:sp>
        <p:nvSpPr>
          <p:cNvPr id="1280" name="Google Shape;1280;p111"/>
          <p:cNvSpPr txBox="1"/>
          <p:nvPr>
            <p:ph idx="1" type="body"/>
          </p:nvPr>
        </p:nvSpPr>
        <p:spPr>
          <a:xfrm>
            <a:off x="755576" y="836712"/>
            <a:ext cx="6777317" cy="4131821"/>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i="1" lang="en-IN" sz="2000"/>
              <a:t>If linked list is not empty:</a:t>
            </a:r>
            <a:endParaRPr i="1" sz="2000"/>
          </a:p>
          <a:p>
            <a:pPr indent="0" lvl="0" marL="68580" rtl="0" algn="l">
              <a:spcBef>
                <a:spcPts val="400"/>
              </a:spcBef>
              <a:spcAft>
                <a:spcPts val="0"/>
              </a:spcAft>
              <a:buSzPts val="1520"/>
              <a:buNone/>
            </a:pPr>
            <a:r>
              <a:rPr b="1" lang="en-IN" sz="2000"/>
              <a:t>Insertion at the end of the list</a:t>
            </a:r>
            <a:endParaRPr b="1" i="1" sz="2000"/>
          </a:p>
          <a:p>
            <a:pPr indent="0" lvl="0" marL="68580" rtl="0" algn="l">
              <a:spcBef>
                <a:spcPts val="400"/>
              </a:spcBef>
              <a:spcAft>
                <a:spcPts val="0"/>
              </a:spcAft>
              <a:buSzPts val="1520"/>
              <a:buNone/>
            </a:pPr>
            <a:r>
              <a:rPr b="1" i="1" lang="en-IN" sz="2000"/>
              <a:t>{</a:t>
            </a:r>
            <a:endParaRPr/>
          </a:p>
          <a:p>
            <a:pPr indent="0" lvl="0" marL="68580" rtl="0" algn="l">
              <a:spcBef>
                <a:spcPts val="400"/>
              </a:spcBef>
              <a:spcAft>
                <a:spcPts val="0"/>
              </a:spcAft>
              <a:buSzPts val="1520"/>
              <a:buNone/>
            </a:pPr>
            <a:r>
              <a:rPr b="1" i="1" lang="en-IN" sz="2000"/>
              <a:t>tmp-&gt;link = last-&gt;link; /* added at the end of list*/</a:t>
            </a:r>
            <a:endParaRPr sz="2000"/>
          </a:p>
          <a:p>
            <a:pPr indent="0" lvl="0" marL="68580" rtl="0" algn="l">
              <a:spcBef>
                <a:spcPts val="400"/>
              </a:spcBef>
              <a:spcAft>
                <a:spcPts val="0"/>
              </a:spcAft>
              <a:buSzPts val="1520"/>
              <a:buNone/>
            </a:pPr>
            <a:r>
              <a:rPr b="1" i="1" lang="en-IN" sz="2000"/>
              <a:t>last-&gt;link = tmp;</a:t>
            </a:r>
            <a:endParaRPr sz="2000"/>
          </a:p>
          <a:p>
            <a:pPr indent="0" lvl="0" marL="68580" rtl="0" algn="l">
              <a:spcBef>
                <a:spcPts val="400"/>
              </a:spcBef>
              <a:spcAft>
                <a:spcPts val="0"/>
              </a:spcAft>
              <a:buSzPts val="1520"/>
              <a:buNone/>
            </a:pPr>
            <a:r>
              <a:rPr b="1" i="1" lang="en-IN" sz="2000"/>
              <a:t>last = tmp;</a:t>
            </a:r>
            <a:endParaRPr/>
          </a:p>
          <a:p>
            <a:pPr indent="0" lvl="0" marL="68580" rtl="0" algn="l">
              <a:spcBef>
                <a:spcPts val="400"/>
              </a:spcBef>
              <a:spcAft>
                <a:spcPts val="0"/>
              </a:spcAft>
              <a:buSzPts val="1520"/>
              <a:buNone/>
            </a:pPr>
            <a:r>
              <a:rPr b="1" i="1" lang="en-IN" sz="2000"/>
              <a:t>}</a:t>
            </a:r>
            <a:endParaRPr sz="2000"/>
          </a:p>
        </p:txBody>
      </p:sp>
      <p:pic>
        <p:nvPicPr>
          <p:cNvPr descr="https://media.geeksforgeeks.org/wp-content/uploads/CircularSinglyLinkedlist-6.png" id="1281" name="Google Shape;1281;p111"/>
          <p:cNvPicPr preferRelativeResize="0"/>
          <p:nvPr/>
        </p:nvPicPr>
        <p:blipFill rotWithShape="1">
          <a:blip r:embed="rId3">
            <a:alphaModFix/>
          </a:blip>
          <a:srcRect b="0" l="0" r="0" t="0"/>
          <a:stretch/>
        </p:blipFill>
        <p:spPr>
          <a:xfrm>
            <a:off x="1403648" y="2996952"/>
            <a:ext cx="6124575" cy="1368152"/>
          </a:xfrm>
          <a:prstGeom prst="rect">
            <a:avLst/>
          </a:prstGeom>
          <a:noFill/>
          <a:ln>
            <a:noFill/>
          </a:ln>
        </p:spPr>
      </p:pic>
      <p:pic>
        <p:nvPicPr>
          <p:cNvPr descr="https://media.geeksforgeeks.org/wp-content/uploads/CircularSinglyLinkedlist-7.png" id="1282" name="Google Shape;1282;p111"/>
          <p:cNvPicPr preferRelativeResize="0"/>
          <p:nvPr/>
        </p:nvPicPr>
        <p:blipFill rotWithShape="1">
          <a:blip r:embed="rId4">
            <a:alphaModFix/>
          </a:blip>
          <a:srcRect b="0" l="0" r="0" t="0"/>
          <a:stretch/>
        </p:blipFill>
        <p:spPr>
          <a:xfrm>
            <a:off x="1469851" y="4581128"/>
            <a:ext cx="6486525" cy="1656184"/>
          </a:xfrm>
          <a:prstGeom prst="rect">
            <a:avLst/>
          </a:prstGeom>
          <a:noFill/>
          <a:ln>
            <a:noFill/>
          </a:ln>
        </p:spPr>
      </p:pic>
      <p:sp>
        <p:nvSpPr>
          <p:cNvPr id="1283" name="Google Shape;1283;p111"/>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284" name="Google Shape;1284;p111"/>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285" name="Google Shape;1285;p111"/>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1286" name="Google Shape;1286;p111"/>
          <p:cNvSpPr/>
          <p:nvPr/>
        </p:nvSpPr>
        <p:spPr>
          <a:xfrm>
            <a:off x="5439810" y="2708920"/>
            <a:ext cx="2803973"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IN" sz="2000" cap="none">
                <a:solidFill>
                  <a:schemeClr val="accent1"/>
                </a:solidFill>
                <a:latin typeface="Century Gothic"/>
                <a:ea typeface="Century Gothic"/>
                <a:cs typeface="Century Gothic"/>
                <a:sym typeface="Century Gothic"/>
              </a:rPr>
              <a:t>LAST POINTER SHIFTED</a:t>
            </a:r>
            <a:endParaRPr b="1" sz="2000" cap="none">
              <a:solidFill>
                <a:schemeClr val="accent1"/>
              </a:solidFill>
              <a:latin typeface="Century Gothic"/>
              <a:ea typeface="Century Gothic"/>
              <a:cs typeface="Century Gothic"/>
              <a:sym typeface="Century Gothic"/>
            </a:endParaRPr>
          </a:p>
        </p:txBody>
      </p:sp>
      <p:sp>
        <p:nvSpPr>
          <p:cNvPr id="1287" name="Google Shape;1287;p111"/>
          <p:cNvSpPr txBox="1"/>
          <p:nvPr/>
        </p:nvSpPr>
        <p:spPr>
          <a:xfrm>
            <a:off x="7450083" y="5368562"/>
            <a:ext cx="43495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accent1"/>
                </a:solidFill>
                <a:latin typeface="Century Gothic"/>
                <a:ea typeface="Century Gothic"/>
                <a:cs typeface="Century Gothic"/>
                <a:sym typeface="Century Gothic"/>
              </a:rPr>
              <a:t>1</a:t>
            </a:r>
            <a:endParaRPr b="1" sz="1800">
              <a:solidFill>
                <a:schemeClr val="accent1"/>
              </a:solidFill>
              <a:latin typeface="Century Gothic"/>
              <a:ea typeface="Century Gothic"/>
              <a:cs typeface="Century Gothic"/>
              <a:sym typeface="Century Gothic"/>
            </a:endParaRPr>
          </a:p>
        </p:txBody>
      </p:sp>
      <p:sp>
        <p:nvSpPr>
          <p:cNvPr id="1288" name="Google Shape;1288;p111"/>
          <p:cNvSpPr txBox="1"/>
          <p:nvPr/>
        </p:nvSpPr>
        <p:spPr>
          <a:xfrm>
            <a:off x="5577209" y="5373216"/>
            <a:ext cx="43495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accent1"/>
                </a:solidFill>
                <a:latin typeface="Century Gothic"/>
                <a:ea typeface="Century Gothic"/>
                <a:cs typeface="Century Gothic"/>
                <a:sym typeface="Century Gothic"/>
              </a:rPr>
              <a:t>2</a:t>
            </a:r>
            <a:endParaRPr/>
          </a:p>
        </p:txBody>
      </p:sp>
      <p:sp>
        <p:nvSpPr>
          <p:cNvPr id="1289" name="Google Shape;1289;p111"/>
          <p:cNvSpPr txBox="1"/>
          <p:nvPr/>
        </p:nvSpPr>
        <p:spPr>
          <a:xfrm>
            <a:off x="5292080" y="4797152"/>
            <a:ext cx="43495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accent1"/>
                </a:solidFill>
                <a:latin typeface="Century Gothic"/>
                <a:ea typeface="Century Gothic"/>
                <a:cs typeface="Century Gothic"/>
                <a:sym typeface="Century Gothic"/>
              </a:rPr>
              <a:t>3</a:t>
            </a:r>
            <a:endParaRPr/>
          </a:p>
        </p:txBody>
      </p:sp>
      <p:cxnSp>
        <p:nvCxnSpPr>
          <p:cNvPr id="1290" name="Google Shape;1290;p111"/>
          <p:cNvCxnSpPr/>
          <p:nvPr/>
        </p:nvCxnSpPr>
        <p:spPr>
          <a:xfrm flipH="1">
            <a:off x="6409750" y="3284984"/>
            <a:ext cx="322490" cy="470615"/>
          </a:xfrm>
          <a:prstGeom prst="straightConnector1">
            <a:avLst/>
          </a:prstGeom>
          <a:noFill/>
          <a:ln cap="flat" cmpd="sng" w="22225">
            <a:solidFill>
              <a:schemeClr val="accent1"/>
            </a:solidFill>
            <a:prstDash val="solid"/>
            <a:round/>
            <a:headEnd len="sm" w="sm" type="none"/>
            <a:tailEnd len="med" w="med" type="stealth"/>
          </a:ln>
          <a:effectLst>
            <a:outerShdw blurRad="50800" rotWithShape="0" dir="5400000" dist="25400">
              <a:srgbClr val="000000">
                <a:alpha val="27843"/>
              </a:srgbClr>
            </a:outerShdw>
          </a:effectLst>
        </p:spPr>
      </p:cxnSp>
      <p:sp>
        <p:nvSpPr>
          <p:cNvPr id="1291" name="Google Shape;1291;p111"/>
          <p:cNvSpPr/>
          <p:nvPr/>
        </p:nvSpPr>
        <p:spPr>
          <a:xfrm>
            <a:off x="6804248" y="2996952"/>
            <a:ext cx="865943"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IN" sz="2000">
                <a:solidFill>
                  <a:schemeClr val="accent1"/>
                </a:solidFill>
                <a:latin typeface="Century Gothic"/>
                <a:ea typeface="Century Gothic"/>
                <a:cs typeface="Century Gothic"/>
                <a:sym typeface="Century Gothic"/>
              </a:rPr>
              <a:t>Temp</a:t>
            </a:r>
            <a:endParaRPr b="1" sz="2000">
              <a:solidFill>
                <a:schemeClr val="accent1"/>
              </a:solidFill>
              <a:latin typeface="Century Gothic"/>
              <a:ea typeface="Century Gothic"/>
              <a:cs typeface="Century Gothic"/>
              <a:sym typeface="Century Gothic"/>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5" name="Shape 1295"/>
        <p:cNvGrpSpPr/>
        <p:nvPr/>
      </p:nvGrpSpPr>
      <p:grpSpPr>
        <a:xfrm>
          <a:off x="0" y="0"/>
          <a:ext cx="0" cy="0"/>
          <a:chOff x="0" y="0"/>
          <a:chExt cx="0" cy="0"/>
        </a:xfrm>
      </p:grpSpPr>
      <p:sp>
        <p:nvSpPr>
          <p:cNvPr id="1296" name="Google Shape;1296;p114"/>
          <p:cNvSpPr txBox="1"/>
          <p:nvPr>
            <p:ph type="title"/>
          </p:nvPr>
        </p:nvSpPr>
        <p:spPr>
          <a:xfrm>
            <a:off x="536649" y="548680"/>
            <a:ext cx="8352928" cy="385112"/>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b="1" lang="en-IN" sz="2800"/>
              <a:t>Insertion at the beginning of circular linked list</a:t>
            </a:r>
            <a:endParaRPr sz="2800"/>
          </a:p>
        </p:txBody>
      </p:sp>
      <p:sp>
        <p:nvSpPr>
          <p:cNvPr id="1297" name="Google Shape;1297;p114"/>
          <p:cNvSpPr txBox="1"/>
          <p:nvPr>
            <p:ph idx="1" type="body"/>
          </p:nvPr>
        </p:nvSpPr>
        <p:spPr>
          <a:xfrm>
            <a:off x="755576" y="836712"/>
            <a:ext cx="6777317" cy="4131821"/>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520"/>
              <a:buNone/>
            </a:pPr>
            <a:r>
              <a:rPr b="1" lang="en-IN" sz="2000"/>
              <a:t>Insertion at the beginning of the list</a:t>
            </a:r>
            <a:br>
              <a:rPr lang="en-IN" sz="2000"/>
            </a:br>
            <a:r>
              <a:rPr lang="en-IN" sz="2000"/>
              <a:t>Follow these step:</a:t>
            </a:r>
            <a:br>
              <a:rPr lang="en-IN" sz="2000"/>
            </a:br>
            <a:r>
              <a:rPr lang="en-IN" sz="2000"/>
              <a:t>1. Create a node, say tmp.</a:t>
            </a:r>
            <a:br>
              <a:rPr lang="en-IN" sz="2000"/>
            </a:br>
            <a:r>
              <a:rPr lang="en-IN" sz="2000"/>
              <a:t>2. Make tmp-&gt; next = last -&gt; next.</a:t>
            </a:r>
            <a:br>
              <a:rPr lang="en-IN" sz="2000"/>
            </a:br>
            <a:r>
              <a:rPr lang="en-IN" sz="2000"/>
              <a:t>3. last -&gt; next = tmp.</a:t>
            </a:r>
            <a:endParaRPr sz="2000"/>
          </a:p>
        </p:txBody>
      </p:sp>
      <p:pic>
        <p:nvPicPr>
          <p:cNvPr descr="https://media.geeksforgeeks.org/wp-content/uploads/CircularSinglyLinkedlist-6.png" id="1298" name="Google Shape;1298;p114"/>
          <p:cNvPicPr preferRelativeResize="0"/>
          <p:nvPr/>
        </p:nvPicPr>
        <p:blipFill rotWithShape="1">
          <a:blip r:embed="rId3">
            <a:alphaModFix/>
          </a:blip>
          <a:srcRect b="0" l="0" r="0" t="0"/>
          <a:stretch/>
        </p:blipFill>
        <p:spPr>
          <a:xfrm>
            <a:off x="927397" y="3212976"/>
            <a:ext cx="6829461" cy="1296144"/>
          </a:xfrm>
          <a:prstGeom prst="rect">
            <a:avLst/>
          </a:prstGeom>
          <a:noFill/>
          <a:ln>
            <a:noFill/>
          </a:ln>
        </p:spPr>
      </p:pic>
      <p:sp>
        <p:nvSpPr>
          <p:cNvPr id="1299" name="Google Shape;1299;p114"/>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300" name="Google Shape;1300;p114"/>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301" name="Google Shape;1301;p114"/>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pic>
        <p:nvPicPr>
          <p:cNvPr descr="https://media.geeksforgeeks.org/wp-content/uploads/CircularSinglLinkedList5.png" id="1302" name="Google Shape;1302;p114"/>
          <p:cNvPicPr preferRelativeResize="0"/>
          <p:nvPr/>
        </p:nvPicPr>
        <p:blipFill rotWithShape="1">
          <a:blip r:embed="rId4">
            <a:alphaModFix/>
          </a:blip>
          <a:srcRect b="0" l="0" r="0" t="0"/>
          <a:stretch/>
        </p:blipFill>
        <p:spPr>
          <a:xfrm>
            <a:off x="943904" y="4509120"/>
            <a:ext cx="6812955" cy="1224161"/>
          </a:xfrm>
          <a:prstGeom prst="rect">
            <a:avLst/>
          </a:prstGeom>
          <a:noFill/>
          <a:ln>
            <a:noFill/>
          </a:ln>
        </p:spPr>
      </p:pic>
      <p:sp>
        <p:nvSpPr>
          <p:cNvPr id="1303" name="Google Shape;1303;p114"/>
          <p:cNvSpPr/>
          <p:nvPr/>
        </p:nvSpPr>
        <p:spPr>
          <a:xfrm>
            <a:off x="5039862" y="2708920"/>
            <a:ext cx="3603872"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IN" sz="2000" cap="none">
                <a:solidFill>
                  <a:schemeClr val="accent1"/>
                </a:solidFill>
                <a:latin typeface="Century Gothic"/>
                <a:ea typeface="Century Gothic"/>
                <a:cs typeface="Century Gothic"/>
                <a:sym typeface="Century Gothic"/>
              </a:rPr>
              <a:t>LAST POINTER NOT SHIFTED !!</a:t>
            </a:r>
            <a:endParaRPr b="1" sz="2000" cap="none">
              <a:solidFill>
                <a:schemeClr val="accent1"/>
              </a:solidFill>
              <a:latin typeface="Century Gothic"/>
              <a:ea typeface="Century Gothic"/>
              <a:cs typeface="Century Gothic"/>
              <a:sym typeface="Century Gothic"/>
            </a:endParaRPr>
          </a:p>
        </p:txBody>
      </p:sp>
      <p:sp>
        <p:nvSpPr>
          <p:cNvPr id="1304" name="Google Shape;1304;p114"/>
          <p:cNvSpPr txBox="1"/>
          <p:nvPr/>
        </p:nvSpPr>
        <p:spPr>
          <a:xfrm>
            <a:off x="2699792" y="4936534"/>
            <a:ext cx="43495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accent1"/>
                </a:solidFill>
                <a:latin typeface="Century Gothic"/>
                <a:ea typeface="Century Gothic"/>
                <a:cs typeface="Century Gothic"/>
                <a:sym typeface="Century Gothic"/>
              </a:rPr>
              <a:t>1</a:t>
            </a:r>
            <a:endParaRPr b="1" sz="1800">
              <a:solidFill>
                <a:schemeClr val="accent1"/>
              </a:solidFill>
              <a:latin typeface="Century Gothic"/>
              <a:ea typeface="Century Gothic"/>
              <a:cs typeface="Century Gothic"/>
              <a:sym typeface="Century Gothic"/>
            </a:endParaRPr>
          </a:p>
        </p:txBody>
      </p:sp>
      <p:sp>
        <p:nvSpPr>
          <p:cNvPr id="1305" name="Google Shape;1305;p114"/>
          <p:cNvSpPr txBox="1"/>
          <p:nvPr/>
        </p:nvSpPr>
        <p:spPr>
          <a:xfrm>
            <a:off x="2851849" y="5717022"/>
            <a:ext cx="43495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accent1"/>
                </a:solidFill>
                <a:latin typeface="Century Gothic"/>
                <a:ea typeface="Century Gothic"/>
                <a:cs typeface="Century Gothic"/>
                <a:sym typeface="Century Gothic"/>
              </a:rPr>
              <a:t>2</a:t>
            </a:r>
            <a:endParaRPr/>
          </a:p>
        </p:txBody>
      </p:sp>
      <p:cxnSp>
        <p:nvCxnSpPr>
          <p:cNvPr id="1306" name="Google Shape;1306;p114"/>
          <p:cNvCxnSpPr/>
          <p:nvPr/>
        </p:nvCxnSpPr>
        <p:spPr>
          <a:xfrm flipH="1">
            <a:off x="6409750" y="3501008"/>
            <a:ext cx="322490" cy="470615"/>
          </a:xfrm>
          <a:prstGeom prst="straightConnector1">
            <a:avLst/>
          </a:prstGeom>
          <a:noFill/>
          <a:ln cap="flat" cmpd="sng" w="22225">
            <a:solidFill>
              <a:schemeClr val="accent1"/>
            </a:solidFill>
            <a:prstDash val="solid"/>
            <a:round/>
            <a:headEnd len="sm" w="sm" type="none"/>
            <a:tailEnd len="med" w="med" type="stealth"/>
          </a:ln>
          <a:effectLst>
            <a:outerShdw blurRad="50800" rotWithShape="0" dir="5400000" dist="25400">
              <a:srgbClr val="000000">
                <a:alpha val="27843"/>
              </a:srgbClr>
            </a:outerShdw>
          </a:effectLst>
        </p:spPr>
      </p:cxnSp>
      <p:sp>
        <p:nvSpPr>
          <p:cNvPr id="1307" name="Google Shape;1307;p114"/>
          <p:cNvSpPr/>
          <p:nvPr/>
        </p:nvSpPr>
        <p:spPr>
          <a:xfrm>
            <a:off x="6804248" y="3212976"/>
            <a:ext cx="865943"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IN" sz="2000">
                <a:solidFill>
                  <a:schemeClr val="accent1"/>
                </a:solidFill>
                <a:latin typeface="Century Gothic"/>
                <a:ea typeface="Century Gothic"/>
                <a:cs typeface="Century Gothic"/>
                <a:sym typeface="Century Gothic"/>
              </a:rPr>
              <a:t>Temp</a:t>
            </a:r>
            <a:endParaRPr b="1" sz="2000">
              <a:solidFill>
                <a:schemeClr val="accent1"/>
              </a:solidFill>
              <a:latin typeface="Century Gothic"/>
              <a:ea typeface="Century Gothic"/>
              <a:cs typeface="Century Gothic"/>
              <a:sym typeface="Century Gothic"/>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1" name="Shape 1311"/>
        <p:cNvGrpSpPr/>
        <p:nvPr/>
      </p:nvGrpSpPr>
      <p:grpSpPr>
        <a:xfrm>
          <a:off x="0" y="0"/>
          <a:ext cx="0" cy="0"/>
          <a:chOff x="0" y="0"/>
          <a:chExt cx="0" cy="0"/>
        </a:xfrm>
      </p:grpSpPr>
      <p:sp>
        <p:nvSpPr>
          <p:cNvPr id="1312" name="Google Shape;1312;p117"/>
          <p:cNvSpPr txBox="1"/>
          <p:nvPr>
            <p:ph type="title"/>
          </p:nvPr>
        </p:nvSpPr>
        <p:spPr>
          <a:xfrm>
            <a:off x="536649" y="548680"/>
            <a:ext cx="8352928" cy="385112"/>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b="1" i="1" lang="en-IN" sz="2800"/>
              <a:t>Insertion in between </a:t>
            </a:r>
            <a:r>
              <a:rPr b="1" lang="en-IN" sz="2800"/>
              <a:t>of circular linked list</a:t>
            </a:r>
            <a:endParaRPr sz="2800"/>
          </a:p>
        </p:txBody>
      </p:sp>
      <p:sp>
        <p:nvSpPr>
          <p:cNvPr id="1313" name="Google Shape;1313;p117"/>
          <p:cNvSpPr txBox="1"/>
          <p:nvPr>
            <p:ph idx="1" type="body"/>
          </p:nvPr>
        </p:nvSpPr>
        <p:spPr>
          <a:xfrm>
            <a:off x="755576" y="836712"/>
            <a:ext cx="6777317" cy="4131821"/>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i="1" lang="en-IN" sz="2000"/>
              <a:t>Insertion in between is same as in single linked list. This can be as-</a:t>
            </a:r>
            <a:endParaRPr sz="2000"/>
          </a:p>
          <a:p>
            <a:pPr indent="0" lvl="8" marL="1847088" rtl="0" algn="l">
              <a:spcBef>
                <a:spcPts val="400"/>
              </a:spcBef>
              <a:spcAft>
                <a:spcPts val="0"/>
              </a:spcAft>
              <a:buSzPts val="1520"/>
              <a:buNone/>
            </a:pPr>
            <a:r>
              <a:rPr b="1" i="1" lang="en-IN" sz="2000"/>
              <a:t>tmp-&gt;link = q-&gt;link;</a:t>
            </a:r>
            <a:endParaRPr sz="2000"/>
          </a:p>
          <a:p>
            <a:pPr indent="0" lvl="8" marL="1847088" rtl="0" algn="l">
              <a:spcBef>
                <a:spcPts val="400"/>
              </a:spcBef>
              <a:spcAft>
                <a:spcPts val="0"/>
              </a:spcAft>
              <a:buSzPts val="1520"/>
              <a:buNone/>
            </a:pPr>
            <a:r>
              <a:rPr b="1" i="1" lang="en-IN" sz="2000"/>
              <a:t>tmp-&gt;info = num;</a:t>
            </a:r>
            <a:endParaRPr sz="2000"/>
          </a:p>
          <a:p>
            <a:pPr indent="0" lvl="8" marL="1847088" rtl="0" algn="l">
              <a:spcBef>
                <a:spcPts val="400"/>
              </a:spcBef>
              <a:spcAft>
                <a:spcPts val="0"/>
              </a:spcAft>
              <a:buSzPts val="1520"/>
              <a:buNone/>
            </a:pPr>
            <a:r>
              <a:rPr b="1" i="1" lang="en-IN" sz="2000"/>
              <a:t>q-&gt;link =tmp;</a:t>
            </a:r>
            <a:endParaRPr sz="2000"/>
          </a:p>
          <a:p>
            <a:pPr indent="-274320" lvl="0" marL="342900" rtl="0" algn="l">
              <a:spcBef>
                <a:spcPts val="400"/>
              </a:spcBef>
              <a:spcAft>
                <a:spcPts val="0"/>
              </a:spcAft>
              <a:buSzPts val="1520"/>
              <a:buChar char="🞇"/>
            </a:pPr>
            <a:r>
              <a:rPr i="1" lang="en-IN" sz="2000"/>
              <a:t>Here q points to the node after which new node will be inserted.</a:t>
            </a:r>
            <a:endParaRPr sz="2000"/>
          </a:p>
        </p:txBody>
      </p:sp>
      <p:sp>
        <p:nvSpPr>
          <p:cNvPr id="1314" name="Google Shape;1314;p117"/>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315" name="Google Shape;1315;p117"/>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316" name="Google Shape;1316;p117"/>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pic>
        <p:nvPicPr>
          <p:cNvPr descr="https://media.geeksforgeeks.org/wp-content/uploads/circularll-1.png" id="1317" name="Google Shape;1317;p117"/>
          <p:cNvPicPr preferRelativeResize="0"/>
          <p:nvPr/>
        </p:nvPicPr>
        <p:blipFill rotWithShape="1">
          <a:blip r:embed="rId3">
            <a:alphaModFix/>
          </a:blip>
          <a:srcRect b="0" l="0" r="0" t="0"/>
          <a:stretch/>
        </p:blipFill>
        <p:spPr>
          <a:xfrm>
            <a:off x="928248" y="3212976"/>
            <a:ext cx="6800850" cy="1224136"/>
          </a:xfrm>
          <a:prstGeom prst="rect">
            <a:avLst/>
          </a:prstGeom>
          <a:noFill/>
          <a:ln>
            <a:noFill/>
          </a:ln>
        </p:spPr>
      </p:pic>
      <p:pic>
        <p:nvPicPr>
          <p:cNvPr descr="https://media.geeksforgeeks.org/wp-content/uploads/CircularSinglyLinkedList9.png" id="1318" name="Google Shape;1318;p117"/>
          <p:cNvPicPr preferRelativeResize="0"/>
          <p:nvPr/>
        </p:nvPicPr>
        <p:blipFill rotWithShape="1">
          <a:blip r:embed="rId4">
            <a:alphaModFix/>
          </a:blip>
          <a:srcRect b="0" l="0" r="0" t="0"/>
          <a:stretch/>
        </p:blipFill>
        <p:spPr>
          <a:xfrm>
            <a:off x="928248" y="4581128"/>
            <a:ext cx="6924675" cy="1250191"/>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2" name="Shape 1322"/>
        <p:cNvGrpSpPr/>
        <p:nvPr/>
      </p:nvGrpSpPr>
      <p:grpSpPr>
        <a:xfrm>
          <a:off x="0" y="0"/>
          <a:ext cx="0" cy="0"/>
          <a:chOff x="0" y="0"/>
          <a:chExt cx="0" cy="0"/>
        </a:xfrm>
      </p:grpSpPr>
      <p:sp>
        <p:nvSpPr>
          <p:cNvPr id="1323" name="Google Shape;1323;p118"/>
          <p:cNvSpPr txBox="1"/>
          <p:nvPr>
            <p:ph type="title"/>
          </p:nvPr>
        </p:nvSpPr>
        <p:spPr>
          <a:xfrm>
            <a:off x="1043490" y="1027664"/>
            <a:ext cx="7024744" cy="385112"/>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lang="en-IN" sz="2800"/>
              <a:t>Creation of CLL</a:t>
            </a:r>
            <a:endParaRPr b="1" sz="2800"/>
          </a:p>
        </p:txBody>
      </p:sp>
      <p:pic>
        <p:nvPicPr>
          <p:cNvPr id="1324" name="Google Shape;1324;p118"/>
          <p:cNvPicPr preferRelativeResize="0"/>
          <p:nvPr>
            <p:ph idx="1" type="body"/>
          </p:nvPr>
        </p:nvPicPr>
        <p:blipFill rotWithShape="1">
          <a:blip r:embed="rId3">
            <a:alphaModFix/>
          </a:blip>
          <a:srcRect b="5974" l="7621" r="20395" t="16614"/>
          <a:stretch/>
        </p:blipFill>
        <p:spPr>
          <a:xfrm>
            <a:off x="1043608" y="1484784"/>
            <a:ext cx="7416824" cy="4138094"/>
          </a:xfrm>
          <a:prstGeom prst="rect">
            <a:avLst/>
          </a:prstGeom>
          <a:noFill/>
          <a:ln>
            <a:noFill/>
          </a:ln>
        </p:spPr>
      </p:pic>
      <p:sp>
        <p:nvSpPr>
          <p:cNvPr id="1325" name="Google Shape;1325;p118"/>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326" name="Google Shape;1326;p118"/>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327" name="Google Shape;1327;p118"/>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1328" name="Google Shape;1328;p118"/>
          <p:cNvSpPr txBox="1"/>
          <p:nvPr/>
        </p:nvSpPr>
        <p:spPr>
          <a:xfrm>
            <a:off x="5436096" y="2996952"/>
            <a:ext cx="33843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entury Gothic"/>
                <a:ea typeface="Century Gothic"/>
                <a:cs typeface="Century Gothic"/>
                <a:sym typeface="Century Gothic"/>
              </a:rPr>
              <a:t>Case:CLL is Empty</a:t>
            </a:r>
            <a:endParaRPr b="1" sz="1800">
              <a:solidFill>
                <a:schemeClr val="dk1"/>
              </a:solidFill>
              <a:latin typeface="Century Gothic"/>
              <a:ea typeface="Century Gothic"/>
              <a:cs typeface="Century Gothic"/>
              <a:sym typeface="Century Gothic"/>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2" name="Shape 1332"/>
        <p:cNvGrpSpPr/>
        <p:nvPr/>
      </p:nvGrpSpPr>
      <p:grpSpPr>
        <a:xfrm>
          <a:off x="0" y="0"/>
          <a:ext cx="0" cy="0"/>
          <a:chOff x="0" y="0"/>
          <a:chExt cx="0" cy="0"/>
        </a:xfrm>
      </p:grpSpPr>
      <p:sp>
        <p:nvSpPr>
          <p:cNvPr id="1333" name="Google Shape;1333;p119"/>
          <p:cNvSpPr txBox="1"/>
          <p:nvPr>
            <p:ph type="title"/>
          </p:nvPr>
        </p:nvSpPr>
        <p:spPr>
          <a:xfrm>
            <a:off x="467544" y="404664"/>
            <a:ext cx="7024744" cy="385112"/>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800"/>
              <a:buFont typeface="Century Gothic"/>
              <a:buNone/>
            </a:pPr>
            <a:r>
              <a:rPr b="1" i="1" lang="en-IN" sz="2800"/>
              <a:t>Traversal of circular linked list</a:t>
            </a:r>
            <a:endParaRPr sz="2800"/>
          </a:p>
        </p:txBody>
      </p:sp>
      <p:pic>
        <p:nvPicPr>
          <p:cNvPr id="1334" name="Google Shape;1334;p119"/>
          <p:cNvPicPr preferRelativeResize="0"/>
          <p:nvPr>
            <p:ph idx="1" type="body"/>
          </p:nvPr>
        </p:nvPicPr>
        <p:blipFill rotWithShape="1">
          <a:blip r:embed="rId3">
            <a:alphaModFix/>
          </a:blip>
          <a:srcRect b="0" l="19001" r="10332" t="0"/>
          <a:stretch/>
        </p:blipFill>
        <p:spPr>
          <a:xfrm rot="-5400000">
            <a:off x="1982550" y="-312578"/>
            <a:ext cx="4890867" cy="7344816"/>
          </a:xfrm>
          <a:prstGeom prst="rect">
            <a:avLst/>
          </a:prstGeom>
          <a:noFill/>
          <a:ln>
            <a:noFill/>
          </a:ln>
        </p:spPr>
      </p:pic>
      <p:sp>
        <p:nvSpPr>
          <p:cNvPr id="1335" name="Google Shape;1335;p119"/>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336" name="Google Shape;1336;p119"/>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337" name="Google Shape;1337;p119"/>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1" name="Shape 1341"/>
        <p:cNvGrpSpPr/>
        <p:nvPr/>
      </p:nvGrpSpPr>
      <p:grpSpPr>
        <a:xfrm>
          <a:off x="0" y="0"/>
          <a:ext cx="0" cy="0"/>
          <a:chOff x="0" y="0"/>
          <a:chExt cx="0" cy="0"/>
        </a:xfrm>
      </p:grpSpPr>
      <p:sp>
        <p:nvSpPr>
          <p:cNvPr id="1342" name="Google Shape;1342;p120"/>
          <p:cNvSpPr txBox="1"/>
          <p:nvPr>
            <p:ph type="title"/>
          </p:nvPr>
        </p:nvSpPr>
        <p:spPr>
          <a:xfrm>
            <a:off x="1043490" y="1027664"/>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i="1" lang="en-IN" sz="3200"/>
              <a:t>Deletion from a circular linked list :-</a:t>
            </a:r>
            <a:endParaRPr sz="3200"/>
          </a:p>
        </p:txBody>
      </p:sp>
      <p:sp>
        <p:nvSpPr>
          <p:cNvPr id="1343" name="Google Shape;1343;p120"/>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520"/>
              <a:buNone/>
            </a:pPr>
            <a:r>
              <a:rPr i="1" lang="en-IN" sz="2000"/>
              <a:t>Deletion  in a circular linked list may be possible in four ways-</a:t>
            </a:r>
            <a:endParaRPr sz="2000"/>
          </a:p>
          <a:p>
            <a:pPr indent="-274320" lvl="0" marL="342900" rtl="0" algn="l">
              <a:spcBef>
                <a:spcPts val="400"/>
              </a:spcBef>
              <a:spcAft>
                <a:spcPts val="0"/>
              </a:spcAft>
              <a:buSzPts val="1520"/>
              <a:buChar char="🞇"/>
            </a:pPr>
            <a:r>
              <a:rPr b="1" i="1" lang="en-IN" sz="2000"/>
              <a:t>If list has only one element</a:t>
            </a:r>
            <a:endParaRPr sz="2000"/>
          </a:p>
          <a:p>
            <a:pPr indent="-274320" lvl="0" marL="342900" rtl="0" algn="l">
              <a:spcBef>
                <a:spcPts val="400"/>
              </a:spcBef>
              <a:spcAft>
                <a:spcPts val="0"/>
              </a:spcAft>
              <a:buSzPts val="1520"/>
              <a:buChar char="🞇"/>
            </a:pPr>
            <a:r>
              <a:rPr b="1" i="1" lang="en-IN" sz="2000"/>
              <a:t>Node to be deleted is the first node of list</a:t>
            </a:r>
            <a:endParaRPr sz="2000"/>
          </a:p>
          <a:p>
            <a:pPr indent="-274320" lvl="0" marL="342900" rtl="0" algn="l">
              <a:spcBef>
                <a:spcPts val="400"/>
              </a:spcBef>
              <a:spcAft>
                <a:spcPts val="0"/>
              </a:spcAft>
              <a:buSzPts val="1520"/>
              <a:buChar char="🞇"/>
            </a:pPr>
            <a:r>
              <a:rPr b="1" i="1" lang="en-IN" sz="2000"/>
              <a:t>Deletion in between</a:t>
            </a:r>
            <a:endParaRPr sz="2000"/>
          </a:p>
          <a:p>
            <a:pPr indent="-274320" lvl="0" marL="342900" rtl="0" algn="l">
              <a:spcBef>
                <a:spcPts val="400"/>
              </a:spcBef>
              <a:spcAft>
                <a:spcPts val="0"/>
              </a:spcAft>
              <a:buSzPts val="1520"/>
              <a:buChar char="🞇"/>
            </a:pPr>
            <a:r>
              <a:rPr b="1" i="1" lang="en-IN" sz="2000"/>
              <a:t>Node to be deleted is last node of list</a:t>
            </a:r>
            <a:endParaRPr sz="2000"/>
          </a:p>
          <a:p>
            <a:pPr indent="-158496" lvl="0" marL="342900" rtl="0" algn="l">
              <a:spcBef>
                <a:spcPts val="480"/>
              </a:spcBef>
              <a:spcAft>
                <a:spcPts val="0"/>
              </a:spcAft>
              <a:buSzPts val="1824"/>
              <a:buNone/>
            </a:pPr>
            <a:r>
              <a:t/>
            </a:r>
            <a:endParaRPr b="1"/>
          </a:p>
        </p:txBody>
      </p:sp>
      <p:sp>
        <p:nvSpPr>
          <p:cNvPr id="1344" name="Google Shape;1344;p120"/>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345" name="Google Shape;1345;p120"/>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346" name="Google Shape;1346;p120"/>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3">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0" name="Shape 1350"/>
        <p:cNvGrpSpPr/>
        <p:nvPr/>
      </p:nvGrpSpPr>
      <p:grpSpPr>
        <a:xfrm>
          <a:off x="0" y="0"/>
          <a:ext cx="0" cy="0"/>
          <a:chOff x="0" y="0"/>
          <a:chExt cx="0" cy="0"/>
        </a:xfrm>
      </p:grpSpPr>
      <p:sp>
        <p:nvSpPr>
          <p:cNvPr id="1351" name="Google Shape;1351;p121"/>
          <p:cNvSpPr txBox="1"/>
          <p:nvPr>
            <p:ph type="title"/>
          </p:nvPr>
        </p:nvSpPr>
        <p:spPr>
          <a:xfrm>
            <a:off x="539552"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i="1" lang="en-IN" sz="3200"/>
              <a:t>Deletion from a circular linked list :-</a:t>
            </a:r>
            <a:endParaRPr sz="3200"/>
          </a:p>
        </p:txBody>
      </p:sp>
      <p:sp>
        <p:nvSpPr>
          <p:cNvPr id="1352" name="Google Shape;1352;p121"/>
          <p:cNvSpPr txBox="1"/>
          <p:nvPr>
            <p:ph idx="1" type="body"/>
          </p:nvPr>
        </p:nvSpPr>
        <p:spPr>
          <a:xfrm>
            <a:off x="1043492" y="1124744"/>
            <a:ext cx="6777317" cy="4707885"/>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368"/>
              <a:buNone/>
            </a:pPr>
            <a:r>
              <a:rPr lang="en-IN" sz="1800"/>
              <a:t>Case 1:- </a:t>
            </a:r>
            <a:r>
              <a:rPr b="1" i="1" lang="en-IN" sz="1800"/>
              <a:t>If list has only one element</a:t>
            </a:r>
            <a:endParaRPr sz="1800"/>
          </a:p>
          <a:p>
            <a:pPr indent="-274320" lvl="0" marL="342900" rtl="0" algn="l">
              <a:spcBef>
                <a:spcPts val="360"/>
              </a:spcBef>
              <a:spcAft>
                <a:spcPts val="0"/>
              </a:spcAft>
              <a:buSzPts val="1368"/>
              <a:buChar char="🞇"/>
            </a:pPr>
            <a:r>
              <a:rPr lang="en-IN" sz="1800"/>
              <a:t>Here we check the condition for only one element of list </a:t>
            </a:r>
            <a:endParaRPr sz="1800"/>
          </a:p>
          <a:p>
            <a:pPr indent="-274320" lvl="0" marL="342900" rtl="0" algn="l">
              <a:spcBef>
                <a:spcPts val="360"/>
              </a:spcBef>
              <a:spcAft>
                <a:spcPts val="0"/>
              </a:spcAft>
              <a:buSzPts val="1368"/>
              <a:buChar char="🞇"/>
            </a:pPr>
            <a:r>
              <a:rPr lang="en-IN" sz="1800"/>
              <a:t>then assign NULL value to last pointer because after deletion no node will be in list.</a:t>
            </a:r>
            <a:endParaRPr/>
          </a:p>
          <a:p>
            <a:pPr indent="0" lvl="0" marL="68580" rtl="0" algn="l">
              <a:spcBef>
                <a:spcPts val="360"/>
              </a:spcBef>
              <a:spcAft>
                <a:spcPts val="0"/>
              </a:spcAft>
              <a:buSzPts val="1368"/>
              <a:buNone/>
            </a:pPr>
            <a:r>
              <a:t/>
            </a:r>
            <a:endParaRPr sz="1800"/>
          </a:p>
          <a:p>
            <a:pPr indent="0" lvl="0" marL="68580" rtl="0" algn="l">
              <a:spcBef>
                <a:spcPts val="360"/>
              </a:spcBef>
              <a:spcAft>
                <a:spcPts val="0"/>
              </a:spcAft>
              <a:buSzPts val="1368"/>
              <a:buNone/>
            </a:pPr>
            <a:r>
              <a:t/>
            </a:r>
            <a:endParaRPr sz="1800"/>
          </a:p>
          <a:p>
            <a:pPr indent="0" lvl="0" marL="68580" rtl="0" algn="l">
              <a:spcBef>
                <a:spcPts val="360"/>
              </a:spcBef>
              <a:spcAft>
                <a:spcPts val="0"/>
              </a:spcAft>
              <a:buSzPts val="1368"/>
              <a:buNone/>
            </a:pPr>
            <a:r>
              <a:rPr b="1" lang="en-IN" sz="1800"/>
              <a:t>if(last-&gt;link == last &amp;&amp; last-&gt;info == num) /* Only one element */</a:t>
            </a:r>
            <a:endParaRPr/>
          </a:p>
          <a:p>
            <a:pPr indent="0" lvl="0" marL="68580" rtl="0" algn="l">
              <a:spcBef>
                <a:spcPts val="360"/>
              </a:spcBef>
              <a:spcAft>
                <a:spcPts val="0"/>
              </a:spcAft>
              <a:buSzPts val="1368"/>
              <a:buNone/>
            </a:pPr>
            <a:r>
              <a:rPr b="1" lang="en-IN" sz="1800"/>
              <a:t>{</a:t>
            </a:r>
            <a:endParaRPr/>
          </a:p>
          <a:p>
            <a:pPr indent="0" lvl="0" marL="68580" rtl="0" algn="l">
              <a:spcBef>
                <a:spcPts val="360"/>
              </a:spcBef>
              <a:spcAft>
                <a:spcPts val="0"/>
              </a:spcAft>
              <a:buSzPts val="1368"/>
              <a:buNone/>
            </a:pPr>
            <a:r>
              <a:rPr b="1" lang="en-IN" sz="1800"/>
              <a:t>        tmp = last;</a:t>
            </a:r>
            <a:endParaRPr/>
          </a:p>
          <a:p>
            <a:pPr indent="0" lvl="0" marL="68580" rtl="0" algn="l">
              <a:spcBef>
                <a:spcPts val="360"/>
              </a:spcBef>
              <a:spcAft>
                <a:spcPts val="0"/>
              </a:spcAft>
              <a:buSzPts val="1368"/>
              <a:buNone/>
            </a:pPr>
            <a:r>
              <a:rPr b="1" lang="en-IN" sz="1800"/>
              <a:t>       last = NULL;</a:t>
            </a:r>
            <a:endParaRPr/>
          </a:p>
          <a:p>
            <a:pPr indent="0" lvl="0" marL="68580" rtl="0" algn="l">
              <a:spcBef>
                <a:spcPts val="360"/>
              </a:spcBef>
              <a:spcAft>
                <a:spcPts val="0"/>
              </a:spcAft>
              <a:buSzPts val="1368"/>
              <a:buNone/>
            </a:pPr>
            <a:r>
              <a:rPr b="1" lang="en-IN" sz="1800"/>
              <a:t>       free(tmp);</a:t>
            </a:r>
            <a:endParaRPr/>
          </a:p>
          <a:p>
            <a:pPr indent="0" lvl="0" marL="68580" rtl="0" algn="l">
              <a:spcBef>
                <a:spcPts val="360"/>
              </a:spcBef>
              <a:spcAft>
                <a:spcPts val="0"/>
              </a:spcAft>
              <a:buSzPts val="1368"/>
              <a:buNone/>
            </a:pPr>
            <a:r>
              <a:rPr b="1" lang="en-IN" sz="1800"/>
              <a:t>}</a:t>
            </a:r>
            <a:endParaRPr/>
          </a:p>
        </p:txBody>
      </p:sp>
      <p:sp>
        <p:nvSpPr>
          <p:cNvPr id="1353" name="Google Shape;1353;p121"/>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354" name="Google Shape;1354;p121"/>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355" name="Google Shape;1355;p121"/>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pic>
        <p:nvPicPr>
          <p:cNvPr descr="https://media.geeksforgeeks.org/wp-content/uploads/CircularSinglyLinkedList3.png" id="1356" name="Google Shape;1356;p121"/>
          <p:cNvPicPr preferRelativeResize="0"/>
          <p:nvPr/>
        </p:nvPicPr>
        <p:blipFill rotWithShape="1">
          <a:blip r:embed="rId3">
            <a:alphaModFix/>
          </a:blip>
          <a:srcRect b="0" l="0" r="0" t="0"/>
          <a:stretch/>
        </p:blipFill>
        <p:spPr>
          <a:xfrm>
            <a:off x="4355976" y="3501008"/>
            <a:ext cx="3168351" cy="201622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2">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2">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0" name="Shape 1360"/>
        <p:cNvGrpSpPr/>
        <p:nvPr/>
      </p:nvGrpSpPr>
      <p:grpSpPr>
        <a:xfrm>
          <a:off x="0" y="0"/>
          <a:ext cx="0" cy="0"/>
          <a:chOff x="0" y="0"/>
          <a:chExt cx="0" cy="0"/>
        </a:xfrm>
      </p:grpSpPr>
      <p:sp>
        <p:nvSpPr>
          <p:cNvPr id="1361" name="Google Shape;1361;p122"/>
          <p:cNvSpPr txBox="1"/>
          <p:nvPr>
            <p:ph type="title"/>
          </p:nvPr>
        </p:nvSpPr>
        <p:spPr>
          <a:xfrm>
            <a:off x="539552"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i="1" lang="en-IN" sz="3200"/>
              <a:t>Deletion from a circular linked list :-</a:t>
            </a:r>
            <a:endParaRPr sz="3200"/>
          </a:p>
        </p:txBody>
      </p:sp>
      <p:sp>
        <p:nvSpPr>
          <p:cNvPr id="1362" name="Google Shape;1362;p122"/>
          <p:cNvSpPr txBox="1"/>
          <p:nvPr>
            <p:ph idx="1" type="body"/>
          </p:nvPr>
        </p:nvSpPr>
        <p:spPr>
          <a:xfrm>
            <a:off x="1043492" y="1124744"/>
            <a:ext cx="6777317" cy="4707885"/>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368"/>
              <a:buNone/>
            </a:pPr>
            <a:r>
              <a:rPr lang="en-IN" sz="1800"/>
              <a:t>Case 1:- </a:t>
            </a:r>
            <a:r>
              <a:rPr b="1" i="1" lang="en-IN" sz="1800"/>
              <a:t>If list has only one element</a:t>
            </a:r>
            <a:endParaRPr sz="1800"/>
          </a:p>
          <a:p>
            <a:pPr indent="-274320" lvl="0" marL="342900" rtl="0" algn="l">
              <a:spcBef>
                <a:spcPts val="360"/>
              </a:spcBef>
              <a:spcAft>
                <a:spcPts val="0"/>
              </a:spcAft>
              <a:buSzPts val="1368"/>
              <a:buChar char="🞇"/>
            </a:pPr>
            <a:r>
              <a:rPr lang="en-IN" sz="1800"/>
              <a:t>Here we check the condition for only one element of list </a:t>
            </a:r>
            <a:endParaRPr sz="1800"/>
          </a:p>
          <a:p>
            <a:pPr indent="-274320" lvl="0" marL="342900" rtl="0" algn="l">
              <a:spcBef>
                <a:spcPts val="360"/>
              </a:spcBef>
              <a:spcAft>
                <a:spcPts val="0"/>
              </a:spcAft>
              <a:buSzPts val="1368"/>
              <a:buChar char="🞇"/>
            </a:pPr>
            <a:r>
              <a:rPr lang="en-IN" sz="1800"/>
              <a:t>then assign NULL value to last pointer because after deletion no node will be in list.</a:t>
            </a:r>
            <a:endParaRPr/>
          </a:p>
          <a:p>
            <a:pPr indent="0" lvl="0" marL="68580" rtl="0" algn="l">
              <a:spcBef>
                <a:spcPts val="360"/>
              </a:spcBef>
              <a:spcAft>
                <a:spcPts val="0"/>
              </a:spcAft>
              <a:buSzPts val="1368"/>
              <a:buNone/>
            </a:pPr>
            <a:r>
              <a:t/>
            </a:r>
            <a:endParaRPr sz="1800"/>
          </a:p>
          <a:p>
            <a:pPr indent="0" lvl="0" marL="68580" rtl="0" algn="l">
              <a:spcBef>
                <a:spcPts val="360"/>
              </a:spcBef>
              <a:spcAft>
                <a:spcPts val="0"/>
              </a:spcAft>
              <a:buSzPts val="1368"/>
              <a:buNone/>
            </a:pPr>
            <a:r>
              <a:t/>
            </a:r>
            <a:endParaRPr sz="1800"/>
          </a:p>
          <a:p>
            <a:pPr indent="0" lvl="0" marL="68580" rtl="0" algn="l">
              <a:spcBef>
                <a:spcPts val="360"/>
              </a:spcBef>
              <a:spcAft>
                <a:spcPts val="0"/>
              </a:spcAft>
              <a:buSzPts val="1368"/>
              <a:buNone/>
            </a:pPr>
            <a:r>
              <a:rPr b="1" lang="en-IN" sz="1800"/>
              <a:t>if(last-&gt;link == last &amp;&amp; last-&gt;info == num) /* Only one element */</a:t>
            </a:r>
            <a:endParaRPr/>
          </a:p>
          <a:p>
            <a:pPr indent="0" lvl="0" marL="68580" rtl="0" algn="l">
              <a:spcBef>
                <a:spcPts val="360"/>
              </a:spcBef>
              <a:spcAft>
                <a:spcPts val="0"/>
              </a:spcAft>
              <a:buSzPts val="1368"/>
              <a:buNone/>
            </a:pPr>
            <a:r>
              <a:rPr b="1" lang="en-IN" sz="1800"/>
              <a:t>{</a:t>
            </a:r>
            <a:endParaRPr/>
          </a:p>
          <a:p>
            <a:pPr indent="0" lvl="0" marL="68580" rtl="0" algn="l">
              <a:spcBef>
                <a:spcPts val="360"/>
              </a:spcBef>
              <a:spcAft>
                <a:spcPts val="0"/>
              </a:spcAft>
              <a:buSzPts val="1368"/>
              <a:buNone/>
            </a:pPr>
            <a:r>
              <a:rPr b="1" lang="en-IN" sz="1800"/>
              <a:t>        tmp = last;</a:t>
            </a:r>
            <a:endParaRPr/>
          </a:p>
          <a:p>
            <a:pPr indent="0" lvl="0" marL="68580" rtl="0" algn="l">
              <a:spcBef>
                <a:spcPts val="360"/>
              </a:spcBef>
              <a:spcAft>
                <a:spcPts val="0"/>
              </a:spcAft>
              <a:buSzPts val="1368"/>
              <a:buNone/>
            </a:pPr>
            <a:r>
              <a:rPr b="1" lang="en-IN" sz="1800"/>
              <a:t>       last = NULL;</a:t>
            </a:r>
            <a:endParaRPr/>
          </a:p>
          <a:p>
            <a:pPr indent="0" lvl="0" marL="68580" rtl="0" algn="l">
              <a:spcBef>
                <a:spcPts val="360"/>
              </a:spcBef>
              <a:spcAft>
                <a:spcPts val="0"/>
              </a:spcAft>
              <a:buSzPts val="1368"/>
              <a:buNone/>
            </a:pPr>
            <a:r>
              <a:rPr b="1" lang="en-IN" sz="1800"/>
              <a:t>       free(tmp);</a:t>
            </a:r>
            <a:endParaRPr/>
          </a:p>
          <a:p>
            <a:pPr indent="0" lvl="0" marL="68580" rtl="0" algn="l">
              <a:spcBef>
                <a:spcPts val="360"/>
              </a:spcBef>
              <a:spcAft>
                <a:spcPts val="0"/>
              </a:spcAft>
              <a:buSzPts val="1368"/>
              <a:buNone/>
            </a:pPr>
            <a:r>
              <a:rPr b="1" lang="en-IN" sz="1800"/>
              <a:t>}</a:t>
            </a:r>
            <a:endParaRPr/>
          </a:p>
        </p:txBody>
      </p:sp>
      <p:sp>
        <p:nvSpPr>
          <p:cNvPr id="1363" name="Google Shape;1363;p122"/>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364" name="Google Shape;1364;p122"/>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365" name="Google Shape;1365;p122"/>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pic>
        <p:nvPicPr>
          <p:cNvPr descr="https://media.geeksforgeeks.org/wp-content/uploads/CircularSinglyLinkedList3.png" id="1366" name="Google Shape;1366;p122"/>
          <p:cNvPicPr preferRelativeResize="0"/>
          <p:nvPr/>
        </p:nvPicPr>
        <p:blipFill rotWithShape="1">
          <a:blip r:embed="rId3">
            <a:alphaModFix/>
          </a:blip>
          <a:srcRect b="0" l="0" r="0" t="0"/>
          <a:stretch/>
        </p:blipFill>
        <p:spPr>
          <a:xfrm>
            <a:off x="4355976" y="3501008"/>
            <a:ext cx="3168351" cy="201622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2">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2">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0" name="Shape 1370"/>
        <p:cNvGrpSpPr/>
        <p:nvPr/>
      </p:nvGrpSpPr>
      <p:grpSpPr>
        <a:xfrm>
          <a:off x="0" y="0"/>
          <a:ext cx="0" cy="0"/>
          <a:chOff x="0" y="0"/>
          <a:chExt cx="0" cy="0"/>
        </a:xfrm>
      </p:grpSpPr>
      <p:sp>
        <p:nvSpPr>
          <p:cNvPr id="1371" name="Google Shape;1371;p123"/>
          <p:cNvSpPr txBox="1"/>
          <p:nvPr>
            <p:ph type="title"/>
          </p:nvPr>
        </p:nvSpPr>
        <p:spPr>
          <a:xfrm>
            <a:off x="467544" y="404664"/>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i="1" lang="en-IN" sz="3200"/>
              <a:t>Deletion from a circular linked list :-</a:t>
            </a:r>
            <a:endParaRPr sz="3200"/>
          </a:p>
        </p:txBody>
      </p:sp>
      <p:sp>
        <p:nvSpPr>
          <p:cNvPr id="1372" name="Google Shape;1372;p123"/>
          <p:cNvSpPr txBox="1"/>
          <p:nvPr>
            <p:ph idx="1" type="body"/>
          </p:nvPr>
        </p:nvSpPr>
        <p:spPr>
          <a:xfrm>
            <a:off x="467544" y="908720"/>
            <a:ext cx="7137357" cy="4059813"/>
          </a:xfrm>
          <a:prstGeom prst="rect">
            <a:avLst/>
          </a:prstGeom>
          <a:noFill/>
          <a:ln>
            <a:noFill/>
          </a:ln>
        </p:spPr>
        <p:txBody>
          <a:bodyPr anchorCtr="0" anchor="t" bIns="45700" lIns="91425" spcFirstLastPara="1" rIns="91425" wrap="square" tIns="45700">
            <a:noAutofit/>
          </a:bodyPr>
          <a:lstStyle/>
          <a:p>
            <a:pPr indent="0" lvl="0" marL="68580" rtl="0" algn="l">
              <a:spcBef>
                <a:spcPts val="0"/>
              </a:spcBef>
              <a:spcAft>
                <a:spcPts val="0"/>
              </a:spcAft>
              <a:buSzPts val="1368"/>
              <a:buNone/>
            </a:pPr>
            <a:r>
              <a:rPr lang="en-IN" sz="1800"/>
              <a:t>Case 2:- </a:t>
            </a:r>
            <a:r>
              <a:rPr b="1" i="1" lang="en-IN" sz="1800"/>
              <a:t>Node to be deleted is the first node of list</a:t>
            </a:r>
            <a:endParaRPr sz="1800"/>
          </a:p>
          <a:p>
            <a:pPr indent="0" lvl="0" marL="68580" rtl="0" algn="l">
              <a:spcBef>
                <a:spcPts val="360"/>
              </a:spcBef>
              <a:spcAft>
                <a:spcPts val="0"/>
              </a:spcAft>
              <a:buSzPts val="1368"/>
              <a:buNone/>
            </a:pPr>
            <a:r>
              <a:t/>
            </a:r>
            <a:endParaRPr sz="1800"/>
          </a:p>
          <a:p>
            <a:pPr indent="-274320" lvl="0" marL="342900" rtl="0" algn="l">
              <a:spcBef>
                <a:spcPts val="360"/>
              </a:spcBef>
              <a:spcAft>
                <a:spcPts val="0"/>
              </a:spcAft>
              <a:buSzPts val="1368"/>
              <a:buChar char="🞇"/>
            </a:pPr>
            <a:r>
              <a:rPr lang="en-IN" sz="1800"/>
              <a:t>Assign the link part of deleted node to the link part of pointer last. </a:t>
            </a:r>
            <a:endParaRPr sz="1800"/>
          </a:p>
          <a:p>
            <a:pPr indent="-274320" lvl="0" marL="342900" rtl="0" algn="l">
              <a:spcBef>
                <a:spcPts val="360"/>
              </a:spcBef>
              <a:spcAft>
                <a:spcPts val="0"/>
              </a:spcAft>
              <a:buSzPts val="1368"/>
              <a:buChar char="🞇"/>
            </a:pPr>
            <a:r>
              <a:rPr lang="en-IN" sz="1800"/>
              <a:t>So now link part of last pointer will point to the next node which is now first node of list after deletion.</a:t>
            </a:r>
            <a:endParaRPr/>
          </a:p>
          <a:p>
            <a:pPr indent="0" lvl="0" marL="68580" rtl="0" algn="l">
              <a:spcBef>
                <a:spcPts val="360"/>
              </a:spcBef>
              <a:spcAft>
                <a:spcPts val="0"/>
              </a:spcAft>
              <a:buSzPts val="1368"/>
              <a:buNone/>
            </a:pPr>
            <a:r>
              <a:t/>
            </a:r>
            <a:endParaRPr b="1" sz="1800"/>
          </a:p>
          <a:p>
            <a:pPr indent="0" lvl="0" marL="68580" rtl="0" algn="l">
              <a:spcBef>
                <a:spcPts val="360"/>
              </a:spcBef>
              <a:spcAft>
                <a:spcPts val="0"/>
              </a:spcAft>
              <a:buSzPts val="1368"/>
              <a:buNone/>
            </a:pPr>
            <a:r>
              <a:rPr b="1" lang="en-IN" sz="1800"/>
              <a:t>q = last-&gt;link; /*q is pointing to the first node of list*/</a:t>
            </a:r>
            <a:endParaRPr b="1" sz="1800"/>
          </a:p>
          <a:p>
            <a:pPr indent="0" lvl="0" marL="68580" rtl="0" algn="l">
              <a:spcBef>
                <a:spcPts val="360"/>
              </a:spcBef>
              <a:spcAft>
                <a:spcPts val="0"/>
              </a:spcAft>
              <a:buSzPts val="1368"/>
              <a:buNone/>
            </a:pPr>
            <a:r>
              <a:rPr b="1" lang="en-IN" sz="1800"/>
              <a:t>if(q-&gt;info == num)</a:t>
            </a:r>
            <a:endParaRPr/>
          </a:p>
          <a:p>
            <a:pPr indent="0" lvl="0" marL="68580" rtl="0" algn="l">
              <a:spcBef>
                <a:spcPts val="360"/>
              </a:spcBef>
              <a:spcAft>
                <a:spcPts val="0"/>
              </a:spcAft>
              <a:buSzPts val="1368"/>
              <a:buNone/>
            </a:pPr>
            <a:r>
              <a:rPr b="1" lang="en-IN" sz="1800"/>
              <a:t>{</a:t>
            </a:r>
            <a:endParaRPr/>
          </a:p>
          <a:p>
            <a:pPr indent="0" lvl="0" marL="68580" rtl="0" algn="l">
              <a:spcBef>
                <a:spcPts val="360"/>
              </a:spcBef>
              <a:spcAft>
                <a:spcPts val="0"/>
              </a:spcAft>
              <a:buSzPts val="1368"/>
              <a:buNone/>
            </a:pPr>
            <a:r>
              <a:rPr b="1" lang="en-IN" sz="1800"/>
              <a:t>             tmp = q;</a:t>
            </a:r>
            <a:endParaRPr/>
          </a:p>
          <a:p>
            <a:pPr indent="0" lvl="0" marL="68580" rtl="0" algn="l">
              <a:spcBef>
                <a:spcPts val="360"/>
              </a:spcBef>
              <a:spcAft>
                <a:spcPts val="0"/>
              </a:spcAft>
              <a:buSzPts val="1368"/>
              <a:buNone/>
            </a:pPr>
            <a:r>
              <a:rPr b="1" lang="en-IN" sz="1800"/>
              <a:t>             last-&gt;link = q-&gt;link;</a:t>
            </a:r>
            <a:endParaRPr/>
          </a:p>
          <a:p>
            <a:pPr indent="0" lvl="0" marL="68580" rtl="0" algn="l">
              <a:spcBef>
                <a:spcPts val="360"/>
              </a:spcBef>
              <a:spcAft>
                <a:spcPts val="0"/>
              </a:spcAft>
              <a:buSzPts val="1368"/>
              <a:buNone/>
            </a:pPr>
            <a:r>
              <a:rPr b="1" lang="en-IN" sz="1800"/>
              <a:t>             free(tmp);</a:t>
            </a:r>
            <a:endParaRPr/>
          </a:p>
          <a:p>
            <a:pPr indent="0" lvl="0" marL="68580" rtl="0" algn="l">
              <a:spcBef>
                <a:spcPts val="360"/>
              </a:spcBef>
              <a:spcAft>
                <a:spcPts val="0"/>
              </a:spcAft>
              <a:buSzPts val="1368"/>
              <a:buNone/>
            </a:pPr>
            <a:r>
              <a:rPr b="1" lang="en-IN" sz="1800"/>
              <a:t>}</a:t>
            </a:r>
            <a:endParaRPr/>
          </a:p>
          <a:p>
            <a:pPr indent="0" lvl="0" marL="68580" rtl="0" algn="l">
              <a:spcBef>
                <a:spcPts val="360"/>
              </a:spcBef>
              <a:spcAft>
                <a:spcPts val="0"/>
              </a:spcAft>
              <a:buSzPts val="1368"/>
              <a:buNone/>
            </a:pPr>
            <a:r>
              <a:t/>
            </a:r>
            <a:endParaRPr sz="1800"/>
          </a:p>
          <a:p>
            <a:pPr indent="0" lvl="0" marL="68580" rtl="0" algn="l">
              <a:spcBef>
                <a:spcPts val="360"/>
              </a:spcBef>
              <a:spcAft>
                <a:spcPts val="0"/>
              </a:spcAft>
              <a:buSzPts val="1368"/>
              <a:buNone/>
            </a:pPr>
            <a:br>
              <a:rPr lang="en-IN" sz="1800"/>
            </a:br>
            <a:endParaRPr sz="1800"/>
          </a:p>
        </p:txBody>
      </p:sp>
      <p:sp>
        <p:nvSpPr>
          <p:cNvPr id="1373" name="Google Shape;1373;p123"/>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374" name="Google Shape;1374;p123"/>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375" name="Google Shape;1375;p123"/>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pic>
        <p:nvPicPr>
          <p:cNvPr descr="https://media.geeksforgeeks.org/wp-content/uploads/CircularSinglLinkedList5.png" id="1376" name="Google Shape;1376;p123"/>
          <p:cNvPicPr preferRelativeResize="0"/>
          <p:nvPr/>
        </p:nvPicPr>
        <p:blipFill rotWithShape="1">
          <a:blip r:embed="rId3">
            <a:alphaModFix/>
          </a:blip>
          <a:srcRect b="0" l="0" r="0" t="0"/>
          <a:stretch/>
        </p:blipFill>
        <p:spPr>
          <a:xfrm>
            <a:off x="4271356" y="4005064"/>
            <a:ext cx="4192971" cy="1584176"/>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0" name="Shape 1380"/>
        <p:cNvGrpSpPr/>
        <p:nvPr/>
      </p:nvGrpSpPr>
      <p:grpSpPr>
        <a:xfrm>
          <a:off x="0" y="0"/>
          <a:ext cx="0" cy="0"/>
          <a:chOff x="0" y="0"/>
          <a:chExt cx="0" cy="0"/>
        </a:xfrm>
      </p:grpSpPr>
      <p:sp>
        <p:nvSpPr>
          <p:cNvPr id="1381" name="Google Shape;1381;p124"/>
          <p:cNvSpPr txBox="1"/>
          <p:nvPr>
            <p:ph type="title"/>
          </p:nvPr>
        </p:nvSpPr>
        <p:spPr>
          <a:xfrm>
            <a:off x="467544" y="404664"/>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i="1" lang="en-IN" sz="3200"/>
              <a:t>Deletion from a circular linked list :-</a:t>
            </a:r>
            <a:endParaRPr sz="3200"/>
          </a:p>
        </p:txBody>
      </p:sp>
      <p:sp>
        <p:nvSpPr>
          <p:cNvPr id="1382" name="Google Shape;1382;p124"/>
          <p:cNvSpPr txBox="1"/>
          <p:nvPr>
            <p:ph idx="1" type="body"/>
          </p:nvPr>
        </p:nvSpPr>
        <p:spPr>
          <a:xfrm>
            <a:off x="467544" y="908720"/>
            <a:ext cx="7137357" cy="4059813"/>
          </a:xfrm>
          <a:prstGeom prst="rect">
            <a:avLst/>
          </a:prstGeom>
          <a:noFill/>
          <a:ln>
            <a:noFill/>
          </a:ln>
        </p:spPr>
        <p:txBody>
          <a:bodyPr anchorCtr="0" anchor="t" bIns="45700" lIns="91425" spcFirstLastPara="1" rIns="91425" wrap="square" tIns="45700">
            <a:noAutofit/>
          </a:bodyPr>
          <a:lstStyle/>
          <a:p>
            <a:pPr indent="0" lvl="0" marL="68580" rtl="0" algn="l">
              <a:spcBef>
                <a:spcPts val="0"/>
              </a:spcBef>
              <a:spcAft>
                <a:spcPts val="0"/>
              </a:spcAft>
              <a:buSzPts val="1368"/>
              <a:buNone/>
            </a:pPr>
            <a:r>
              <a:rPr lang="en-IN" sz="1800"/>
              <a:t>Case 2:- </a:t>
            </a:r>
            <a:r>
              <a:rPr b="1" i="1" lang="en-IN" sz="1800"/>
              <a:t>Node to be deleted is the first node of list</a:t>
            </a:r>
            <a:endParaRPr sz="1800"/>
          </a:p>
          <a:p>
            <a:pPr indent="0" lvl="0" marL="68580" rtl="0" algn="l">
              <a:spcBef>
                <a:spcPts val="360"/>
              </a:spcBef>
              <a:spcAft>
                <a:spcPts val="0"/>
              </a:spcAft>
              <a:buSzPts val="1368"/>
              <a:buNone/>
            </a:pPr>
            <a:r>
              <a:t/>
            </a:r>
            <a:endParaRPr sz="1800"/>
          </a:p>
          <a:p>
            <a:pPr indent="-274320" lvl="0" marL="342900" rtl="0" algn="l">
              <a:spcBef>
                <a:spcPts val="360"/>
              </a:spcBef>
              <a:spcAft>
                <a:spcPts val="0"/>
              </a:spcAft>
              <a:buSzPts val="1368"/>
              <a:buChar char="🞇"/>
            </a:pPr>
            <a:r>
              <a:rPr lang="en-IN" sz="1800"/>
              <a:t>Assign the link part of deleted node to the link part of pointer last. </a:t>
            </a:r>
            <a:endParaRPr sz="1800"/>
          </a:p>
          <a:p>
            <a:pPr indent="-274320" lvl="0" marL="342900" rtl="0" algn="l">
              <a:spcBef>
                <a:spcPts val="360"/>
              </a:spcBef>
              <a:spcAft>
                <a:spcPts val="0"/>
              </a:spcAft>
              <a:buSzPts val="1368"/>
              <a:buChar char="🞇"/>
            </a:pPr>
            <a:r>
              <a:rPr lang="en-IN" sz="1800"/>
              <a:t>So now link part of last pointer will point to the next node which is now first node of list after deletion.</a:t>
            </a:r>
            <a:endParaRPr/>
          </a:p>
          <a:p>
            <a:pPr indent="0" lvl="0" marL="68580" rtl="0" algn="l">
              <a:spcBef>
                <a:spcPts val="360"/>
              </a:spcBef>
              <a:spcAft>
                <a:spcPts val="0"/>
              </a:spcAft>
              <a:buSzPts val="1368"/>
              <a:buNone/>
            </a:pPr>
            <a:r>
              <a:t/>
            </a:r>
            <a:endParaRPr b="1" sz="1800"/>
          </a:p>
          <a:p>
            <a:pPr indent="0" lvl="0" marL="68580" rtl="0" algn="l">
              <a:spcBef>
                <a:spcPts val="360"/>
              </a:spcBef>
              <a:spcAft>
                <a:spcPts val="0"/>
              </a:spcAft>
              <a:buSzPts val="1368"/>
              <a:buNone/>
            </a:pPr>
            <a:r>
              <a:rPr b="1" lang="en-IN" sz="1800"/>
              <a:t>q = last-&gt;link; /*q is pointing to the first node of list*/</a:t>
            </a:r>
            <a:endParaRPr b="1" sz="1800"/>
          </a:p>
          <a:p>
            <a:pPr indent="0" lvl="0" marL="68580" rtl="0" algn="l">
              <a:spcBef>
                <a:spcPts val="360"/>
              </a:spcBef>
              <a:spcAft>
                <a:spcPts val="0"/>
              </a:spcAft>
              <a:buSzPts val="1368"/>
              <a:buNone/>
            </a:pPr>
            <a:r>
              <a:rPr b="1" lang="en-IN" sz="1800"/>
              <a:t>if(q-&gt;info == num)</a:t>
            </a:r>
            <a:endParaRPr/>
          </a:p>
          <a:p>
            <a:pPr indent="0" lvl="0" marL="68580" rtl="0" algn="l">
              <a:spcBef>
                <a:spcPts val="360"/>
              </a:spcBef>
              <a:spcAft>
                <a:spcPts val="0"/>
              </a:spcAft>
              <a:buSzPts val="1368"/>
              <a:buNone/>
            </a:pPr>
            <a:r>
              <a:rPr b="1" lang="en-IN" sz="1800"/>
              <a:t>{</a:t>
            </a:r>
            <a:endParaRPr/>
          </a:p>
          <a:p>
            <a:pPr indent="0" lvl="0" marL="68580" rtl="0" algn="l">
              <a:spcBef>
                <a:spcPts val="360"/>
              </a:spcBef>
              <a:spcAft>
                <a:spcPts val="0"/>
              </a:spcAft>
              <a:buSzPts val="1368"/>
              <a:buNone/>
            </a:pPr>
            <a:r>
              <a:rPr b="1" lang="en-IN" sz="1800"/>
              <a:t>             tmp = q;</a:t>
            </a:r>
            <a:endParaRPr/>
          </a:p>
          <a:p>
            <a:pPr indent="0" lvl="0" marL="68580" rtl="0" algn="l">
              <a:spcBef>
                <a:spcPts val="360"/>
              </a:spcBef>
              <a:spcAft>
                <a:spcPts val="0"/>
              </a:spcAft>
              <a:buSzPts val="1368"/>
              <a:buNone/>
            </a:pPr>
            <a:r>
              <a:rPr b="1" lang="en-IN" sz="1800"/>
              <a:t>             last-&gt;link = q-&gt;link;</a:t>
            </a:r>
            <a:endParaRPr/>
          </a:p>
          <a:p>
            <a:pPr indent="0" lvl="0" marL="68580" rtl="0" algn="l">
              <a:spcBef>
                <a:spcPts val="360"/>
              </a:spcBef>
              <a:spcAft>
                <a:spcPts val="0"/>
              </a:spcAft>
              <a:buSzPts val="1368"/>
              <a:buNone/>
            </a:pPr>
            <a:r>
              <a:rPr b="1" lang="en-IN" sz="1800"/>
              <a:t>             free(tmp);</a:t>
            </a:r>
            <a:endParaRPr/>
          </a:p>
          <a:p>
            <a:pPr indent="0" lvl="0" marL="68580" rtl="0" algn="l">
              <a:spcBef>
                <a:spcPts val="360"/>
              </a:spcBef>
              <a:spcAft>
                <a:spcPts val="0"/>
              </a:spcAft>
              <a:buSzPts val="1368"/>
              <a:buNone/>
            </a:pPr>
            <a:r>
              <a:rPr b="1" lang="en-IN" sz="1800"/>
              <a:t>}</a:t>
            </a:r>
            <a:endParaRPr/>
          </a:p>
          <a:p>
            <a:pPr indent="0" lvl="0" marL="68580" rtl="0" algn="l">
              <a:spcBef>
                <a:spcPts val="360"/>
              </a:spcBef>
              <a:spcAft>
                <a:spcPts val="0"/>
              </a:spcAft>
              <a:buSzPts val="1368"/>
              <a:buNone/>
            </a:pPr>
            <a:r>
              <a:t/>
            </a:r>
            <a:endParaRPr sz="1800"/>
          </a:p>
          <a:p>
            <a:pPr indent="0" lvl="0" marL="68580" rtl="0" algn="l">
              <a:spcBef>
                <a:spcPts val="360"/>
              </a:spcBef>
              <a:spcAft>
                <a:spcPts val="0"/>
              </a:spcAft>
              <a:buSzPts val="1368"/>
              <a:buNone/>
            </a:pPr>
            <a:br>
              <a:rPr lang="en-IN" sz="1800"/>
            </a:br>
            <a:endParaRPr sz="1800"/>
          </a:p>
        </p:txBody>
      </p:sp>
      <p:sp>
        <p:nvSpPr>
          <p:cNvPr id="1383" name="Google Shape;1383;p124"/>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384" name="Google Shape;1384;p124"/>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385" name="Google Shape;1385;p124"/>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pic>
        <p:nvPicPr>
          <p:cNvPr descr="https://media.geeksforgeeks.org/wp-content/uploads/CircularSinglLinkedList5.png" id="1386" name="Google Shape;1386;p124"/>
          <p:cNvPicPr preferRelativeResize="0"/>
          <p:nvPr/>
        </p:nvPicPr>
        <p:blipFill rotWithShape="1">
          <a:blip r:embed="rId3">
            <a:alphaModFix/>
          </a:blip>
          <a:srcRect b="0" l="0" r="0" t="0"/>
          <a:stretch/>
        </p:blipFill>
        <p:spPr>
          <a:xfrm>
            <a:off x="4271356" y="4005064"/>
            <a:ext cx="4192971" cy="1584176"/>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1" name="Shape 1391"/>
        <p:cNvGrpSpPr/>
        <p:nvPr/>
      </p:nvGrpSpPr>
      <p:grpSpPr>
        <a:xfrm>
          <a:off x="0" y="0"/>
          <a:ext cx="0" cy="0"/>
          <a:chOff x="0" y="0"/>
          <a:chExt cx="0" cy="0"/>
        </a:xfrm>
      </p:grpSpPr>
      <p:sp>
        <p:nvSpPr>
          <p:cNvPr id="1392" name="Google Shape;1392;p125"/>
          <p:cNvSpPr txBox="1"/>
          <p:nvPr>
            <p:ph type="title"/>
          </p:nvPr>
        </p:nvSpPr>
        <p:spPr>
          <a:xfrm>
            <a:off x="467544" y="332656"/>
            <a:ext cx="7560958"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i="1" lang="en-IN" sz="3200"/>
              <a:t>Deletion from a circular linked list :-</a:t>
            </a:r>
            <a:endParaRPr sz="3200"/>
          </a:p>
        </p:txBody>
      </p:sp>
      <p:sp>
        <p:nvSpPr>
          <p:cNvPr id="1393" name="Google Shape;1393;p125"/>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394" name="Google Shape;1394;p125"/>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395" name="Google Shape;1395;p125"/>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1396" name="Google Shape;1396;p125"/>
          <p:cNvSpPr txBox="1"/>
          <p:nvPr>
            <p:ph idx="1" type="body"/>
          </p:nvPr>
        </p:nvSpPr>
        <p:spPr>
          <a:xfrm>
            <a:off x="467544" y="836712"/>
            <a:ext cx="3960440" cy="2484896"/>
          </a:xfrm>
          <a:prstGeom prst="rect">
            <a:avLst/>
          </a:prstGeom>
          <a:noFill/>
          <a:ln>
            <a:noFill/>
          </a:ln>
        </p:spPr>
        <p:txBody>
          <a:bodyPr anchorCtr="0" anchor="t" bIns="45700" lIns="91425" spcFirstLastPara="1" rIns="91425" wrap="square" tIns="45700">
            <a:noAutofit/>
          </a:bodyPr>
          <a:lstStyle/>
          <a:p>
            <a:pPr indent="0" lvl="0" marL="68580" rtl="0" algn="l">
              <a:spcBef>
                <a:spcPts val="0"/>
              </a:spcBef>
              <a:spcAft>
                <a:spcPts val="0"/>
              </a:spcAft>
              <a:buSzPts val="1368"/>
              <a:buNone/>
            </a:pPr>
            <a:r>
              <a:rPr lang="en-IN" sz="1800"/>
              <a:t> Case 3:- </a:t>
            </a:r>
            <a:r>
              <a:rPr b="1" lang="en-IN" sz="1800"/>
              <a:t>Deletion in between is same as in single linked list. </a:t>
            </a:r>
            <a:endParaRPr b="1" sz="1800"/>
          </a:p>
          <a:p>
            <a:pPr indent="0" lvl="0" marL="68580" rtl="0" algn="l">
              <a:spcBef>
                <a:spcPts val="360"/>
              </a:spcBef>
              <a:spcAft>
                <a:spcPts val="0"/>
              </a:spcAft>
              <a:buSzPts val="1368"/>
              <a:buNone/>
            </a:pPr>
            <a:r>
              <a:t/>
            </a:r>
            <a:endParaRPr sz="1800"/>
          </a:p>
          <a:p>
            <a:pPr indent="0" lvl="0" marL="68580" rtl="0" algn="l">
              <a:spcBef>
                <a:spcPts val="360"/>
              </a:spcBef>
              <a:spcAft>
                <a:spcPts val="0"/>
              </a:spcAft>
              <a:buSzPts val="1368"/>
              <a:buNone/>
            </a:pPr>
            <a:r>
              <a:rPr lang="en-IN" sz="1800"/>
              <a:t>Deletion of node in between will be as-</a:t>
            </a:r>
            <a:endParaRPr/>
          </a:p>
          <a:p>
            <a:pPr indent="0" lvl="0" marL="68580" rtl="0" algn="l">
              <a:spcBef>
                <a:spcPts val="320"/>
              </a:spcBef>
              <a:spcAft>
                <a:spcPts val="0"/>
              </a:spcAft>
              <a:buSzPts val="1216"/>
              <a:buNone/>
            </a:pPr>
            <a:r>
              <a:rPr b="1" lang="en-IN" sz="1600"/>
              <a:t>q = last-&gt;link;</a:t>
            </a:r>
            <a:endParaRPr/>
          </a:p>
          <a:p>
            <a:pPr indent="0" lvl="0" marL="68580" rtl="0" algn="l">
              <a:spcBef>
                <a:spcPts val="320"/>
              </a:spcBef>
              <a:spcAft>
                <a:spcPts val="0"/>
              </a:spcAft>
              <a:buSzPts val="1216"/>
              <a:buNone/>
            </a:pPr>
            <a:r>
              <a:rPr b="1" lang="en-IN" sz="1600"/>
              <a:t>while(q-&gt;link != last)</a:t>
            </a:r>
            <a:endParaRPr/>
          </a:p>
          <a:p>
            <a:pPr indent="0" lvl="0" marL="68580" rtl="0" algn="l">
              <a:spcBef>
                <a:spcPts val="320"/>
              </a:spcBef>
              <a:spcAft>
                <a:spcPts val="0"/>
              </a:spcAft>
              <a:buSzPts val="1216"/>
              <a:buNone/>
            </a:pPr>
            <a:r>
              <a:rPr b="1" lang="en-IN" sz="1600"/>
              <a:t>{</a:t>
            </a:r>
            <a:endParaRPr/>
          </a:p>
          <a:p>
            <a:pPr indent="0" lvl="0" marL="68580" rtl="0" algn="l">
              <a:spcBef>
                <a:spcPts val="320"/>
              </a:spcBef>
              <a:spcAft>
                <a:spcPts val="0"/>
              </a:spcAft>
              <a:buSzPts val="1216"/>
              <a:buNone/>
            </a:pPr>
            <a:r>
              <a:rPr b="1" lang="en-IN" sz="1600"/>
              <a:t>             if(q-&gt;link-&gt;info == num) /* Element deleted in between */</a:t>
            </a:r>
            <a:endParaRPr/>
          </a:p>
          <a:p>
            <a:pPr indent="0" lvl="0" marL="68580" rtl="0" algn="l">
              <a:spcBef>
                <a:spcPts val="320"/>
              </a:spcBef>
              <a:spcAft>
                <a:spcPts val="0"/>
              </a:spcAft>
              <a:buSzPts val="1216"/>
              <a:buNone/>
            </a:pPr>
            <a:r>
              <a:rPr b="1" lang="en-IN" sz="1600"/>
              <a:t>             {</a:t>
            </a:r>
            <a:endParaRPr/>
          </a:p>
          <a:p>
            <a:pPr indent="0" lvl="0" marL="68580" rtl="0" algn="l">
              <a:spcBef>
                <a:spcPts val="320"/>
              </a:spcBef>
              <a:spcAft>
                <a:spcPts val="0"/>
              </a:spcAft>
              <a:buSzPts val="1216"/>
              <a:buNone/>
            </a:pPr>
            <a:r>
              <a:rPr b="1" lang="en-IN" sz="1600"/>
              <a:t>                          tmp = q-&gt;link;</a:t>
            </a:r>
            <a:endParaRPr/>
          </a:p>
          <a:p>
            <a:pPr indent="0" lvl="0" marL="68580" rtl="0" algn="l">
              <a:spcBef>
                <a:spcPts val="320"/>
              </a:spcBef>
              <a:spcAft>
                <a:spcPts val="0"/>
              </a:spcAft>
              <a:buSzPts val="1216"/>
              <a:buNone/>
            </a:pPr>
            <a:r>
              <a:rPr b="1" lang="en-IN" sz="1600"/>
              <a:t>                          q-&gt;link = tmp-&gt;link;</a:t>
            </a:r>
            <a:endParaRPr/>
          </a:p>
          <a:p>
            <a:pPr indent="0" lvl="0" marL="68580" rtl="0" algn="l">
              <a:spcBef>
                <a:spcPts val="320"/>
              </a:spcBef>
              <a:spcAft>
                <a:spcPts val="0"/>
              </a:spcAft>
              <a:buSzPts val="1216"/>
              <a:buNone/>
            </a:pPr>
            <a:r>
              <a:rPr b="1" lang="en-IN" sz="1600"/>
              <a:t>                          free(tmp);</a:t>
            </a:r>
            <a:endParaRPr/>
          </a:p>
          <a:p>
            <a:pPr indent="0" lvl="0" marL="68580" rtl="0" algn="l">
              <a:spcBef>
                <a:spcPts val="320"/>
              </a:spcBef>
              <a:spcAft>
                <a:spcPts val="0"/>
              </a:spcAft>
              <a:buSzPts val="1216"/>
              <a:buNone/>
            </a:pPr>
            <a:r>
              <a:rPr b="1" lang="en-IN" sz="1600"/>
              <a:t>            }</a:t>
            </a:r>
            <a:endParaRPr/>
          </a:p>
          <a:p>
            <a:pPr indent="0" lvl="0" marL="68580" rtl="0" algn="l">
              <a:spcBef>
                <a:spcPts val="320"/>
              </a:spcBef>
              <a:spcAft>
                <a:spcPts val="0"/>
              </a:spcAft>
              <a:buSzPts val="1216"/>
              <a:buNone/>
            </a:pPr>
            <a:r>
              <a:rPr b="1" lang="en-IN" sz="1600"/>
              <a:t>            q = q-&gt;link;</a:t>
            </a:r>
            <a:endParaRPr/>
          </a:p>
          <a:p>
            <a:pPr indent="0" lvl="0" marL="68580" rtl="0" algn="l">
              <a:spcBef>
                <a:spcPts val="320"/>
              </a:spcBef>
              <a:spcAft>
                <a:spcPts val="0"/>
              </a:spcAft>
              <a:buSzPts val="1216"/>
              <a:buNone/>
            </a:pPr>
            <a:r>
              <a:rPr b="1" lang="en-IN" sz="1600"/>
              <a:t>} /* End of while */</a:t>
            </a:r>
            <a:endParaRPr b="1" sz="1600"/>
          </a:p>
        </p:txBody>
      </p:sp>
      <p:sp>
        <p:nvSpPr>
          <p:cNvPr id="1397" name="Google Shape;1397;p125"/>
          <p:cNvSpPr txBox="1"/>
          <p:nvPr>
            <p:ph idx="2" type="body"/>
          </p:nvPr>
        </p:nvSpPr>
        <p:spPr>
          <a:xfrm>
            <a:off x="4716016" y="1052736"/>
            <a:ext cx="3419856" cy="3493008"/>
          </a:xfrm>
          <a:prstGeom prst="rect">
            <a:avLst/>
          </a:prstGeom>
          <a:noFill/>
          <a:ln>
            <a:noFill/>
          </a:ln>
        </p:spPr>
        <p:txBody>
          <a:bodyPr anchorCtr="0" anchor="t" bIns="45700" lIns="91425" spcFirstLastPara="1" rIns="91425" wrap="square" tIns="45700">
            <a:normAutofit fontScale="77500" lnSpcReduction="20000"/>
          </a:bodyPr>
          <a:lstStyle/>
          <a:p>
            <a:pPr indent="-274344" lvl="0" marL="342900" rtl="0" algn="l">
              <a:spcBef>
                <a:spcPts val="0"/>
              </a:spcBef>
              <a:spcAft>
                <a:spcPts val="0"/>
              </a:spcAft>
              <a:buSzPct val="76000"/>
              <a:buChar char="🞇"/>
            </a:pPr>
            <a:r>
              <a:rPr lang="en-IN" sz="2300"/>
              <a:t>First we are traversing the list, when we find the element to be deleted, </a:t>
            </a:r>
            <a:endParaRPr sz="2300"/>
          </a:p>
          <a:p>
            <a:pPr indent="-274344" lvl="0" marL="342900" rtl="0" algn="l">
              <a:spcBef>
                <a:spcPts val="356"/>
              </a:spcBef>
              <a:spcAft>
                <a:spcPts val="0"/>
              </a:spcAft>
              <a:buSzPct val="76000"/>
              <a:buChar char="🞇"/>
            </a:pPr>
            <a:r>
              <a:rPr lang="en-IN" sz="2300"/>
              <a:t>then q points to the previous node. </a:t>
            </a:r>
            <a:endParaRPr sz="2300"/>
          </a:p>
          <a:p>
            <a:pPr indent="-274344" lvl="0" marL="342900" rtl="0" algn="l">
              <a:spcBef>
                <a:spcPts val="356"/>
              </a:spcBef>
              <a:spcAft>
                <a:spcPts val="0"/>
              </a:spcAft>
              <a:buSzPct val="76000"/>
              <a:buChar char="🞇"/>
            </a:pPr>
            <a:r>
              <a:rPr lang="en-IN" sz="2300"/>
              <a:t>We assign the link part of node to be deleted to the link part of  previous node and </a:t>
            </a:r>
            <a:endParaRPr sz="2300"/>
          </a:p>
          <a:p>
            <a:pPr indent="-274344" lvl="0" marL="342900" rtl="0" algn="l">
              <a:spcBef>
                <a:spcPts val="356"/>
              </a:spcBef>
              <a:spcAft>
                <a:spcPts val="0"/>
              </a:spcAft>
              <a:buSzPct val="76000"/>
              <a:buChar char="🞇"/>
            </a:pPr>
            <a:r>
              <a:rPr lang="en-IN" sz="2300"/>
              <a:t>then we free the address of node to be deleted from memory.</a:t>
            </a:r>
            <a:br>
              <a:rPr lang="en-IN" sz="2300"/>
            </a:br>
            <a:endParaRPr/>
          </a:p>
          <a:p>
            <a:pPr indent="-184556" lvl="0" marL="342900" rtl="0" algn="l">
              <a:spcBef>
                <a:spcPts val="372"/>
              </a:spcBef>
              <a:spcAft>
                <a:spcPts val="0"/>
              </a:spcAft>
              <a:buSzPct val="76000"/>
              <a:buNone/>
            </a:pPr>
            <a:r>
              <a:t/>
            </a:r>
            <a:endParaRPr/>
          </a:p>
        </p:txBody>
      </p:sp>
      <p:sp>
        <p:nvSpPr>
          <p:cNvPr id="1398" name="Google Shape;1398;p125"/>
          <p:cNvSpPr txBox="1"/>
          <p:nvPr/>
        </p:nvSpPr>
        <p:spPr>
          <a:xfrm>
            <a:off x="4935416" y="3933056"/>
            <a:ext cx="2952328"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entury Gothic"/>
                <a:ea typeface="Century Gothic"/>
                <a:cs typeface="Century Gothic"/>
                <a:sym typeface="Century Gothic"/>
              </a:rPr>
              <a:t>As we need to stop at the previous node for deletion</a:t>
            </a:r>
            <a:endParaRPr b="1" sz="1800">
              <a:solidFill>
                <a:schemeClr val="dk1"/>
              </a:solidFill>
              <a:latin typeface="Century Gothic"/>
              <a:ea typeface="Century Gothic"/>
              <a:cs typeface="Century Gothic"/>
              <a:sym typeface="Century Gothic"/>
            </a:endParaRPr>
          </a:p>
        </p:txBody>
      </p:sp>
      <p:sp>
        <p:nvSpPr>
          <p:cNvPr id="1399" name="Google Shape;1399;p125"/>
          <p:cNvSpPr/>
          <p:nvPr/>
        </p:nvSpPr>
        <p:spPr>
          <a:xfrm rot="1584240">
            <a:off x="3728671" y="3937231"/>
            <a:ext cx="1166674" cy="208982"/>
          </a:xfrm>
          <a:prstGeom prst="rightArrow">
            <a:avLst>
              <a:gd fmla="val 50000" name="adj1"/>
              <a:gd fmla="val 50000" name="adj2"/>
            </a:avLst>
          </a:prstGeom>
          <a:solidFill>
            <a:schemeClr val="accent1"/>
          </a:solidFill>
          <a:ln cap="flat" cmpd="sng" w="15875">
            <a:solidFill>
              <a:srgbClr val="6C9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pic>
        <p:nvPicPr>
          <p:cNvPr descr="https://media.geeksforgeeks.org/wp-content/uploads/CircularSinglLinkedList5.png" id="1400" name="Google Shape;1400;p125"/>
          <p:cNvPicPr preferRelativeResize="0"/>
          <p:nvPr/>
        </p:nvPicPr>
        <p:blipFill rotWithShape="1">
          <a:blip r:embed="rId3">
            <a:alphaModFix/>
          </a:blip>
          <a:srcRect b="0" l="0" r="0" t="0"/>
          <a:stretch/>
        </p:blipFill>
        <p:spPr>
          <a:xfrm>
            <a:off x="3491880" y="4856386"/>
            <a:ext cx="4697027" cy="1584176"/>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5" name="Shape 1405"/>
        <p:cNvGrpSpPr/>
        <p:nvPr/>
      </p:nvGrpSpPr>
      <p:grpSpPr>
        <a:xfrm>
          <a:off x="0" y="0"/>
          <a:ext cx="0" cy="0"/>
          <a:chOff x="0" y="0"/>
          <a:chExt cx="0" cy="0"/>
        </a:xfrm>
      </p:grpSpPr>
      <p:sp>
        <p:nvSpPr>
          <p:cNvPr id="1406" name="Google Shape;1406;p126"/>
          <p:cNvSpPr txBox="1"/>
          <p:nvPr>
            <p:ph type="title"/>
          </p:nvPr>
        </p:nvSpPr>
        <p:spPr>
          <a:xfrm>
            <a:off x="467026" y="476672"/>
            <a:ext cx="8712968" cy="45712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2400"/>
              <a:buFont typeface="Century Gothic"/>
              <a:buNone/>
            </a:pPr>
            <a:r>
              <a:rPr b="1" i="1" lang="en-IN" sz="2400"/>
              <a:t>Same as Deletion in between in Singly Linked List</a:t>
            </a:r>
            <a:endParaRPr b="1" i="1" sz="2400"/>
          </a:p>
        </p:txBody>
      </p:sp>
      <p:sp>
        <p:nvSpPr>
          <p:cNvPr id="1407" name="Google Shape;1407;p126"/>
          <p:cNvSpPr txBox="1"/>
          <p:nvPr>
            <p:ph idx="1" type="body"/>
          </p:nvPr>
        </p:nvSpPr>
        <p:spPr>
          <a:xfrm>
            <a:off x="683568" y="951139"/>
            <a:ext cx="7920880" cy="4705748"/>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368"/>
              <a:buChar char="🞇"/>
            </a:pPr>
            <a:r>
              <a:rPr lang="en-IN" sz="1800"/>
              <a:t>If the element is other than the first element of linked list then </a:t>
            </a:r>
            <a:endParaRPr sz="1800"/>
          </a:p>
          <a:p>
            <a:pPr indent="-274320" lvl="1" marL="640080" rtl="0" algn="l">
              <a:spcBef>
                <a:spcPts val="360"/>
              </a:spcBef>
              <a:spcAft>
                <a:spcPts val="0"/>
              </a:spcAft>
              <a:buSzPts val="1368"/>
              <a:buChar char="🞇"/>
            </a:pPr>
            <a:r>
              <a:rPr b="1" lang="en-IN" sz="1800" u="sng"/>
              <a:t>we give the link part of the deleted node to the link part of the previous node. </a:t>
            </a:r>
            <a:endParaRPr b="1" sz="1800" u="sng"/>
          </a:p>
          <a:p>
            <a:pPr indent="-274320" lvl="1" marL="640080" rtl="0" algn="l">
              <a:spcBef>
                <a:spcPts val="360"/>
              </a:spcBef>
              <a:spcAft>
                <a:spcPts val="0"/>
              </a:spcAft>
              <a:buSzPts val="1368"/>
              <a:buChar char="🞇"/>
            </a:pPr>
            <a:r>
              <a:rPr lang="en-IN" sz="1800"/>
              <a:t>This can be as-</a:t>
            </a:r>
            <a:endParaRPr/>
          </a:p>
          <a:p>
            <a:pPr indent="0" lvl="8" marL="1847088" rtl="0" algn="l">
              <a:spcBef>
                <a:spcPts val="400"/>
              </a:spcBef>
              <a:spcAft>
                <a:spcPts val="0"/>
              </a:spcAft>
              <a:buSzPts val="1520"/>
              <a:buNone/>
            </a:pPr>
            <a:r>
              <a:rPr b="1" lang="en-IN" sz="2000"/>
              <a:t>tmp =q-&gt;link;</a:t>
            </a:r>
            <a:endParaRPr/>
          </a:p>
          <a:p>
            <a:pPr indent="0" lvl="8" marL="1847088" rtl="0" algn="l">
              <a:spcBef>
                <a:spcPts val="400"/>
              </a:spcBef>
              <a:spcAft>
                <a:spcPts val="0"/>
              </a:spcAft>
              <a:buSzPts val="1520"/>
              <a:buNone/>
            </a:pPr>
            <a:r>
              <a:rPr b="1" lang="en-IN" sz="2000"/>
              <a:t>q-&gt;link = tmp-&gt;link;</a:t>
            </a:r>
            <a:endParaRPr/>
          </a:p>
          <a:p>
            <a:pPr indent="0" lvl="8" marL="1847088" rtl="0" algn="l">
              <a:spcBef>
                <a:spcPts val="400"/>
              </a:spcBef>
              <a:spcAft>
                <a:spcPts val="0"/>
              </a:spcAft>
              <a:buSzPts val="1520"/>
              <a:buNone/>
            </a:pPr>
            <a:r>
              <a:rPr b="1" lang="en-IN" sz="2000"/>
              <a:t>free(tmp);</a:t>
            </a:r>
            <a:endParaRPr/>
          </a:p>
        </p:txBody>
      </p:sp>
      <p:pic>
        <p:nvPicPr>
          <p:cNvPr descr="https://1.bp.blogspot.com/-scUCKMUqVgU/XAau85KvM6I/AAAAAAAAFZs/6lH2odet02ETOGj374eUmS1T5SQNFuBzQCLcBGAs/s400/New%2BDoc%2B2018-12-04%2B10.16.54_9.jpg" id="1408" name="Google Shape;1408;p126"/>
          <p:cNvPicPr preferRelativeResize="0"/>
          <p:nvPr/>
        </p:nvPicPr>
        <p:blipFill rotWithShape="1">
          <a:blip r:embed="rId3">
            <a:alphaModFix/>
          </a:blip>
          <a:srcRect b="0" l="0" r="0" t="0"/>
          <a:stretch/>
        </p:blipFill>
        <p:spPr>
          <a:xfrm>
            <a:off x="899592" y="3501008"/>
            <a:ext cx="7200800" cy="2448272"/>
          </a:xfrm>
          <a:prstGeom prst="rect">
            <a:avLst/>
          </a:prstGeom>
          <a:noFill/>
          <a:ln>
            <a:noFill/>
          </a:ln>
        </p:spPr>
      </p:pic>
      <p:sp>
        <p:nvSpPr>
          <p:cNvPr id="1409" name="Google Shape;1409;p126"/>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410" name="Google Shape;1410;p126"/>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411" name="Google Shape;1411;p126"/>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5" name="Shape 1415"/>
        <p:cNvGrpSpPr/>
        <p:nvPr/>
      </p:nvGrpSpPr>
      <p:grpSpPr>
        <a:xfrm>
          <a:off x="0" y="0"/>
          <a:ext cx="0" cy="0"/>
          <a:chOff x="0" y="0"/>
          <a:chExt cx="0" cy="0"/>
        </a:xfrm>
      </p:grpSpPr>
      <p:sp>
        <p:nvSpPr>
          <p:cNvPr id="1416" name="Google Shape;1416;p127"/>
          <p:cNvSpPr txBox="1"/>
          <p:nvPr>
            <p:ph type="title"/>
          </p:nvPr>
        </p:nvSpPr>
        <p:spPr>
          <a:xfrm>
            <a:off x="467544" y="404664"/>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i="1" lang="en-IN" sz="3200"/>
              <a:t>Deletion from a circular linked list :-</a:t>
            </a:r>
            <a:endParaRPr sz="3200"/>
          </a:p>
        </p:txBody>
      </p:sp>
      <p:sp>
        <p:nvSpPr>
          <p:cNvPr id="1417" name="Google Shape;1417;p127"/>
          <p:cNvSpPr txBox="1"/>
          <p:nvPr>
            <p:ph idx="1" type="body"/>
          </p:nvPr>
        </p:nvSpPr>
        <p:spPr>
          <a:xfrm>
            <a:off x="467544" y="836712"/>
            <a:ext cx="6777317" cy="4059813"/>
          </a:xfrm>
          <a:prstGeom prst="rect">
            <a:avLst/>
          </a:prstGeom>
          <a:noFill/>
          <a:ln>
            <a:noFill/>
          </a:ln>
        </p:spPr>
        <p:txBody>
          <a:bodyPr anchorCtr="0" anchor="t" bIns="45700" lIns="91425" spcFirstLastPara="1" rIns="91425" wrap="square" tIns="45700">
            <a:noAutofit/>
          </a:bodyPr>
          <a:lstStyle/>
          <a:p>
            <a:pPr indent="0" lvl="0" marL="68580" rtl="0" algn="l">
              <a:spcBef>
                <a:spcPts val="0"/>
              </a:spcBef>
              <a:spcAft>
                <a:spcPts val="0"/>
              </a:spcAft>
              <a:buSzPts val="1368"/>
              <a:buNone/>
            </a:pPr>
            <a:r>
              <a:rPr lang="en-IN" sz="1800"/>
              <a:t> Case 4:- </a:t>
            </a:r>
            <a:r>
              <a:rPr b="1" lang="en-IN" sz="1800"/>
              <a:t>Deletion of last node </a:t>
            </a:r>
            <a:endParaRPr b="1" sz="1800"/>
          </a:p>
          <a:p>
            <a:pPr indent="-274320" lvl="0" marL="342900" rtl="0" algn="l">
              <a:spcBef>
                <a:spcPts val="360"/>
              </a:spcBef>
              <a:spcAft>
                <a:spcPts val="0"/>
              </a:spcAft>
              <a:buSzPts val="1368"/>
              <a:buChar char="🞇"/>
            </a:pPr>
            <a:r>
              <a:rPr lang="en-IN" sz="1800"/>
              <a:t>Assign the link part of last node to the link part of previous node. </a:t>
            </a:r>
            <a:endParaRPr sz="1800"/>
          </a:p>
          <a:p>
            <a:pPr indent="-274320" lvl="0" marL="342900" rtl="0" algn="l">
              <a:spcBef>
                <a:spcPts val="360"/>
              </a:spcBef>
              <a:spcAft>
                <a:spcPts val="0"/>
              </a:spcAft>
              <a:buSzPts val="1368"/>
              <a:buChar char="🞇"/>
            </a:pPr>
            <a:r>
              <a:rPr lang="en-IN" sz="1800"/>
              <a:t>So link part of previous node will point to the first node of list. </a:t>
            </a:r>
            <a:endParaRPr sz="1800"/>
          </a:p>
          <a:p>
            <a:pPr indent="-274320" lvl="0" marL="342900" rtl="0" algn="l">
              <a:spcBef>
                <a:spcPts val="360"/>
              </a:spcBef>
              <a:spcAft>
                <a:spcPts val="0"/>
              </a:spcAft>
              <a:buSzPts val="1368"/>
              <a:buChar char="🞇"/>
            </a:pPr>
            <a:r>
              <a:rPr lang="en-IN" sz="1800"/>
              <a:t>Then assign the value of previous node to the pointer variable last </a:t>
            </a:r>
            <a:r>
              <a:rPr b="1" lang="en-IN" sz="1800"/>
              <a:t>because after deletion of last node , pointer variable last should point to the previous node.</a:t>
            </a:r>
            <a:endParaRPr/>
          </a:p>
          <a:p>
            <a:pPr indent="0" lvl="0" marL="68580" rtl="0" algn="l">
              <a:spcBef>
                <a:spcPts val="360"/>
              </a:spcBef>
              <a:spcAft>
                <a:spcPts val="0"/>
              </a:spcAft>
              <a:buSzPts val="1368"/>
              <a:buNone/>
            </a:pPr>
            <a:r>
              <a:t/>
            </a:r>
            <a:endParaRPr b="1" sz="1800"/>
          </a:p>
          <a:p>
            <a:pPr indent="0" lvl="4" marL="1051560" rtl="0" algn="l">
              <a:spcBef>
                <a:spcPts val="400"/>
              </a:spcBef>
              <a:spcAft>
                <a:spcPts val="0"/>
              </a:spcAft>
              <a:buSzPts val="1520"/>
              <a:buNone/>
            </a:pPr>
            <a:r>
              <a:rPr b="1" lang="en-IN" sz="2000"/>
              <a:t>tmp = q-&gt;link;</a:t>
            </a:r>
            <a:endParaRPr/>
          </a:p>
          <a:p>
            <a:pPr indent="0" lvl="4" marL="1051560" rtl="0" algn="l">
              <a:spcBef>
                <a:spcPts val="400"/>
              </a:spcBef>
              <a:spcAft>
                <a:spcPts val="0"/>
              </a:spcAft>
              <a:buSzPts val="1520"/>
              <a:buNone/>
            </a:pPr>
            <a:r>
              <a:rPr b="1" lang="en-IN" sz="2000"/>
              <a:t>q-&gt;link = last-&gt;link;</a:t>
            </a:r>
            <a:endParaRPr/>
          </a:p>
          <a:p>
            <a:pPr indent="0" lvl="4" marL="1051560" rtl="0" algn="l">
              <a:spcBef>
                <a:spcPts val="400"/>
              </a:spcBef>
              <a:spcAft>
                <a:spcPts val="0"/>
              </a:spcAft>
              <a:buSzPts val="1520"/>
              <a:buNone/>
            </a:pPr>
            <a:r>
              <a:rPr b="1" lang="en-IN" sz="2000"/>
              <a:t>free(tmp);</a:t>
            </a:r>
            <a:endParaRPr/>
          </a:p>
          <a:p>
            <a:pPr indent="0" lvl="4" marL="1051560" rtl="0" algn="l">
              <a:spcBef>
                <a:spcPts val="400"/>
              </a:spcBef>
              <a:spcAft>
                <a:spcPts val="0"/>
              </a:spcAft>
              <a:buSzPts val="1520"/>
              <a:buNone/>
            </a:pPr>
            <a:r>
              <a:rPr b="1" lang="en-IN" sz="2000"/>
              <a:t>last =q;</a:t>
            </a:r>
            <a:endParaRPr/>
          </a:p>
        </p:txBody>
      </p:sp>
      <p:sp>
        <p:nvSpPr>
          <p:cNvPr id="1418" name="Google Shape;1418;p127"/>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419" name="Google Shape;1419;p127"/>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420" name="Google Shape;1420;p127"/>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pic>
        <p:nvPicPr>
          <p:cNvPr descr="https://media.geeksforgeeks.org/wp-content/uploads/CircularSinglLinkedList5.png" id="1421" name="Google Shape;1421;p127"/>
          <p:cNvPicPr preferRelativeResize="0"/>
          <p:nvPr/>
        </p:nvPicPr>
        <p:blipFill rotWithShape="1">
          <a:blip r:embed="rId3">
            <a:alphaModFix/>
          </a:blip>
          <a:srcRect b="0" l="0" r="0" t="0"/>
          <a:stretch/>
        </p:blipFill>
        <p:spPr>
          <a:xfrm>
            <a:off x="4283968" y="3645024"/>
            <a:ext cx="4396383" cy="1944216"/>
          </a:xfrm>
          <a:prstGeom prst="rect">
            <a:avLst/>
          </a:prstGeom>
          <a:noFill/>
          <a:ln>
            <a:noFill/>
          </a:ln>
        </p:spPr>
      </p:pic>
      <p:cxnSp>
        <p:nvCxnSpPr>
          <p:cNvPr id="1422" name="Google Shape;1422;p127"/>
          <p:cNvCxnSpPr/>
          <p:nvPr/>
        </p:nvCxnSpPr>
        <p:spPr>
          <a:xfrm>
            <a:off x="5364088" y="4005064"/>
            <a:ext cx="576064" cy="612068"/>
          </a:xfrm>
          <a:prstGeom prst="straightConnector1">
            <a:avLst/>
          </a:prstGeom>
          <a:noFill/>
          <a:ln cap="flat" cmpd="sng" w="9525">
            <a:solidFill>
              <a:schemeClr val="accent1"/>
            </a:solidFill>
            <a:prstDash val="solid"/>
            <a:round/>
            <a:headEnd len="sm" w="sm" type="none"/>
            <a:tailEnd len="med" w="med" type="stealth"/>
          </a:ln>
        </p:spPr>
      </p:cxnSp>
      <p:sp>
        <p:nvSpPr>
          <p:cNvPr id="1423" name="Google Shape;1423;p127"/>
          <p:cNvSpPr txBox="1"/>
          <p:nvPr/>
        </p:nvSpPr>
        <p:spPr>
          <a:xfrm>
            <a:off x="5616499" y="4005064"/>
            <a:ext cx="43204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entury Gothic"/>
                <a:ea typeface="Century Gothic"/>
                <a:cs typeface="Century Gothic"/>
                <a:sym typeface="Century Gothic"/>
              </a:rPr>
              <a:t>q</a:t>
            </a:r>
            <a:endParaRPr b="1" sz="1800">
              <a:solidFill>
                <a:schemeClr val="dk1"/>
              </a:solidFill>
              <a:latin typeface="Century Gothic"/>
              <a:ea typeface="Century Gothic"/>
              <a:cs typeface="Century Gothic"/>
              <a:sym typeface="Century Gothic"/>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7" name="Shape 1427"/>
        <p:cNvGrpSpPr/>
        <p:nvPr/>
      </p:nvGrpSpPr>
      <p:grpSpPr>
        <a:xfrm>
          <a:off x="0" y="0"/>
          <a:ext cx="0" cy="0"/>
          <a:chOff x="0" y="0"/>
          <a:chExt cx="0" cy="0"/>
        </a:xfrm>
      </p:grpSpPr>
      <p:sp>
        <p:nvSpPr>
          <p:cNvPr id="1428" name="Google Shape;1428;p128"/>
          <p:cNvSpPr txBox="1"/>
          <p:nvPr>
            <p:ph type="ctrTitle"/>
          </p:nvPr>
        </p:nvSpPr>
        <p:spPr>
          <a:xfrm>
            <a:off x="4733365" y="2708476"/>
            <a:ext cx="3313355" cy="170216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3600"/>
              <a:buFont typeface="Century Gothic"/>
              <a:buNone/>
            </a:pPr>
            <a:r>
              <a:rPr lang="en-IN"/>
              <a:t>Doubly Linked List</a:t>
            </a:r>
            <a:endParaRPr/>
          </a:p>
        </p:txBody>
      </p:sp>
      <p:sp>
        <p:nvSpPr>
          <p:cNvPr id="1429" name="Google Shape;1429;p128"/>
          <p:cNvSpPr txBox="1"/>
          <p:nvPr>
            <p:ph idx="1" type="subTitle"/>
          </p:nvPr>
        </p:nvSpPr>
        <p:spPr>
          <a:xfrm>
            <a:off x="4733365" y="4421080"/>
            <a:ext cx="3309803" cy="126062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368"/>
              <a:buNone/>
            </a:pPr>
            <a:r>
              <a:t/>
            </a:r>
            <a:endParaRPr/>
          </a:p>
        </p:txBody>
      </p:sp>
      <p:sp>
        <p:nvSpPr>
          <p:cNvPr id="1430" name="Google Shape;1430;p128"/>
          <p:cNvSpPr txBox="1"/>
          <p:nvPr>
            <p:ph idx="10" type="dt"/>
          </p:nvPr>
        </p:nvSpPr>
        <p:spPr>
          <a:xfrm>
            <a:off x="4738744" y="1516828"/>
            <a:ext cx="2133600" cy="750981"/>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IN"/>
              <a:t>24-08-2023</a:t>
            </a:r>
            <a:endParaRPr/>
          </a:p>
        </p:txBody>
      </p:sp>
      <p:sp>
        <p:nvSpPr>
          <p:cNvPr id="1431" name="Google Shape;1431;p128"/>
          <p:cNvSpPr txBox="1"/>
          <p:nvPr>
            <p:ph idx="11" type="ftr"/>
          </p:nvPr>
        </p:nvSpPr>
        <p:spPr>
          <a:xfrm>
            <a:off x="5303520" y="5719966"/>
            <a:ext cx="2831592"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r>
              <a:rPr lang="en-IN"/>
              <a:t>Prof. Shweta Dhawan Chachra</a:t>
            </a:r>
            <a:endParaRPr/>
          </a:p>
        </p:txBody>
      </p:sp>
      <p:sp>
        <p:nvSpPr>
          <p:cNvPr id="1432" name="Google Shape;1432;p128"/>
          <p:cNvSpPr txBox="1"/>
          <p:nvPr>
            <p:ph idx="12" type="sldNum"/>
          </p:nvPr>
        </p:nvSpPr>
        <p:spPr>
          <a:xfrm>
            <a:off x="4649096" y="5719966"/>
            <a:ext cx="64366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6" name="Shape 1436"/>
        <p:cNvGrpSpPr/>
        <p:nvPr/>
      </p:nvGrpSpPr>
      <p:grpSpPr>
        <a:xfrm>
          <a:off x="0" y="0"/>
          <a:ext cx="0" cy="0"/>
          <a:chOff x="0" y="0"/>
          <a:chExt cx="0" cy="0"/>
        </a:xfrm>
      </p:grpSpPr>
      <p:sp>
        <p:nvSpPr>
          <p:cNvPr id="1437" name="Google Shape;1437;p129"/>
          <p:cNvSpPr txBox="1"/>
          <p:nvPr>
            <p:ph type="title"/>
          </p:nvPr>
        </p:nvSpPr>
        <p:spPr>
          <a:xfrm>
            <a:off x="755576"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lang="en-IN"/>
              <a:t>Doubly Linked List</a:t>
            </a:r>
            <a:endParaRPr/>
          </a:p>
        </p:txBody>
      </p:sp>
      <p:sp>
        <p:nvSpPr>
          <p:cNvPr id="1438" name="Google Shape;1438;p129"/>
          <p:cNvSpPr txBox="1"/>
          <p:nvPr>
            <p:ph idx="1" type="body"/>
          </p:nvPr>
        </p:nvSpPr>
        <p:spPr>
          <a:xfrm>
            <a:off x="899592" y="1196752"/>
            <a:ext cx="6777317" cy="4536504"/>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520"/>
              <a:buNone/>
            </a:pPr>
            <a:r>
              <a:rPr b="1" i="1" lang="en-IN" sz="2000"/>
              <a:t>Drawback of single linked list-</a:t>
            </a:r>
            <a:endParaRPr/>
          </a:p>
          <a:p>
            <a:pPr indent="-158496" lvl="0" marL="342900" rtl="0" algn="l">
              <a:spcBef>
                <a:spcPts val="480"/>
              </a:spcBef>
              <a:spcAft>
                <a:spcPts val="0"/>
              </a:spcAft>
              <a:buSzPts val="1824"/>
              <a:buNone/>
            </a:pPr>
            <a:r>
              <a:t/>
            </a:r>
            <a:endParaRPr i="1"/>
          </a:p>
          <a:p>
            <a:pPr indent="-274320" lvl="0" marL="342900" rtl="0" algn="l">
              <a:spcBef>
                <a:spcPts val="400"/>
              </a:spcBef>
              <a:spcAft>
                <a:spcPts val="0"/>
              </a:spcAft>
              <a:buSzPts val="1520"/>
              <a:buChar char="🞇"/>
            </a:pPr>
            <a:r>
              <a:rPr lang="en-IN" sz="2000"/>
              <a:t>In single linked list,</a:t>
            </a:r>
            <a:endParaRPr/>
          </a:p>
          <a:p>
            <a:pPr indent="-274320" lvl="1" marL="640080" rtl="0" algn="l">
              <a:spcBef>
                <a:spcPts val="400"/>
              </a:spcBef>
              <a:spcAft>
                <a:spcPts val="0"/>
              </a:spcAft>
              <a:buSzPts val="1520"/>
              <a:buChar char="🞇"/>
            </a:pPr>
            <a:r>
              <a:rPr b="1" lang="en-IN" sz="2000" u="sng"/>
              <a:t>we can traverse only in one direction because each node has address of next node only. </a:t>
            </a:r>
            <a:endParaRPr b="1" sz="2000" u="sng"/>
          </a:p>
          <a:p>
            <a:pPr indent="-177800" lvl="0" marL="342900" rtl="0" algn="l">
              <a:spcBef>
                <a:spcPts val="400"/>
              </a:spcBef>
              <a:spcAft>
                <a:spcPts val="0"/>
              </a:spcAft>
              <a:buSzPts val="1520"/>
              <a:buNone/>
            </a:pPr>
            <a:r>
              <a:t/>
            </a:r>
            <a:endParaRPr sz="2000"/>
          </a:p>
          <a:p>
            <a:pPr indent="-274320" lvl="0" marL="342900" rtl="0" algn="l">
              <a:spcBef>
                <a:spcPts val="400"/>
              </a:spcBef>
              <a:spcAft>
                <a:spcPts val="0"/>
              </a:spcAft>
              <a:buSzPts val="1520"/>
              <a:buChar char="🞇"/>
            </a:pPr>
            <a:r>
              <a:rPr lang="en-IN" sz="2000"/>
              <a:t>Suppose we are in the middle of singly linked list and </a:t>
            </a:r>
            <a:endParaRPr sz="2000"/>
          </a:p>
          <a:p>
            <a:pPr indent="-274320" lvl="1" marL="640080" rtl="0" algn="l">
              <a:spcBef>
                <a:spcPts val="400"/>
              </a:spcBef>
              <a:spcAft>
                <a:spcPts val="0"/>
              </a:spcAft>
              <a:buSzPts val="1520"/>
              <a:buChar char="🞇"/>
            </a:pPr>
            <a:r>
              <a:rPr b="1" lang="en-IN" sz="2000" u="sng"/>
              <a:t>To do operation with just previous node then we have no way to go on previous node, </a:t>
            </a:r>
            <a:endParaRPr b="1" sz="2000" u="sng"/>
          </a:p>
          <a:p>
            <a:pPr indent="-274320" lvl="1" marL="640080" rtl="0" algn="l">
              <a:spcBef>
                <a:spcPts val="400"/>
              </a:spcBef>
              <a:spcAft>
                <a:spcPts val="0"/>
              </a:spcAft>
              <a:buSzPts val="1520"/>
              <a:buChar char="🞇"/>
            </a:pPr>
            <a:r>
              <a:rPr lang="en-IN" sz="2000"/>
              <a:t>We will again traverse from starting node. </a:t>
            </a:r>
            <a:endParaRPr sz="2000"/>
          </a:p>
          <a:p>
            <a:pPr indent="0" lvl="1" marL="365760" rtl="0" algn="l">
              <a:spcBef>
                <a:spcPts val="400"/>
              </a:spcBef>
              <a:spcAft>
                <a:spcPts val="0"/>
              </a:spcAft>
              <a:buSzPts val="1520"/>
              <a:buNone/>
            </a:pPr>
            <a:r>
              <a:t/>
            </a:r>
            <a:endParaRPr sz="2000"/>
          </a:p>
        </p:txBody>
      </p:sp>
      <p:sp>
        <p:nvSpPr>
          <p:cNvPr id="1439" name="Google Shape;1439;p129"/>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440" name="Google Shape;1440;p129"/>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441" name="Google Shape;1441;p129"/>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5" name="Shape 1445"/>
        <p:cNvGrpSpPr/>
        <p:nvPr/>
      </p:nvGrpSpPr>
      <p:grpSpPr>
        <a:xfrm>
          <a:off x="0" y="0"/>
          <a:ext cx="0" cy="0"/>
          <a:chOff x="0" y="0"/>
          <a:chExt cx="0" cy="0"/>
        </a:xfrm>
      </p:grpSpPr>
      <p:sp>
        <p:nvSpPr>
          <p:cNvPr id="1446" name="Google Shape;1446;p130"/>
          <p:cNvSpPr txBox="1"/>
          <p:nvPr>
            <p:ph type="title"/>
          </p:nvPr>
        </p:nvSpPr>
        <p:spPr>
          <a:xfrm>
            <a:off x="755576" y="476672"/>
            <a:ext cx="7024744" cy="45712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lang="en-IN"/>
              <a:t>Doubly Linked List</a:t>
            </a:r>
            <a:endParaRPr/>
          </a:p>
        </p:txBody>
      </p:sp>
      <p:sp>
        <p:nvSpPr>
          <p:cNvPr id="1447" name="Google Shape;1447;p130"/>
          <p:cNvSpPr txBox="1"/>
          <p:nvPr>
            <p:ph idx="1" type="body"/>
          </p:nvPr>
        </p:nvSpPr>
        <p:spPr>
          <a:xfrm>
            <a:off x="899592" y="1196752"/>
            <a:ext cx="6777317" cy="4536504"/>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824"/>
              <a:buNone/>
            </a:pPr>
            <a:r>
              <a:rPr b="1" i="1" lang="en-IN"/>
              <a:t>Drawback of single linked list-</a:t>
            </a:r>
            <a:endParaRPr/>
          </a:p>
          <a:p>
            <a:pPr indent="-158496" lvl="0" marL="342900" rtl="0" algn="l">
              <a:spcBef>
                <a:spcPts val="480"/>
              </a:spcBef>
              <a:spcAft>
                <a:spcPts val="0"/>
              </a:spcAft>
              <a:buSzPts val="1824"/>
              <a:buNone/>
            </a:pPr>
            <a:r>
              <a:t/>
            </a:r>
            <a:endParaRPr i="1"/>
          </a:p>
          <a:p>
            <a:pPr indent="0" lvl="0" marL="68580" rtl="0" algn="l">
              <a:spcBef>
                <a:spcPts val="480"/>
              </a:spcBef>
              <a:spcAft>
                <a:spcPts val="0"/>
              </a:spcAft>
              <a:buSzPts val="1824"/>
              <a:buNone/>
            </a:pPr>
            <a:r>
              <a:rPr b="1" i="1" lang="en-IN"/>
              <a:t>Solution-</a:t>
            </a:r>
            <a:endParaRPr/>
          </a:p>
          <a:p>
            <a:pPr indent="-274320" lvl="0" marL="342900" rtl="0" algn="l">
              <a:spcBef>
                <a:spcPts val="400"/>
              </a:spcBef>
              <a:spcAft>
                <a:spcPts val="0"/>
              </a:spcAft>
              <a:buSzPts val="1520"/>
              <a:buChar char="🞇"/>
            </a:pPr>
            <a:r>
              <a:rPr lang="en-IN" sz="2000"/>
              <a:t>Doubly linked list, in this each node has address of both previous and next node.</a:t>
            </a:r>
            <a:endParaRPr sz="2000"/>
          </a:p>
        </p:txBody>
      </p:sp>
      <p:sp>
        <p:nvSpPr>
          <p:cNvPr id="1448" name="Google Shape;1448;p130"/>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449" name="Google Shape;1449;p130"/>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450" name="Google Shape;1450;p130"/>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4" name="Shape 1454"/>
        <p:cNvGrpSpPr/>
        <p:nvPr/>
      </p:nvGrpSpPr>
      <p:grpSpPr>
        <a:xfrm>
          <a:off x="0" y="0"/>
          <a:ext cx="0" cy="0"/>
          <a:chOff x="0" y="0"/>
          <a:chExt cx="0" cy="0"/>
        </a:xfrm>
      </p:grpSpPr>
      <p:sp>
        <p:nvSpPr>
          <p:cNvPr id="1455" name="Google Shape;1455;p131"/>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456" name="Google Shape;1456;p131"/>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457" name="Google Shape;1457;p131"/>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1458" name="Google Shape;1458;p131"/>
          <p:cNvSpPr txBox="1"/>
          <p:nvPr/>
        </p:nvSpPr>
        <p:spPr>
          <a:xfrm>
            <a:off x="755576" y="476672"/>
            <a:ext cx="7024744" cy="457120"/>
          </a:xfrm>
          <a:prstGeom prst="rect">
            <a:avLst/>
          </a:prstGeom>
          <a:noFill/>
          <a:ln>
            <a:noFill/>
          </a:ln>
        </p:spPr>
        <p:txBody>
          <a:bodyPr anchorCtr="0" anchor="b" bIns="45700" lIns="91425" spcFirstLastPara="1" rIns="91425" wrap="square" tIns="45700">
            <a:normAutofit fontScale="67500" lnSpcReduction="20000"/>
          </a:bodyPr>
          <a:lstStyle/>
          <a:p>
            <a:pPr indent="0" lvl="0" marL="0" marR="0" rtl="0" algn="l">
              <a:spcBef>
                <a:spcPts val="0"/>
              </a:spcBef>
              <a:spcAft>
                <a:spcPts val="0"/>
              </a:spcAft>
              <a:buClr>
                <a:schemeClr val="accent1"/>
              </a:buClr>
              <a:buSzPct val="100000"/>
              <a:buFont typeface="Century Gothic"/>
              <a:buNone/>
            </a:pPr>
            <a:r>
              <a:rPr b="1" lang="en-IN" sz="4000">
                <a:solidFill>
                  <a:schemeClr val="accent1"/>
                </a:solidFill>
                <a:latin typeface="Century Gothic"/>
                <a:ea typeface="Century Gothic"/>
                <a:cs typeface="Century Gothic"/>
                <a:sym typeface="Century Gothic"/>
              </a:rPr>
              <a:t>Doubly Linked List</a:t>
            </a:r>
            <a:endParaRPr b="1" sz="4000">
              <a:solidFill>
                <a:schemeClr val="accent1"/>
              </a:solidFill>
              <a:latin typeface="Century Gothic"/>
              <a:ea typeface="Century Gothic"/>
              <a:cs typeface="Century Gothic"/>
              <a:sym typeface="Century Gothic"/>
            </a:endParaRPr>
          </a:p>
        </p:txBody>
      </p:sp>
      <p:pic>
        <p:nvPicPr>
          <p:cNvPr id="1459" name="Google Shape;1459;p131"/>
          <p:cNvPicPr preferRelativeResize="0"/>
          <p:nvPr>
            <p:ph idx="1" type="body"/>
          </p:nvPr>
        </p:nvPicPr>
        <p:blipFill rotWithShape="1">
          <a:blip r:embed="rId3">
            <a:alphaModFix/>
          </a:blip>
          <a:srcRect b="0" l="0" r="0" t="0"/>
          <a:stretch/>
        </p:blipFill>
        <p:spPr>
          <a:xfrm>
            <a:off x="879475" y="1700808"/>
            <a:ext cx="6777038" cy="1389778"/>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3" name="Shape 1463"/>
        <p:cNvGrpSpPr/>
        <p:nvPr/>
      </p:nvGrpSpPr>
      <p:grpSpPr>
        <a:xfrm>
          <a:off x="0" y="0"/>
          <a:ext cx="0" cy="0"/>
          <a:chOff x="0" y="0"/>
          <a:chExt cx="0" cy="0"/>
        </a:xfrm>
      </p:grpSpPr>
      <p:sp>
        <p:nvSpPr>
          <p:cNvPr id="1464" name="Google Shape;1464;p132"/>
          <p:cNvSpPr txBox="1"/>
          <p:nvPr>
            <p:ph idx="1" type="body"/>
          </p:nvPr>
        </p:nvSpPr>
        <p:spPr>
          <a:xfrm>
            <a:off x="879289" y="964375"/>
            <a:ext cx="6777317" cy="4491861"/>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368"/>
              <a:buNone/>
            </a:pPr>
            <a:r>
              <a:rPr b="1" i="1" lang="en-IN" sz="1800"/>
              <a:t>The data structure for doubly linked list will be as-</a:t>
            </a:r>
            <a:endParaRPr/>
          </a:p>
          <a:p>
            <a:pPr indent="0" lvl="0" marL="68580" rtl="0" algn="l">
              <a:spcBef>
                <a:spcPts val="360"/>
              </a:spcBef>
              <a:spcAft>
                <a:spcPts val="0"/>
              </a:spcAft>
              <a:buSzPts val="1368"/>
              <a:buNone/>
            </a:pPr>
            <a:r>
              <a:t/>
            </a:r>
            <a:endParaRPr b="1" i="1" sz="1800"/>
          </a:p>
          <a:p>
            <a:pPr indent="0" lvl="0" marL="68580" rtl="0" algn="l">
              <a:spcBef>
                <a:spcPts val="360"/>
              </a:spcBef>
              <a:spcAft>
                <a:spcPts val="0"/>
              </a:spcAft>
              <a:buSzPts val="1368"/>
              <a:buNone/>
            </a:pPr>
            <a:r>
              <a:rPr b="1" lang="en-IN" sz="1800"/>
              <a:t>struct node</a:t>
            </a:r>
            <a:endParaRPr b="1" sz="1800"/>
          </a:p>
          <a:p>
            <a:pPr indent="0" lvl="0" marL="68580" rtl="0" algn="l">
              <a:spcBef>
                <a:spcPts val="360"/>
              </a:spcBef>
              <a:spcAft>
                <a:spcPts val="0"/>
              </a:spcAft>
              <a:buSzPts val="1368"/>
              <a:buNone/>
            </a:pPr>
            <a:r>
              <a:rPr b="1" lang="en-IN" sz="1800"/>
              <a:t>{</a:t>
            </a:r>
            <a:endParaRPr b="1" sz="1800"/>
          </a:p>
          <a:p>
            <a:pPr indent="0" lvl="0" marL="68580" rtl="0" algn="l">
              <a:spcBef>
                <a:spcPts val="360"/>
              </a:spcBef>
              <a:spcAft>
                <a:spcPts val="0"/>
              </a:spcAft>
              <a:buSzPts val="1368"/>
              <a:buNone/>
            </a:pPr>
            <a:r>
              <a:rPr b="1" lang="en-IN" sz="1800"/>
              <a:t>	struct node *prev;</a:t>
            </a:r>
            <a:endParaRPr b="1" sz="1800"/>
          </a:p>
          <a:p>
            <a:pPr indent="0" lvl="0" marL="68580" rtl="0" algn="l">
              <a:spcBef>
                <a:spcPts val="360"/>
              </a:spcBef>
              <a:spcAft>
                <a:spcPts val="0"/>
              </a:spcAft>
              <a:buSzPts val="1368"/>
              <a:buNone/>
            </a:pPr>
            <a:r>
              <a:rPr b="1" lang="en-IN" sz="1800"/>
              <a:t>	int info;</a:t>
            </a:r>
            <a:endParaRPr b="1" sz="1800"/>
          </a:p>
          <a:p>
            <a:pPr indent="0" lvl="0" marL="68580" rtl="0" algn="l">
              <a:spcBef>
                <a:spcPts val="360"/>
              </a:spcBef>
              <a:spcAft>
                <a:spcPts val="0"/>
              </a:spcAft>
              <a:buSzPts val="1368"/>
              <a:buNone/>
            </a:pPr>
            <a:r>
              <a:rPr b="1" lang="en-IN" sz="1800"/>
              <a:t>	struct node *next;</a:t>
            </a:r>
            <a:endParaRPr b="1" sz="1800"/>
          </a:p>
          <a:p>
            <a:pPr indent="0" lvl="0" marL="68580" rtl="0" algn="l">
              <a:spcBef>
                <a:spcPts val="360"/>
              </a:spcBef>
              <a:spcAft>
                <a:spcPts val="0"/>
              </a:spcAft>
              <a:buSzPts val="1368"/>
              <a:buNone/>
            </a:pPr>
            <a:r>
              <a:rPr b="1" lang="en-IN" sz="1800"/>
              <a:t>}*start;</a:t>
            </a:r>
            <a:endParaRPr/>
          </a:p>
          <a:p>
            <a:pPr indent="0" lvl="0" marL="68580" rtl="0" algn="l">
              <a:spcBef>
                <a:spcPts val="360"/>
              </a:spcBef>
              <a:spcAft>
                <a:spcPts val="0"/>
              </a:spcAft>
              <a:buSzPts val="1368"/>
              <a:buNone/>
            </a:pPr>
            <a:r>
              <a:t/>
            </a:r>
            <a:endParaRPr b="1" sz="1800"/>
          </a:p>
        </p:txBody>
      </p:sp>
      <p:sp>
        <p:nvSpPr>
          <p:cNvPr id="1465" name="Google Shape;1465;p132"/>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466" name="Google Shape;1466;p132"/>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467" name="Google Shape;1467;p132"/>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pic>
        <p:nvPicPr>
          <p:cNvPr descr="https://2.bp.blogspot.com/--lWiPh8SR7E/XAi6WX63qdI/AAAAAAAAFbQ/dJbXS72rUOEZs6KcP8Cqa5SVDP8OccOsgCLcBGAs/s400/New%2BDoc%2B2018-12-04%2B10.16.54_18.jpg" id="1468" name="Google Shape;1468;p132"/>
          <p:cNvPicPr preferRelativeResize="0"/>
          <p:nvPr/>
        </p:nvPicPr>
        <p:blipFill rotWithShape="1">
          <a:blip r:embed="rId3">
            <a:alphaModFix/>
          </a:blip>
          <a:srcRect b="0" l="0" r="0" t="0"/>
          <a:stretch/>
        </p:blipFill>
        <p:spPr>
          <a:xfrm>
            <a:off x="1547664" y="3933056"/>
            <a:ext cx="6016415" cy="2232248"/>
          </a:xfrm>
          <a:prstGeom prst="rect">
            <a:avLst/>
          </a:prstGeom>
          <a:noFill/>
          <a:ln>
            <a:noFill/>
          </a:ln>
        </p:spPr>
      </p:pic>
      <p:sp>
        <p:nvSpPr>
          <p:cNvPr id="1469" name="Google Shape;1469;p132"/>
          <p:cNvSpPr txBox="1"/>
          <p:nvPr/>
        </p:nvSpPr>
        <p:spPr>
          <a:xfrm>
            <a:off x="755576" y="476672"/>
            <a:ext cx="7024744" cy="457120"/>
          </a:xfrm>
          <a:prstGeom prst="rect">
            <a:avLst/>
          </a:prstGeom>
          <a:noFill/>
          <a:ln>
            <a:noFill/>
          </a:ln>
        </p:spPr>
        <p:txBody>
          <a:bodyPr anchorCtr="0" anchor="b" bIns="45700" lIns="91425" spcFirstLastPara="1" rIns="91425" wrap="square" tIns="45700">
            <a:normAutofit fontScale="67500" lnSpcReduction="20000"/>
          </a:bodyPr>
          <a:lstStyle/>
          <a:p>
            <a:pPr indent="0" lvl="0" marL="0" marR="0" rtl="0" algn="l">
              <a:spcBef>
                <a:spcPts val="0"/>
              </a:spcBef>
              <a:spcAft>
                <a:spcPts val="0"/>
              </a:spcAft>
              <a:buClr>
                <a:schemeClr val="accent1"/>
              </a:buClr>
              <a:buSzPct val="100000"/>
              <a:buFont typeface="Century Gothic"/>
              <a:buNone/>
            </a:pPr>
            <a:r>
              <a:rPr b="1" lang="en-IN" sz="4000">
                <a:solidFill>
                  <a:schemeClr val="accent1"/>
                </a:solidFill>
                <a:latin typeface="Century Gothic"/>
                <a:ea typeface="Century Gothic"/>
                <a:cs typeface="Century Gothic"/>
                <a:sym typeface="Century Gothic"/>
              </a:rPr>
              <a:t>Doubly Linked List</a:t>
            </a:r>
            <a:endParaRPr b="1" sz="4000">
              <a:solidFill>
                <a:schemeClr val="accent1"/>
              </a:solidFill>
              <a:latin typeface="Century Gothic"/>
              <a:ea typeface="Century Gothic"/>
              <a:cs typeface="Century Gothic"/>
              <a:sym typeface="Century Gothic"/>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3" name="Shape 1473"/>
        <p:cNvGrpSpPr/>
        <p:nvPr/>
      </p:nvGrpSpPr>
      <p:grpSpPr>
        <a:xfrm>
          <a:off x="0" y="0"/>
          <a:ext cx="0" cy="0"/>
          <a:chOff x="0" y="0"/>
          <a:chExt cx="0" cy="0"/>
        </a:xfrm>
      </p:grpSpPr>
      <p:sp>
        <p:nvSpPr>
          <p:cNvPr id="1474" name="Google Shape;1474;p133"/>
          <p:cNvSpPr txBox="1"/>
          <p:nvPr>
            <p:ph idx="1" type="body"/>
          </p:nvPr>
        </p:nvSpPr>
        <p:spPr>
          <a:xfrm>
            <a:off x="1043492" y="1340768"/>
            <a:ext cx="6777317" cy="4491861"/>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368"/>
              <a:buNone/>
            </a:pPr>
            <a:r>
              <a:rPr b="1" lang="en-IN" sz="1800"/>
              <a:t>struct node</a:t>
            </a:r>
            <a:endParaRPr b="1" sz="1800"/>
          </a:p>
          <a:p>
            <a:pPr indent="0" lvl="0" marL="68580" rtl="0" algn="l">
              <a:spcBef>
                <a:spcPts val="360"/>
              </a:spcBef>
              <a:spcAft>
                <a:spcPts val="0"/>
              </a:spcAft>
              <a:buSzPts val="1368"/>
              <a:buNone/>
            </a:pPr>
            <a:r>
              <a:rPr b="1" lang="en-IN" sz="1800"/>
              <a:t>{</a:t>
            </a:r>
            <a:endParaRPr b="1" sz="1800"/>
          </a:p>
          <a:p>
            <a:pPr indent="0" lvl="0" marL="68580" rtl="0" algn="l">
              <a:spcBef>
                <a:spcPts val="360"/>
              </a:spcBef>
              <a:spcAft>
                <a:spcPts val="0"/>
              </a:spcAft>
              <a:buSzPts val="1368"/>
              <a:buNone/>
            </a:pPr>
            <a:r>
              <a:rPr b="1" lang="en-IN" sz="1800"/>
              <a:t>	struct node *prev;</a:t>
            </a:r>
            <a:endParaRPr b="1" sz="1800"/>
          </a:p>
          <a:p>
            <a:pPr indent="0" lvl="0" marL="68580" rtl="0" algn="l">
              <a:spcBef>
                <a:spcPts val="360"/>
              </a:spcBef>
              <a:spcAft>
                <a:spcPts val="0"/>
              </a:spcAft>
              <a:buSzPts val="1368"/>
              <a:buNone/>
            </a:pPr>
            <a:r>
              <a:rPr b="1" lang="en-IN" sz="1800"/>
              <a:t>	int info;</a:t>
            </a:r>
            <a:endParaRPr b="1" sz="1800"/>
          </a:p>
          <a:p>
            <a:pPr indent="0" lvl="0" marL="68580" rtl="0" algn="l">
              <a:spcBef>
                <a:spcPts val="360"/>
              </a:spcBef>
              <a:spcAft>
                <a:spcPts val="0"/>
              </a:spcAft>
              <a:buSzPts val="1368"/>
              <a:buNone/>
            </a:pPr>
            <a:r>
              <a:rPr b="1" lang="en-IN" sz="1800"/>
              <a:t>	struct node *next;</a:t>
            </a:r>
            <a:endParaRPr b="1" sz="1800"/>
          </a:p>
          <a:p>
            <a:pPr indent="0" lvl="0" marL="68580" rtl="0" algn="l">
              <a:spcBef>
                <a:spcPts val="360"/>
              </a:spcBef>
              <a:spcAft>
                <a:spcPts val="0"/>
              </a:spcAft>
              <a:buSzPts val="1368"/>
              <a:buNone/>
            </a:pPr>
            <a:r>
              <a:rPr b="1" lang="en-IN" sz="1800"/>
              <a:t>}*start;</a:t>
            </a:r>
            <a:endParaRPr/>
          </a:p>
          <a:p>
            <a:pPr indent="0" lvl="0" marL="68580" rtl="0" algn="l">
              <a:spcBef>
                <a:spcPts val="360"/>
              </a:spcBef>
              <a:spcAft>
                <a:spcPts val="0"/>
              </a:spcAft>
              <a:buSzPts val="1368"/>
              <a:buNone/>
            </a:pPr>
            <a:r>
              <a:t/>
            </a:r>
            <a:endParaRPr b="1" sz="1800"/>
          </a:p>
          <a:p>
            <a:pPr indent="-187452" lvl="0" marL="342900" rtl="0" algn="l">
              <a:spcBef>
                <a:spcPts val="360"/>
              </a:spcBef>
              <a:spcAft>
                <a:spcPts val="0"/>
              </a:spcAft>
              <a:buSzPts val="1368"/>
              <a:buNone/>
            </a:pPr>
            <a:r>
              <a:t/>
            </a:r>
            <a:endParaRPr b="1" i="1" sz="1800"/>
          </a:p>
          <a:p>
            <a:pPr indent="-274320" lvl="0" marL="342900" rtl="0" algn="l">
              <a:spcBef>
                <a:spcPts val="360"/>
              </a:spcBef>
              <a:spcAft>
                <a:spcPts val="0"/>
              </a:spcAft>
              <a:buSzPts val="1368"/>
              <a:buChar char="🞇"/>
            </a:pPr>
            <a:r>
              <a:rPr b="1" i="1" lang="en-IN" sz="1800"/>
              <a:t>struct node *previous is a pointer to structure, which will contain the address of previous node</a:t>
            </a:r>
            <a:endParaRPr/>
          </a:p>
          <a:p>
            <a:pPr indent="-274320" lvl="0" marL="342900" rtl="0" algn="l">
              <a:spcBef>
                <a:spcPts val="360"/>
              </a:spcBef>
              <a:spcAft>
                <a:spcPts val="0"/>
              </a:spcAft>
              <a:buSzPts val="1368"/>
              <a:buChar char="🞇"/>
            </a:pPr>
            <a:r>
              <a:rPr b="1" i="1" lang="en-IN" sz="1800"/>
              <a:t>struct node * next will contain the address of next node in the list. </a:t>
            </a:r>
            <a:endParaRPr b="1" i="1" sz="1800"/>
          </a:p>
          <a:p>
            <a:pPr indent="-274320" lvl="0" marL="342900" rtl="0" algn="l">
              <a:spcBef>
                <a:spcPts val="360"/>
              </a:spcBef>
              <a:spcAft>
                <a:spcPts val="0"/>
              </a:spcAft>
              <a:buSzPts val="1368"/>
              <a:buChar char="🞇"/>
            </a:pPr>
            <a:r>
              <a:rPr b="1" i="1" lang="en-IN" sz="1800"/>
              <a:t>Traversal in both directions at any time.</a:t>
            </a:r>
            <a:endParaRPr b="1" sz="1800"/>
          </a:p>
        </p:txBody>
      </p:sp>
      <p:sp>
        <p:nvSpPr>
          <p:cNvPr id="1475" name="Google Shape;1475;p133"/>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476" name="Google Shape;1476;p133"/>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477" name="Google Shape;1477;p133"/>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1478" name="Google Shape;1478;p133"/>
          <p:cNvSpPr txBox="1"/>
          <p:nvPr/>
        </p:nvSpPr>
        <p:spPr>
          <a:xfrm>
            <a:off x="755576" y="476672"/>
            <a:ext cx="7024744" cy="457120"/>
          </a:xfrm>
          <a:prstGeom prst="rect">
            <a:avLst/>
          </a:prstGeom>
          <a:noFill/>
          <a:ln>
            <a:noFill/>
          </a:ln>
        </p:spPr>
        <p:txBody>
          <a:bodyPr anchorCtr="0" anchor="b" bIns="45700" lIns="91425" spcFirstLastPara="1" rIns="91425" wrap="square" tIns="45700">
            <a:normAutofit fontScale="67500" lnSpcReduction="20000"/>
          </a:bodyPr>
          <a:lstStyle/>
          <a:p>
            <a:pPr indent="0" lvl="0" marL="0" marR="0" rtl="0" algn="l">
              <a:spcBef>
                <a:spcPts val="0"/>
              </a:spcBef>
              <a:spcAft>
                <a:spcPts val="0"/>
              </a:spcAft>
              <a:buClr>
                <a:schemeClr val="accent1"/>
              </a:buClr>
              <a:buSzPct val="100000"/>
              <a:buFont typeface="Century Gothic"/>
              <a:buNone/>
            </a:pPr>
            <a:r>
              <a:rPr lang="en-IN" sz="4000">
                <a:solidFill>
                  <a:schemeClr val="accent1"/>
                </a:solidFill>
                <a:latin typeface="Century Gothic"/>
                <a:ea typeface="Century Gothic"/>
                <a:cs typeface="Century Gothic"/>
                <a:sym typeface="Century Gothic"/>
              </a:rPr>
              <a:t>Doubly Linked List</a:t>
            </a:r>
            <a:endParaRPr sz="4000">
              <a:solidFill>
                <a:schemeClr val="accent1"/>
              </a:solidFill>
              <a:latin typeface="Century Gothic"/>
              <a:ea typeface="Century Gothic"/>
              <a:cs typeface="Century Gothic"/>
              <a:sym typeface="Century Gothic"/>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2" name="Shape 1482"/>
        <p:cNvGrpSpPr/>
        <p:nvPr/>
      </p:nvGrpSpPr>
      <p:grpSpPr>
        <a:xfrm>
          <a:off x="0" y="0"/>
          <a:ext cx="0" cy="0"/>
          <a:chOff x="0" y="0"/>
          <a:chExt cx="0" cy="0"/>
        </a:xfrm>
      </p:grpSpPr>
      <p:sp>
        <p:nvSpPr>
          <p:cNvPr id="1483" name="Google Shape;1483;p134"/>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484" name="Google Shape;1484;p134"/>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485" name="Google Shape;1485;p134"/>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descr="https://1.bp.blogspot.com/-QedEwYvpppw/XAi92TVd5WI/AAAAAAAAFbc/rR26Axh1U9oXrVj9r6T_ggLEnukZVnv4wCLcBGAs/s400/New%2BDoc%2B2018-12-04%2B10.16.54_19.jpg" id="1486" name="Google Shape;1486;p134"/>
          <p:cNvSpPr/>
          <p:nvPr/>
        </p:nvSpPr>
        <p:spPr>
          <a:xfrm>
            <a:off x="155575" y="-647700"/>
            <a:ext cx="3810000" cy="1352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487" name="Google Shape;1487;p134"/>
          <p:cNvSpPr txBox="1"/>
          <p:nvPr/>
        </p:nvSpPr>
        <p:spPr>
          <a:xfrm>
            <a:off x="755576" y="476672"/>
            <a:ext cx="7024744" cy="457120"/>
          </a:xfrm>
          <a:prstGeom prst="rect">
            <a:avLst/>
          </a:prstGeom>
          <a:noFill/>
          <a:ln>
            <a:noFill/>
          </a:ln>
        </p:spPr>
        <p:txBody>
          <a:bodyPr anchorCtr="0" anchor="b" bIns="45700" lIns="91425" spcFirstLastPara="1" rIns="91425" wrap="square" tIns="45700">
            <a:normAutofit fontScale="67500" lnSpcReduction="20000"/>
          </a:bodyPr>
          <a:lstStyle/>
          <a:p>
            <a:pPr indent="0" lvl="0" marL="0" marR="0" rtl="0" algn="l">
              <a:spcBef>
                <a:spcPts val="0"/>
              </a:spcBef>
              <a:spcAft>
                <a:spcPts val="0"/>
              </a:spcAft>
              <a:buClr>
                <a:schemeClr val="accent1"/>
              </a:buClr>
              <a:buSzPct val="100000"/>
              <a:buFont typeface="Century Gothic"/>
              <a:buNone/>
            </a:pPr>
            <a:r>
              <a:rPr b="1" lang="en-IN" sz="4000">
                <a:solidFill>
                  <a:schemeClr val="accent1"/>
                </a:solidFill>
                <a:latin typeface="Century Gothic"/>
                <a:ea typeface="Century Gothic"/>
                <a:cs typeface="Century Gothic"/>
                <a:sym typeface="Century Gothic"/>
              </a:rPr>
              <a:t>Doubly Linked List-Insertion at beginning</a:t>
            </a:r>
            <a:endParaRPr/>
          </a:p>
        </p:txBody>
      </p:sp>
      <p:pic>
        <p:nvPicPr>
          <p:cNvPr id="1488" name="Google Shape;1488;p134"/>
          <p:cNvPicPr preferRelativeResize="0"/>
          <p:nvPr>
            <p:ph idx="1" type="body"/>
          </p:nvPr>
        </p:nvPicPr>
        <p:blipFill rotWithShape="1">
          <a:blip r:embed="rId3">
            <a:alphaModFix/>
          </a:blip>
          <a:srcRect b="28593" l="0" r="0" t="13567"/>
          <a:stretch/>
        </p:blipFill>
        <p:spPr>
          <a:xfrm>
            <a:off x="879429" y="2204864"/>
            <a:ext cx="6777037" cy="2391216"/>
          </a:xfrm>
          <a:prstGeom prst="rect">
            <a:avLst/>
          </a:prstGeom>
          <a:noFill/>
          <a:ln>
            <a:noFill/>
          </a:ln>
        </p:spPr>
      </p:pic>
      <p:sp>
        <p:nvSpPr>
          <p:cNvPr id="1489" name="Google Shape;1489;p134"/>
          <p:cNvSpPr/>
          <p:nvPr/>
        </p:nvSpPr>
        <p:spPr>
          <a:xfrm>
            <a:off x="1000829" y="1412776"/>
            <a:ext cx="326711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entury Gothic"/>
                <a:ea typeface="Century Gothic"/>
                <a:cs typeface="Century Gothic"/>
                <a:sym typeface="Century Gothic"/>
              </a:rPr>
              <a:t>A 5 steps process</a:t>
            </a:r>
            <a:endParaRPr sz="1800">
              <a:solidFill>
                <a:schemeClr val="dk1"/>
              </a:solidFill>
              <a:latin typeface="Century Gothic"/>
              <a:ea typeface="Century Gothic"/>
              <a:cs typeface="Century Gothic"/>
              <a:sym typeface="Century Gothic"/>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3" name="Shape 1493"/>
        <p:cNvGrpSpPr/>
        <p:nvPr/>
      </p:nvGrpSpPr>
      <p:grpSpPr>
        <a:xfrm>
          <a:off x="0" y="0"/>
          <a:ext cx="0" cy="0"/>
          <a:chOff x="0" y="0"/>
          <a:chExt cx="0" cy="0"/>
        </a:xfrm>
      </p:grpSpPr>
      <p:sp>
        <p:nvSpPr>
          <p:cNvPr id="1494" name="Google Shape;1494;p135"/>
          <p:cNvSpPr txBox="1"/>
          <p:nvPr>
            <p:ph idx="1" type="body"/>
          </p:nvPr>
        </p:nvSpPr>
        <p:spPr>
          <a:xfrm>
            <a:off x="755576" y="1124744"/>
            <a:ext cx="7776864" cy="4707885"/>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368"/>
              <a:buChar char="🞇"/>
            </a:pPr>
            <a:r>
              <a:rPr lang="en-IN" sz="1800"/>
              <a:t>Start points to the first node of doubly linked list. </a:t>
            </a:r>
            <a:endParaRPr sz="1800"/>
          </a:p>
          <a:p>
            <a:pPr indent="-274320" lvl="0" marL="342900" rtl="0" algn="l">
              <a:spcBef>
                <a:spcPts val="360"/>
              </a:spcBef>
              <a:spcAft>
                <a:spcPts val="0"/>
              </a:spcAft>
              <a:buSzPts val="1368"/>
              <a:buChar char="🞇"/>
            </a:pPr>
            <a:r>
              <a:rPr lang="en-IN" sz="1800"/>
              <a:t>Assign the value of start to the next part of inserted node and address of inserted node to the prev part of start as-</a:t>
            </a:r>
            <a:endParaRPr sz="1900"/>
          </a:p>
          <a:p>
            <a:pPr indent="-342900" lvl="8" marL="2189988" rtl="0" algn="l">
              <a:spcBef>
                <a:spcPts val="360"/>
              </a:spcBef>
              <a:spcAft>
                <a:spcPts val="0"/>
              </a:spcAft>
              <a:buSzPts val="1368"/>
              <a:buFont typeface="Century Gothic"/>
              <a:buAutoNum type="arabicParenR"/>
            </a:pPr>
            <a:r>
              <a:rPr b="1" lang="en-IN" sz="1800"/>
              <a:t>tmp-&gt;next=start;</a:t>
            </a:r>
            <a:endParaRPr/>
          </a:p>
          <a:p>
            <a:pPr indent="-342900" lvl="8" marL="2189988" rtl="0" algn="l">
              <a:spcBef>
                <a:spcPts val="360"/>
              </a:spcBef>
              <a:spcAft>
                <a:spcPts val="0"/>
              </a:spcAft>
              <a:buSzPts val="1368"/>
              <a:buFont typeface="Century Gothic"/>
              <a:buAutoNum type="arabicParenR"/>
            </a:pPr>
            <a:r>
              <a:rPr b="1" lang="en-IN" sz="1800"/>
              <a:t>tmp-&gt;info=data</a:t>
            </a:r>
            <a:endParaRPr b="1" sz="1800"/>
          </a:p>
          <a:p>
            <a:pPr indent="-342900" lvl="8" marL="2189988" rtl="0" algn="l">
              <a:spcBef>
                <a:spcPts val="360"/>
              </a:spcBef>
              <a:spcAft>
                <a:spcPts val="0"/>
              </a:spcAft>
              <a:buSzPts val="1368"/>
              <a:buFont typeface="Century Gothic"/>
              <a:buAutoNum type="arabicParenR"/>
            </a:pPr>
            <a:r>
              <a:rPr b="1" lang="en-IN" sz="1800"/>
              <a:t>start-&gt;prev = tmp;</a:t>
            </a:r>
            <a:endParaRPr/>
          </a:p>
          <a:p>
            <a:pPr indent="-457200" lvl="0" marL="525780" rtl="0" algn="l">
              <a:spcBef>
                <a:spcPts val="360"/>
              </a:spcBef>
              <a:spcAft>
                <a:spcPts val="0"/>
              </a:spcAft>
              <a:buSzPts val="1368"/>
              <a:buFont typeface="Century Gothic"/>
              <a:buAutoNum type="arabicParenR"/>
            </a:pPr>
            <a:r>
              <a:rPr lang="en-IN" sz="1800"/>
              <a:t>Now inserted node points to the next node, which was beginning node of the doubly linked list and </a:t>
            </a:r>
            <a:endParaRPr sz="1800"/>
          </a:p>
          <a:p>
            <a:pPr indent="-457200" lvl="0" marL="525780" rtl="0" algn="l">
              <a:spcBef>
                <a:spcPts val="360"/>
              </a:spcBef>
              <a:spcAft>
                <a:spcPts val="0"/>
              </a:spcAft>
              <a:buSzPts val="1368"/>
              <a:buFont typeface="Century Gothic"/>
              <a:buAutoNum type="arabicParenR" startAt="3"/>
            </a:pPr>
            <a:r>
              <a:rPr lang="en-IN" sz="1800"/>
              <a:t>prev part of second node will point to the new inserted node. Now inserted node is the first node of the doubly linked list. </a:t>
            </a:r>
            <a:endParaRPr sz="1800"/>
          </a:p>
        </p:txBody>
      </p:sp>
      <p:sp>
        <p:nvSpPr>
          <p:cNvPr id="1495" name="Google Shape;1495;p135"/>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496" name="Google Shape;1496;p135"/>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497" name="Google Shape;1497;p135"/>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descr="https://1.bp.blogspot.com/-QedEwYvpppw/XAi92TVd5WI/AAAAAAAAFbc/rR26Axh1U9oXrVj9r6T_ggLEnukZVnv4wCLcBGAs/s400/New%2BDoc%2B2018-12-04%2B10.16.54_19.jpg" id="1498" name="Google Shape;1498;p135"/>
          <p:cNvSpPr/>
          <p:nvPr/>
        </p:nvSpPr>
        <p:spPr>
          <a:xfrm>
            <a:off x="155575" y="-647700"/>
            <a:ext cx="3810000" cy="1352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pic>
        <p:nvPicPr>
          <p:cNvPr id="1499" name="Google Shape;1499;p135"/>
          <p:cNvPicPr preferRelativeResize="0"/>
          <p:nvPr/>
        </p:nvPicPr>
        <p:blipFill rotWithShape="1">
          <a:blip r:embed="rId3">
            <a:alphaModFix/>
          </a:blip>
          <a:srcRect b="0" l="0" r="0" t="0"/>
          <a:stretch/>
        </p:blipFill>
        <p:spPr>
          <a:xfrm>
            <a:off x="508980" y="4437112"/>
            <a:ext cx="8167476" cy="1837214"/>
          </a:xfrm>
          <a:prstGeom prst="rect">
            <a:avLst/>
          </a:prstGeom>
          <a:noFill/>
          <a:ln>
            <a:noFill/>
          </a:ln>
        </p:spPr>
      </p:pic>
      <p:sp>
        <p:nvSpPr>
          <p:cNvPr id="1500" name="Google Shape;1500;p135"/>
          <p:cNvSpPr txBox="1"/>
          <p:nvPr/>
        </p:nvSpPr>
        <p:spPr>
          <a:xfrm>
            <a:off x="755576" y="476672"/>
            <a:ext cx="7024744" cy="457120"/>
          </a:xfrm>
          <a:prstGeom prst="rect">
            <a:avLst/>
          </a:prstGeom>
          <a:noFill/>
          <a:ln>
            <a:noFill/>
          </a:ln>
        </p:spPr>
        <p:txBody>
          <a:bodyPr anchorCtr="0" anchor="b" bIns="45700" lIns="91425" spcFirstLastPara="1" rIns="91425" wrap="square" tIns="45700">
            <a:normAutofit fontScale="67500" lnSpcReduction="20000"/>
          </a:bodyPr>
          <a:lstStyle/>
          <a:p>
            <a:pPr indent="0" lvl="0" marL="0" marR="0" rtl="0" algn="l">
              <a:spcBef>
                <a:spcPts val="0"/>
              </a:spcBef>
              <a:spcAft>
                <a:spcPts val="0"/>
              </a:spcAft>
              <a:buClr>
                <a:schemeClr val="accent1"/>
              </a:buClr>
              <a:buSzPct val="100000"/>
              <a:buFont typeface="Century Gothic"/>
              <a:buNone/>
            </a:pPr>
            <a:r>
              <a:rPr b="1" lang="en-IN" sz="4000">
                <a:solidFill>
                  <a:schemeClr val="accent1"/>
                </a:solidFill>
                <a:latin typeface="Century Gothic"/>
                <a:ea typeface="Century Gothic"/>
                <a:cs typeface="Century Gothic"/>
                <a:sym typeface="Century Gothic"/>
              </a:rPr>
              <a:t>Doubly Linked List-Insertion at beginning</a:t>
            </a:r>
            <a:endParaRPr/>
          </a:p>
        </p:txBody>
      </p:sp>
      <p:sp>
        <p:nvSpPr>
          <p:cNvPr id="1501" name="Google Shape;1501;p135"/>
          <p:cNvSpPr/>
          <p:nvPr/>
        </p:nvSpPr>
        <p:spPr>
          <a:xfrm>
            <a:off x="5292080" y="2132856"/>
            <a:ext cx="576064" cy="1152128"/>
          </a:xfrm>
          <a:prstGeom prst="curvedLeftArrow">
            <a:avLst>
              <a:gd fmla="val 25000" name="adj1"/>
              <a:gd fmla="val 50000" name="adj2"/>
              <a:gd fmla="val 25000" name="adj3"/>
            </a:avLst>
          </a:prstGeom>
          <a:solidFill>
            <a:schemeClr val="accent1"/>
          </a:solidFill>
          <a:ln cap="flat" cmpd="sng" w="15875">
            <a:solidFill>
              <a:srgbClr val="6C9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502" name="Google Shape;1502;p135"/>
          <p:cNvSpPr/>
          <p:nvPr/>
        </p:nvSpPr>
        <p:spPr>
          <a:xfrm rot="1179244">
            <a:off x="-13638" y="2698264"/>
            <a:ext cx="1045237" cy="1173440"/>
          </a:xfrm>
          <a:prstGeom prst="curvedRightArrow">
            <a:avLst>
              <a:gd fmla="val 25000" name="adj1"/>
              <a:gd fmla="val 50000" name="adj2"/>
              <a:gd fmla="val 25000" name="adj3"/>
            </a:avLst>
          </a:prstGeom>
          <a:solidFill>
            <a:schemeClr val="accent1"/>
          </a:solidFill>
          <a:ln cap="flat" cmpd="sng" w="15875">
            <a:solidFill>
              <a:srgbClr val="6C9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6" name="Shape 1506"/>
        <p:cNvGrpSpPr/>
        <p:nvPr/>
      </p:nvGrpSpPr>
      <p:grpSpPr>
        <a:xfrm>
          <a:off x="0" y="0"/>
          <a:ext cx="0" cy="0"/>
          <a:chOff x="0" y="0"/>
          <a:chExt cx="0" cy="0"/>
        </a:xfrm>
      </p:grpSpPr>
      <p:sp>
        <p:nvSpPr>
          <p:cNvPr id="1507" name="Google Shape;1507;p136"/>
          <p:cNvSpPr txBox="1"/>
          <p:nvPr>
            <p:ph idx="1" type="body"/>
          </p:nvPr>
        </p:nvSpPr>
        <p:spPr>
          <a:xfrm>
            <a:off x="1026497" y="1052736"/>
            <a:ext cx="6777317" cy="4707885"/>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444"/>
              <a:buChar char="🞇"/>
            </a:pPr>
            <a:r>
              <a:rPr lang="en-IN" sz="1900"/>
              <a:t>So start will be reassigned as-</a:t>
            </a:r>
            <a:endParaRPr/>
          </a:p>
          <a:p>
            <a:pPr indent="0" lvl="0" marL="68580" rtl="0" algn="l">
              <a:spcBef>
                <a:spcPts val="380"/>
              </a:spcBef>
              <a:spcAft>
                <a:spcPts val="0"/>
              </a:spcAft>
              <a:buSzPts val="1444"/>
              <a:buNone/>
            </a:pPr>
            <a:r>
              <a:rPr b="1" lang="en-IN" sz="1900"/>
              <a:t>		  start= tmp;</a:t>
            </a:r>
            <a:endParaRPr/>
          </a:p>
          <a:p>
            <a:pPr indent="-274320" lvl="0" marL="342900" rtl="0" algn="l">
              <a:spcBef>
                <a:spcPts val="380"/>
              </a:spcBef>
              <a:spcAft>
                <a:spcPts val="0"/>
              </a:spcAft>
              <a:buSzPts val="1444"/>
              <a:buChar char="🞇"/>
            </a:pPr>
            <a:r>
              <a:rPr lang="en-IN" sz="1900"/>
              <a:t>Now start will point to the inserted node which is first node of the doubly linked list. </a:t>
            </a:r>
            <a:endParaRPr/>
          </a:p>
          <a:p>
            <a:pPr indent="-274320" lvl="0" marL="342900" rtl="0" algn="l">
              <a:spcBef>
                <a:spcPts val="380"/>
              </a:spcBef>
              <a:spcAft>
                <a:spcPts val="0"/>
              </a:spcAft>
              <a:buSzPts val="1444"/>
              <a:buChar char="🞇"/>
            </a:pPr>
            <a:r>
              <a:rPr lang="en-IN" sz="1900"/>
              <a:t>Assign NULL to prev part of inserted node since now it will become the first node and prev part of first node is NULL-</a:t>
            </a:r>
            <a:endParaRPr/>
          </a:p>
          <a:p>
            <a:pPr indent="0" lvl="0" marL="68580" rtl="0" algn="l">
              <a:spcBef>
                <a:spcPts val="380"/>
              </a:spcBef>
              <a:spcAft>
                <a:spcPts val="0"/>
              </a:spcAft>
              <a:buSzPts val="1444"/>
              <a:buNone/>
            </a:pPr>
            <a:r>
              <a:rPr lang="en-IN" sz="1900"/>
              <a:t>		</a:t>
            </a:r>
            <a:r>
              <a:rPr b="1" lang="en-IN" sz="1900"/>
              <a:t>tmp-&gt;prev=NULL;</a:t>
            </a:r>
            <a:endParaRPr b="1" sz="1900"/>
          </a:p>
        </p:txBody>
      </p:sp>
      <p:sp>
        <p:nvSpPr>
          <p:cNvPr id="1508" name="Google Shape;1508;p136"/>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509" name="Google Shape;1509;p136"/>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510" name="Google Shape;1510;p136"/>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descr="https://1.bp.blogspot.com/-QedEwYvpppw/XAi92TVd5WI/AAAAAAAAFbc/rR26Axh1U9oXrVj9r6T_ggLEnukZVnv4wCLcBGAs/s400/New%2BDoc%2B2018-12-04%2B10.16.54_19.jpg" id="1511" name="Google Shape;1511;p136"/>
          <p:cNvSpPr/>
          <p:nvPr/>
        </p:nvSpPr>
        <p:spPr>
          <a:xfrm>
            <a:off x="155575" y="-647700"/>
            <a:ext cx="3810000" cy="1352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pic>
        <p:nvPicPr>
          <p:cNvPr id="1512" name="Google Shape;1512;p136"/>
          <p:cNvPicPr preferRelativeResize="0"/>
          <p:nvPr/>
        </p:nvPicPr>
        <p:blipFill rotWithShape="1">
          <a:blip r:embed="rId3">
            <a:alphaModFix/>
          </a:blip>
          <a:srcRect b="0" l="0" r="0" t="0"/>
          <a:stretch/>
        </p:blipFill>
        <p:spPr>
          <a:xfrm>
            <a:off x="611560" y="3789040"/>
            <a:ext cx="7632848" cy="2155525"/>
          </a:xfrm>
          <a:prstGeom prst="rect">
            <a:avLst/>
          </a:prstGeom>
          <a:noFill/>
          <a:ln>
            <a:noFill/>
          </a:ln>
        </p:spPr>
      </p:pic>
      <p:sp>
        <p:nvSpPr>
          <p:cNvPr id="1513" name="Google Shape;1513;p136"/>
          <p:cNvSpPr txBox="1"/>
          <p:nvPr/>
        </p:nvSpPr>
        <p:spPr>
          <a:xfrm>
            <a:off x="755576" y="476672"/>
            <a:ext cx="7024744" cy="457120"/>
          </a:xfrm>
          <a:prstGeom prst="rect">
            <a:avLst/>
          </a:prstGeom>
          <a:noFill/>
          <a:ln>
            <a:noFill/>
          </a:ln>
        </p:spPr>
        <p:txBody>
          <a:bodyPr anchorCtr="0" anchor="b" bIns="45700" lIns="91425" spcFirstLastPara="1" rIns="91425" wrap="square" tIns="45700">
            <a:normAutofit fontScale="67500" lnSpcReduction="20000"/>
          </a:bodyPr>
          <a:lstStyle/>
          <a:p>
            <a:pPr indent="0" lvl="0" marL="0" marR="0" rtl="0" algn="l">
              <a:spcBef>
                <a:spcPts val="0"/>
              </a:spcBef>
              <a:spcAft>
                <a:spcPts val="0"/>
              </a:spcAft>
              <a:buClr>
                <a:schemeClr val="accent1"/>
              </a:buClr>
              <a:buSzPct val="100000"/>
              <a:buFont typeface="Century Gothic"/>
              <a:buNone/>
            </a:pPr>
            <a:r>
              <a:rPr b="1" lang="en-IN" sz="4000">
                <a:solidFill>
                  <a:schemeClr val="accent1"/>
                </a:solidFill>
                <a:latin typeface="Century Gothic"/>
                <a:ea typeface="Century Gothic"/>
                <a:cs typeface="Century Gothic"/>
                <a:sym typeface="Century Gothic"/>
              </a:rPr>
              <a:t>Doubly Linked List-Insertion at beginning</a:t>
            </a:r>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7" name="Shape 1517"/>
        <p:cNvGrpSpPr/>
        <p:nvPr/>
      </p:nvGrpSpPr>
      <p:grpSpPr>
        <a:xfrm>
          <a:off x="0" y="0"/>
          <a:ext cx="0" cy="0"/>
          <a:chOff x="0" y="0"/>
          <a:chExt cx="0" cy="0"/>
        </a:xfrm>
      </p:grpSpPr>
      <p:sp>
        <p:nvSpPr>
          <p:cNvPr id="1518" name="Google Shape;1518;p137"/>
          <p:cNvSpPr txBox="1"/>
          <p:nvPr>
            <p:ph idx="1" type="body"/>
          </p:nvPr>
        </p:nvSpPr>
        <p:spPr>
          <a:xfrm>
            <a:off x="755576" y="1124744"/>
            <a:ext cx="7776864" cy="4707885"/>
          </a:xfrm>
          <a:prstGeom prst="rect">
            <a:avLst/>
          </a:prstGeom>
          <a:noFill/>
          <a:ln>
            <a:noFill/>
          </a:ln>
        </p:spPr>
        <p:txBody>
          <a:bodyPr anchorCtr="0" anchor="t" bIns="45700" lIns="91425" spcFirstLastPara="1" rIns="91425" wrap="square" tIns="45700">
            <a:normAutofit/>
          </a:bodyPr>
          <a:lstStyle/>
          <a:p>
            <a:pPr indent="-182626" lvl="0" marL="342900" rtl="0" algn="l">
              <a:spcBef>
                <a:spcPts val="0"/>
              </a:spcBef>
              <a:spcAft>
                <a:spcPts val="0"/>
              </a:spcAft>
              <a:buSzPts val="1444"/>
              <a:buNone/>
            </a:pPr>
            <a:r>
              <a:t/>
            </a:r>
            <a:endParaRPr sz="1900"/>
          </a:p>
          <a:p>
            <a:pPr indent="-342900" lvl="8" marL="2189988" rtl="0" algn="l">
              <a:spcBef>
                <a:spcPts val="360"/>
              </a:spcBef>
              <a:spcAft>
                <a:spcPts val="0"/>
              </a:spcAft>
              <a:buSzPts val="1368"/>
              <a:buFont typeface="Century Gothic"/>
              <a:buAutoNum type="arabicParenR"/>
            </a:pPr>
            <a:r>
              <a:rPr b="1" lang="en-IN" sz="1800"/>
              <a:t>tmp-&gt;next=start;</a:t>
            </a:r>
            <a:endParaRPr/>
          </a:p>
          <a:p>
            <a:pPr indent="-342900" lvl="8" marL="2189988" rtl="0" algn="l">
              <a:spcBef>
                <a:spcPts val="360"/>
              </a:spcBef>
              <a:spcAft>
                <a:spcPts val="0"/>
              </a:spcAft>
              <a:buSzPts val="1368"/>
              <a:buFont typeface="Century Gothic"/>
              <a:buAutoNum type="arabicParenR"/>
            </a:pPr>
            <a:r>
              <a:rPr b="1" lang="en-IN" sz="1800"/>
              <a:t>tmp-&gt;info=data</a:t>
            </a:r>
            <a:endParaRPr b="1" sz="1800"/>
          </a:p>
          <a:p>
            <a:pPr indent="-342900" lvl="8" marL="2189988" rtl="0" algn="l">
              <a:spcBef>
                <a:spcPts val="360"/>
              </a:spcBef>
              <a:spcAft>
                <a:spcPts val="0"/>
              </a:spcAft>
              <a:buSzPts val="1368"/>
              <a:buFont typeface="Century Gothic"/>
              <a:buAutoNum type="arabicParenR"/>
            </a:pPr>
            <a:r>
              <a:rPr b="1" lang="en-IN" sz="1800"/>
              <a:t>start-&gt;prev = tmp;</a:t>
            </a:r>
            <a:endParaRPr/>
          </a:p>
          <a:p>
            <a:pPr indent="-342900" lvl="8" marL="2189988" rtl="0" algn="l">
              <a:spcBef>
                <a:spcPts val="360"/>
              </a:spcBef>
              <a:spcAft>
                <a:spcPts val="0"/>
              </a:spcAft>
              <a:buSzPts val="1368"/>
              <a:buFont typeface="Century Gothic"/>
              <a:buAutoNum type="arabicParenR"/>
            </a:pPr>
            <a:r>
              <a:rPr b="1" lang="en-IN" sz="1800"/>
              <a:t>start= tmp;</a:t>
            </a:r>
            <a:endParaRPr/>
          </a:p>
          <a:p>
            <a:pPr indent="-342900" lvl="8" marL="2189988" rtl="0" algn="l">
              <a:spcBef>
                <a:spcPts val="360"/>
              </a:spcBef>
              <a:spcAft>
                <a:spcPts val="0"/>
              </a:spcAft>
              <a:buSzPts val="1368"/>
              <a:buFont typeface="Century Gothic"/>
              <a:buAutoNum type="arabicParenR"/>
            </a:pPr>
            <a:r>
              <a:rPr b="1" lang="en-IN" sz="1800"/>
              <a:t>tmp-&gt;prev=NULL;</a:t>
            </a:r>
            <a:endParaRPr/>
          </a:p>
          <a:p>
            <a:pPr indent="-256032" lvl="8" marL="2189988" rtl="0" algn="l">
              <a:spcBef>
                <a:spcPts val="360"/>
              </a:spcBef>
              <a:spcAft>
                <a:spcPts val="0"/>
              </a:spcAft>
              <a:buSzPts val="1368"/>
              <a:buFont typeface="Century Gothic"/>
              <a:buNone/>
            </a:pPr>
            <a:r>
              <a:t/>
            </a:r>
            <a:endParaRPr b="1" sz="1800"/>
          </a:p>
          <a:p>
            <a:pPr indent="-256032" lvl="8" marL="2189988" rtl="0" algn="l">
              <a:spcBef>
                <a:spcPts val="360"/>
              </a:spcBef>
              <a:spcAft>
                <a:spcPts val="0"/>
              </a:spcAft>
              <a:buSzPts val="1368"/>
              <a:buFont typeface="Century Gothic"/>
              <a:buNone/>
            </a:pPr>
            <a:r>
              <a:t/>
            </a:r>
            <a:endParaRPr b="1" sz="1800"/>
          </a:p>
        </p:txBody>
      </p:sp>
      <p:sp>
        <p:nvSpPr>
          <p:cNvPr id="1519" name="Google Shape;1519;p137"/>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520" name="Google Shape;1520;p137"/>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521" name="Google Shape;1521;p137"/>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descr="https://1.bp.blogspot.com/-QedEwYvpppw/XAi92TVd5WI/AAAAAAAAFbc/rR26Axh1U9oXrVj9r6T_ggLEnukZVnv4wCLcBGAs/s400/New%2BDoc%2B2018-12-04%2B10.16.54_19.jpg" id="1522" name="Google Shape;1522;p137"/>
          <p:cNvSpPr/>
          <p:nvPr/>
        </p:nvSpPr>
        <p:spPr>
          <a:xfrm>
            <a:off x="155575" y="-647700"/>
            <a:ext cx="3810000" cy="1352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pic>
        <p:nvPicPr>
          <p:cNvPr id="1523" name="Google Shape;1523;p137"/>
          <p:cNvPicPr preferRelativeResize="0"/>
          <p:nvPr/>
        </p:nvPicPr>
        <p:blipFill rotWithShape="1">
          <a:blip r:embed="rId3">
            <a:alphaModFix/>
          </a:blip>
          <a:srcRect b="0" l="0" r="0" t="0"/>
          <a:stretch/>
        </p:blipFill>
        <p:spPr>
          <a:xfrm>
            <a:off x="508980" y="4437112"/>
            <a:ext cx="8167476" cy="1837214"/>
          </a:xfrm>
          <a:prstGeom prst="rect">
            <a:avLst/>
          </a:prstGeom>
          <a:noFill/>
          <a:ln>
            <a:noFill/>
          </a:ln>
        </p:spPr>
      </p:pic>
      <p:sp>
        <p:nvSpPr>
          <p:cNvPr id="1524" name="Google Shape;1524;p137"/>
          <p:cNvSpPr txBox="1"/>
          <p:nvPr/>
        </p:nvSpPr>
        <p:spPr>
          <a:xfrm>
            <a:off x="755576" y="476672"/>
            <a:ext cx="7024744" cy="457120"/>
          </a:xfrm>
          <a:prstGeom prst="rect">
            <a:avLst/>
          </a:prstGeom>
          <a:noFill/>
          <a:ln>
            <a:noFill/>
          </a:ln>
        </p:spPr>
        <p:txBody>
          <a:bodyPr anchorCtr="0" anchor="b" bIns="45700" lIns="91425" spcFirstLastPara="1" rIns="91425" wrap="square" tIns="45700">
            <a:normAutofit fontScale="67500" lnSpcReduction="20000"/>
          </a:bodyPr>
          <a:lstStyle/>
          <a:p>
            <a:pPr indent="0" lvl="0" marL="0" marR="0" rtl="0" algn="l">
              <a:spcBef>
                <a:spcPts val="0"/>
              </a:spcBef>
              <a:spcAft>
                <a:spcPts val="0"/>
              </a:spcAft>
              <a:buClr>
                <a:schemeClr val="accent1"/>
              </a:buClr>
              <a:buSzPct val="100000"/>
              <a:buFont typeface="Century Gothic"/>
              <a:buNone/>
            </a:pPr>
            <a:r>
              <a:rPr b="1" lang="en-IN" sz="4000">
                <a:solidFill>
                  <a:schemeClr val="accent1"/>
                </a:solidFill>
                <a:latin typeface="Century Gothic"/>
                <a:ea typeface="Century Gothic"/>
                <a:cs typeface="Century Gothic"/>
                <a:sym typeface="Century Gothic"/>
              </a:rPr>
              <a:t>Doubly Linked List-Insertion at beginning</a:t>
            </a:r>
            <a:endParaRPr/>
          </a:p>
        </p:txBody>
      </p:sp>
      <p:sp>
        <p:nvSpPr>
          <p:cNvPr id="1525" name="Google Shape;1525;p137"/>
          <p:cNvSpPr/>
          <p:nvPr/>
        </p:nvSpPr>
        <p:spPr>
          <a:xfrm>
            <a:off x="5292080" y="2132856"/>
            <a:ext cx="576064" cy="1152128"/>
          </a:xfrm>
          <a:prstGeom prst="curvedLeftArrow">
            <a:avLst>
              <a:gd fmla="val 25000" name="adj1"/>
              <a:gd fmla="val 50000" name="adj2"/>
              <a:gd fmla="val 25000" name="adj3"/>
            </a:avLst>
          </a:prstGeom>
          <a:solidFill>
            <a:schemeClr val="accent1"/>
          </a:solidFill>
          <a:ln cap="flat" cmpd="sng" w="15875">
            <a:solidFill>
              <a:srgbClr val="6C9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526" name="Google Shape;1526;p137"/>
          <p:cNvSpPr/>
          <p:nvPr/>
        </p:nvSpPr>
        <p:spPr>
          <a:xfrm rot="1179244">
            <a:off x="-13638" y="2698264"/>
            <a:ext cx="1045237" cy="1173440"/>
          </a:xfrm>
          <a:prstGeom prst="curvedRightArrow">
            <a:avLst>
              <a:gd fmla="val 25000" name="adj1"/>
              <a:gd fmla="val 50000" name="adj2"/>
              <a:gd fmla="val 25000" name="adj3"/>
            </a:avLst>
          </a:prstGeom>
          <a:solidFill>
            <a:schemeClr val="accent1"/>
          </a:solidFill>
          <a:ln cap="flat" cmpd="sng" w="15875">
            <a:solidFill>
              <a:srgbClr val="6C9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0" name="Shape 1530"/>
        <p:cNvGrpSpPr/>
        <p:nvPr/>
      </p:nvGrpSpPr>
      <p:grpSpPr>
        <a:xfrm>
          <a:off x="0" y="0"/>
          <a:ext cx="0" cy="0"/>
          <a:chOff x="0" y="0"/>
          <a:chExt cx="0" cy="0"/>
        </a:xfrm>
      </p:grpSpPr>
      <p:sp>
        <p:nvSpPr>
          <p:cNvPr id="1531" name="Google Shape;1531;p138"/>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532" name="Google Shape;1532;p138"/>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533" name="Google Shape;1533;p138"/>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descr="https://1.bp.blogspot.com/-QedEwYvpppw/XAi92TVd5WI/AAAAAAAAFbc/rR26Axh1U9oXrVj9r6T_ggLEnukZVnv4wCLcBGAs/s400/New%2BDoc%2B2018-12-04%2B10.16.54_19.jpg" id="1534" name="Google Shape;1534;p138"/>
          <p:cNvSpPr/>
          <p:nvPr/>
        </p:nvSpPr>
        <p:spPr>
          <a:xfrm>
            <a:off x="155575" y="-647700"/>
            <a:ext cx="3810000" cy="1352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535" name="Google Shape;1535;p138"/>
          <p:cNvSpPr txBox="1"/>
          <p:nvPr/>
        </p:nvSpPr>
        <p:spPr>
          <a:xfrm>
            <a:off x="755576" y="620688"/>
            <a:ext cx="7024744" cy="457120"/>
          </a:xfrm>
          <a:prstGeom prst="rect">
            <a:avLst/>
          </a:prstGeom>
          <a:noFill/>
          <a:ln>
            <a:noFill/>
          </a:ln>
        </p:spPr>
        <p:txBody>
          <a:bodyPr anchorCtr="0" anchor="b" bIns="45700" lIns="91425" spcFirstLastPara="1" rIns="91425" wrap="square" tIns="45700">
            <a:normAutofit fontScale="67500" lnSpcReduction="20000"/>
          </a:bodyPr>
          <a:lstStyle/>
          <a:p>
            <a:pPr indent="0" lvl="0" marL="0" marR="0" rtl="0" algn="l">
              <a:spcBef>
                <a:spcPts val="0"/>
              </a:spcBef>
              <a:spcAft>
                <a:spcPts val="0"/>
              </a:spcAft>
              <a:buClr>
                <a:schemeClr val="accent1"/>
              </a:buClr>
              <a:buSzPct val="100000"/>
              <a:buFont typeface="Century Gothic"/>
              <a:buNone/>
            </a:pPr>
            <a:r>
              <a:rPr b="1" lang="en-IN" sz="4000">
                <a:solidFill>
                  <a:schemeClr val="accent1"/>
                </a:solidFill>
                <a:latin typeface="Century Gothic"/>
                <a:ea typeface="Century Gothic"/>
                <a:cs typeface="Century Gothic"/>
                <a:sym typeface="Century Gothic"/>
              </a:rPr>
              <a:t>Doubly Linked List-Insertion in between</a:t>
            </a:r>
            <a:endParaRPr b="1" sz="4000">
              <a:solidFill>
                <a:schemeClr val="accent1"/>
              </a:solidFill>
              <a:latin typeface="Century Gothic"/>
              <a:ea typeface="Century Gothic"/>
              <a:cs typeface="Century Gothic"/>
              <a:sym typeface="Century Gothic"/>
            </a:endParaRPr>
          </a:p>
        </p:txBody>
      </p:sp>
      <p:pic>
        <p:nvPicPr>
          <p:cNvPr id="1536" name="Google Shape;1536;p138"/>
          <p:cNvPicPr preferRelativeResize="0"/>
          <p:nvPr>
            <p:ph idx="1" type="body"/>
          </p:nvPr>
        </p:nvPicPr>
        <p:blipFill rotWithShape="1">
          <a:blip r:embed="rId3">
            <a:alphaModFix/>
          </a:blip>
          <a:srcRect b="25336" l="0" r="0" t="11244"/>
          <a:stretch/>
        </p:blipFill>
        <p:spPr>
          <a:xfrm>
            <a:off x="755576" y="1340768"/>
            <a:ext cx="7704856" cy="4032448"/>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0" name="Shape 1540"/>
        <p:cNvGrpSpPr/>
        <p:nvPr/>
      </p:nvGrpSpPr>
      <p:grpSpPr>
        <a:xfrm>
          <a:off x="0" y="0"/>
          <a:ext cx="0" cy="0"/>
          <a:chOff x="0" y="0"/>
          <a:chExt cx="0" cy="0"/>
        </a:xfrm>
      </p:grpSpPr>
      <p:sp>
        <p:nvSpPr>
          <p:cNvPr id="1541" name="Google Shape;1541;p139"/>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542" name="Google Shape;1542;p139"/>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543" name="Google Shape;1543;p139"/>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1544" name="Google Shape;1544;p139"/>
          <p:cNvSpPr txBox="1"/>
          <p:nvPr>
            <p:ph idx="1" type="body"/>
          </p:nvPr>
        </p:nvSpPr>
        <p:spPr>
          <a:xfrm>
            <a:off x="453202" y="692696"/>
            <a:ext cx="8151245" cy="1656184"/>
          </a:xfrm>
          <a:prstGeom prst="rect">
            <a:avLst/>
          </a:prstGeom>
          <a:noFill/>
          <a:ln>
            <a:noFill/>
          </a:ln>
        </p:spPr>
        <p:txBody>
          <a:bodyPr anchorCtr="0" anchor="t" bIns="45700" lIns="91425" spcFirstLastPara="1" rIns="91425" wrap="square" tIns="45700">
            <a:noAutofit/>
          </a:bodyPr>
          <a:lstStyle/>
          <a:p>
            <a:pPr indent="-274320" lvl="0" marL="342900" rtl="0" algn="l">
              <a:spcBef>
                <a:spcPts val="0"/>
              </a:spcBef>
              <a:spcAft>
                <a:spcPts val="0"/>
              </a:spcAft>
              <a:buSzPts val="1520"/>
              <a:buChar char="🞇"/>
            </a:pPr>
            <a:r>
              <a:rPr i="1" lang="en-IN" sz="2000"/>
              <a:t>Traverse to obtain the </a:t>
            </a:r>
            <a:r>
              <a:rPr b="1" i="1" lang="en-IN" sz="2000"/>
              <a:t>node (q) after which we want to insert the element. </a:t>
            </a:r>
            <a:endParaRPr b="1" i="1" sz="2000"/>
          </a:p>
          <a:p>
            <a:pPr indent="-274320" lvl="0" marL="342900" rtl="0" algn="l">
              <a:spcBef>
                <a:spcPts val="400"/>
              </a:spcBef>
              <a:spcAft>
                <a:spcPts val="0"/>
              </a:spcAft>
              <a:buSzPts val="1520"/>
              <a:buChar char="🞇"/>
            </a:pPr>
            <a:r>
              <a:rPr i="1" lang="en-IN" sz="2000"/>
              <a:t>Assign the address of </a:t>
            </a:r>
            <a:r>
              <a:rPr b="1" i="1" lang="en-IN" sz="2000"/>
              <a:t>inserted node(tmp</a:t>
            </a:r>
            <a:r>
              <a:rPr i="1" lang="en-IN" sz="2000"/>
              <a:t>) to the prev part of next node. </a:t>
            </a:r>
            <a:endParaRPr i="1" sz="2000"/>
          </a:p>
          <a:p>
            <a:pPr indent="0" lvl="8" marL="68580" rtl="0" algn="l">
              <a:spcBef>
                <a:spcPts val="400"/>
              </a:spcBef>
              <a:spcAft>
                <a:spcPts val="0"/>
              </a:spcAft>
              <a:buSzPts val="1520"/>
              <a:buNone/>
            </a:pPr>
            <a:r>
              <a:rPr b="1" i="1" lang="en-IN" sz="2000"/>
              <a:t>	q-&gt;next-&gt;prev=tmp;</a:t>
            </a:r>
            <a:endParaRPr b="1" sz="2000"/>
          </a:p>
        </p:txBody>
      </p:sp>
      <p:sp>
        <p:nvSpPr>
          <p:cNvPr descr="https://1.bp.blogspot.com/-QedEwYvpppw/XAi92TVd5WI/AAAAAAAAFbc/rR26Axh1U9oXrVj9r6T_ggLEnukZVnv4wCLcBGAs/s400/New%2BDoc%2B2018-12-04%2B10.16.54_19.jpg" id="1545" name="Google Shape;1545;p139"/>
          <p:cNvSpPr/>
          <p:nvPr/>
        </p:nvSpPr>
        <p:spPr>
          <a:xfrm>
            <a:off x="155575" y="-647700"/>
            <a:ext cx="3810000" cy="1352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546" name="Google Shape;1546;p139"/>
          <p:cNvSpPr txBox="1"/>
          <p:nvPr/>
        </p:nvSpPr>
        <p:spPr>
          <a:xfrm>
            <a:off x="453203" y="332656"/>
            <a:ext cx="7024744" cy="372194"/>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accent1"/>
              </a:buClr>
              <a:buSzPts val="1800"/>
              <a:buFont typeface="Century Gothic"/>
              <a:buNone/>
            </a:pPr>
            <a:r>
              <a:rPr b="1" lang="en-IN" sz="1800">
                <a:solidFill>
                  <a:schemeClr val="accent1"/>
                </a:solidFill>
                <a:latin typeface="Century Gothic"/>
                <a:ea typeface="Century Gothic"/>
                <a:cs typeface="Century Gothic"/>
                <a:sym typeface="Century Gothic"/>
              </a:rPr>
              <a:t>Doubly Linked List-Insertion in between</a:t>
            </a:r>
            <a:endParaRPr b="1" sz="1800">
              <a:solidFill>
                <a:schemeClr val="accent1"/>
              </a:solidFill>
              <a:latin typeface="Century Gothic"/>
              <a:ea typeface="Century Gothic"/>
              <a:cs typeface="Century Gothic"/>
              <a:sym typeface="Century Gothic"/>
            </a:endParaRPr>
          </a:p>
        </p:txBody>
      </p:sp>
      <p:pic>
        <p:nvPicPr>
          <p:cNvPr id="1547" name="Google Shape;1547;p139"/>
          <p:cNvPicPr preferRelativeResize="0"/>
          <p:nvPr/>
        </p:nvPicPr>
        <p:blipFill rotWithShape="1">
          <a:blip r:embed="rId3">
            <a:alphaModFix/>
          </a:blip>
          <a:srcRect b="17765" l="0" r="0" t="6420"/>
          <a:stretch/>
        </p:blipFill>
        <p:spPr>
          <a:xfrm>
            <a:off x="755576" y="3429001"/>
            <a:ext cx="7200800" cy="2520280"/>
          </a:xfrm>
          <a:prstGeom prst="rect">
            <a:avLst/>
          </a:prstGeom>
          <a:noFill/>
          <a:ln>
            <a:noFill/>
          </a:ln>
        </p:spPr>
      </p:pic>
      <p:sp>
        <p:nvSpPr>
          <p:cNvPr id="1548" name="Google Shape;1548;p139"/>
          <p:cNvSpPr txBox="1"/>
          <p:nvPr/>
        </p:nvSpPr>
        <p:spPr>
          <a:xfrm>
            <a:off x="4788024" y="4504475"/>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FF0000"/>
                </a:solidFill>
                <a:latin typeface="Century Gothic"/>
                <a:ea typeface="Century Gothic"/>
                <a:cs typeface="Century Gothic"/>
                <a:sym typeface="Century Gothic"/>
              </a:rPr>
              <a:t>1</a:t>
            </a:r>
            <a:endParaRPr b="1" sz="1800">
              <a:solidFill>
                <a:srgbClr val="FF0000"/>
              </a:solidFill>
              <a:latin typeface="Century Gothic"/>
              <a:ea typeface="Century Gothic"/>
              <a:cs typeface="Century Gothic"/>
              <a:sym typeface="Century Gothic"/>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2" name="Shape 1552"/>
        <p:cNvGrpSpPr/>
        <p:nvPr/>
      </p:nvGrpSpPr>
      <p:grpSpPr>
        <a:xfrm>
          <a:off x="0" y="0"/>
          <a:ext cx="0" cy="0"/>
          <a:chOff x="0" y="0"/>
          <a:chExt cx="0" cy="0"/>
        </a:xfrm>
      </p:grpSpPr>
      <p:sp>
        <p:nvSpPr>
          <p:cNvPr id="1553" name="Google Shape;1553;p140"/>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554" name="Google Shape;1554;p140"/>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555" name="Google Shape;1555;p140"/>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1556" name="Google Shape;1556;p140"/>
          <p:cNvSpPr txBox="1"/>
          <p:nvPr>
            <p:ph idx="1" type="body"/>
          </p:nvPr>
        </p:nvSpPr>
        <p:spPr>
          <a:xfrm>
            <a:off x="453202" y="692696"/>
            <a:ext cx="8151245" cy="3312368"/>
          </a:xfrm>
          <a:prstGeom prst="rect">
            <a:avLst/>
          </a:prstGeom>
          <a:noFill/>
          <a:ln>
            <a:noFill/>
          </a:ln>
        </p:spPr>
        <p:txBody>
          <a:bodyPr anchorCtr="0" anchor="t" bIns="45700" lIns="91425" spcFirstLastPara="1" rIns="91425" wrap="square" tIns="45700">
            <a:noAutofit/>
          </a:bodyPr>
          <a:lstStyle/>
          <a:p>
            <a:pPr indent="-274320" lvl="0" marL="342900" rtl="0" algn="l">
              <a:spcBef>
                <a:spcPts val="0"/>
              </a:spcBef>
              <a:spcAft>
                <a:spcPts val="0"/>
              </a:spcAft>
              <a:buSzPts val="1520"/>
              <a:buChar char="🞇"/>
            </a:pPr>
            <a:r>
              <a:rPr i="1" lang="en-IN" sz="2000"/>
              <a:t>Assign the next part of previous node to the next part of inserted node. </a:t>
            </a:r>
            <a:endParaRPr i="1" sz="2000"/>
          </a:p>
          <a:p>
            <a:pPr indent="0" lvl="8" marL="68580" rtl="0" algn="l">
              <a:spcBef>
                <a:spcPts val="400"/>
              </a:spcBef>
              <a:spcAft>
                <a:spcPts val="0"/>
              </a:spcAft>
              <a:buSzPts val="1520"/>
              <a:buNone/>
            </a:pPr>
            <a:r>
              <a:rPr b="1" i="1" lang="en-IN" sz="2000"/>
              <a:t>	tmp-&gt;next=q-&gt;next;</a:t>
            </a:r>
            <a:endParaRPr b="1" sz="2000"/>
          </a:p>
        </p:txBody>
      </p:sp>
      <p:sp>
        <p:nvSpPr>
          <p:cNvPr descr="https://1.bp.blogspot.com/-QedEwYvpppw/XAi92TVd5WI/AAAAAAAAFbc/rR26Axh1U9oXrVj9r6T_ggLEnukZVnv4wCLcBGAs/s400/New%2BDoc%2B2018-12-04%2B10.16.54_19.jpg" id="1557" name="Google Shape;1557;p140"/>
          <p:cNvSpPr/>
          <p:nvPr/>
        </p:nvSpPr>
        <p:spPr>
          <a:xfrm>
            <a:off x="155575" y="-647700"/>
            <a:ext cx="3810000" cy="1352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558" name="Google Shape;1558;p140"/>
          <p:cNvSpPr txBox="1"/>
          <p:nvPr/>
        </p:nvSpPr>
        <p:spPr>
          <a:xfrm>
            <a:off x="453203" y="332656"/>
            <a:ext cx="7024744" cy="372194"/>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accent1"/>
              </a:buClr>
              <a:buSzPts val="1800"/>
              <a:buFont typeface="Century Gothic"/>
              <a:buNone/>
            </a:pPr>
            <a:r>
              <a:rPr b="1" lang="en-IN" sz="1800">
                <a:solidFill>
                  <a:schemeClr val="accent1"/>
                </a:solidFill>
                <a:latin typeface="Century Gothic"/>
                <a:ea typeface="Century Gothic"/>
                <a:cs typeface="Century Gothic"/>
                <a:sym typeface="Century Gothic"/>
              </a:rPr>
              <a:t>Doubly Linked List-Insertion in between</a:t>
            </a:r>
            <a:endParaRPr b="1" sz="1800">
              <a:solidFill>
                <a:schemeClr val="accent1"/>
              </a:solidFill>
              <a:latin typeface="Century Gothic"/>
              <a:ea typeface="Century Gothic"/>
              <a:cs typeface="Century Gothic"/>
              <a:sym typeface="Century Gothic"/>
            </a:endParaRPr>
          </a:p>
        </p:txBody>
      </p:sp>
      <p:pic>
        <p:nvPicPr>
          <p:cNvPr id="1559" name="Google Shape;1559;p140"/>
          <p:cNvPicPr preferRelativeResize="0"/>
          <p:nvPr/>
        </p:nvPicPr>
        <p:blipFill rotWithShape="1">
          <a:blip r:embed="rId3">
            <a:alphaModFix/>
          </a:blip>
          <a:srcRect b="17765" l="0" r="0" t="6420"/>
          <a:stretch/>
        </p:blipFill>
        <p:spPr>
          <a:xfrm>
            <a:off x="755576" y="3429001"/>
            <a:ext cx="7200800" cy="2520280"/>
          </a:xfrm>
          <a:prstGeom prst="rect">
            <a:avLst/>
          </a:prstGeom>
          <a:noFill/>
          <a:ln>
            <a:noFill/>
          </a:ln>
        </p:spPr>
      </p:pic>
      <p:sp>
        <p:nvSpPr>
          <p:cNvPr id="1560" name="Google Shape;1560;p140"/>
          <p:cNvSpPr txBox="1"/>
          <p:nvPr/>
        </p:nvSpPr>
        <p:spPr>
          <a:xfrm>
            <a:off x="4788024" y="4504475"/>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FF0000"/>
                </a:solidFill>
                <a:latin typeface="Century Gothic"/>
                <a:ea typeface="Century Gothic"/>
                <a:cs typeface="Century Gothic"/>
                <a:sym typeface="Century Gothic"/>
              </a:rPr>
              <a:t>1</a:t>
            </a:r>
            <a:endParaRPr b="1" sz="1800">
              <a:solidFill>
                <a:srgbClr val="FF0000"/>
              </a:solidFill>
              <a:latin typeface="Century Gothic"/>
              <a:ea typeface="Century Gothic"/>
              <a:cs typeface="Century Gothic"/>
              <a:sym typeface="Century Gothic"/>
            </a:endParaRPr>
          </a:p>
        </p:txBody>
      </p:sp>
      <p:sp>
        <p:nvSpPr>
          <p:cNvPr id="1561" name="Google Shape;1561;p140"/>
          <p:cNvSpPr txBox="1"/>
          <p:nvPr/>
        </p:nvSpPr>
        <p:spPr>
          <a:xfrm>
            <a:off x="5436096" y="4135143"/>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FF0000"/>
                </a:solidFill>
                <a:latin typeface="Century Gothic"/>
                <a:ea typeface="Century Gothic"/>
                <a:cs typeface="Century Gothic"/>
                <a:sym typeface="Century Gothic"/>
              </a:rPr>
              <a:t>2</a:t>
            </a:r>
            <a:endParaRPr b="1" sz="1800">
              <a:solidFill>
                <a:srgbClr val="FF0000"/>
              </a:solidFill>
              <a:latin typeface="Century Gothic"/>
              <a:ea typeface="Century Gothic"/>
              <a:cs typeface="Century Gothic"/>
              <a:sym typeface="Century Gothic"/>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5" name="Shape 1565"/>
        <p:cNvGrpSpPr/>
        <p:nvPr/>
      </p:nvGrpSpPr>
      <p:grpSpPr>
        <a:xfrm>
          <a:off x="0" y="0"/>
          <a:ext cx="0" cy="0"/>
          <a:chOff x="0" y="0"/>
          <a:chExt cx="0" cy="0"/>
        </a:xfrm>
      </p:grpSpPr>
      <p:sp>
        <p:nvSpPr>
          <p:cNvPr id="1566" name="Google Shape;1566;p141"/>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567" name="Google Shape;1567;p141"/>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568" name="Google Shape;1568;p141"/>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1569" name="Google Shape;1569;p141"/>
          <p:cNvSpPr txBox="1"/>
          <p:nvPr>
            <p:ph idx="1" type="body"/>
          </p:nvPr>
        </p:nvSpPr>
        <p:spPr>
          <a:xfrm>
            <a:off x="453202" y="692696"/>
            <a:ext cx="8151245" cy="3312368"/>
          </a:xfrm>
          <a:prstGeom prst="rect">
            <a:avLst/>
          </a:prstGeom>
          <a:noFill/>
          <a:ln>
            <a:noFill/>
          </a:ln>
        </p:spPr>
        <p:txBody>
          <a:bodyPr anchorCtr="0" anchor="t" bIns="45700" lIns="91425" spcFirstLastPara="1" rIns="91425" wrap="square" tIns="45700">
            <a:noAutofit/>
          </a:bodyPr>
          <a:lstStyle/>
          <a:p>
            <a:pPr indent="-274320" lvl="0" marL="342900" rtl="0" algn="l">
              <a:spcBef>
                <a:spcPts val="0"/>
              </a:spcBef>
              <a:spcAft>
                <a:spcPts val="0"/>
              </a:spcAft>
              <a:buSzPts val="1520"/>
              <a:buChar char="🞇"/>
            </a:pPr>
            <a:r>
              <a:rPr i="1" lang="en-IN" sz="2000"/>
              <a:t>Address of previous node will be assigned to prev part of inserted node </a:t>
            </a:r>
            <a:endParaRPr i="1" sz="2000"/>
          </a:p>
          <a:p>
            <a:pPr indent="0" lvl="8" marL="68580" rtl="0" algn="l">
              <a:spcBef>
                <a:spcPts val="400"/>
              </a:spcBef>
              <a:spcAft>
                <a:spcPts val="0"/>
              </a:spcAft>
              <a:buSzPts val="1520"/>
              <a:buNone/>
            </a:pPr>
            <a:r>
              <a:rPr b="1" i="1" lang="en-IN" sz="2000"/>
              <a:t>	tmp-&gt;prev=q;</a:t>
            </a:r>
            <a:endParaRPr b="1" sz="2000"/>
          </a:p>
        </p:txBody>
      </p:sp>
      <p:sp>
        <p:nvSpPr>
          <p:cNvPr descr="https://1.bp.blogspot.com/-QedEwYvpppw/XAi92TVd5WI/AAAAAAAAFbc/rR26Axh1U9oXrVj9r6T_ggLEnukZVnv4wCLcBGAs/s400/New%2BDoc%2B2018-12-04%2B10.16.54_19.jpg" id="1570" name="Google Shape;1570;p141"/>
          <p:cNvSpPr/>
          <p:nvPr/>
        </p:nvSpPr>
        <p:spPr>
          <a:xfrm>
            <a:off x="155575" y="-647700"/>
            <a:ext cx="3810000" cy="1352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571" name="Google Shape;1571;p141"/>
          <p:cNvSpPr txBox="1"/>
          <p:nvPr/>
        </p:nvSpPr>
        <p:spPr>
          <a:xfrm>
            <a:off x="453203" y="332656"/>
            <a:ext cx="7024744" cy="372194"/>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accent1"/>
              </a:buClr>
              <a:buSzPts val="1800"/>
              <a:buFont typeface="Century Gothic"/>
              <a:buNone/>
            </a:pPr>
            <a:r>
              <a:rPr b="1" lang="en-IN" sz="1800">
                <a:solidFill>
                  <a:schemeClr val="accent1"/>
                </a:solidFill>
                <a:latin typeface="Century Gothic"/>
                <a:ea typeface="Century Gothic"/>
                <a:cs typeface="Century Gothic"/>
                <a:sym typeface="Century Gothic"/>
              </a:rPr>
              <a:t>Doubly Linked List-Insertion in between</a:t>
            </a:r>
            <a:endParaRPr b="1" sz="1800">
              <a:solidFill>
                <a:schemeClr val="accent1"/>
              </a:solidFill>
              <a:latin typeface="Century Gothic"/>
              <a:ea typeface="Century Gothic"/>
              <a:cs typeface="Century Gothic"/>
              <a:sym typeface="Century Gothic"/>
            </a:endParaRPr>
          </a:p>
        </p:txBody>
      </p:sp>
      <p:pic>
        <p:nvPicPr>
          <p:cNvPr id="1572" name="Google Shape;1572;p141"/>
          <p:cNvPicPr preferRelativeResize="0"/>
          <p:nvPr/>
        </p:nvPicPr>
        <p:blipFill rotWithShape="1">
          <a:blip r:embed="rId3">
            <a:alphaModFix/>
          </a:blip>
          <a:srcRect b="17765" l="0" r="0" t="6420"/>
          <a:stretch/>
        </p:blipFill>
        <p:spPr>
          <a:xfrm>
            <a:off x="755576" y="3429001"/>
            <a:ext cx="7200800" cy="2520280"/>
          </a:xfrm>
          <a:prstGeom prst="rect">
            <a:avLst/>
          </a:prstGeom>
          <a:noFill/>
          <a:ln>
            <a:noFill/>
          </a:ln>
        </p:spPr>
      </p:pic>
      <p:sp>
        <p:nvSpPr>
          <p:cNvPr id="1573" name="Google Shape;1573;p141"/>
          <p:cNvSpPr txBox="1"/>
          <p:nvPr/>
        </p:nvSpPr>
        <p:spPr>
          <a:xfrm>
            <a:off x="4788024" y="4504475"/>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FF0000"/>
                </a:solidFill>
                <a:latin typeface="Century Gothic"/>
                <a:ea typeface="Century Gothic"/>
                <a:cs typeface="Century Gothic"/>
                <a:sym typeface="Century Gothic"/>
              </a:rPr>
              <a:t>1</a:t>
            </a:r>
            <a:endParaRPr b="1" sz="1800">
              <a:solidFill>
                <a:srgbClr val="FF0000"/>
              </a:solidFill>
              <a:latin typeface="Century Gothic"/>
              <a:ea typeface="Century Gothic"/>
              <a:cs typeface="Century Gothic"/>
              <a:sym typeface="Century Gothic"/>
            </a:endParaRPr>
          </a:p>
        </p:txBody>
      </p:sp>
      <p:sp>
        <p:nvSpPr>
          <p:cNvPr id="1574" name="Google Shape;1574;p141"/>
          <p:cNvSpPr txBox="1"/>
          <p:nvPr/>
        </p:nvSpPr>
        <p:spPr>
          <a:xfrm>
            <a:off x="5436096" y="4135143"/>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FF0000"/>
                </a:solidFill>
                <a:latin typeface="Century Gothic"/>
                <a:ea typeface="Century Gothic"/>
                <a:cs typeface="Century Gothic"/>
                <a:sym typeface="Century Gothic"/>
              </a:rPr>
              <a:t>2</a:t>
            </a:r>
            <a:endParaRPr b="1" sz="1800">
              <a:solidFill>
                <a:srgbClr val="FF0000"/>
              </a:solidFill>
              <a:latin typeface="Century Gothic"/>
              <a:ea typeface="Century Gothic"/>
              <a:cs typeface="Century Gothic"/>
              <a:sym typeface="Century Gothic"/>
            </a:endParaRPr>
          </a:p>
        </p:txBody>
      </p:sp>
      <p:sp>
        <p:nvSpPr>
          <p:cNvPr id="1575" name="Google Shape;1575;p141"/>
          <p:cNvSpPr txBox="1"/>
          <p:nvPr/>
        </p:nvSpPr>
        <p:spPr>
          <a:xfrm>
            <a:off x="3563888" y="4276041"/>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FF0000"/>
                </a:solidFill>
                <a:latin typeface="Century Gothic"/>
                <a:ea typeface="Century Gothic"/>
                <a:cs typeface="Century Gothic"/>
                <a:sym typeface="Century Gothic"/>
              </a:rPr>
              <a:t>3</a:t>
            </a:r>
            <a:endParaRPr b="1" sz="1800">
              <a:solidFill>
                <a:srgbClr val="FF0000"/>
              </a:solidFill>
              <a:latin typeface="Century Gothic"/>
              <a:ea typeface="Century Gothic"/>
              <a:cs typeface="Century Gothic"/>
              <a:sym typeface="Century Gothic"/>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9" name="Shape 1579"/>
        <p:cNvGrpSpPr/>
        <p:nvPr/>
      </p:nvGrpSpPr>
      <p:grpSpPr>
        <a:xfrm>
          <a:off x="0" y="0"/>
          <a:ext cx="0" cy="0"/>
          <a:chOff x="0" y="0"/>
          <a:chExt cx="0" cy="0"/>
        </a:xfrm>
      </p:grpSpPr>
      <p:sp>
        <p:nvSpPr>
          <p:cNvPr id="1580" name="Google Shape;1580;p142"/>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581" name="Google Shape;1581;p142"/>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582" name="Google Shape;1582;p142"/>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1583" name="Google Shape;1583;p142"/>
          <p:cNvSpPr txBox="1"/>
          <p:nvPr>
            <p:ph idx="1" type="body"/>
          </p:nvPr>
        </p:nvSpPr>
        <p:spPr>
          <a:xfrm>
            <a:off x="453202" y="692696"/>
            <a:ext cx="8151245" cy="3312368"/>
          </a:xfrm>
          <a:prstGeom prst="rect">
            <a:avLst/>
          </a:prstGeom>
          <a:noFill/>
          <a:ln>
            <a:noFill/>
          </a:ln>
        </p:spPr>
        <p:txBody>
          <a:bodyPr anchorCtr="0" anchor="t" bIns="45700" lIns="91425" spcFirstLastPara="1" rIns="91425" wrap="square" tIns="45700">
            <a:noAutofit/>
          </a:bodyPr>
          <a:lstStyle/>
          <a:p>
            <a:pPr indent="-274320" lvl="0" marL="342900" rtl="0" algn="l">
              <a:spcBef>
                <a:spcPts val="0"/>
              </a:spcBef>
              <a:spcAft>
                <a:spcPts val="0"/>
              </a:spcAft>
              <a:buSzPts val="1520"/>
              <a:buChar char="🞇"/>
            </a:pPr>
            <a:r>
              <a:rPr i="1" lang="en-IN" sz="2000"/>
              <a:t>Address of inserted node will be assigned to next part of previous node.</a:t>
            </a:r>
            <a:endParaRPr sz="2000"/>
          </a:p>
          <a:p>
            <a:pPr indent="0" lvl="0" marL="68580" rtl="0" algn="l">
              <a:spcBef>
                <a:spcPts val="400"/>
              </a:spcBef>
              <a:spcAft>
                <a:spcPts val="0"/>
              </a:spcAft>
              <a:buSzPts val="1520"/>
              <a:buNone/>
            </a:pPr>
            <a:r>
              <a:rPr b="1" i="1" lang="en-IN" sz="2000"/>
              <a:t>	q-&gt;next=tmp;</a:t>
            </a:r>
            <a:endParaRPr/>
          </a:p>
        </p:txBody>
      </p:sp>
      <p:sp>
        <p:nvSpPr>
          <p:cNvPr descr="https://1.bp.blogspot.com/-QedEwYvpppw/XAi92TVd5WI/AAAAAAAAFbc/rR26Axh1U9oXrVj9r6T_ggLEnukZVnv4wCLcBGAs/s400/New%2BDoc%2B2018-12-04%2B10.16.54_19.jpg" id="1584" name="Google Shape;1584;p142"/>
          <p:cNvSpPr/>
          <p:nvPr/>
        </p:nvSpPr>
        <p:spPr>
          <a:xfrm>
            <a:off x="155575" y="-647700"/>
            <a:ext cx="3810000" cy="1352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585" name="Google Shape;1585;p142"/>
          <p:cNvSpPr txBox="1"/>
          <p:nvPr/>
        </p:nvSpPr>
        <p:spPr>
          <a:xfrm>
            <a:off x="453203" y="332656"/>
            <a:ext cx="7024744" cy="372194"/>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accent1"/>
              </a:buClr>
              <a:buSzPts val="1800"/>
              <a:buFont typeface="Century Gothic"/>
              <a:buNone/>
            </a:pPr>
            <a:r>
              <a:rPr b="1" lang="en-IN" sz="1800">
                <a:solidFill>
                  <a:schemeClr val="accent1"/>
                </a:solidFill>
                <a:latin typeface="Century Gothic"/>
                <a:ea typeface="Century Gothic"/>
                <a:cs typeface="Century Gothic"/>
                <a:sym typeface="Century Gothic"/>
              </a:rPr>
              <a:t>Doubly Linked List-Insertion in between</a:t>
            </a:r>
            <a:endParaRPr b="1" sz="1800">
              <a:solidFill>
                <a:schemeClr val="accent1"/>
              </a:solidFill>
              <a:latin typeface="Century Gothic"/>
              <a:ea typeface="Century Gothic"/>
              <a:cs typeface="Century Gothic"/>
              <a:sym typeface="Century Gothic"/>
            </a:endParaRPr>
          </a:p>
        </p:txBody>
      </p:sp>
      <p:pic>
        <p:nvPicPr>
          <p:cNvPr id="1586" name="Google Shape;1586;p142"/>
          <p:cNvPicPr preferRelativeResize="0"/>
          <p:nvPr/>
        </p:nvPicPr>
        <p:blipFill rotWithShape="1">
          <a:blip r:embed="rId3">
            <a:alphaModFix/>
          </a:blip>
          <a:srcRect b="17765" l="0" r="0" t="6420"/>
          <a:stretch/>
        </p:blipFill>
        <p:spPr>
          <a:xfrm>
            <a:off x="755576" y="3429001"/>
            <a:ext cx="7200800" cy="2520280"/>
          </a:xfrm>
          <a:prstGeom prst="rect">
            <a:avLst/>
          </a:prstGeom>
          <a:noFill/>
          <a:ln>
            <a:noFill/>
          </a:ln>
        </p:spPr>
      </p:pic>
      <p:sp>
        <p:nvSpPr>
          <p:cNvPr id="1587" name="Google Shape;1587;p142"/>
          <p:cNvSpPr txBox="1"/>
          <p:nvPr/>
        </p:nvSpPr>
        <p:spPr>
          <a:xfrm>
            <a:off x="4788024" y="4437112"/>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FF0000"/>
                </a:solidFill>
                <a:latin typeface="Century Gothic"/>
                <a:ea typeface="Century Gothic"/>
                <a:cs typeface="Century Gothic"/>
                <a:sym typeface="Century Gothic"/>
              </a:rPr>
              <a:t>1</a:t>
            </a:r>
            <a:endParaRPr b="1" sz="1800">
              <a:solidFill>
                <a:srgbClr val="FF0000"/>
              </a:solidFill>
              <a:latin typeface="Century Gothic"/>
              <a:ea typeface="Century Gothic"/>
              <a:cs typeface="Century Gothic"/>
              <a:sym typeface="Century Gothic"/>
            </a:endParaRPr>
          </a:p>
        </p:txBody>
      </p:sp>
      <p:sp>
        <p:nvSpPr>
          <p:cNvPr id="1588" name="Google Shape;1588;p142"/>
          <p:cNvSpPr txBox="1"/>
          <p:nvPr/>
        </p:nvSpPr>
        <p:spPr>
          <a:xfrm>
            <a:off x="5436096" y="4135143"/>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FF0000"/>
                </a:solidFill>
                <a:latin typeface="Century Gothic"/>
                <a:ea typeface="Century Gothic"/>
                <a:cs typeface="Century Gothic"/>
                <a:sym typeface="Century Gothic"/>
              </a:rPr>
              <a:t>2</a:t>
            </a:r>
            <a:endParaRPr b="1" sz="1800">
              <a:solidFill>
                <a:srgbClr val="FF0000"/>
              </a:solidFill>
              <a:latin typeface="Century Gothic"/>
              <a:ea typeface="Century Gothic"/>
              <a:cs typeface="Century Gothic"/>
              <a:sym typeface="Century Gothic"/>
            </a:endParaRPr>
          </a:p>
        </p:txBody>
      </p:sp>
      <p:sp>
        <p:nvSpPr>
          <p:cNvPr id="1589" name="Google Shape;1589;p142"/>
          <p:cNvSpPr txBox="1"/>
          <p:nvPr/>
        </p:nvSpPr>
        <p:spPr>
          <a:xfrm>
            <a:off x="3563888" y="4276041"/>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FF0000"/>
                </a:solidFill>
                <a:latin typeface="Century Gothic"/>
                <a:ea typeface="Century Gothic"/>
                <a:cs typeface="Century Gothic"/>
                <a:sym typeface="Century Gothic"/>
              </a:rPr>
              <a:t>3</a:t>
            </a:r>
            <a:endParaRPr b="1" sz="1800">
              <a:solidFill>
                <a:srgbClr val="FF0000"/>
              </a:solidFill>
              <a:latin typeface="Century Gothic"/>
              <a:ea typeface="Century Gothic"/>
              <a:cs typeface="Century Gothic"/>
              <a:sym typeface="Century Gothic"/>
            </a:endParaRPr>
          </a:p>
        </p:txBody>
      </p:sp>
      <p:sp>
        <p:nvSpPr>
          <p:cNvPr id="1590" name="Google Shape;1590;p142"/>
          <p:cNvSpPr txBox="1"/>
          <p:nvPr/>
        </p:nvSpPr>
        <p:spPr>
          <a:xfrm>
            <a:off x="4211960" y="4428441"/>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FF0000"/>
                </a:solidFill>
                <a:latin typeface="Century Gothic"/>
                <a:ea typeface="Century Gothic"/>
                <a:cs typeface="Century Gothic"/>
                <a:sym typeface="Century Gothic"/>
              </a:rPr>
              <a:t>4</a:t>
            </a:r>
            <a:endParaRPr b="1" sz="1800">
              <a:solidFill>
                <a:srgbClr val="FF0000"/>
              </a:solidFill>
              <a:latin typeface="Century Gothic"/>
              <a:ea typeface="Century Gothic"/>
              <a:cs typeface="Century Gothic"/>
              <a:sym typeface="Century Gothic"/>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4" name="Shape 1594"/>
        <p:cNvGrpSpPr/>
        <p:nvPr/>
      </p:nvGrpSpPr>
      <p:grpSpPr>
        <a:xfrm>
          <a:off x="0" y="0"/>
          <a:ext cx="0" cy="0"/>
          <a:chOff x="0" y="0"/>
          <a:chExt cx="0" cy="0"/>
        </a:xfrm>
      </p:grpSpPr>
      <p:sp>
        <p:nvSpPr>
          <p:cNvPr id="1595" name="Google Shape;1595;p143"/>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596" name="Google Shape;1596;p143"/>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597" name="Google Shape;1597;p143"/>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1598" name="Google Shape;1598;p143"/>
          <p:cNvSpPr txBox="1"/>
          <p:nvPr>
            <p:ph idx="1" type="body"/>
          </p:nvPr>
        </p:nvSpPr>
        <p:spPr>
          <a:xfrm>
            <a:off x="453202" y="692696"/>
            <a:ext cx="8151245" cy="3312368"/>
          </a:xfrm>
          <a:prstGeom prst="rect">
            <a:avLst/>
          </a:prstGeom>
          <a:noFill/>
          <a:ln>
            <a:noFill/>
          </a:ln>
        </p:spPr>
        <p:txBody>
          <a:bodyPr anchorCtr="0" anchor="t" bIns="45700" lIns="91425" spcFirstLastPara="1" rIns="91425" wrap="square" tIns="45700">
            <a:noAutofit/>
          </a:bodyPr>
          <a:lstStyle/>
          <a:p>
            <a:pPr indent="-274320" lvl="0" marL="342900" rtl="0" algn="l">
              <a:spcBef>
                <a:spcPts val="0"/>
              </a:spcBef>
              <a:spcAft>
                <a:spcPts val="0"/>
              </a:spcAft>
              <a:buSzPts val="1216"/>
              <a:buChar char="🞇"/>
            </a:pPr>
            <a:r>
              <a:rPr i="1" lang="en-IN" sz="1600"/>
              <a:t>Traverse to obtain the </a:t>
            </a:r>
            <a:r>
              <a:rPr b="1" i="1" lang="en-IN" sz="1600"/>
              <a:t>node (q) after which we want to insert the element. </a:t>
            </a:r>
            <a:endParaRPr b="1" i="1" sz="1600"/>
          </a:p>
          <a:p>
            <a:pPr indent="-274320" lvl="0" marL="342900" rtl="0" algn="l">
              <a:spcBef>
                <a:spcPts val="320"/>
              </a:spcBef>
              <a:spcAft>
                <a:spcPts val="0"/>
              </a:spcAft>
              <a:buSzPts val="1216"/>
              <a:buChar char="🞇"/>
            </a:pPr>
            <a:r>
              <a:rPr i="1" lang="en-IN" sz="1600"/>
              <a:t>Assign the address of </a:t>
            </a:r>
            <a:r>
              <a:rPr b="1" i="1" lang="en-IN" sz="1600"/>
              <a:t>inserted node(tmp</a:t>
            </a:r>
            <a:r>
              <a:rPr i="1" lang="en-IN" sz="1600"/>
              <a:t>) to the prev part of next node. </a:t>
            </a:r>
            <a:endParaRPr i="1" sz="1600"/>
          </a:p>
          <a:p>
            <a:pPr indent="0" lvl="8" marL="68580" rtl="0" algn="l">
              <a:spcBef>
                <a:spcPts val="320"/>
              </a:spcBef>
              <a:spcAft>
                <a:spcPts val="0"/>
              </a:spcAft>
              <a:buSzPts val="1216"/>
              <a:buNone/>
            </a:pPr>
            <a:r>
              <a:rPr b="1" i="1" lang="en-IN" sz="1600"/>
              <a:t>	q-&gt;next-&gt;prev=tmp;</a:t>
            </a:r>
            <a:endParaRPr b="1" sz="1600"/>
          </a:p>
          <a:p>
            <a:pPr indent="-274320" lvl="0" marL="342900" rtl="0" algn="l">
              <a:spcBef>
                <a:spcPts val="320"/>
              </a:spcBef>
              <a:spcAft>
                <a:spcPts val="0"/>
              </a:spcAft>
              <a:buSzPts val="1216"/>
              <a:buChar char="🞇"/>
            </a:pPr>
            <a:r>
              <a:rPr i="1" lang="en-IN" sz="1600"/>
              <a:t>Assign the next part of previous node to the next part of inserted node. </a:t>
            </a:r>
            <a:endParaRPr i="1" sz="1600"/>
          </a:p>
          <a:p>
            <a:pPr indent="0" lvl="8" marL="68580" rtl="0" algn="l">
              <a:spcBef>
                <a:spcPts val="320"/>
              </a:spcBef>
              <a:spcAft>
                <a:spcPts val="0"/>
              </a:spcAft>
              <a:buSzPts val="1216"/>
              <a:buNone/>
            </a:pPr>
            <a:r>
              <a:rPr b="1" i="1" lang="en-IN" sz="1600"/>
              <a:t>	tmp-&gt;next=q-&gt;next;</a:t>
            </a:r>
            <a:endParaRPr b="1" sz="1600"/>
          </a:p>
          <a:p>
            <a:pPr indent="-274320" lvl="0" marL="342900" rtl="0" algn="l">
              <a:spcBef>
                <a:spcPts val="320"/>
              </a:spcBef>
              <a:spcAft>
                <a:spcPts val="0"/>
              </a:spcAft>
              <a:buSzPts val="1216"/>
              <a:buChar char="🞇"/>
            </a:pPr>
            <a:r>
              <a:rPr i="1" lang="en-IN" sz="1600"/>
              <a:t>Address of previous node will be assigned to prev part of inserted node </a:t>
            </a:r>
            <a:endParaRPr i="1" sz="1600"/>
          </a:p>
          <a:p>
            <a:pPr indent="0" lvl="8" marL="68580" rtl="0" algn="l">
              <a:spcBef>
                <a:spcPts val="320"/>
              </a:spcBef>
              <a:spcAft>
                <a:spcPts val="0"/>
              </a:spcAft>
              <a:buSzPts val="1216"/>
              <a:buNone/>
            </a:pPr>
            <a:r>
              <a:rPr b="1" i="1" lang="en-IN" sz="1600"/>
              <a:t>	tmp-&gt;prev=q;</a:t>
            </a:r>
            <a:endParaRPr b="1" sz="1600"/>
          </a:p>
          <a:p>
            <a:pPr indent="-274320" lvl="0" marL="342900" rtl="0" algn="l">
              <a:spcBef>
                <a:spcPts val="320"/>
              </a:spcBef>
              <a:spcAft>
                <a:spcPts val="0"/>
              </a:spcAft>
              <a:buSzPts val="1216"/>
              <a:buChar char="🞇"/>
            </a:pPr>
            <a:r>
              <a:rPr i="1" lang="en-IN" sz="1600"/>
              <a:t>Address of inserted node will be assigned to next part of previous node.</a:t>
            </a:r>
            <a:endParaRPr sz="1600"/>
          </a:p>
          <a:p>
            <a:pPr indent="0" lvl="0" marL="68580" rtl="0" algn="l">
              <a:spcBef>
                <a:spcPts val="320"/>
              </a:spcBef>
              <a:spcAft>
                <a:spcPts val="0"/>
              </a:spcAft>
              <a:buSzPts val="1216"/>
              <a:buNone/>
            </a:pPr>
            <a:r>
              <a:rPr b="1" i="1" lang="en-IN" sz="1600"/>
              <a:t>	q-&gt;next=tmp;</a:t>
            </a:r>
            <a:endParaRPr/>
          </a:p>
        </p:txBody>
      </p:sp>
      <p:sp>
        <p:nvSpPr>
          <p:cNvPr descr="https://1.bp.blogspot.com/-QedEwYvpppw/XAi92TVd5WI/AAAAAAAAFbc/rR26Axh1U9oXrVj9r6T_ggLEnukZVnv4wCLcBGAs/s400/New%2BDoc%2B2018-12-04%2B10.16.54_19.jpg" id="1599" name="Google Shape;1599;p143"/>
          <p:cNvSpPr/>
          <p:nvPr/>
        </p:nvSpPr>
        <p:spPr>
          <a:xfrm>
            <a:off x="155575" y="-647700"/>
            <a:ext cx="3810000" cy="1352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600" name="Google Shape;1600;p143"/>
          <p:cNvSpPr txBox="1"/>
          <p:nvPr/>
        </p:nvSpPr>
        <p:spPr>
          <a:xfrm>
            <a:off x="453203" y="332656"/>
            <a:ext cx="7024744" cy="372194"/>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accent1"/>
              </a:buClr>
              <a:buSzPts val="1800"/>
              <a:buFont typeface="Century Gothic"/>
              <a:buNone/>
            </a:pPr>
            <a:r>
              <a:rPr b="1" lang="en-IN" sz="1800">
                <a:solidFill>
                  <a:schemeClr val="accent1"/>
                </a:solidFill>
                <a:latin typeface="Century Gothic"/>
                <a:ea typeface="Century Gothic"/>
                <a:cs typeface="Century Gothic"/>
                <a:sym typeface="Century Gothic"/>
              </a:rPr>
              <a:t>Doubly Linked List-Insertion in between</a:t>
            </a:r>
            <a:endParaRPr b="1" sz="1800">
              <a:solidFill>
                <a:schemeClr val="accent1"/>
              </a:solidFill>
              <a:latin typeface="Century Gothic"/>
              <a:ea typeface="Century Gothic"/>
              <a:cs typeface="Century Gothic"/>
              <a:sym typeface="Century Gothic"/>
            </a:endParaRPr>
          </a:p>
        </p:txBody>
      </p:sp>
      <p:pic>
        <p:nvPicPr>
          <p:cNvPr id="1601" name="Google Shape;1601;p143"/>
          <p:cNvPicPr preferRelativeResize="0"/>
          <p:nvPr/>
        </p:nvPicPr>
        <p:blipFill rotWithShape="1">
          <a:blip r:embed="rId3">
            <a:alphaModFix/>
          </a:blip>
          <a:srcRect b="17765" l="0" r="0" t="6420"/>
          <a:stretch/>
        </p:blipFill>
        <p:spPr>
          <a:xfrm>
            <a:off x="755576" y="3429001"/>
            <a:ext cx="7200800" cy="2520280"/>
          </a:xfrm>
          <a:prstGeom prst="rect">
            <a:avLst/>
          </a:prstGeom>
          <a:noFill/>
          <a:ln>
            <a:noFill/>
          </a:ln>
        </p:spPr>
      </p:pic>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5" name="Shape 1605"/>
        <p:cNvGrpSpPr/>
        <p:nvPr/>
      </p:nvGrpSpPr>
      <p:grpSpPr>
        <a:xfrm>
          <a:off x="0" y="0"/>
          <a:ext cx="0" cy="0"/>
          <a:chOff x="0" y="0"/>
          <a:chExt cx="0" cy="0"/>
        </a:xfrm>
      </p:grpSpPr>
      <p:sp>
        <p:nvSpPr>
          <p:cNvPr id="1606" name="Google Shape;1606;p144"/>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607" name="Google Shape;1607;p144"/>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608" name="Google Shape;1608;p144"/>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1609" name="Google Shape;1609;p144"/>
          <p:cNvSpPr txBox="1"/>
          <p:nvPr>
            <p:ph idx="1" type="body"/>
          </p:nvPr>
        </p:nvSpPr>
        <p:spPr>
          <a:xfrm>
            <a:off x="453202" y="692696"/>
            <a:ext cx="8151245" cy="3312368"/>
          </a:xfrm>
          <a:prstGeom prst="rect">
            <a:avLst/>
          </a:prstGeom>
          <a:noFill/>
          <a:ln>
            <a:noFill/>
          </a:ln>
        </p:spPr>
        <p:txBody>
          <a:bodyPr anchorCtr="0" anchor="t" bIns="45700" lIns="91425" spcFirstLastPara="1" rIns="91425" wrap="square" tIns="45700">
            <a:noAutofit/>
          </a:bodyPr>
          <a:lstStyle/>
          <a:p>
            <a:pPr indent="-274320" lvl="0" marL="342900" rtl="0" algn="l">
              <a:spcBef>
                <a:spcPts val="0"/>
              </a:spcBef>
              <a:spcAft>
                <a:spcPts val="0"/>
              </a:spcAft>
              <a:buSzPts val="1520"/>
              <a:buChar char="🞇"/>
            </a:pPr>
            <a:r>
              <a:rPr i="1" lang="en-IN" sz="2000"/>
              <a:t>Traverse to obtain the </a:t>
            </a:r>
            <a:r>
              <a:rPr b="1" i="1" lang="en-IN" sz="2000"/>
              <a:t>node (q) after which we want to insert the element. </a:t>
            </a:r>
            <a:endParaRPr b="1" i="1" sz="2000"/>
          </a:p>
          <a:p>
            <a:pPr indent="0" lvl="8" marL="68580" rtl="0" algn="l">
              <a:spcBef>
                <a:spcPts val="400"/>
              </a:spcBef>
              <a:spcAft>
                <a:spcPts val="0"/>
              </a:spcAft>
              <a:buSzPts val="1520"/>
              <a:buNone/>
            </a:pPr>
            <a:r>
              <a:rPr b="1" i="1" lang="en-IN" sz="2000"/>
              <a:t>	tmp-&gt;next=NULL;</a:t>
            </a:r>
            <a:endParaRPr b="1" sz="2000"/>
          </a:p>
          <a:p>
            <a:pPr indent="-274320" lvl="0" marL="342900" rtl="0" algn="l">
              <a:spcBef>
                <a:spcPts val="400"/>
              </a:spcBef>
              <a:spcAft>
                <a:spcPts val="0"/>
              </a:spcAft>
              <a:buSzPts val="1520"/>
              <a:buChar char="🞇"/>
            </a:pPr>
            <a:r>
              <a:rPr i="1" lang="en-IN" sz="2000"/>
              <a:t>Address of previous node will be assigned to prev part of inserted node </a:t>
            </a:r>
            <a:endParaRPr i="1" sz="2000"/>
          </a:p>
          <a:p>
            <a:pPr indent="0" lvl="8" marL="68580" rtl="0" algn="l">
              <a:spcBef>
                <a:spcPts val="400"/>
              </a:spcBef>
              <a:spcAft>
                <a:spcPts val="0"/>
              </a:spcAft>
              <a:buSzPts val="1520"/>
              <a:buNone/>
            </a:pPr>
            <a:r>
              <a:rPr b="1" i="1" lang="en-IN" sz="2000"/>
              <a:t>	tmp-&gt;prev=q;</a:t>
            </a:r>
            <a:endParaRPr b="1" sz="2000"/>
          </a:p>
        </p:txBody>
      </p:sp>
      <p:sp>
        <p:nvSpPr>
          <p:cNvPr descr="https://1.bp.blogspot.com/-QedEwYvpppw/XAi92TVd5WI/AAAAAAAAFbc/rR26Axh1U9oXrVj9r6T_ggLEnukZVnv4wCLcBGAs/s400/New%2BDoc%2B2018-12-04%2B10.16.54_19.jpg" id="1610" name="Google Shape;1610;p144"/>
          <p:cNvSpPr/>
          <p:nvPr/>
        </p:nvSpPr>
        <p:spPr>
          <a:xfrm>
            <a:off x="155575" y="-647700"/>
            <a:ext cx="3810000" cy="1352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611" name="Google Shape;1611;p144"/>
          <p:cNvSpPr txBox="1"/>
          <p:nvPr/>
        </p:nvSpPr>
        <p:spPr>
          <a:xfrm>
            <a:off x="453203" y="332656"/>
            <a:ext cx="7024744" cy="372194"/>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accent1"/>
              </a:buClr>
              <a:buSzPts val="1800"/>
              <a:buFont typeface="Century Gothic"/>
              <a:buNone/>
            </a:pPr>
            <a:r>
              <a:rPr b="1" lang="en-IN" sz="1800">
                <a:solidFill>
                  <a:schemeClr val="accent1"/>
                </a:solidFill>
                <a:latin typeface="Century Gothic"/>
                <a:ea typeface="Century Gothic"/>
                <a:cs typeface="Century Gothic"/>
                <a:sym typeface="Century Gothic"/>
              </a:rPr>
              <a:t>Doubly Linked List-Insertion at the last</a:t>
            </a:r>
            <a:endParaRPr b="1" sz="1800">
              <a:solidFill>
                <a:schemeClr val="accent1"/>
              </a:solidFill>
              <a:latin typeface="Century Gothic"/>
              <a:ea typeface="Century Gothic"/>
              <a:cs typeface="Century Gothic"/>
              <a:sym typeface="Century Gothic"/>
            </a:endParaRPr>
          </a:p>
        </p:txBody>
      </p:sp>
      <p:pic>
        <p:nvPicPr>
          <p:cNvPr descr="https://2.bp.blogspot.com/--lWiPh8SR7E/XAi6WX63qdI/AAAAAAAAFbQ/dJbXS72rUOEZs6KcP8Cqa5SVDP8OccOsgCLcBGAs/s400/New%2BDoc%2B2018-12-04%2B10.16.54_18.jpg" id="1612" name="Google Shape;1612;p144"/>
          <p:cNvPicPr preferRelativeResize="0"/>
          <p:nvPr/>
        </p:nvPicPr>
        <p:blipFill rotWithShape="1">
          <a:blip r:embed="rId3">
            <a:alphaModFix/>
          </a:blip>
          <a:srcRect b="0" l="0" r="0" t="0"/>
          <a:stretch/>
        </p:blipFill>
        <p:spPr>
          <a:xfrm>
            <a:off x="532608" y="3284984"/>
            <a:ext cx="6016415" cy="2232248"/>
          </a:xfrm>
          <a:prstGeom prst="rect">
            <a:avLst/>
          </a:prstGeom>
          <a:noFill/>
          <a:ln>
            <a:noFill/>
          </a:ln>
        </p:spPr>
      </p:pic>
      <p:graphicFrame>
        <p:nvGraphicFramePr>
          <p:cNvPr id="1613" name="Google Shape;1613;p144"/>
          <p:cNvGraphicFramePr/>
          <p:nvPr/>
        </p:nvGraphicFramePr>
        <p:xfrm>
          <a:off x="7092280" y="3997810"/>
          <a:ext cx="3000000" cy="3000000"/>
        </p:xfrm>
        <a:graphic>
          <a:graphicData uri="http://schemas.openxmlformats.org/drawingml/2006/table">
            <a:tbl>
              <a:tblPr bandRow="1" firstRow="1">
                <a:noFill/>
                <a:tableStyleId>{40BDA5D4-ED71-4B3A-B446-2160A7B29074}</a:tableStyleId>
              </a:tblPr>
              <a:tblGrid>
                <a:gridCol w="576075"/>
                <a:gridCol w="288025"/>
                <a:gridCol w="576075"/>
              </a:tblGrid>
              <a:tr h="370850">
                <a:tc>
                  <a:txBody>
                    <a:bodyPr/>
                    <a:lstStyle/>
                    <a:p>
                      <a:pPr indent="0" lvl="0" marL="0" marR="0" rtl="0" algn="l">
                        <a:spcBef>
                          <a:spcPts val="0"/>
                        </a:spcBef>
                        <a:spcAft>
                          <a:spcPts val="0"/>
                        </a:spcAft>
                        <a:buNone/>
                      </a:pPr>
                      <a:r>
                        <a:rPr lang="en-IN" sz="1200" u="none" cap="none" strike="noStrike">
                          <a:solidFill>
                            <a:schemeClr val="dk1"/>
                          </a:solidFill>
                        </a:rPr>
                        <a:t>prev</a:t>
                      </a:r>
                      <a:endParaRPr sz="12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rPr lang="en-IN" sz="1200">
                          <a:solidFill>
                            <a:schemeClr val="dk1"/>
                          </a:solidFill>
                        </a:rPr>
                        <a:t>next</a:t>
                      </a:r>
                      <a:endParaRPr sz="1200">
                        <a:solidFill>
                          <a:schemeClr val="dk1"/>
                        </a:solidFill>
                      </a:endParaRPr>
                    </a:p>
                  </a:txBody>
                  <a:tcPr marT="45725" marB="45725" marR="91450" marL="91450"/>
                </a:tc>
              </a:tr>
            </a:tbl>
          </a:graphicData>
        </a:graphic>
      </p:graphicFrame>
      <p:cxnSp>
        <p:nvCxnSpPr>
          <p:cNvPr id="1614" name="Google Shape;1614;p144"/>
          <p:cNvCxnSpPr/>
          <p:nvPr/>
        </p:nvCxnSpPr>
        <p:spPr>
          <a:xfrm>
            <a:off x="6876256" y="3573016"/>
            <a:ext cx="216024" cy="360040"/>
          </a:xfrm>
          <a:prstGeom prst="straightConnector1">
            <a:avLst/>
          </a:prstGeom>
          <a:noFill/>
          <a:ln cap="flat" cmpd="sng" w="9525">
            <a:solidFill>
              <a:schemeClr val="accent1"/>
            </a:solidFill>
            <a:prstDash val="solid"/>
            <a:round/>
            <a:headEnd len="sm" w="sm" type="none"/>
            <a:tailEnd len="med" w="med" type="stealth"/>
          </a:ln>
        </p:spPr>
      </p:cxnSp>
      <p:sp>
        <p:nvSpPr>
          <p:cNvPr id="1615" name="Google Shape;1615;p144"/>
          <p:cNvSpPr txBox="1"/>
          <p:nvPr/>
        </p:nvSpPr>
        <p:spPr>
          <a:xfrm>
            <a:off x="7092280" y="3501008"/>
            <a:ext cx="9361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entury Gothic"/>
                <a:ea typeface="Century Gothic"/>
                <a:cs typeface="Century Gothic"/>
                <a:sym typeface="Century Gothic"/>
              </a:rPr>
              <a:t>temp</a:t>
            </a:r>
            <a:endParaRPr b="1" sz="1800">
              <a:solidFill>
                <a:schemeClr val="dk1"/>
              </a:solidFill>
              <a:latin typeface="Century Gothic"/>
              <a:ea typeface="Century Gothic"/>
              <a:cs typeface="Century Gothic"/>
              <a:sym typeface="Century Gothic"/>
            </a:endParaRPr>
          </a:p>
        </p:txBody>
      </p:sp>
      <p:cxnSp>
        <p:nvCxnSpPr>
          <p:cNvPr id="1616" name="Google Shape;1616;p144"/>
          <p:cNvCxnSpPr/>
          <p:nvPr/>
        </p:nvCxnSpPr>
        <p:spPr>
          <a:xfrm>
            <a:off x="5508104" y="3645024"/>
            <a:ext cx="216024" cy="360040"/>
          </a:xfrm>
          <a:prstGeom prst="straightConnector1">
            <a:avLst/>
          </a:prstGeom>
          <a:noFill/>
          <a:ln cap="flat" cmpd="sng" w="9525">
            <a:solidFill>
              <a:schemeClr val="accent1"/>
            </a:solidFill>
            <a:prstDash val="solid"/>
            <a:round/>
            <a:headEnd len="sm" w="sm" type="none"/>
            <a:tailEnd len="med" w="med" type="stealth"/>
          </a:ln>
        </p:spPr>
      </p:cxnSp>
      <p:sp>
        <p:nvSpPr>
          <p:cNvPr id="1617" name="Google Shape;1617;p144"/>
          <p:cNvSpPr txBox="1"/>
          <p:nvPr/>
        </p:nvSpPr>
        <p:spPr>
          <a:xfrm>
            <a:off x="5724128" y="3573016"/>
            <a:ext cx="9361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entury Gothic"/>
                <a:ea typeface="Century Gothic"/>
                <a:cs typeface="Century Gothic"/>
                <a:sym typeface="Century Gothic"/>
              </a:rPr>
              <a:t>q</a:t>
            </a:r>
            <a:endParaRPr/>
          </a:p>
        </p:txBody>
      </p:sp>
      <p:cxnSp>
        <p:nvCxnSpPr>
          <p:cNvPr id="1618" name="Google Shape;1618;p144"/>
          <p:cNvCxnSpPr/>
          <p:nvPr/>
        </p:nvCxnSpPr>
        <p:spPr>
          <a:xfrm rot="10800000">
            <a:off x="6549023" y="4077072"/>
            <a:ext cx="543257" cy="0"/>
          </a:xfrm>
          <a:prstGeom prst="straightConnector1">
            <a:avLst/>
          </a:prstGeom>
          <a:noFill/>
          <a:ln cap="flat" cmpd="sng" w="9525">
            <a:solidFill>
              <a:schemeClr val="accent1"/>
            </a:solidFill>
            <a:prstDash val="solid"/>
            <a:round/>
            <a:headEnd len="sm" w="sm" type="none"/>
            <a:tailEnd len="med" w="med" type="stealth"/>
          </a:ln>
        </p:spPr>
      </p:cxnSp>
      <p:sp>
        <p:nvSpPr>
          <p:cNvPr id="1619" name="Google Shape;1619;p144"/>
          <p:cNvSpPr txBox="1"/>
          <p:nvPr/>
        </p:nvSpPr>
        <p:spPr>
          <a:xfrm>
            <a:off x="6660232" y="3707740"/>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FF0000"/>
                </a:solidFill>
                <a:latin typeface="Century Gothic"/>
                <a:ea typeface="Century Gothic"/>
                <a:cs typeface="Century Gothic"/>
                <a:sym typeface="Century Gothic"/>
              </a:rPr>
              <a:t>1</a:t>
            </a:r>
            <a:endParaRPr b="1" sz="1800">
              <a:solidFill>
                <a:srgbClr val="FF0000"/>
              </a:solidFill>
              <a:latin typeface="Century Gothic"/>
              <a:ea typeface="Century Gothic"/>
              <a:cs typeface="Century Gothic"/>
              <a:sym typeface="Century Gothic"/>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3" name="Shape 1623"/>
        <p:cNvGrpSpPr/>
        <p:nvPr/>
      </p:nvGrpSpPr>
      <p:grpSpPr>
        <a:xfrm>
          <a:off x="0" y="0"/>
          <a:ext cx="0" cy="0"/>
          <a:chOff x="0" y="0"/>
          <a:chExt cx="0" cy="0"/>
        </a:xfrm>
      </p:grpSpPr>
      <p:sp>
        <p:nvSpPr>
          <p:cNvPr id="1624" name="Google Shape;1624;p145"/>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625" name="Google Shape;1625;p145"/>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626" name="Google Shape;1626;p145"/>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1627" name="Google Shape;1627;p145"/>
          <p:cNvSpPr txBox="1"/>
          <p:nvPr>
            <p:ph idx="1" type="body"/>
          </p:nvPr>
        </p:nvSpPr>
        <p:spPr>
          <a:xfrm>
            <a:off x="453202" y="692696"/>
            <a:ext cx="8151245" cy="3312368"/>
          </a:xfrm>
          <a:prstGeom prst="rect">
            <a:avLst/>
          </a:prstGeom>
          <a:noFill/>
          <a:ln>
            <a:noFill/>
          </a:ln>
        </p:spPr>
        <p:txBody>
          <a:bodyPr anchorCtr="0" anchor="t" bIns="45700" lIns="91425" spcFirstLastPara="1" rIns="91425" wrap="square" tIns="45700">
            <a:noAutofit/>
          </a:bodyPr>
          <a:lstStyle/>
          <a:p>
            <a:pPr indent="-274320" lvl="0" marL="342900" rtl="0" algn="l">
              <a:spcBef>
                <a:spcPts val="0"/>
              </a:spcBef>
              <a:spcAft>
                <a:spcPts val="0"/>
              </a:spcAft>
              <a:buSzPts val="1520"/>
              <a:buChar char="🞇"/>
            </a:pPr>
            <a:r>
              <a:rPr i="1" lang="en-IN" sz="2000"/>
              <a:t>Address of inserted node will be assigned to next part of previous node.</a:t>
            </a:r>
            <a:endParaRPr sz="2000"/>
          </a:p>
          <a:p>
            <a:pPr indent="0" lvl="0" marL="68580" rtl="0" algn="l">
              <a:spcBef>
                <a:spcPts val="400"/>
              </a:spcBef>
              <a:spcAft>
                <a:spcPts val="0"/>
              </a:spcAft>
              <a:buSzPts val="1520"/>
              <a:buNone/>
            </a:pPr>
            <a:r>
              <a:rPr b="1" i="1" lang="en-IN" sz="2000"/>
              <a:t>	q-&gt;next=tmp;</a:t>
            </a:r>
            <a:endParaRPr/>
          </a:p>
        </p:txBody>
      </p:sp>
      <p:sp>
        <p:nvSpPr>
          <p:cNvPr descr="https://1.bp.blogspot.com/-QedEwYvpppw/XAi92TVd5WI/AAAAAAAAFbc/rR26Axh1U9oXrVj9r6T_ggLEnukZVnv4wCLcBGAs/s400/New%2BDoc%2B2018-12-04%2B10.16.54_19.jpg" id="1628" name="Google Shape;1628;p145"/>
          <p:cNvSpPr/>
          <p:nvPr/>
        </p:nvSpPr>
        <p:spPr>
          <a:xfrm>
            <a:off x="155575" y="-647700"/>
            <a:ext cx="3810000" cy="1352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629" name="Google Shape;1629;p145"/>
          <p:cNvSpPr txBox="1"/>
          <p:nvPr/>
        </p:nvSpPr>
        <p:spPr>
          <a:xfrm>
            <a:off x="453203" y="332656"/>
            <a:ext cx="7024744" cy="372194"/>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accent1"/>
              </a:buClr>
              <a:buSzPts val="1800"/>
              <a:buFont typeface="Century Gothic"/>
              <a:buNone/>
            </a:pPr>
            <a:r>
              <a:rPr b="1" lang="en-IN" sz="1800">
                <a:solidFill>
                  <a:schemeClr val="accent1"/>
                </a:solidFill>
                <a:latin typeface="Century Gothic"/>
                <a:ea typeface="Century Gothic"/>
                <a:cs typeface="Century Gothic"/>
                <a:sym typeface="Century Gothic"/>
              </a:rPr>
              <a:t>Doubly Linked List-Insertion at the last</a:t>
            </a:r>
            <a:endParaRPr b="1" sz="1800">
              <a:solidFill>
                <a:schemeClr val="accent1"/>
              </a:solidFill>
              <a:latin typeface="Century Gothic"/>
              <a:ea typeface="Century Gothic"/>
              <a:cs typeface="Century Gothic"/>
              <a:sym typeface="Century Gothic"/>
            </a:endParaRPr>
          </a:p>
        </p:txBody>
      </p:sp>
      <p:pic>
        <p:nvPicPr>
          <p:cNvPr descr="https://2.bp.blogspot.com/--lWiPh8SR7E/XAi6WX63qdI/AAAAAAAAFbQ/dJbXS72rUOEZs6KcP8Cqa5SVDP8OccOsgCLcBGAs/s400/New%2BDoc%2B2018-12-04%2B10.16.54_18.jpg" id="1630" name="Google Shape;1630;p145"/>
          <p:cNvPicPr preferRelativeResize="0"/>
          <p:nvPr/>
        </p:nvPicPr>
        <p:blipFill rotWithShape="1">
          <a:blip r:embed="rId3">
            <a:alphaModFix/>
          </a:blip>
          <a:srcRect b="0" l="0" r="0" t="0"/>
          <a:stretch/>
        </p:blipFill>
        <p:spPr>
          <a:xfrm>
            <a:off x="532608" y="3284984"/>
            <a:ext cx="6016415" cy="2232248"/>
          </a:xfrm>
          <a:prstGeom prst="rect">
            <a:avLst/>
          </a:prstGeom>
          <a:noFill/>
          <a:ln>
            <a:noFill/>
          </a:ln>
        </p:spPr>
      </p:pic>
      <p:graphicFrame>
        <p:nvGraphicFramePr>
          <p:cNvPr id="1631" name="Google Shape;1631;p145"/>
          <p:cNvGraphicFramePr/>
          <p:nvPr/>
        </p:nvGraphicFramePr>
        <p:xfrm>
          <a:off x="7092280" y="3997810"/>
          <a:ext cx="3000000" cy="3000000"/>
        </p:xfrm>
        <a:graphic>
          <a:graphicData uri="http://schemas.openxmlformats.org/drawingml/2006/table">
            <a:tbl>
              <a:tblPr bandRow="1" firstRow="1">
                <a:noFill/>
                <a:tableStyleId>{40BDA5D4-ED71-4B3A-B446-2160A7B29074}</a:tableStyleId>
              </a:tblPr>
              <a:tblGrid>
                <a:gridCol w="576075"/>
                <a:gridCol w="288025"/>
                <a:gridCol w="576075"/>
              </a:tblGrid>
              <a:tr h="370850">
                <a:tc>
                  <a:txBody>
                    <a:bodyPr/>
                    <a:lstStyle/>
                    <a:p>
                      <a:pPr indent="0" lvl="0" marL="0" marR="0" rtl="0" algn="l">
                        <a:spcBef>
                          <a:spcPts val="0"/>
                        </a:spcBef>
                        <a:spcAft>
                          <a:spcPts val="0"/>
                        </a:spcAft>
                        <a:buNone/>
                      </a:pPr>
                      <a:r>
                        <a:rPr lang="en-IN" sz="1200">
                          <a:solidFill>
                            <a:schemeClr val="dk1"/>
                          </a:solidFill>
                        </a:rPr>
                        <a:t>prev</a:t>
                      </a:r>
                      <a:endParaRPr sz="12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rPr lang="en-IN" sz="1200">
                          <a:solidFill>
                            <a:schemeClr val="dk1"/>
                          </a:solidFill>
                        </a:rPr>
                        <a:t>next</a:t>
                      </a:r>
                      <a:endParaRPr sz="1200">
                        <a:solidFill>
                          <a:schemeClr val="dk1"/>
                        </a:solidFill>
                      </a:endParaRPr>
                    </a:p>
                  </a:txBody>
                  <a:tcPr marT="45725" marB="45725" marR="91450" marL="91450"/>
                </a:tc>
              </a:tr>
            </a:tbl>
          </a:graphicData>
        </a:graphic>
      </p:graphicFrame>
      <p:cxnSp>
        <p:nvCxnSpPr>
          <p:cNvPr id="1632" name="Google Shape;1632;p145"/>
          <p:cNvCxnSpPr/>
          <p:nvPr/>
        </p:nvCxnSpPr>
        <p:spPr>
          <a:xfrm>
            <a:off x="6876256" y="3573016"/>
            <a:ext cx="216024" cy="360040"/>
          </a:xfrm>
          <a:prstGeom prst="straightConnector1">
            <a:avLst/>
          </a:prstGeom>
          <a:noFill/>
          <a:ln cap="flat" cmpd="sng" w="9525">
            <a:solidFill>
              <a:schemeClr val="accent1"/>
            </a:solidFill>
            <a:prstDash val="solid"/>
            <a:round/>
            <a:headEnd len="sm" w="sm" type="none"/>
            <a:tailEnd len="med" w="med" type="stealth"/>
          </a:ln>
        </p:spPr>
      </p:cxnSp>
      <p:sp>
        <p:nvSpPr>
          <p:cNvPr id="1633" name="Google Shape;1633;p145"/>
          <p:cNvSpPr txBox="1"/>
          <p:nvPr/>
        </p:nvSpPr>
        <p:spPr>
          <a:xfrm>
            <a:off x="7092280" y="3501008"/>
            <a:ext cx="9361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entury Gothic"/>
                <a:ea typeface="Century Gothic"/>
                <a:cs typeface="Century Gothic"/>
                <a:sym typeface="Century Gothic"/>
              </a:rPr>
              <a:t>temp</a:t>
            </a:r>
            <a:endParaRPr b="1" sz="1800">
              <a:solidFill>
                <a:schemeClr val="dk1"/>
              </a:solidFill>
              <a:latin typeface="Century Gothic"/>
              <a:ea typeface="Century Gothic"/>
              <a:cs typeface="Century Gothic"/>
              <a:sym typeface="Century Gothic"/>
            </a:endParaRPr>
          </a:p>
        </p:txBody>
      </p:sp>
      <p:cxnSp>
        <p:nvCxnSpPr>
          <p:cNvPr id="1634" name="Google Shape;1634;p145"/>
          <p:cNvCxnSpPr/>
          <p:nvPr/>
        </p:nvCxnSpPr>
        <p:spPr>
          <a:xfrm>
            <a:off x="5508104" y="3645024"/>
            <a:ext cx="216024" cy="360040"/>
          </a:xfrm>
          <a:prstGeom prst="straightConnector1">
            <a:avLst/>
          </a:prstGeom>
          <a:noFill/>
          <a:ln cap="flat" cmpd="sng" w="9525">
            <a:solidFill>
              <a:schemeClr val="accent1"/>
            </a:solidFill>
            <a:prstDash val="solid"/>
            <a:round/>
            <a:headEnd len="sm" w="sm" type="none"/>
            <a:tailEnd len="med" w="med" type="stealth"/>
          </a:ln>
        </p:spPr>
      </p:cxnSp>
      <p:sp>
        <p:nvSpPr>
          <p:cNvPr id="1635" name="Google Shape;1635;p145"/>
          <p:cNvSpPr txBox="1"/>
          <p:nvPr/>
        </p:nvSpPr>
        <p:spPr>
          <a:xfrm>
            <a:off x="5724128" y="3573016"/>
            <a:ext cx="9361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entury Gothic"/>
                <a:ea typeface="Century Gothic"/>
                <a:cs typeface="Century Gothic"/>
                <a:sym typeface="Century Gothic"/>
              </a:rPr>
              <a:t>q</a:t>
            </a:r>
            <a:endParaRPr/>
          </a:p>
        </p:txBody>
      </p:sp>
      <p:cxnSp>
        <p:nvCxnSpPr>
          <p:cNvPr id="1636" name="Google Shape;1636;p145"/>
          <p:cNvCxnSpPr/>
          <p:nvPr/>
        </p:nvCxnSpPr>
        <p:spPr>
          <a:xfrm rot="10800000">
            <a:off x="6549023" y="4077072"/>
            <a:ext cx="543257" cy="0"/>
          </a:xfrm>
          <a:prstGeom prst="straightConnector1">
            <a:avLst/>
          </a:prstGeom>
          <a:noFill/>
          <a:ln cap="flat" cmpd="sng" w="9525">
            <a:solidFill>
              <a:schemeClr val="accent1"/>
            </a:solidFill>
            <a:prstDash val="solid"/>
            <a:round/>
            <a:headEnd len="sm" w="sm" type="none"/>
            <a:tailEnd len="med" w="med" type="stealth"/>
          </a:ln>
        </p:spPr>
      </p:cxnSp>
      <p:sp>
        <p:nvSpPr>
          <p:cNvPr id="1637" name="Google Shape;1637;p145"/>
          <p:cNvSpPr txBox="1"/>
          <p:nvPr/>
        </p:nvSpPr>
        <p:spPr>
          <a:xfrm>
            <a:off x="6660232" y="3707740"/>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FF0000"/>
                </a:solidFill>
                <a:latin typeface="Century Gothic"/>
                <a:ea typeface="Century Gothic"/>
                <a:cs typeface="Century Gothic"/>
                <a:sym typeface="Century Gothic"/>
              </a:rPr>
              <a:t>1</a:t>
            </a:r>
            <a:endParaRPr b="1" sz="1800">
              <a:solidFill>
                <a:srgbClr val="FF0000"/>
              </a:solidFill>
              <a:latin typeface="Century Gothic"/>
              <a:ea typeface="Century Gothic"/>
              <a:cs typeface="Century Gothic"/>
              <a:sym typeface="Century Gothic"/>
            </a:endParaRPr>
          </a:p>
        </p:txBody>
      </p:sp>
      <p:cxnSp>
        <p:nvCxnSpPr>
          <p:cNvPr id="1638" name="Google Shape;1638;p145"/>
          <p:cNvCxnSpPr/>
          <p:nvPr/>
        </p:nvCxnSpPr>
        <p:spPr>
          <a:xfrm>
            <a:off x="6549023" y="4221088"/>
            <a:ext cx="543257" cy="0"/>
          </a:xfrm>
          <a:prstGeom prst="straightConnector1">
            <a:avLst/>
          </a:prstGeom>
          <a:noFill/>
          <a:ln cap="flat" cmpd="sng" w="9525">
            <a:solidFill>
              <a:schemeClr val="accent1"/>
            </a:solidFill>
            <a:prstDash val="solid"/>
            <a:round/>
            <a:headEnd len="sm" w="sm" type="none"/>
            <a:tailEnd len="med" w="med" type="stealth"/>
          </a:ln>
        </p:spPr>
      </p:cxnSp>
      <p:sp>
        <p:nvSpPr>
          <p:cNvPr id="1639" name="Google Shape;1639;p145"/>
          <p:cNvSpPr txBox="1"/>
          <p:nvPr/>
        </p:nvSpPr>
        <p:spPr>
          <a:xfrm>
            <a:off x="6676635" y="4233402"/>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FF0000"/>
                </a:solidFill>
                <a:latin typeface="Century Gothic"/>
                <a:ea typeface="Century Gothic"/>
                <a:cs typeface="Century Gothic"/>
                <a:sym typeface="Century Gothic"/>
              </a:rPr>
              <a:t>2</a:t>
            </a:r>
            <a:endParaRPr b="1" sz="1800">
              <a:solidFill>
                <a:srgbClr val="FF0000"/>
              </a:solidFill>
              <a:latin typeface="Century Gothic"/>
              <a:ea typeface="Century Gothic"/>
              <a:cs typeface="Century Gothic"/>
              <a:sym typeface="Century Gothic"/>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3" name="Shape 1643"/>
        <p:cNvGrpSpPr/>
        <p:nvPr/>
      </p:nvGrpSpPr>
      <p:grpSpPr>
        <a:xfrm>
          <a:off x="0" y="0"/>
          <a:ext cx="0" cy="0"/>
          <a:chOff x="0" y="0"/>
          <a:chExt cx="0" cy="0"/>
        </a:xfrm>
      </p:grpSpPr>
      <p:sp>
        <p:nvSpPr>
          <p:cNvPr id="1644" name="Google Shape;1644;p146"/>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645" name="Google Shape;1645;p146"/>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646" name="Google Shape;1646;p146"/>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1647" name="Google Shape;1647;p146"/>
          <p:cNvSpPr txBox="1"/>
          <p:nvPr>
            <p:ph idx="1" type="body"/>
          </p:nvPr>
        </p:nvSpPr>
        <p:spPr>
          <a:xfrm>
            <a:off x="1979712" y="1124744"/>
            <a:ext cx="6624735" cy="2880320"/>
          </a:xfrm>
          <a:prstGeom prst="rect">
            <a:avLst/>
          </a:prstGeom>
          <a:noFill/>
          <a:ln>
            <a:noFill/>
          </a:ln>
        </p:spPr>
        <p:txBody>
          <a:bodyPr anchorCtr="0" anchor="t" bIns="45700" lIns="91425" spcFirstLastPara="1" rIns="91425" wrap="square" tIns="45700">
            <a:noAutofit/>
          </a:bodyPr>
          <a:lstStyle/>
          <a:p>
            <a:pPr indent="-457200" lvl="8" marL="525780" rtl="0" algn="l">
              <a:spcBef>
                <a:spcPts val="0"/>
              </a:spcBef>
              <a:spcAft>
                <a:spcPts val="0"/>
              </a:spcAft>
              <a:buSzPts val="1520"/>
              <a:buFont typeface="Century Gothic"/>
              <a:buAutoNum type="arabicParenR"/>
            </a:pPr>
            <a:r>
              <a:rPr b="1" i="1" lang="en-IN" sz="2000"/>
              <a:t>tmp-&gt;next=NULL;</a:t>
            </a:r>
            <a:endParaRPr b="1" sz="2000"/>
          </a:p>
          <a:p>
            <a:pPr indent="-457200" lvl="8" marL="525780" rtl="0" algn="l">
              <a:spcBef>
                <a:spcPts val="400"/>
              </a:spcBef>
              <a:spcAft>
                <a:spcPts val="0"/>
              </a:spcAft>
              <a:buSzPts val="1520"/>
              <a:buFont typeface="Century Gothic"/>
              <a:buAutoNum type="arabicParenR"/>
            </a:pPr>
            <a:r>
              <a:rPr b="1" i="1" lang="en-IN" sz="2000"/>
              <a:t>tmp-&gt;prev=q;</a:t>
            </a:r>
            <a:endParaRPr/>
          </a:p>
          <a:p>
            <a:pPr indent="-457200" lvl="8" marL="525780" rtl="0" algn="l">
              <a:spcBef>
                <a:spcPts val="400"/>
              </a:spcBef>
              <a:spcAft>
                <a:spcPts val="0"/>
              </a:spcAft>
              <a:buSzPts val="1520"/>
              <a:buFont typeface="Century Gothic"/>
              <a:buAutoNum type="arabicParenR"/>
            </a:pPr>
            <a:r>
              <a:rPr b="1" i="1" lang="en-IN" sz="2000"/>
              <a:t>q-&gt;next=tmp;</a:t>
            </a:r>
            <a:endParaRPr/>
          </a:p>
          <a:p>
            <a:pPr indent="0" lvl="8" marL="68580" rtl="0" algn="l">
              <a:spcBef>
                <a:spcPts val="400"/>
              </a:spcBef>
              <a:spcAft>
                <a:spcPts val="0"/>
              </a:spcAft>
              <a:buSzPts val="1520"/>
              <a:buNone/>
            </a:pPr>
            <a:r>
              <a:t/>
            </a:r>
            <a:endParaRPr b="1" sz="2000"/>
          </a:p>
        </p:txBody>
      </p:sp>
      <p:sp>
        <p:nvSpPr>
          <p:cNvPr descr="https://1.bp.blogspot.com/-QedEwYvpppw/XAi92TVd5WI/AAAAAAAAFbc/rR26Axh1U9oXrVj9r6T_ggLEnukZVnv4wCLcBGAs/s400/New%2BDoc%2B2018-12-04%2B10.16.54_19.jpg" id="1648" name="Google Shape;1648;p146"/>
          <p:cNvSpPr/>
          <p:nvPr/>
        </p:nvSpPr>
        <p:spPr>
          <a:xfrm>
            <a:off x="155575" y="-647700"/>
            <a:ext cx="3810000" cy="1352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649" name="Google Shape;1649;p146"/>
          <p:cNvSpPr txBox="1"/>
          <p:nvPr/>
        </p:nvSpPr>
        <p:spPr>
          <a:xfrm>
            <a:off x="453203" y="332656"/>
            <a:ext cx="7024744" cy="372194"/>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accent1"/>
              </a:buClr>
              <a:buSzPts val="1800"/>
              <a:buFont typeface="Century Gothic"/>
              <a:buNone/>
            </a:pPr>
            <a:r>
              <a:rPr b="1" lang="en-IN" sz="1800">
                <a:solidFill>
                  <a:schemeClr val="accent1"/>
                </a:solidFill>
                <a:latin typeface="Century Gothic"/>
                <a:ea typeface="Century Gothic"/>
                <a:cs typeface="Century Gothic"/>
                <a:sym typeface="Century Gothic"/>
              </a:rPr>
              <a:t>Doubly Linked List-Insertion at the last</a:t>
            </a:r>
            <a:endParaRPr b="1" sz="1800">
              <a:solidFill>
                <a:schemeClr val="accent1"/>
              </a:solidFill>
              <a:latin typeface="Century Gothic"/>
              <a:ea typeface="Century Gothic"/>
              <a:cs typeface="Century Gothic"/>
              <a:sym typeface="Century Gothic"/>
            </a:endParaRPr>
          </a:p>
        </p:txBody>
      </p:sp>
      <p:pic>
        <p:nvPicPr>
          <p:cNvPr descr="https://2.bp.blogspot.com/--lWiPh8SR7E/XAi6WX63qdI/AAAAAAAAFbQ/dJbXS72rUOEZs6KcP8Cqa5SVDP8OccOsgCLcBGAs/s400/New%2BDoc%2B2018-12-04%2B10.16.54_18.jpg" id="1650" name="Google Shape;1650;p146"/>
          <p:cNvPicPr preferRelativeResize="0"/>
          <p:nvPr/>
        </p:nvPicPr>
        <p:blipFill rotWithShape="1">
          <a:blip r:embed="rId3">
            <a:alphaModFix/>
          </a:blip>
          <a:srcRect b="0" l="0" r="0" t="0"/>
          <a:stretch/>
        </p:blipFill>
        <p:spPr>
          <a:xfrm>
            <a:off x="532608" y="3284984"/>
            <a:ext cx="6016415" cy="2232248"/>
          </a:xfrm>
          <a:prstGeom prst="rect">
            <a:avLst/>
          </a:prstGeom>
          <a:noFill/>
          <a:ln>
            <a:noFill/>
          </a:ln>
        </p:spPr>
      </p:pic>
      <p:graphicFrame>
        <p:nvGraphicFramePr>
          <p:cNvPr id="1651" name="Google Shape;1651;p146"/>
          <p:cNvGraphicFramePr/>
          <p:nvPr/>
        </p:nvGraphicFramePr>
        <p:xfrm>
          <a:off x="7092280" y="3997810"/>
          <a:ext cx="3000000" cy="3000000"/>
        </p:xfrm>
        <a:graphic>
          <a:graphicData uri="http://schemas.openxmlformats.org/drawingml/2006/table">
            <a:tbl>
              <a:tblPr bandRow="1" firstRow="1">
                <a:noFill/>
                <a:tableStyleId>{40BDA5D4-ED71-4B3A-B446-2160A7B29074}</a:tableStyleId>
              </a:tblPr>
              <a:tblGrid>
                <a:gridCol w="576075"/>
                <a:gridCol w="288025"/>
                <a:gridCol w="576075"/>
              </a:tblGrid>
              <a:tr h="370850">
                <a:tc>
                  <a:txBody>
                    <a:bodyPr/>
                    <a:lstStyle/>
                    <a:p>
                      <a:pPr indent="0" lvl="0" marL="0" marR="0" rtl="0" algn="l">
                        <a:spcBef>
                          <a:spcPts val="0"/>
                        </a:spcBef>
                        <a:spcAft>
                          <a:spcPts val="0"/>
                        </a:spcAft>
                        <a:buNone/>
                      </a:pPr>
                      <a:r>
                        <a:rPr lang="en-IN" sz="1200">
                          <a:solidFill>
                            <a:schemeClr val="dk1"/>
                          </a:solidFill>
                        </a:rPr>
                        <a:t>prev</a:t>
                      </a:r>
                      <a:endParaRPr sz="1200">
                        <a:solidFill>
                          <a:schemeClr val="dk1"/>
                        </a:solidFill>
                      </a:endParaRPr>
                    </a:p>
                  </a:txBody>
                  <a:tcPr marT="45725" marB="45725" marR="91450" marL="91450"/>
                </a:tc>
                <a:tc>
                  <a:txBody>
                    <a:bodyPr/>
                    <a:lstStyle/>
                    <a:p>
                      <a:pPr indent="0" lvl="0" marL="0" marR="0" rtl="0" algn="l">
                        <a:spcBef>
                          <a:spcPts val="0"/>
                        </a:spcBef>
                        <a:spcAft>
                          <a:spcPts val="0"/>
                        </a:spcAft>
                        <a:buNone/>
                      </a:pPr>
                      <a:r>
                        <a:t/>
                      </a:r>
                      <a:endParaRPr sz="1800">
                        <a:solidFill>
                          <a:schemeClr val="dk1"/>
                        </a:solidFill>
                      </a:endParaRPr>
                    </a:p>
                  </a:txBody>
                  <a:tcPr marT="45725" marB="45725" marR="91450" marL="91450"/>
                </a:tc>
                <a:tc>
                  <a:txBody>
                    <a:bodyPr/>
                    <a:lstStyle/>
                    <a:p>
                      <a:pPr indent="0" lvl="0" marL="0" marR="0" rtl="0" algn="l">
                        <a:spcBef>
                          <a:spcPts val="0"/>
                        </a:spcBef>
                        <a:spcAft>
                          <a:spcPts val="0"/>
                        </a:spcAft>
                        <a:buNone/>
                      </a:pPr>
                      <a:r>
                        <a:rPr lang="en-IN" sz="1200">
                          <a:solidFill>
                            <a:schemeClr val="dk1"/>
                          </a:solidFill>
                        </a:rPr>
                        <a:t>next</a:t>
                      </a:r>
                      <a:endParaRPr sz="1200">
                        <a:solidFill>
                          <a:schemeClr val="dk1"/>
                        </a:solidFill>
                      </a:endParaRPr>
                    </a:p>
                  </a:txBody>
                  <a:tcPr marT="45725" marB="45725" marR="91450" marL="91450"/>
                </a:tc>
              </a:tr>
            </a:tbl>
          </a:graphicData>
        </a:graphic>
      </p:graphicFrame>
      <p:cxnSp>
        <p:nvCxnSpPr>
          <p:cNvPr id="1652" name="Google Shape;1652;p146"/>
          <p:cNvCxnSpPr/>
          <p:nvPr/>
        </p:nvCxnSpPr>
        <p:spPr>
          <a:xfrm>
            <a:off x="6876256" y="3573016"/>
            <a:ext cx="216024" cy="360040"/>
          </a:xfrm>
          <a:prstGeom prst="straightConnector1">
            <a:avLst/>
          </a:prstGeom>
          <a:noFill/>
          <a:ln cap="flat" cmpd="sng" w="9525">
            <a:solidFill>
              <a:schemeClr val="accent1"/>
            </a:solidFill>
            <a:prstDash val="solid"/>
            <a:round/>
            <a:headEnd len="sm" w="sm" type="none"/>
            <a:tailEnd len="med" w="med" type="stealth"/>
          </a:ln>
        </p:spPr>
      </p:cxnSp>
      <p:sp>
        <p:nvSpPr>
          <p:cNvPr id="1653" name="Google Shape;1653;p146"/>
          <p:cNvSpPr txBox="1"/>
          <p:nvPr/>
        </p:nvSpPr>
        <p:spPr>
          <a:xfrm>
            <a:off x="7092280" y="3501008"/>
            <a:ext cx="9361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entury Gothic"/>
                <a:ea typeface="Century Gothic"/>
                <a:cs typeface="Century Gothic"/>
                <a:sym typeface="Century Gothic"/>
              </a:rPr>
              <a:t>temp</a:t>
            </a:r>
            <a:endParaRPr b="1" sz="1800">
              <a:solidFill>
                <a:schemeClr val="dk1"/>
              </a:solidFill>
              <a:latin typeface="Century Gothic"/>
              <a:ea typeface="Century Gothic"/>
              <a:cs typeface="Century Gothic"/>
              <a:sym typeface="Century Gothic"/>
            </a:endParaRPr>
          </a:p>
        </p:txBody>
      </p:sp>
      <p:cxnSp>
        <p:nvCxnSpPr>
          <p:cNvPr id="1654" name="Google Shape;1654;p146"/>
          <p:cNvCxnSpPr/>
          <p:nvPr/>
        </p:nvCxnSpPr>
        <p:spPr>
          <a:xfrm>
            <a:off x="5508104" y="3645024"/>
            <a:ext cx="216024" cy="360040"/>
          </a:xfrm>
          <a:prstGeom prst="straightConnector1">
            <a:avLst/>
          </a:prstGeom>
          <a:noFill/>
          <a:ln cap="flat" cmpd="sng" w="9525">
            <a:solidFill>
              <a:schemeClr val="accent1"/>
            </a:solidFill>
            <a:prstDash val="solid"/>
            <a:round/>
            <a:headEnd len="sm" w="sm" type="none"/>
            <a:tailEnd len="med" w="med" type="stealth"/>
          </a:ln>
        </p:spPr>
      </p:cxnSp>
      <p:sp>
        <p:nvSpPr>
          <p:cNvPr id="1655" name="Google Shape;1655;p146"/>
          <p:cNvSpPr txBox="1"/>
          <p:nvPr/>
        </p:nvSpPr>
        <p:spPr>
          <a:xfrm>
            <a:off x="5724128" y="3573016"/>
            <a:ext cx="9361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chemeClr val="dk1"/>
                </a:solidFill>
                <a:latin typeface="Century Gothic"/>
                <a:ea typeface="Century Gothic"/>
                <a:cs typeface="Century Gothic"/>
                <a:sym typeface="Century Gothic"/>
              </a:rPr>
              <a:t>q</a:t>
            </a:r>
            <a:endParaRPr/>
          </a:p>
        </p:txBody>
      </p:sp>
      <p:cxnSp>
        <p:nvCxnSpPr>
          <p:cNvPr id="1656" name="Google Shape;1656;p146"/>
          <p:cNvCxnSpPr/>
          <p:nvPr/>
        </p:nvCxnSpPr>
        <p:spPr>
          <a:xfrm rot="10800000">
            <a:off x="6549023" y="4077072"/>
            <a:ext cx="543257" cy="0"/>
          </a:xfrm>
          <a:prstGeom prst="straightConnector1">
            <a:avLst/>
          </a:prstGeom>
          <a:noFill/>
          <a:ln cap="flat" cmpd="sng" w="9525">
            <a:solidFill>
              <a:schemeClr val="accent1"/>
            </a:solidFill>
            <a:prstDash val="solid"/>
            <a:round/>
            <a:headEnd len="sm" w="sm" type="none"/>
            <a:tailEnd len="med" w="med" type="stealth"/>
          </a:ln>
        </p:spPr>
      </p:cxnSp>
      <p:sp>
        <p:nvSpPr>
          <p:cNvPr id="1657" name="Google Shape;1657;p146"/>
          <p:cNvSpPr txBox="1"/>
          <p:nvPr/>
        </p:nvSpPr>
        <p:spPr>
          <a:xfrm>
            <a:off x="6660232" y="3707740"/>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FF0000"/>
                </a:solidFill>
                <a:latin typeface="Century Gothic"/>
                <a:ea typeface="Century Gothic"/>
                <a:cs typeface="Century Gothic"/>
                <a:sym typeface="Century Gothic"/>
              </a:rPr>
              <a:t>1</a:t>
            </a:r>
            <a:endParaRPr b="1" sz="1800">
              <a:solidFill>
                <a:srgbClr val="FF0000"/>
              </a:solidFill>
              <a:latin typeface="Century Gothic"/>
              <a:ea typeface="Century Gothic"/>
              <a:cs typeface="Century Gothic"/>
              <a:sym typeface="Century Gothic"/>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1" name="Shape 1661"/>
        <p:cNvGrpSpPr/>
        <p:nvPr/>
      </p:nvGrpSpPr>
      <p:grpSpPr>
        <a:xfrm>
          <a:off x="0" y="0"/>
          <a:ext cx="0" cy="0"/>
          <a:chOff x="0" y="0"/>
          <a:chExt cx="0" cy="0"/>
        </a:xfrm>
      </p:grpSpPr>
      <p:sp>
        <p:nvSpPr>
          <p:cNvPr id="1662" name="Google Shape;1662;p147"/>
          <p:cNvSpPr txBox="1"/>
          <p:nvPr>
            <p:ph idx="1" type="body"/>
          </p:nvPr>
        </p:nvSpPr>
        <p:spPr>
          <a:xfrm>
            <a:off x="755576" y="1340768"/>
            <a:ext cx="7560839" cy="4419853"/>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520"/>
              <a:buNone/>
            </a:pPr>
            <a:r>
              <a:rPr lang="en-IN" sz="2000"/>
              <a:t>Traverse the linked list and compare with each element. After finding the element there may be three cases for deletion-</a:t>
            </a:r>
            <a:endParaRPr/>
          </a:p>
          <a:p>
            <a:pPr indent="-177800" lvl="0" marL="342900" rtl="0" algn="l">
              <a:spcBef>
                <a:spcPts val="400"/>
              </a:spcBef>
              <a:spcAft>
                <a:spcPts val="0"/>
              </a:spcAft>
              <a:buSzPts val="1520"/>
              <a:buNone/>
            </a:pPr>
            <a:r>
              <a:t/>
            </a:r>
            <a:endParaRPr b="1" sz="2000"/>
          </a:p>
          <a:p>
            <a:pPr indent="-274320" lvl="0" marL="342900" rtl="0" algn="l">
              <a:spcBef>
                <a:spcPts val="400"/>
              </a:spcBef>
              <a:spcAft>
                <a:spcPts val="0"/>
              </a:spcAft>
              <a:buSzPts val="1520"/>
              <a:buChar char="🞇"/>
            </a:pPr>
            <a:r>
              <a:rPr b="1" lang="en-IN" sz="2000"/>
              <a:t>Deletion at beginning</a:t>
            </a:r>
            <a:endParaRPr sz="2000"/>
          </a:p>
          <a:p>
            <a:pPr indent="-274320" lvl="0" marL="342900" rtl="0" algn="l">
              <a:spcBef>
                <a:spcPts val="400"/>
              </a:spcBef>
              <a:spcAft>
                <a:spcPts val="0"/>
              </a:spcAft>
              <a:buSzPts val="1520"/>
              <a:buChar char="🞇"/>
            </a:pPr>
            <a:r>
              <a:rPr b="1" lang="en-IN" sz="2000"/>
              <a:t>Deletion in between</a:t>
            </a:r>
            <a:endParaRPr sz="2000"/>
          </a:p>
          <a:p>
            <a:pPr indent="-274320" lvl="0" marL="342900" rtl="0" algn="l">
              <a:spcBef>
                <a:spcPts val="400"/>
              </a:spcBef>
              <a:spcAft>
                <a:spcPts val="0"/>
              </a:spcAft>
              <a:buSzPts val="1520"/>
              <a:buChar char="🞇"/>
            </a:pPr>
            <a:r>
              <a:rPr b="1" lang="en-IN" sz="2000"/>
              <a:t>Deletion of last node</a:t>
            </a:r>
            <a:endParaRPr sz="2000"/>
          </a:p>
          <a:p>
            <a:pPr indent="0" lvl="0" marL="68580" rtl="0" algn="l">
              <a:spcBef>
                <a:spcPts val="400"/>
              </a:spcBef>
              <a:spcAft>
                <a:spcPts val="0"/>
              </a:spcAft>
              <a:buSzPts val="1520"/>
              <a:buNone/>
            </a:pPr>
            <a:br>
              <a:rPr b="1" i="1" lang="en-IN" sz="2000"/>
            </a:br>
            <a:endParaRPr sz="1900"/>
          </a:p>
        </p:txBody>
      </p:sp>
      <p:sp>
        <p:nvSpPr>
          <p:cNvPr id="1663" name="Google Shape;1663;p147"/>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664" name="Google Shape;1664;p147"/>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665" name="Google Shape;1665;p147"/>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descr="https://1.bp.blogspot.com/-QedEwYvpppw/XAi92TVd5WI/AAAAAAAAFbc/rR26Axh1U9oXrVj9r6T_ggLEnukZVnv4wCLcBGAs/s400/New%2BDoc%2B2018-12-04%2B10.16.54_19.jpg" id="1666" name="Google Shape;1666;p147"/>
          <p:cNvSpPr/>
          <p:nvPr/>
        </p:nvSpPr>
        <p:spPr>
          <a:xfrm>
            <a:off x="155575" y="-647700"/>
            <a:ext cx="3810000" cy="1352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667" name="Google Shape;1667;p147"/>
          <p:cNvSpPr txBox="1"/>
          <p:nvPr/>
        </p:nvSpPr>
        <p:spPr>
          <a:xfrm>
            <a:off x="755576" y="476672"/>
            <a:ext cx="7024744" cy="457120"/>
          </a:xfrm>
          <a:prstGeom prst="rect">
            <a:avLst/>
          </a:prstGeom>
          <a:noFill/>
          <a:ln>
            <a:noFill/>
          </a:ln>
        </p:spPr>
        <p:txBody>
          <a:bodyPr anchorCtr="0" anchor="b" bIns="45700" lIns="91425" spcFirstLastPara="1" rIns="91425" wrap="square" tIns="45700">
            <a:normAutofit fontScale="67500" lnSpcReduction="20000"/>
          </a:bodyPr>
          <a:lstStyle/>
          <a:p>
            <a:pPr indent="0" lvl="0" marL="0" marR="0" rtl="0" algn="l">
              <a:spcBef>
                <a:spcPts val="0"/>
              </a:spcBef>
              <a:spcAft>
                <a:spcPts val="0"/>
              </a:spcAft>
              <a:buClr>
                <a:schemeClr val="accent1"/>
              </a:buClr>
              <a:buSzPct val="100000"/>
              <a:buFont typeface="Century Gothic"/>
              <a:buNone/>
            </a:pPr>
            <a:r>
              <a:rPr b="1" lang="en-IN" sz="4000">
                <a:solidFill>
                  <a:schemeClr val="accent1"/>
                </a:solidFill>
                <a:latin typeface="Century Gothic"/>
                <a:ea typeface="Century Gothic"/>
                <a:cs typeface="Century Gothic"/>
                <a:sym typeface="Century Gothic"/>
              </a:rPr>
              <a:t>Deletion from doubly linked list</a:t>
            </a:r>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1" name="Shape 1671"/>
        <p:cNvGrpSpPr/>
        <p:nvPr/>
      </p:nvGrpSpPr>
      <p:grpSpPr>
        <a:xfrm>
          <a:off x="0" y="0"/>
          <a:ext cx="0" cy="0"/>
          <a:chOff x="0" y="0"/>
          <a:chExt cx="0" cy="0"/>
        </a:xfrm>
      </p:grpSpPr>
      <p:sp>
        <p:nvSpPr>
          <p:cNvPr id="1672" name="Google Shape;1672;p148"/>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673" name="Google Shape;1673;p148"/>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674" name="Google Shape;1674;p148"/>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descr="https://1.bp.blogspot.com/-QedEwYvpppw/XAi92TVd5WI/AAAAAAAAFbc/rR26Axh1U9oXrVj9r6T_ggLEnukZVnv4wCLcBGAs/s400/New%2BDoc%2B2018-12-04%2B10.16.54_19.jpg" id="1675" name="Google Shape;1675;p148"/>
          <p:cNvSpPr/>
          <p:nvPr/>
        </p:nvSpPr>
        <p:spPr>
          <a:xfrm>
            <a:off x="155575" y="-647700"/>
            <a:ext cx="3810000" cy="1352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676" name="Google Shape;1676;p148"/>
          <p:cNvSpPr txBox="1"/>
          <p:nvPr/>
        </p:nvSpPr>
        <p:spPr>
          <a:xfrm>
            <a:off x="755576" y="476672"/>
            <a:ext cx="7024744" cy="457120"/>
          </a:xfrm>
          <a:prstGeom prst="rect">
            <a:avLst/>
          </a:prstGeom>
          <a:noFill/>
          <a:ln>
            <a:noFill/>
          </a:ln>
        </p:spPr>
        <p:txBody>
          <a:bodyPr anchorCtr="0" anchor="b" bIns="45700" lIns="91425" spcFirstLastPara="1" rIns="91425" wrap="square" tIns="45700">
            <a:normAutofit fontScale="45000" lnSpcReduction="20000"/>
          </a:bodyPr>
          <a:lstStyle/>
          <a:p>
            <a:pPr indent="0" lvl="0" marL="0" marR="0" rtl="0" algn="l">
              <a:spcBef>
                <a:spcPts val="0"/>
              </a:spcBef>
              <a:spcAft>
                <a:spcPts val="0"/>
              </a:spcAft>
              <a:buClr>
                <a:schemeClr val="accent1"/>
              </a:buClr>
              <a:buSzPct val="100000"/>
              <a:buFont typeface="Century Gothic"/>
              <a:buNone/>
            </a:pPr>
            <a:r>
              <a:rPr b="1" lang="en-IN" sz="4000">
                <a:solidFill>
                  <a:schemeClr val="accent1"/>
                </a:solidFill>
                <a:latin typeface="Century Gothic"/>
                <a:ea typeface="Century Gothic"/>
                <a:cs typeface="Century Gothic"/>
                <a:sym typeface="Century Gothic"/>
              </a:rPr>
              <a:t>Deletion from doubly linked list-Deletion at beginning</a:t>
            </a:r>
            <a:endParaRPr sz="4000">
              <a:solidFill>
                <a:schemeClr val="accent1"/>
              </a:solidFill>
              <a:latin typeface="Century Gothic"/>
              <a:ea typeface="Century Gothic"/>
              <a:cs typeface="Century Gothic"/>
              <a:sym typeface="Century Gothic"/>
            </a:endParaRPr>
          </a:p>
        </p:txBody>
      </p:sp>
      <p:pic>
        <p:nvPicPr>
          <p:cNvPr id="1677" name="Google Shape;1677;p148"/>
          <p:cNvPicPr preferRelativeResize="0"/>
          <p:nvPr>
            <p:ph idx="1" type="body"/>
          </p:nvPr>
        </p:nvPicPr>
        <p:blipFill rotWithShape="1">
          <a:blip r:embed="rId3">
            <a:alphaModFix/>
          </a:blip>
          <a:srcRect b="0" l="0" r="0" t="0"/>
          <a:stretch/>
        </p:blipFill>
        <p:spPr>
          <a:xfrm>
            <a:off x="755576" y="1268760"/>
            <a:ext cx="7658100" cy="1971675"/>
          </a:xfrm>
          <a:prstGeom prst="rect">
            <a:avLst/>
          </a:prstGeom>
          <a:noFill/>
          <a:ln>
            <a:noFill/>
          </a:ln>
        </p:spPr>
      </p:pic>
      <p:pic>
        <p:nvPicPr>
          <p:cNvPr descr="https://media.geeksforgeeks.org/wp-content/uploads/20200318143640/linked11.png" id="1678" name="Google Shape;1678;p148"/>
          <p:cNvPicPr preferRelativeResize="0"/>
          <p:nvPr/>
        </p:nvPicPr>
        <p:blipFill rotWithShape="1">
          <a:blip r:embed="rId4">
            <a:alphaModFix/>
          </a:blip>
          <a:srcRect b="0" l="0" r="0" t="0"/>
          <a:stretch/>
        </p:blipFill>
        <p:spPr>
          <a:xfrm>
            <a:off x="1475656" y="3501008"/>
            <a:ext cx="6162675" cy="1971676"/>
          </a:xfrm>
          <a:prstGeom prst="rect">
            <a:avLst/>
          </a:prstGeom>
          <a:noFill/>
          <a:ln>
            <a:noFill/>
          </a:ln>
        </p:spPr>
      </p:pic>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2" name="Shape 1682"/>
        <p:cNvGrpSpPr/>
        <p:nvPr/>
      </p:nvGrpSpPr>
      <p:grpSpPr>
        <a:xfrm>
          <a:off x="0" y="0"/>
          <a:ext cx="0" cy="0"/>
          <a:chOff x="0" y="0"/>
          <a:chExt cx="0" cy="0"/>
        </a:xfrm>
      </p:grpSpPr>
      <p:sp>
        <p:nvSpPr>
          <p:cNvPr id="1683" name="Google Shape;1683;p149"/>
          <p:cNvSpPr txBox="1"/>
          <p:nvPr>
            <p:ph idx="1" type="body"/>
          </p:nvPr>
        </p:nvSpPr>
        <p:spPr>
          <a:xfrm>
            <a:off x="683568" y="1124744"/>
            <a:ext cx="7776864" cy="4176464"/>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368"/>
              <a:buChar char="🞇"/>
            </a:pPr>
            <a:r>
              <a:rPr i="1" lang="en-IN" sz="1800"/>
              <a:t>Assign the value of start to tmp as-</a:t>
            </a:r>
            <a:endParaRPr sz="1800"/>
          </a:p>
          <a:p>
            <a:pPr indent="0" lvl="0" marL="68580" rtl="0" algn="l">
              <a:spcBef>
                <a:spcPts val="360"/>
              </a:spcBef>
              <a:spcAft>
                <a:spcPts val="0"/>
              </a:spcAft>
              <a:buSzPts val="1368"/>
              <a:buNone/>
            </a:pPr>
            <a:r>
              <a:rPr b="1" i="1" lang="en-IN" sz="1800"/>
              <a:t>			tmp = start;</a:t>
            </a:r>
            <a:endParaRPr b="1" sz="1800"/>
          </a:p>
          <a:p>
            <a:pPr indent="-274320" lvl="0" marL="342900" rtl="0" algn="l">
              <a:spcBef>
                <a:spcPts val="360"/>
              </a:spcBef>
              <a:spcAft>
                <a:spcPts val="0"/>
              </a:spcAft>
              <a:buSzPts val="1368"/>
              <a:buChar char="🞇"/>
            </a:pPr>
            <a:r>
              <a:rPr i="1" lang="en-IN" sz="1800"/>
              <a:t>Now we assign the next part of deleted node to start as-</a:t>
            </a:r>
            <a:endParaRPr sz="1800"/>
          </a:p>
          <a:p>
            <a:pPr indent="0" lvl="0" marL="68580" rtl="0" algn="l">
              <a:spcBef>
                <a:spcPts val="360"/>
              </a:spcBef>
              <a:spcAft>
                <a:spcPts val="0"/>
              </a:spcAft>
              <a:buSzPts val="1368"/>
              <a:buNone/>
            </a:pPr>
            <a:r>
              <a:rPr b="1" i="1" lang="en-IN" sz="1800"/>
              <a:t>			start=start-&gt;next;</a:t>
            </a:r>
            <a:endParaRPr b="1" sz="1800"/>
          </a:p>
          <a:p>
            <a:pPr indent="-274320" lvl="0" marL="342900" rtl="0" algn="l">
              <a:spcBef>
                <a:spcPts val="360"/>
              </a:spcBef>
              <a:spcAft>
                <a:spcPts val="0"/>
              </a:spcAft>
              <a:buSzPts val="1368"/>
              <a:buChar char="🞇"/>
            </a:pPr>
            <a:r>
              <a:rPr i="1" lang="en-IN" sz="1800"/>
              <a:t>Since start points to the first node of linked list, so start-&gt;next will point to the second node of list. </a:t>
            </a:r>
            <a:endParaRPr i="1" sz="1800"/>
          </a:p>
          <a:p>
            <a:pPr indent="-274320" lvl="0" marL="342900" rtl="0" algn="l">
              <a:spcBef>
                <a:spcPts val="360"/>
              </a:spcBef>
              <a:spcAft>
                <a:spcPts val="0"/>
              </a:spcAft>
              <a:buSzPts val="1368"/>
              <a:buChar char="🞇"/>
            </a:pPr>
            <a:r>
              <a:rPr i="1" lang="en-IN" sz="1800"/>
              <a:t>Then NULL will be assigned to start-&gt;prev. </a:t>
            </a:r>
            <a:endParaRPr i="1" sz="1800"/>
          </a:p>
          <a:p>
            <a:pPr indent="0" lvl="8" marL="68580" rtl="0" algn="l">
              <a:spcBef>
                <a:spcPts val="360"/>
              </a:spcBef>
              <a:spcAft>
                <a:spcPts val="0"/>
              </a:spcAft>
              <a:buSzPts val="1368"/>
              <a:buNone/>
            </a:pPr>
            <a:r>
              <a:rPr b="1" i="1" lang="en-IN" sz="1800"/>
              <a:t>                                         start-&gt;prev = NULL;</a:t>
            </a:r>
            <a:endParaRPr b="1" sz="1800"/>
          </a:p>
          <a:p>
            <a:pPr indent="-274320" lvl="0" marL="342900" rtl="0" algn="l">
              <a:spcBef>
                <a:spcPts val="360"/>
              </a:spcBef>
              <a:spcAft>
                <a:spcPts val="0"/>
              </a:spcAft>
              <a:buSzPts val="1368"/>
              <a:buChar char="🞇"/>
            </a:pPr>
            <a:r>
              <a:rPr i="1" lang="en-IN" sz="1800"/>
              <a:t>Now we should free the node to be deleted which is pointed by tmp.</a:t>
            </a:r>
            <a:endParaRPr sz="1800"/>
          </a:p>
          <a:p>
            <a:pPr indent="0" lvl="0" marL="68580" rtl="0" algn="l">
              <a:spcBef>
                <a:spcPts val="360"/>
              </a:spcBef>
              <a:spcAft>
                <a:spcPts val="0"/>
              </a:spcAft>
              <a:buSzPts val="1368"/>
              <a:buNone/>
            </a:pPr>
            <a:r>
              <a:rPr b="1" i="1" lang="en-IN" sz="1800"/>
              <a:t>			free( tmp );</a:t>
            </a:r>
            <a:endParaRPr b="1" sz="1800"/>
          </a:p>
          <a:p>
            <a:pPr indent="0" lvl="8" marL="1847088" rtl="0" algn="l">
              <a:spcBef>
                <a:spcPts val="360"/>
              </a:spcBef>
              <a:spcAft>
                <a:spcPts val="0"/>
              </a:spcAft>
              <a:buSzPts val="1368"/>
              <a:buNone/>
            </a:pPr>
            <a:r>
              <a:t/>
            </a:r>
            <a:endParaRPr sz="1800"/>
          </a:p>
        </p:txBody>
      </p:sp>
      <p:sp>
        <p:nvSpPr>
          <p:cNvPr id="1684" name="Google Shape;1684;p149"/>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685" name="Google Shape;1685;p149"/>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686" name="Google Shape;1686;p149"/>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descr="https://1.bp.blogspot.com/-QedEwYvpppw/XAi92TVd5WI/AAAAAAAAFbc/rR26Axh1U9oXrVj9r6T_ggLEnukZVnv4wCLcBGAs/s400/New%2BDoc%2B2018-12-04%2B10.16.54_19.jpg" id="1687" name="Google Shape;1687;p149"/>
          <p:cNvSpPr/>
          <p:nvPr/>
        </p:nvSpPr>
        <p:spPr>
          <a:xfrm>
            <a:off x="155575" y="-647700"/>
            <a:ext cx="3810000" cy="1352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688" name="Google Shape;1688;p149"/>
          <p:cNvSpPr txBox="1"/>
          <p:nvPr/>
        </p:nvSpPr>
        <p:spPr>
          <a:xfrm>
            <a:off x="755576" y="476672"/>
            <a:ext cx="7024744" cy="457120"/>
          </a:xfrm>
          <a:prstGeom prst="rect">
            <a:avLst/>
          </a:prstGeom>
          <a:noFill/>
          <a:ln>
            <a:noFill/>
          </a:ln>
        </p:spPr>
        <p:txBody>
          <a:bodyPr anchorCtr="0" anchor="b" bIns="45700" lIns="91425" spcFirstLastPara="1" rIns="91425" wrap="square" tIns="45700">
            <a:normAutofit fontScale="67500" lnSpcReduction="20000"/>
          </a:bodyPr>
          <a:lstStyle/>
          <a:p>
            <a:pPr indent="0" lvl="0" marL="0" marR="0" rtl="0" algn="l">
              <a:spcBef>
                <a:spcPts val="0"/>
              </a:spcBef>
              <a:spcAft>
                <a:spcPts val="0"/>
              </a:spcAft>
              <a:buClr>
                <a:schemeClr val="accent1"/>
              </a:buClr>
              <a:buSzPct val="100000"/>
              <a:buFont typeface="Century Gothic"/>
              <a:buNone/>
            </a:pPr>
            <a:r>
              <a:rPr b="1" lang="en-IN" sz="4000">
                <a:solidFill>
                  <a:schemeClr val="accent1"/>
                </a:solidFill>
                <a:latin typeface="Century Gothic"/>
                <a:ea typeface="Century Gothic"/>
                <a:cs typeface="Century Gothic"/>
                <a:sym typeface="Century Gothic"/>
              </a:rPr>
              <a:t>Doubly linked list-Deletion at beginning</a:t>
            </a:r>
            <a:endParaRPr sz="4000">
              <a:solidFill>
                <a:schemeClr val="accent1"/>
              </a:solidFill>
              <a:latin typeface="Century Gothic"/>
              <a:ea typeface="Century Gothic"/>
              <a:cs typeface="Century Gothic"/>
              <a:sym typeface="Century Gothic"/>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2" name="Shape 1692"/>
        <p:cNvGrpSpPr/>
        <p:nvPr/>
      </p:nvGrpSpPr>
      <p:grpSpPr>
        <a:xfrm>
          <a:off x="0" y="0"/>
          <a:ext cx="0" cy="0"/>
          <a:chOff x="0" y="0"/>
          <a:chExt cx="0" cy="0"/>
        </a:xfrm>
      </p:grpSpPr>
      <p:sp>
        <p:nvSpPr>
          <p:cNvPr id="1693" name="Google Shape;1693;p150"/>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694" name="Google Shape;1694;p150"/>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695" name="Google Shape;1695;p150"/>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grpSp>
        <p:nvGrpSpPr>
          <p:cNvPr id="1696" name="Google Shape;1696;p150"/>
          <p:cNvGrpSpPr/>
          <p:nvPr/>
        </p:nvGrpSpPr>
        <p:grpSpPr>
          <a:xfrm>
            <a:off x="611560" y="1052736"/>
            <a:ext cx="3600400" cy="4890865"/>
            <a:chOff x="755576" y="554359"/>
            <a:chExt cx="6168008" cy="4890865"/>
          </a:xfrm>
        </p:grpSpPr>
        <p:pic>
          <p:nvPicPr>
            <p:cNvPr descr="Doubly Linked List deletion" id="1697" name="Google Shape;1697;p150"/>
            <p:cNvPicPr preferRelativeResize="0"/>
            <p:nvPr/>
          </p:nvPicPr>
          <p:blipFill rotWithShape="1">
            <a:blip r:embed="rId3">
              <a:alphaModFix/>
            </a:blip>
            <a:srcRect b="16923" l="0" r="0" t="12789"/>
            <a:stretch/>
          </p:blipFill>
          <p:spPr>
            <a:xfrm>
              <a:off x="755576" y="554359"/>
              <a:ext cx="6096000" cy="930425"/>
            </a:xfrm>
            <a:prstGeom prst="rect">
              <a:avLst/>
            </a:prstGeom>
            <a:noFill/>
            <a:ln>
              <a:noFill/>
            </a:ln>
          </p:spPr>
        </p:pic>
        <p:grpSp>
          <p:nvGrpSpPr>
            <p:cNvPr id="1698" name="Google Shape;1698;p150"/>
            <p:cNvGrpSpPr/>
            <p:nvPr/>
          </p:nvGrpSpPr>
          <p:grpSpPr>
            <a:xfrm>
              <a:off x="755576" y="1700808"/>
              <a:ext cx="6168008" cy="3744416"/>
              <a:chOff x="755576" y="1700808"/>
              <a:chExt cx="6168008" cy="3744416"/>
            </a:xfrm>
          </p:grpSpPr>
          <p:pic>
            <p:nvPicPr>
              <p:cNvPr descr="Doubly Linked List deletion" id="1699" name="Google Shape;1699;p150"/>
              <p:cNvPicPr preferRelativeResize="0"/>
              <p:nvPr/>
            </p:nvPicPr>
            <p:blipFill rotWithShape="1">
              <a:blip r:embed="rId4">
                <a:alphaModFix/>
              </a:blip>
              <a:srcRect b="13619" l="0" r="0" t="15527"/>
              <a:stretch/>
            </p:blipFill>
            <p:spPr>
              <a:xfrm>
                <a:off x="755576" y="1700808"/>
                <a:ext cx="6096000" cy="882977"/>
              </a:xfrm>
              <a:prstGeom prst="rect">
                <a:avLst/>
              </a:prstGeom>
              <a:noFill/>
              <a:ln>
                <a:noFill/>
              </a:ln>
            </p:spPr>
          </p:pic>
          <p:pic>
            <p:nvPicPr>
              <p:cNvPr descr="Doubly Linked List deletion" id="1700" name="Google Shape;1700;p150"/>
              <p:cNvPicPr preferRelativeResize="0"/>
              <p:nvPr/>
            </p:nvPicPr>
            <p:blipFill rotWithShape="1">
              <a:blip r:embed="rId5">
                <a:alphaModFix/>
              </a:blip>
              <a:srcRect b="14736" l="0" r="0" t="14408"/>
              <a:stretch/>
            </p:blipFill>
            <p:spPr>
              <a:xfrm>
                <a:off x="755576" y="2598666"/>
                <a:ext cx="6096000" cy="974350"/>
              </a:xfrm>
              <a:prstGeom prst="rect">
                <a:avLst/>
              </a:prstGeom>
              <a:noFill/>
              <a:ln>
                <a:noFill/>
              </a:ln>
            </p:spPr>
          </p:pic>
          <p:pic>
            <p:nvPicPr>
              <p:cNvPr descr="Doubly Linked List deletion" id="1701" name="Google Shape;1701;p150"/>
              <p:cNvPicPr preferRelativeResize="0"/>
              <p:nvPr/>
            </p:nvPicPr>
            <p:blipFill rotWithShape="1">
              <a:blip r:embed="rId6">
                <a:alphaModFix/>
              </a:blip>
              <a:srcRect b="12922" l="0" r="0" t="14649"/>
              <a:stretch/>
            </p:blipFill>
            <p:spPr>
              <a:xfrm>
                <a:off x="755576" y="3573016"/>
                <a:ext cx="6096000" cy="898179"/>
              </a:xfrm>
              <a:prstGeom prst="rect">
                <a:avLst/>
              </a:prstGeom>
              <a:noFill/>
              <a:ln>
                <a:noFill/>
              </a:ln>
            </p:spPr>
          </p:pic>
          <p:pic>
            <p:nvPicPr>
              <p:cNvPr descr="Doubly Linked List deletion" id="1702" name="Google Shape;1702;p150"/>
              <p:cNvPicPr preferRelativeResize="0"/>
              <p:nvPr/>
            </p:nvPicPr>
            <p:blipFill rotWithShape="1">
              <a:blip r:embed="rId7">
                <a:alphaModFix/>
              </a:blip>
              <a:srcRect b="13216" l="0" r="0" t="27516"/>
              <a:stretch/>
            </p:blipFill>
            <p:spPr>
              <a:xfrm>
                <a:off x="827584" y="4655815"/>
                <a:ext cx="6096000" cy="789409"/>
              </a:xfrm>
              <a:prstGeom prst="rect">
                <a:avLst/>
              </a:prstGeom>
              <a:noFill/>
              <a:ln>
                <a:noFill/>
              </a:ln>
            </p:spPr>
          </p:pic>
        </p:grpSp>
      </p:grpSp>
      <p:sp>
        <p:nvSpPr>
          <p:cNvPr id="1703" name="Google Shape;1703;p150"/>
          <p:cNvSpPr txBox="1"/>
          <p:nvPr/>
        </p:nvSpPr>
        <p:spPr>
          <a:xfrm>
            <a:off x="4572000" y="1268760"/>
            <a:ext cx="4032448" cy="4176464"/>
          </a:xfrm>
          <a:prstGeom prst="rect">
            <a:avLst/>
          </a:prstGeom>
          <a:noFill/>
          <a:ln>
            <a:noFill/>
          </a:ln>
        </p:spPr>
        <p:txBody>
          <a:bodyPr anchorCtr="0" anchor="t" bIns="45700" lIns="91425" spcFirstLastPara="1" rIns="91425" wrap="square" tIns="45700">
            <a:normAutofit/>
          </a:bodyPr>
          <a:lstStyle/>
          <a:p>
            <a:pPr indent="-274319" lvl="0" marL="342900" marR="0" rtl="0" algn="l">
              <a:spcBef>
                <a:spcPts val="0"/>
              </a:spcBef>
              <a:spcAft>
                <a:spcPts val="0"/>
              </a:spcAft>
              <a:buClr>
                <a:schemeClr val="accent1"/>
              </a:buClr>
              <a:buSzPts val="1292"/>
              <a:buFont typeface="Noto Sans Symbols"/>
              <a:buChar char="🞇"/>
            </a:pPr>
            <a:r>
              <a:rPr i="1" lang="en-IN" sz="1700">
                <a:solidFill>
                  <a:schemeClr val="dk2"/>
                </a:solidFill>
                <a:latin typeface="Century Gothic"/>
                <a:ea typeface="Century Gothic"/>
                <a:cs typeface="Century Gothic"/>
                <a:sym typeface="Century Gothic"/>
              </a:rPr>
              <a:t>Assign the value of start to tmp as-</a:t>
            </a:r>
            <a:endParaRPr sz="1700">
              <a:solidFill>
                <a:schemeClr val="dk2"/>
              </a:solidFill>
              <a:latin typeface="Century Gothic"/>
              <a:ea typeface="Century Gothic"/>
              <a:cs typeface="Century Gothic"/>
              <a:sym typeface="Century Gothic"/>
            </a:endParaRPr>
          </a:p>
          <a:p>
            <a:pPr indent="0" lvl="0" marL="68580" marR="0" rtl="0" algn="l">
              <a:spcBef>
                <a:spcPts val="340"/>
              </a:spcBef>
              <a:spcAft>
                <a:spcPts val="0"/>
              </a:spcAft>
              <a:buClr>
                <a:schemeClr val="accent1"/>
              </a:buClr>
              <a:buSzPts val="1292"/>
              <a:buFont typeface="Noto Sans Symbols"/>
              <a:buNone/>
            </a:pPr>
            <a:r>
              <a:rPr b="1" i="1" lang="en-IN" sz="1700">
                <a:solidFill>
                  <a:schemeClr val="dk2"/>
                </a:solidFill>
                <a:latin typeface="Century Gothic"/>
                <a:ea typeface="Century Gothic"/>
                <a:cs typeface="Century Gothic"/>
                <a:sym typeface="Century Gothic"/>
              </a:rPr>
              <a:t>	1)tmp = start;</a:t>
            </a:r>
            <a:endParaRPr b="1" sz="1700">
              <a:solidFill>
                <a:schemeClr val="dk2"/>
              </a:solidFill>
              <a:latin typeface="Century Gothic"/>
              <a:ea typeface="Century Gothic"/>
              <a:cs typeface="Century Gothic"/>
              <a:sym typeface="Century Gothic"/>
            </a:endParaRPr>
          </a:p>
        </p:txBody>
      </p:sp>
      <p:sp>
        <p:nvSpPr>
          <p:cNvPr id="1704" name="Google Shape;1704;p150"/>
          <p:cNvSpPr txBox="1"/>
          <p:nvPr/>
        </p:nvSpPr>
        <p:spPr>
          <a:xfrm>
            <a:off x="467544" y="332656"/>
            <a:ext cx="7024744" cy="45712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accent1"/>
              </a:buClr>
              <a:buSzPts val="2000"/>
              <a:buFont typeface="Century Gothic"/>
              <a:buNone/>
            </a:pPr>
            <a:r>
              <a:rPr b="1" lang="en-IN" sz="2000">
                <a:solidFill>
                  <a:schemeClr val="accent1"/>
                </a:solidFill>
                <a:latin typeface="Century Gothic"/>
                <a:ea typeface="Century Gothic"/>
                <a:cs typeface="Century Gothic"/>
                <a:sym typeface="Century Gothic"/>
              </a:rPr>
              <a:t>Doubly linked list-Deletion at beginning</a:t>
            </a:r>
            <a:endParaRPr sz="2000">
              <a:solidFill>
                <a:schemeClr val="accent1"/>
              </a:solidFill>
              <a:latin typeface="Century Gothic"/>
              <a:ea typeface="Century Gothic"/>
              <a:cs typeface="Century Gothic"/>
              <a:sym typeface="Century Gothic"/>
            </a:endParaRPr>
          </a:p>
        </p:txBody>
      </p:sp>
      <p:sp>
        <p:nvSpPr>
          <p:cNvPr id="1705" name="Google Shape;1705;p150"/>
          <p:cNvSpPr txBox="1"/>
          <p:nvPr/>
        </p:nvSpPr>
        <p:spPr>
          <a:xfrm>
            <a:off x="683568" y="971436"/>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FF0000"/>
                </a:solidFill>
                <a:latin typeface="Century Gothic"/>
                <a:ea typeface="Century Gothic"/>
                <a:cs typeface="Century Gothic"/>
                <a:sym typeface="Century Gothic"/>
              </a:rPr>
              <a:t>1</a:t>
            </a:r>
            <a:endParaRPr b="1" sz="1800">
              <a:solidFill>
                <a:srgbClr val="FF0000"/>
              </a:solidFill>
              <a:latin typeface="Century Gothic"/>
              <a:ea typeface="Century Gothic"/>
              <a:cs typeface="Century Gothic"/>
              <a:sym typeface="Century Gothic"/>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9" name="Shape 1709"/>
        <p:cNvGrpSpPr/>
        <p:nvPr/>
      </p:nvGrpSpPr>
      <p:grpSpPr>
        <a:xfrm>
          <a:off x="0" y="0"/>
          <a:ext cx="0" cy="0"/>
          <a:chOff x="0" y="0"/>
          <a:chExt cx="0" cy="0"/>
        </a:xfrm>
      </p:grpSpPr>
      <p:sp>
        <p:nvSpPr>
          <p:cNvPr id="1710" name="Google Shape;1710;p151"/>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711" name="Google Shape;1711;p151"/>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712" name="Google Shape;1712;p151"/>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grpSp>
        <p:nvGrpSpPr>
          <p:cNvPr id="1713" name="Google Shape;1713;p151"/>
          <p:cNvGrpSpPr/>
          <p:nvPr/>
        </p:nvGrpSpPr>
        <p:grpSpPr>
          <a:xfrm>
            <a:off x="611560" y="1052736"/>
            <a:ext cx="3600400" cy="4890865"/>
            <a:chOff x="755576" y="554359"/>
            <a:chExt cx="6168008" cy="4890865"/>
          </a:xfrm>
        </p:grpSpPr>
        <p:pic>
          <p:nvPicPr>
            <p:cNvPr descr="Doubly Linked List deletion" id="1714" name="Google Shape;1714;p151"/>
            <p:cNvPicPr preferRelativeResize="0"/>
            <p:nvPr/>
          </p:nvPicPr>
          <p:blipFill rotWithShape="1">
            <a:blip r:embed="rId3">
              <a:alphaModFix/>
            </a:blip>
            <a:srcRect b="16923" l="0" r="0" t="12789"/>
            <a:stretch/>
          </p:blipFill>
          <p:spPr>
            <a:xfrm>
              <a:off x="755576" y="554359"/>
              <a:ext cx="6096000" cy="930425"/>
            </a:xfrm>
            <a:prstGeom prst="rect">
              <a:avLst/>
            </a:prstGeom>
            <a:noFill/>
            <a:ln>
              <a:noFill/>
            </a:ln>
          </p:spPr>
        </p:pic>
        <p:grpSp>
          <p:nvGrpSpPr>
            <p:cNvPr id="1715" name="Google Shape;1715;p151"/>
            <p:cNvGrpSpPr/>
            <p:nvPr/>
          </p:nvGrpSpPr>
          <p:grpSpPr>
            <a:xfrm>
              <a:off x="755576" y="1700808"/>
              <a:ext cx="6168008" cy="3744416"/>
              <a:chOff x="755576" y="1700808"/>
              <a:chExt cx="6168008" cy="3744416"/>
            </a:xfrm>
          </p:grpSpPr>
          <p:pic>
            <p:nvPicPr>
              <p:cNvPr descr="Doubly Linked List deletion" id="1716" name="Google Shape;1716;p151"/>
              <p:cNvPicPr preferRelativeResize="0"/>
              <p:nvPr/>
            </p:nvPicPr>
            <p:blipFill rotWithShape="1">
              <a:blip r:embed="rId4">
                <a:alphaModFix/>
              </a:blip>
              <a:srcRect b="13619" l="0" r="0" t="15527"/>
              <a:stretch/>
            </p:blipFill>
            <p:spPr>
              <a:xfrm>
                <a:off x="755576" y="1700808"/>
                <a:ext cx="6096000" cy="882977"/>
              </a:xfrm>
              <a:prstGeom prst="rect">
                <a:avLst/>
              </a:prstGeom>
              <a:noFill/>
              <a:ln>
                <a:noFill/>
              </a:ln>
            </p:spPr>
          </p:pic>
          <p:pic>
            <p:nvPicPr>
              <p:cNvPr descr="Doubly Linked List deletion" id="1717" name="Google Shape;1717;p151"/>
              <p:cNvPicPr preferRelativeResize="0"/>
              <p:nvPr/>
            </p:nvPicPr>
            <p:blipFill rotWithShape="1">
              <a:blip r:embed="rId5">
                <a:alphaModFix/>
              </a:blip>
              <a:srcRect b="14736" l="0" r="0" t="14408"/>
              <a:stretch/>
            </p:blipFill>
            <p:spPr>
              <a:xfrm>
                <a:off x="755576" y="2598666"/>
                <a:ext cx="6096000" cy="974350"/>
              </a:xfrm>
              <a:prstGeom prst="rect">
                <a:avLst/>
              </a:prstGeom>
              <a:noFill/>
              <a:ln>
                <a:noFill/>
              </a:ln>
            </p:spPr>
          </p:pic>
          <p:pic>
            <p:nvPicPr>
              <p:cNvPr descr="Doubly Linked List deletion" id="1718" name="Google Shape;1718;p151"/>
              <p:cNvPicPr preferRelativeResize="0"/>
              <p:nvPr/>
            </p:nvPicPr>
            <p:blipFill rotWithShape="1">
              <a:blip r:embed="rId6">
                <a:alphaModFix/>
              </a:blip>
              <a:srcRect b="12922" l="0" r="0" t="14649"/>
              <a:stretch/>
            </p:blipFill>
            <p:spPr>
              <a:xfrm>
                <a:off x="755576" y="3573016"/>
                <a:ext cx="6096000" cy="898179"/>
              </a:xfrm>
              <a:prstGeom prst="rect">
                <a:avLst/>
              </a:prstGeom>
              <a:noFill/>
              <a:ln>
                <a:noFill/>
              </a:ln>
            </p:spPr>
          </p:pic>
          <p:pic>
            <p:nvPicPr>
              <p:cNvPr descr="Doubly Linked List deletion" id="1719" name="Google Shape;1719;p151"/>
              <p:cNvPicPr preferRelativeResize="0"/>
              <p:nvPr/>
            </p:nvPicPr>
            <p:blipFill rotWithShape="1">
              <a:blip r:embed="rId7">
                <a:alphaModFix/>
              </a:blip>
              <a:srcRect b="13216" l="0" r="0" t="27516"/>
              <a:stretch/>
            </p:blipFill>
            <p:spPr>
              <a:xfrm>
                <a:off x="827584" y="4655815"/>
                <a:ext cx="6096000" cy="789409"/>
              </a:xfrm>
              <a:prstGeom prst="rect">
                <a:avLst/>
              </a:prstGeom>
              <a:noFill/>
              <a:ln>
                <a:noFill/>
              </a:ln>
            </p:spPr>
          </p:pic>
        </p:grpSp>
      </p:grpSp>
      <p:sp>
        <p:nvSpPr>
          <p:cNvPr id="1720" name="Google Shape;1720;p151"/>
          <p:cNvSpPr txBox="1"/>
          <p:nvPr/>
        </p:nvSpPr>
        <p:spPr>
          <a:xfrm>
            <a:off x="4572000" y="1268760"/>
            <a:ext cx="4032448" cy="4176464"/>
          </a:xfrm>
          <a:prstGeom prst="rect">
            <a:avLst/>
          </a:prstGeom>
          <a:noFill/>
          <a:ln>
            <a:noFill/>
          </a:ln>
        </p:spPr>
        <p:txBody>
          <a:bodyPr anchorCtr="0" anchor="t" bIns="45700" lIns="91425" spcFirstLastPara="1" rIns="91425" wrap="square" tIns="45700">
            <a:normAutofit/>
          </a:bodyPr>
          <a:lstStyle/>
          <a:p>
            <a:pPr indent="-274319" lvl="0" marL="342900" marR="0" rtl="0" algn="l">
              <a:spcBef>
                <a:spcPts val="0"/>
              </a:spcBef>
              <a:spcAft>
                <a:spcPts val="0"/>
              </a:spcAft>
              <a:buClr>
                <a:schemeClr val="accent1"/>
              </a:buClr>
              <a:buSzPts val="1292"/>
              <a:buFont typeface="Noto Sans Symbols"/>
              <a:buChar char="🞇"/>
            </a:pPr>
            <a:r>
              <a:rPr i="1" lang="en-IN" sz="1700">
                <a:solidFill>
                  <a:schemeClr val="dk2"/>
                </a:solidFill>
                <a:latin typeface="Century Gothic"/>
                <a:ea typeface="Century Gothic"/>
                <a:cs typeface="Century Gothic"/>
                <a:sym typeface="Century Gothic"/>
              </a:rPr>
              <a:t>Now we assign the next part of deleted node to start as-</a:t>
            </a:r>
            <a:endParaRPr sz="1700">
              <a:solidFill>
                <a:schemeClr val="dk2"/>
              </a:solidFill>
              <a:latin typeface="Century Gothic"/>
              <a:ea typeface="Century Gothic"/>
              <a:cs typeface="Century Gothic"/>
              <a:sym typeface="Century Gothic"/>
            </a:endParaRPr>
          </a:p>
          <a:p>
            <a:pPr indent="0" lvl="0" marL="68580" marR="0" rtl="0" algn="l">
              <a:spcBef>
                <a:spcPts val="340"/>
              </a:spcBef>
              <a:spcAft>
                <a:spcPts val="0"/>
              </a:spcAft>
              <a:buClr>
                <a:schemeClr val="accent1"/>
              </a:buClr>
              <a:buSzPts val="1292"/>
              <a:buFont typeface="Noto Sans Symbols"/>
              <a:buNone/>
            </a:pPr>
            <a:r>
              <a:rPr b="1" i="1" lang="en-IN" sz="1700">
                <a:solidFill>
                  <a:schemeClr val="dk2"/>
                </a:solidFill>
                <a:latin typeface="Century Gothic"/>
                <a:ea typeface="Century Gothic"/>
                <a:cs typeface="Century Gothic"/>
                <a:sym typeface="Century Gothic"/>
              </a:rPr>
              <a:t>	2)start=start-&gt;next;</a:t>
            </a:r>
            <a:endParaRPr b="1" sz="1700">
              <a:solidFill>
                <a:schemeClr val="dk2"/>
              </a:solidFill>
              <a:latin typeface="Century Gothic"/>
              <a:ea typeface="Century Gothic"/>
              <a:cs typeface="Century Gothic"/>
              <a:sym typeface="Century Gothic"/>
            </a:endParaRPr>
          </a:p>
        </p:txBody>
      </p:sp>
      <p:sp>
        <p:nvSpPr>
          <p:cNvPr id="1721" name="Google Shape;1721;p151"/>
          <p:cNvSpPr txBox="1"/>
          <p:nvPr/>
        </p:nvSpPr>
        <p:spPr>
          <a:xfrm>
            <a:off x="467544" y="332656"/>
            <a:ext cx="7024744" cy="45712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accent1"/>
              </a:buClr>
              <a:buSzPts val="2000"/>
              <a:buFont typeface="Century Gothic"/>
              <a:buNone/>
            </a:pPr>
            <a:r>
              <a:rPr b="1" lang="en-IN" sz="2000">
                <a:solidFill>
                  <a:schemeClr val="accent1"/>
                </a:solidFill>
                <a:latin typeface="Century Gothic"/>
                <a:ea typeface="Century Gothic"/>
                <a:cs typeface="Century Gothic"/>
                <a:sym typeface="Century Gothic"/>
              </a:rPr>
              <a:t>Doubly linked list-Deletion at beginning</a:t>
            </a:r>
            <a:endParaRPr sz="2000">
              <a:solidFill>
                <a:schemeClr val="accent1"/>
              </a:solidFill>
              <a:latin typeface="Century Gothic"/>
              <a:ea typeface="Century Gothic"/>
              <a:cs typeface="Century Gothic"/>
              <a:sym typeface="Century Gothic"/>
            </a:endParaRPr>
          </a:p>
        </p:txBody>
      </p:sp>
      <p:sp>
        <p:nvSpPr>
          <p:cNvPr id="1722" name="Google Shape;1722;p151"/>
          <p:cNvSpPr txBox="1"/>
          <p:nvPr/>
        </p:nvSpPr>
        <p:spPr>
          <a:xfrm>
            <a:off x="2144744" y="2727711"/>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FF0000"/>
                </a:solidFill>
                <a:latin typeface="Century Gothic"/>
                <a:ea typeface="Century Gothic"/>
                <a:cs typeface="Century Gothic"/>
                <a:sym typeface="Century Gothic"/>
              </a:rPr>
              <a:t>2</a:t>
            </a:r>
            <a:endParaRPr b="1" sz="1800">
              <a:solidFill>
                <a:srgbClr val="FF0000"/>
              </a:solidFill>
              <a:latin typeface="Century Gothic"/>
              <a:ea typeface="Century Gothic"/>
              <a:cs typeface="Century Gothic"/>
              <a:sym typeface="Century Gothic"/>
            </a:endParaRPr>
          </a:p>
        </p:txBody>
      </p:sp>
      <p:sp>
        <p:nvSpPr>
          <p:cNvPr id="1723" name="Google Shape;1723;p151"/>
          <p:cNvSpPr txBox="1"/>
          <p:nvPr/>
        </p:nvSpPr>
        <p:spPr>
          <a:xfrm>
            <a:off x="683568" y="971436"/>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FF0000"/>
                </a:solidFill>
                <a:latin typeface="Century Gothic"/>
                <a:ea typeface="Century Gothic"/>
                <a:cs typeface="Century Gothic"/>
                <a:sym typeface="Century Gothic"/>
              </a:rPr>
              <a:t>1</a:t>
            </a:r>
            <a:endParaRPr b="1" sz="1800">
              <a:solidFill>
                <a:srgbClr val="FF0000"/>
              </a:solidFill>
              <a:latin typeface="Century Gothic"/>
              <a:ea typeface="Century Gothic"/>
              <a:cs typeface="Century Gothic"/>
              <a:sym typeface="Century Gothic"/>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7" name="Shape 1727"/>
        <p:cNvGrpSpPr/>
        <p:nvPr/>
      </p:nvGrpSpPr>
      <p:grpSpPr>
        <a:xfrm>
          <a:off x="0" y="0"/>
          <a:ext cx="0" cy="0"/>
          <a:chOff x="0" y="0"/>
          <a:chExt cx="0" cy="0"/>
        </a:xfrm>
      </p:grpSpPr>
      <p:sp>
        <p:nvSpPr>
          <p:cNvPr id="1728" name="Google Shape;1728;p152"/>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729" name="Google Shape;1729;p152"/>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730" name="Google Shape;1730;p152"/>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grpSp>
        <p:nvGrpSpPr>
          <p:cNvPr id="1731" name="Google Shape;1731;p152"/>
          <p:cNvGrpSpPr/>
          <p:nvPr/>
        </p:nvGrpSpPr>
        <p:grpSpPr>
          <a:xfrm>
            <a:off x="611560" y="1052736"/>
            <a:ext cx="3600400" cy="4890865"/>
            <a:chOff x="755576" y="554359"/>
            <a:chExt cx="6168008" cy="4890865"/>
          </a:xfrm>
        </p:grpSpPr>
        <p:pic>
          <p:nvPicPr>
            <p:cNvPr descr="Doubly Linked List deletion" id="1732" name="Google Shape;1732;p152"/>
            <p:cNvPicPr preferRelativeResize="0"/>
            <p:nvPr/>
          </p:nvPicPr>
          <p:blipFill rotWithShape="1">
            <a:blip r:embed="rId3">
              <a:alphaModFix/>
            </a:blip>
            <a:srcRect b="16923" l="0" r="0" t="12789"/>
            <a:stretch/>
          </p:blipFill>
          <p:spPr>
            <a:xfrm>
              <a:off x="755576" y="554359"/>
              <a:ext cx="6096000" cy="930425"/>
            </a:xfrm>
            <a:prstGeom prst="rect">
              <a:avLst/>
            </a:prstGeom>
            <a:noFill/>
            <a:ln>
              <a:noFill/>
            </a:ln>
          </p:spPr>
        </p:pic>
        <p:grpSp>
          <p:nvGrpSpPr>
            <p:cNvPr id="1733" name="Google Shape;1733;p152"/>
            <p:cNvGrpSpPr/>
            <p:nvPr/>
          </p:nvGrpSpPr>
          <p:grpSpPr>
            <a:xfrm>
              <a:off x="755576" y="1700808"/>
              <a:ext cx="6168008" cy="3744416"/>
              <a:chOff x="755576" y="1700808"/>
              <a:chExt cx="6168008" cy="3744416"/>
            </a:xfrm>
          </p:grpSpPr>
          <p:pic>
            <p:nvPicPr>
              <p:cNvPr descr="Doubly Linked List deletion" id="1734" name="Google Shape;1734;p152"/>
              <p:cNvPicPr preferRelativeResize="0"/>
              <p:nvPr/>
            </p:nvPicPr>
            <p:blipFill rotWithShape="1">
              <a:blip r:embed="rId4">
                <a:alphaModFix/>
              </a:blip>
              <a:srcRect b="13619" l="0" r="0" t="15527"/>
              <a:stretch/>
            </p:blipFill>
            <p:spPr>
              <a:xfrm>
                <a:off x="755576" y="1700808"/>
                <a:ext cx="6096000" cy="882977"/>
              </a:xfrm>
              <a:prstGeom prst="rect">
                <a:avLst/>
              </a:prstGeom>
              <a:noFill/>
              <a:ln>
                <a:noFill/>
              </a:ln>
            </p:spPr>
          </p:pic>
          <p:pic>
            <p:nvPicPr>
              <p:cNvPr descr="Doubly Linked List deletion" id="1735" name="Google Shape;1735;p152"/>
              <p:cNvPicPr preferRelativeResize="0"/>
              <p:nvPr/>
            </p:nvPicPr>
            <p:blipFill rotWithShape="1">
              <a:blip r:embed="rId5">
                <a:alphaModFix/>
              </a:blip>
              <a:srcRect b="14736" l="0" r="0" t="14408"/>
              <a:stretch/>
            </p:blipFill>
            <p:spPr>
              <a:xfrm>
                <a:off x="755576" y="2598666"/>
                <a:ext cx="6096000" cy="974350"/>
              </a:xfrm>
              <a:prstGeom prst="rect">
                <a:avLst/>
              </a:prstGeom>
              <a:noFill/>
              <a:ln>
                <a:noFill/>
              </a:ln>
            </p:spPr>
          </p:pic>
          <p:pic>
            <p:nvPicPr>
              <p:cNvPr descr="Doubly Linked List deletion" id="1736" name="Google Shape;1736;p152"/>
              <p:cNvPicPr preferRelativeResize="0"/>
              <p:nvPr/>
            </p:nvPicPr>
            <p:blipFill rotWithShape="1">
              <a:blip r:embed="rId6">
                <a:alphaModFix/>
              </a:blip>
              <a:srcRect b="12922" l="0" r="0" t="14649"/>
              <a:stretch/>
            </p:blipFill>
            <p:spPr>
              <a:xfrm>
                <a:off x="755576" y="3573016"/>
                <a:ext cx="6096000" cy="898179"/>
              </a:xfrm>
              <a:prstGeom prst="rect">
                <a:avLst/>
              </a:prstGeom>
              <a:noFill/>
              <a:ln>
                <a:noFill/>
              </a:ln>
            </p:spPr>
          </p:pic>
          <p:pic>
            <p:nvPicPr>
              <p:cNvPr descr="Doubly Linked List deletion" id="1737" name="Google Shape;1737;p152"/>
              <p:cNvPicPr preferRelativeResize="0"/>
              <p:nvPr/>
            </p:nvPicPr>
            <p:blipFill rotWithShape="1">
              <a:blip r:embed="rId7">
                <a:alphaModFix/>
              </a:blip>
              <a:srcRect b="13216" l="0" r="0" t="27516"/>
              <a:stretch/>
            </p:blipFill>
            <p:spPr>
              <a:xfrm>
                <a:off x="827584" y="4655815"/>
                <a:ext cx="6096000" cy="789409"/>
              </a:xfrm>
              <a:prstGeom prst="rect">
                <a:avLst/>
              </a:prstGeom>
              <a:noFill/>
              <a:ln>
                <a:noFill/>
              </a:ln>
            </p:spPr>
          </p:pic>
        </p:grpSp>
      </p:grpSp>
      <p:sp>
        <p:nvSpPr>
          <p:cNvPr id="1738" name="Google Shape;1738;p152"/>
          <p:cNvSpPr txBox="1"/>
          <p:nvPr/>
        </p:nvSpPr>
        <p:spPr>
          <a:xfrm>
            <a:off x="4572000" y="1268760"/>
            <a:ext cx="4032448" cy="4176464"/>
          </a:xfrm>
          <a:prstGeom prst="rect">
            <a:avLst/>
          </a:prstGeom>
          <a:noFill/>
          <a:ln>
            <a:noFill/>
          </a:ln>
        </p:spPr>
        <p:txBody>
          <a:bodyPr anchorCtr="0" anchor="t" bIns="45700" lIns="91425" spcFirstLastPara="1" rIns="91425" wrap="square" tIns="45700">
            <a:normAutofit/>
          </a:bodyPr>
          <a:lstStyle/>
          <a:p>
            <a:pPr indent="-274319" lvl="0" marL="342900" marR="0" rtl="0" algn="l">
              <a:spcBef>
                <a:spcPts val="0"/>
              </a:spcBef>
              <a:spcAft>
                <a:spcPts val="0"/>
              </a:spcAft>
              <a:buClr>
                <a:schemeClr val="accent1"/>
              </a:buClr>
              <a:buSzPts val="1292"/>
              <a:buFont typeface="Noto Sans Symbols"/>
              <a:buChar char="🞇"/>
            </a:pPr>
            <a:r>
              <a:rPr i="1" lang="en-IN" sz="1700">
                <a:solidFill>
                  <a:schemeClr val="dk2"/>
                </a:solidFill>
                <a:latin typeface="Century Gothic"/>
                <a:ea typeface="Century Gothic"/>
                <a:cs typeface="Century Gothic"/>
                <a:sym typeface="Century Gothic"/>
              </a:rPr>
              <a:t>Since start points to the first node of linked list, so start-&gt;next will point to the second node of list. </a:t>
            </a:r>
            <a:endParaRPr/>
          </a:p>
          <a:p>
            <a:pPr indent="-274319" lvl="0" marL="342900" marR="0" rtl="0" algn="l">
              <a:spcBef>
                <a:spcPts val="340"/>
              </a:spcBef>
              <a:spcAft>
                <a:spcPts val="0"/>
              </a:spcAft>
              <a:buClr>
                <a:schemeClr val="accent1"/>
              </a:buClr>
              <a:buSzPts val="1292"/>
              <a:buFont typeface="Noto Sans Symbols"/>
              <a:buChar char="🞇"/>
            </a:pPr>
            <a:r>
              <a:rPr i="1" lang="en-IN" sz="1700">
                <a:solidFill>
                  <a:schemeClr val="dk2"/>
                </a:solidFill>
                <a:latin typeface="Century Gothic"/>
                <a:ea typeface="Century Gothic"/>
                <a:cs typeface="Century Gothic"/>
                <a:sym typeface="Century Gothic"/>
              </a:rPr>
              <a:t>Then NULL will be assigned to start-&gt;prev. </a:t>
            </a:r>
            <a:endParaRPr/>
          </a:p>
          <a:p>
            <a:pPr indent="0" lvl="8" marL="68580" marR="0" rtl="0" algn="l">
              <a:spcBef>
                <a:spcPts val="340"/>
              </a:spcBef>
              <a:spcAft>
                <a:spcPts val="0"/>
              </a:spcAft>
              <a:buClr>
                <a:schemeClr val="accent1"/>
              </a:buClr>
              <a:buSzPts val="1292"/>
              <a:buFont typeface="Noto Sans Symbols"/>
              <a:buNone/>
            </a:pPr>
            <a:r>
              <a:rPr b="1" i="1" lang="en-IN" sz="1700" u="none" cap="none" strike="noStrike">
                <a:solidFill>
                  <a:schemeClr val="dk2"/>
                </a:solidFill>
                <a:latin typeface="Century Gothic"/>
                <a:ea typeface="Century Gothic"/>
                <a:cs typeface="Century Gothic"/>
                <a:sym typeface="Century Gothic"/>
              </a:rPr>
              <a:t>                 3)start-&gt;prev = NULL;</a:t>
            </a:r>
            <a:endParaRPr b="1" i="0" sz="1700" u="none" cap="none" strike="noStrike">
              <a:solidFill>
                <a:schemeClr val="dk2"/>
              </a:solidFill>
              <a:latin typeface="Century Gothic"/>
              <a:ea typeface="Century Gothic"/>
              <a:cs typeface="Century Gothic"/>
              <a:sym typeface="Century Gothic"/>
            </a:endParaRPr>
          </a:p>
        </p:txBody>
      </p:sp>
      <p:sp>
        <p:nvSpPr>
          <p:cNvPr id="1739" name="Google Shape;1739;p152"/>
          <p:cNvSpPr txBox="1"/>
          <p:nvPr/>
        </p:nvSpPr>
        <p:spPr>
          <a:xfrm>
            <a:off x="467544" y="332656"/>
            <a:ext cx="7024744" cy="45712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accent1"/>
              </a:buClr>
              <a:buSzPts val="2000"/>
              <a:buFont typeface="Century Gothic"/>
              <a:buNone/>
            </a:pPr>
            <a:r>
              <a:rPr b="1" lang="en-IN" sz="2000">
                <a:solidFill>
                  <a:schemeClr val="accent1"/>
                </a:solidFill>
                <a:latin typeface="Century Gothic"/>
                <a:ea typeface="Century Gothic"/>
                <a:cs typeface="Century Gothic"/>
                <a:sym typeface="Century Gothic"/>
              </a:rPr>
              <a:t>Doubly linked list-Deletion at beginning</a:t>
            </a:r>
            <a:endParaRPr sz="2000">
              <a:solidFill>
                <a:schemeClr val="accent1"/>
              </a:solidFill>
              <a:latin typeface="Century Gothic"/>
              <a:ea typeface="Century Gothic"/>
              <a:cs typeface="Century Gothic"/>
              <a:sym typeface="Century Gothic"/>
            </a:endParaRPr>
          </a:p>
        </p:txBody>
      </p:sp>
      <p:sp>
        <p:nvSpPr>
          <p:cNvPr id="1740" name="Google Shape;1740;p152"/>
          <p:cNvSpPr txBox="1"/>
          <p:nvPr/>
        </p:nvSpPr>
        <p:spPr>
          <a:xfrm>
            <a:off x="1403648" y="3491716"/>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FF0000"/>
                </a:solidFill>
                <a:latin typeface="Century Gothic"/>
                <a:ea typeface="Century Gothic"/>
                <a:cs typeface="Century Gothic"/>
                <a:sym typeface="Century Gothic"/>
              </a:rPr>
              <a:t>3</a:t>
            </a:r>
            <a:endParaRPr b="1" sz="1800">
              <a:solidFill>
                <a:srgbClr val="FF0000"/>
              </a:solidFill>
              <a:latin typeface="Century Gothic"/>
              <a:ea typeface="Century Gothic"/>
              <a:cs typeface="Century Gothic"/>
              <a:sym typeface="Century Gothic"/>
            </a:endParaRPr>
          </a:p>
        </p:txBody>
      </p:sp>
      <p:sp>
        <p:nvSpPr>
          <p:cNvPr id="1741" name="Google Shape;1741;p152"/>
          <p:cNvSpPr txBox="1"/>
          <p:nvPr/>
        </p:nvSpPr>
        <p:spPr>
          <a:xfrm>
            <a:off x="2144744" y="2727711"/>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FF0000"/>
                </a:solidFill>
                <a:latin typeface="Century Gothic"/>
                <a:ea typeface="Century Gothic"/>
                <a:cs typeface="Century Gothic"/>
                <a:sym typeface="Century Gothic"/>
              </a:rPr>
              <a:t>2</a:t>
            </a:r>
            <a:endParaRPr b="1" sz="1800">
              <a:solidFill>
                <a:srgbClr val="FF0000"/>
              </a:solidFill>
              <a:latin typeface="Century Gothic"/>
              <a:ea typeface="Century Gothic"/>
              <a:cs typeface="Century Gothic"/>
              <a:sym typeface="Century Gothic"/>
            </a:endParaRPr>
          </a:p>
        </p:txBody>
      </p:sp>
      <p:sp>
        <p:nvSpPr>
          <p:cNvPr id="1742" name="Google Shape;1742;p152"/>
          <p:cNvSpPr txBox="1"/>
          <p:nvPr/>
        </p:nvSpPr>
        <p:spPr>
          <a:xfrm>
            <a:off x="683568" y="971436"/>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FF0000"/>
                </a:solidFill>
                <a:latin typeface="Century Gothic"/>
                <a:ea typeface="Century Gothic"/>
                <a:cs typeface="Century Gothic"/>
                <a:sym typeface="Century Gothic"/>
              </a:rPr>
              <a:t>1</a:t>
            </a:r>
            <a:endParaRPr b="1" sz="1800">
              <a:solidFill>
                <a:srgbClr val="FF0000"/>
              </a:solidFill>
              <a:latin typeface="Century Gothic"/>
              <a:ea typeface="Century Gothic"/>
              <a:cs typeface="Century Gothic"/>
              <a:sym typeface="Century Gothic"/>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6" name="Shape 1746"/>
        <p:cNvGrpSpPr/>
        <p:nvPr/>
      </p:nvGrpSpPr>
      <p:grpSpPr>
        <a:xfrm>
          <a:off x="0" y="0"/>
          <a:ext cx="0" cy="0"/>
          <a:chOff x="0" y="0"/>
          <a:chExt cx="0" cy="0"/>
        </a:xfrm>
      </p:grpSpPr>
      <p:sp>
        <p:nvSpPr>
          <p:cNvPr id="1747" name="Google Shape;1747;p153"/>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748" name="Google Shape;1748;p153"/>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749" name="Google Shape;1749;p153"/>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grpSp>
        <p:nvGrpSpPr>
          <p:cNvPr id="1750" name="Google Shape;1750;p153"/>
          <p:cNvGrpSpPr/>
          <p:nvPr/>
        </p:nvGrpSpPr>
        <p:grpSpPr>
          <a:xfrm>
            <a:off x="611560" y="1052736"/>
            <a:ext cx="3600400" cy="4890865"/>
            <a:chOff x="755576" y="554359"/>
            <a:chExt cx="6168008" cy="4890865"/>
          </a:xfrm>
        </p:grpSpPr>
        <p:pic>
          <p:nvPicPr>
            <p:cNvPr descr="Doubly Linked List deletion" id="1751" name="Google Shape;1751;p153"/>
            <p:cNvPicPr preferRelativeResize="0"/>
            <p:nvPr/>
          </p:nvPicPr>
          <p:blipFill rotWithShape="1">
            <a:blip r:embed="rId3">
              <a:alphaModFix/>
            </a:blip>
            <a:srcRect b="16923" l="0" r="0" t="12789"/>
            <a:stretch/>
          </p:blipFill>
          <p:spPr>
            <a:xfrm>
              <a:off x="755576" y="554359"/>
              <a:ext cx="6096000" cy="930425"/>
            </a:xfrm>
            <a:prstGeom prst="rect">
              <a:avLst/>
            </a:prstGeom>
            <a:noFill/>
            <a:ln>
              <a:noFill/>
            </a:ln>
          </p:spPr>
        </p:pic>
        <p:grpSp>
          <p:nvGrpSpPr>
            <p:cNvPr id="1752" name="Google Shape;1752;p153"/>
            <p:cNvGrpSpPr/>
            <p:nvPr/>
          </p:nvGrpSpPr>
          <p:grpSpPr>
            <a:xfrm>
              <a:off x="755576" y="1700808"/>
              <a:ext cx="6168008" cy="3744416"/>
              <a:chOff x="755576" y="1700808"/>
              <a:chExt cx="6168008" cy="3744416"/>
            </a:xfrm>
          </p:grpSpPr>
          <p:pic>
            <p:nvPicPr>
              <p:cNvPr descr="Doubly Linked List deletion" id="1753" name="Google Shape;1753;p153"/>
              <p:cNvPicPr preferRelativeResize="0"/>
              <p:nvPr/>
            </p:nvPicPr>
            <p:blipFill rotWithShape="1">
              <a:blip r:embed="rId4">
                <a:alphaModFix/>
              </a:blip>
              <a:srcRect b="13619" l="0" r="0" t="15527"/>
              <a:stretch/>
            </p:blipFill>
            <p:spPr>
              <a:xfrm>
                <a:off x="755576" y="1700808"/>
                <a:ext cx="6096000" cy="882977"/>
              </a:xfrm>
              <a:prstGeom prst="rect">
                <a:avLst/>
              </a:prstGeom>
              <a:noFill/>
              <a:ln>
                <a:noFill/>
              </a:ln>
            </p:spPr>
          </p:pic>
          <p:pic>
            <p:nvPicPr>
              <p:cNvPr descr="Doubly Linked List deletion" id="1754" name="Google Shape;1754;p153"/>
              <p:cNvPicPr preferRelativeResize="0"/>
              <p:nvPr/>
            </p:nvPicPr>
            <p:blipFill rotWithShape="1">
              <a:blip r:embed="rId5">
                <a:alphaModFix/>
              </a:blip>
              <a:srcRect b="14736" l="0" r="0" t="14408"/>
              <a:stretch/>
            </p:blipFill>
            <p:spPr>
              <a:xfrm>
                <a:off x="755576" y="2598666"/>
                <a:ext cx="6096000" cy="974350"/>
              </a:xfrm>
              <a:prstGeom prst="rect">
                <a:avLst/>
              </a:prstGeom>
              <a:noFill/>
              <a:ln>
                <a:noFill/>
              </a:ln>
            </p:spPr>
          </p:pic>
          <p:pic>
            <p:nvPicPr>
              <p:cNvPr descr="Doubly Linked List deletion" id="1755" name="Google Shape;1755;p153"/>
              <p:cNvPicPr preferRelativeResize="0"/>
              <p:nvPr/>
            </p:nvPicPr>
            <p:blipFill rotWithShape="1">
              <a:blip r:embed="rId6">
                <a:alphaModFix/>
              </a:blip>
              <a:srcRect b="12922" l="0" r="0" t="14649"/>
              <a:stretch/>
            </p:blipFill>
            <p:spPr>
              <a:xfrm>
                <a:off x="755576" y="3573016"/>
                <a:ext cx="6096000" cy="898179"/>
              </a:xfrm>
              <a:prstGeom prst="rect">
                <a:avLst/>
              </a:prstGeom>
              <a:noFill/>
              <a:ln>
                <a:noFill/>
              </a:ln>
            </p:spPr>
          </p:pic>
          <p:pic>
            <p:nvPicPr>
              <p:cNvPr descr="Doubly Linked List deletion" id="1756" name="Google Shape;1756;p153"/>
              <p:cNvPicPr preferRelativeResize="0"/>
              <p:nvPr/>
            </p:nvPicPr>
            <p:blipFill rotWithShape="1">
              <a:blip r:embed="rId7">
                <a:alphaModFix/>
              </a:blip>
              <a:srcRect b="13216" l="0" r="0" t="27516"/>
              <a:stretch/>
            </p:blipFill>
            <p:spPr>
              <a:xfrm>
                <a:off x="827584" y="4655815"/>
                <a:ext cx="6096000" cy="789409"/>
              </a:xfrm>
              <a:prstGeom prst="rect">
                <a:avLst/>
              </a:prstGeom>
              <a:noFill/>
              <a:ln>
                <a:noFill/>
              </a:ln>
            </p:spPr>
          </p:pic>
        </p:grpSp>
      </p:grpSp>
      <p:sp>
        <p:nvSpPr>
          <p:cNvPr id="1757" name="Google Shape;1757;p153"/>
          <p:cNvSpPr txBox="1"/>
          <p:nvPr/>
        </p:nvSpPr>
        <p:spPr>
          <a:xfrm>
            <a:off x="4572000" y="1268760"/>
            <a:ext cx="4032448" cy="4176464"/>
          </a:xfrm>
          <a:prstGeom prst="rect">
            <a:avLst/>
          </a:prstGeom>
          <a:noFill/>
          <a:ln>
            <a:noFill/>
          </a:ln>
        </p:spPr>
        <p:txBody>
          <a:bodyPr anchorCtr="0" anchor="t" bIns="45700" lIns="91425" spcFirstLastPara="1" rIns="91425" wrap="square" tIns="45700">
            <a:normAutofit/>
          </a:bodyPr>
          <a:lstStyle/>
          <a:p>
            <a:pPr indent="-274319" lvl="0" marL="342900" marR="0" rtl="0" algn="l">
              <a:spcBef>
                <a:spcPts val="0"/>
              </a:spcBef>
              <a:spcAft>
                <a:spcPts val="0"/>
              </a:spcAft>
              <a:buClr>
                <a:schemeClr val="accent1"/>
              </a:buClr>
              <a:buSzPts val="1292"/>
              <a:buFont typeface="Noto Sans Symbols"/>
              <a:buChar char="🞇"/>
            </a:pPr>
            <a:r>
              <a:rPr i="1" lang="en-IN" sz="1700">
                <a:solidFill>
                  <a:schemeClr val="dk2"/>
                </a:solidFill>
                <a:latin typeface="Century Gothic"/>
                <a:ea typeface="Century Gothic"/>
                <a:cs typeface="Century Gothic"/>
                <a:sym typeface="Century Gothic"/>
              </a:rPr>
              <a:t>Now we should free the node to be deleted which is pointed by tmp.</a:t>
            </a:r>
            <a:endParaRPr sz="1700">
              <a:solidFill>
                <a:schemeClr val="dk2"/>
              </a:solidFill>
              <a:latin typeface="Century Gothic"/>
              <a:ea typeface="Century Gothic"/>
              <a:cs typeface="Century Gothic"/>
              <a:sym typeface="Century Gothic"/>
            </a:endParaRPr>
          </a:p>
          <a:p>
            <a:pPr indent="0" lvl="0" marL="68580" marR="0" rtl="0" algn="l">
              <a:spcBef>
                <a:spcPts val="340"/>
              </a:spcBef>
              <a:spcAft>
                <a:spcPts val="0"/>
              </a:spcAft>
              <a:buClr>
                <a:schemeClr val="accent1"/>
              </a:buClr>
              <a:buSzPts val="1292"/>
              <a:buFont typeface="Noto Sans Symbols"/>
              <a:buNone/>
            </a:pPr>
            <a:r>
              <a:rPr b="1" i="1" lang="en-IN" sz="1700">
                <a:solidFill>
                  <a:schemeClr val="dk2"/>
                </a:solidFill>
                <a:latin typeface="Century Gothic"/>
                <a:ea typeface="Century Gothic"/>
                <a:cs typeface="Century Gothic"/>
                <a:sym typeface="Century Gothic"/>
              </a:rPr>
              <a:t>	4)free( tmp );</a:t>
            </a:r>
            <a:endParaRPr b="1" sz="1700">
              <a:solidFill>
                <a:schemeClr val="dk2"/>
              </a:solidFill>
              <a:latin typeface="Century Gothic"/>
              <a:ea typeface="Century Gothic"/>
              <a:cs typeface="Century Gothic"/>
              <a:sym typeface="Century Gothic"/>
            </a:endParaRPr>
          </a:p>
          <a:p>
            <a:pPr indent="0" lvl="8" marL="1847088" marR="0" rtl="0" algn="l">
              <a:spcBef>
                <a:spcPts val="360"/>
              </a:spcBef>
              <a:spcAft>
                <a:spcPts val="0"/>
              </a:spcAft>
              <a:buClr>
                <a:schemeClr val="accent1"/>
              </a:buClr>
              <a:buSzPts val="1368"/>
              <a:buFont typeface="Noto Sans Symbols"/>
              <a:buNone/>
            </a:pPr>
            <a:r>
              <a:t/>
            </a:r>
            <a:endParaRPr b="0" i="0" sz="1800" u="none" cap="none" strike="noStrike">
              <a:solidFill>
                <a:schemeClr val="dk2"/>
              </a:solidFill>
              <a:latin typeface="Century Gothic"/>
              <a:ea typeface="Century Gothic"/>
              <a:cs typeface="Century Gothic"/>
              <a:sym typeface="Century Gothic"/>
            </a:endParaRPr>
          </a:p>
        </p:txBody>
      </p:sp>
      <p:sp>
        <p:nvSpPr>
          <p:cNvPr id="1758" name="Google Shape;1758;p153"/>
          <p:cNvSpPr txBox="1"/>
          <p:nvPr/>
        </p:nvSpPr>
        <p:spPr>
          <a:xfrm>
            <a:off x="467544" y="332656"/>
            <a:ext cx="7024744" cy="45712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accent1"/>
              </a:buClr>
              <a:buSzPts val="2000"/>
              <a:buFont typeface="Century Gothic"/>
              <a:buNone/>
            </a:pPr>
            <a:r>
              <a:rPr b="1" lang="en-IN" sz="2000">
                <a:solidFill>
                  <a:schemeClr val="accent1"/>
                </a:solidFill>
                <a:latin typeface="Century Gothic"/>
                <a:ea typeface="Century Gothic"/>
                <a:cs typeface="Century Gothic"/>
                <a:sym typeface="Century Gothic"/>
              </a:rPr>
              <a:t>Doubly linked list-Deletion at beginning</a:t>
            </a:r>
            <a:endParaRPr sz="2000">
              <a:solidFill>
                <a:schemeClr val="accent1"/>
              </a:solidFill>
              <a:latin typeface="Century Gothic"/>
              <a:ea typeface="Century Gothic"/>
              <a:cs typeface="Century Gothic"/>
              <a:sym typeface="Century Gothic"/>
            </a:endParaRPr>
          </a:p>
        </p:txBody>
      </p:sp>
      <p:sp>
        <p:nvSpPr>
          <p:cNvPr id="1759" name="Google Shape;1759;p153"/>
          <p:cNvSpPr txBox="1"/>
          <p:nvPr/>
        </p:nvSpPr>
        <p:spPr>
          <a:xfrm>
            <a:off x="2144744" y="2727711"/>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FF0000"/>
                </a:solidFill>
                <a:latin typeface="Century Gothic"/>
                <a:ea typeface="Century Gothic"/>
                <a:cs typeface="Century Gothic"/>
                <a:sym typeface="Century Gothic"/>
              </a:rPr>
              <a:t>2</a:t>
            </a:r>
            <a:endParaRPr b="1" sz="1800">
              <a:solidFill>
                <a:srgbClr val="FF0000"/>
              </a:solidFill>
              <a:latin typeface="Century Gothic"/>
              <a:ea typeface="Century Gothic"/>
              <a:cs typeface="Century Gothic"/>
              <a:sym typeface="Century Gothic"/>
            </a:endParaRPr>
          </a:p>
        </p:txBody>
      </p:sp>
      <p:sp>
        <p:nvSpPr>
          <p:cNvPr id="1760" name="Google Shape;1760;p153"/>
          <p:cNvSpPr txBox="1"/>
          <p:nvPr/>
        </p:nvSpPr>
        <p:spPr>
          <a:xfrm>
            <a:off x="683568" y="971436"/>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FF0000"/>
                </a:solidFill>
                <a:latin typeface="Century Gothic"/>
                <a:ea typeface="Century Gothic"/>
                <a:cs typeface="Century Gothic"/>
                <a:sym typeface="Century Gothic"/>
              </a:rPr>
              <a:t>1</a:t>
            </a:r>
            <a:endParaRPr b="1" sz="1800">
              <a:solidFill>
                <a:srgbClr val="FF0000"/>
              </a:solidFill>
              <a:latin typeface="Century Gothic"/>
              <a:ea typeface="Century Gothic"/>
              <a:cs typeface="Century Gothic"/>
              <a:sym typeface="Century Gothic"/>
            </a:endParaRPr>
          </a:p>
        </p:txBody>
      </p:sp>
      <p:sp>
        <p:nvSpPr>
          <p:cNvPr id="1761" name="Google Shape;1761;p153"/>
          <p:cNvSpPr txBox="1"/>
          <p:nvPr/>
        </p:nvSpPr>
        <p:spPr>
          <a:xfrm>
            <a:off x="1403648" y="3491716"/>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FF0000"/>
                </a:solidFill>
                <a:latin typeface="Century Gothic"/>
                <a:ea typeface="Century Gothic"/>
                <a:cs typeface="Century Gothic"/>
                <a:sym typeface="Century Gothic"/>
              </a:rPr>
              <a:t>3</a:t>
            </a:r>
            <a:endParaRPr b="1" sz="1800">
              <a:solidFill>
                <a:srgbClr val="FF0000"/>
              </a:solidFill>
              <a:latin typeface="Century Gothic"/>
              <a:ea typeface="Century Gothic"/>
              <a:cs typeface="Century Gothic"/>
              <a:sym typeface="Century Gothic"/>
            </a:endParaRPr>
          </a:p>
        </p:txBody>
      </p:sp>
      <p:sp>
        <p:nvSpPr>
          <p:cNvPr id="1762" name="Google Shape;1762;p153"/>
          <p:cNvSpPr txBox="1"/>
          <p:nvPr/>
        </p:nvSpPr>
        <p:spPr>
          <a:xfrm>
            <a:off x="467544" y="4437112"/>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FF0000"/>
                </a:solidFill>
                <a:latin typeface="Century Gothic"/>
                <a:ea typeface="Century Gothic"/>
                <a:cs typeface="Century Gothic"/>
                <a:sym typeface="Century Gothic"/>
              </a:rPr>
              <a:t>4</a:t>
            </a:r>
            <a:endParaRPr b="1" sz="1800">
              <a:solidFill>
                <a:srgbClr val="FF0000"/>
              </a:solidFill>
              <a:latin typeface="Century Gothic"/>
              <a:ea typeface="Century Gothic"/>
              <a:cs typeface="Century Gothic"/>
              <a:sym typeface="Century Gothic"/>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6" name="Shape 1766"/>
        <p:cNvGrpSpPr/>
        <p:nvPr/>
      </p:nvGrpSpPr>
      <p:grpSpPr>
        <a:xfrm>
          <a:off x="0" y="0"/>
          <a:ext cx="0" cy="0"/>
          <a:chOff x="0" y="0"/>
          <a:chExt cx="0" cy="0"/>
        </a:xfrm>
      </p:grpSpPr>
      <p:sp>
        <p:nvSpPr>
          <p:cNvPr id="1767" name="Google Shape;1767;p154"/>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768" name="Google Shape;1768;p154"/>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769" name="Google Shape;1769;p154"/>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grpSp>
        <p:nvGrpSpPr>
          <p:cNvPr id="1770" name="Google Shape;1770;p154"/>
          <p:cNvGrpSpPr/>
          <p:nvPr/>
        </p:nvGrpSpPr>
        <p:grpSpPr>
          <a:xfrm>
            <a:off x="611560" y="1052736"/>
            <a:ext cx="3600400" cy="4890865"/>
            <a:chOff x="755576" y="554359"/>
            <a:chExt cx="6168008" cy="4890865"/>
          </a:xfrm>
        </p:grpSpPr>
        <p:pic>
          <p:nvPicPr>
            <p:cNvPr descr="Doubly Linked List deletion" id="1771" name="Google Shape;1771;p154"/>
            <p:cNvPicPr preferRelativeResize="0"/>
            <p:nvPr/>
          </p:nvPicPr>
          <p:blipFill rotWithShape="1">
            <a:blip r:embed="rId3">
              <a:alphaModFix/>
            </a:blip>
            <a:srcRect b="16923" l="0" r="0" t="12789"/>
            <a:stretch/>
          </p:blipFill>
          <p:spPr>
            <a:xfrm>
              <a:off x="755576" y="554359"/>
              <a:ext cx="6096000" cy="930425"/>
            </a:xfrm>
            <a:prstGeom prst="rect">
              <a:avLst/>
            </a:prstGeom>
            <a:noFill/>
            <a:ln>
              <a:noFill/>
            </a:ln>
          </p:spPr>
        </p:pic>
        <p:grpSp>
          <p:nvGrpSpPr>
            <p:cNvPr id="1772" name="Google Shape;1772;p154"/>
            <p:cNvGrpSpPr/>
            <p:nvPr/>
          </p:nvGrpSpPr>
          <p:grpSpPr>
            <a:xfrm>
              <a:off x="755576" y="1700808"/>
              <a:ext cx="6168008" cy="3744416"/>
              <a:chOff x="755576" y="1700808"/>
              <a:chExt cx="6168008" cy="3744416"/>
            </a:xfrm>
          </p:grpSpPr>
          <p:pic>
            <p:nvPicPr>
              <p:cNvPr descr="Doubly Linked List deletion" id="1773" name="Google Shape;1773;p154"/>
              <p:cNvPicPr preferRelativeResize="0"/>
              <p:nvPr/>
            </p:nvPicPr>
            <p:blipFill rotWithShape="1">
              <a:blip r:embed="rId4">
                <a:alphaModFix/>
              </a:blip>
              <a:srcRect b="13619" l="0" r="0" t="15527"/>
              <a:stretch/>
            </p:blipFill>
            <p:spPr>
              <a:xfrm>
                <a:off x="755576" y="1700808"/>
                <a:ext cx="6096000" cy="882977"/>
              </a:xfrm>
              <a:prstGeom prst="rect">
                <a:avLst/>
              </a:prstGeom>
              <a:noFill/>
              <a:ln>
                <a:noFill/>
              </a:ln>
            </p:spPr>
          </p:pic>
          <p:pic>
            <p:nvPicPr>
              <p:cNvPr descr="Doubly Linked List deletion" id="1774" name="Google Shape;1774;p154"/>
              <p:cNvPicPr preferRelativeResize="0"/>
              <p:nvPr/>
            </p:nvPicPr>
            <p:blipFill rotWithShape="1">
              <a:blip r:embed="rId5">
                <a:alphaModFix/>
              </a:blip>
              <a:srcRect b="14736" l="0" r="0" t="14408"/>
              <a:stretch/>
            </p:blipFill>
            <p:spPr>
              <a:xfrm>
                <a:off x="755576" y="2598666"/>
                <a:ext cx="6096000" cy="974350"/>
              </a:xfrm>
              <a:prstGeom prst="rect">
                <a:avLst/>
              </a:prstGeom>
              <a:noFill/>
              <a:ln>
                <a:noFill/>
              </a:ln>
            </p:spPr>
          </p:pic>
          <p:pic>
            <p:nvPicPr>
              <p:cNvPr descr="Doubly Linked List deletion" id="1775" name="Google Shape;1775;p154"/>
              <p:cNvPicPr preferRelativeResize="0"/>
              <p:nvPr/>
            </p:nvPicPr>
            <p:blipFill rotWithShape="1">
              <a:blip r:embed="rId6">
                <a:alphaModFix/>
              </a:blip>
              <a:srcRect b="12922" l="0" r="0" t="14649"/>
              <a:stretch/>
            </p:blipFill>
            <p:spPr>
              <a:xfrm>
                <a:off x="755576" y="3573016"/>
                <a:ext cx="6096000" cy="898179"/>
              </a:xfrm>
              <a:prstGeom prst="rect">
                <a:avLst/>
              </a:prstGeom>
              <a:noFill/>
              <a:ln>
                <a:noFill/>
              </a:ln>
            </p:spPr>
          </p:pic>
          <p:pic>
            <p:nvPicPr>
              <p:cNvPr descr="Doubly Linked List deletion" id="1776" name="Google Shape;1776;p154"/>
              <p:cNvPicPr preferRelativeResize="0"/>
              <p:nvPr/>
            </p:nvPicPr>
            <p:blipFill rotWithShape="1">
              <a:blip r:embed="rId7">
                <a:alphaModFix/>
              </a:blip>
              <a:srcRect b="13216" l="0" r="0" t="27516"/>
              <a:stretch/>
            </p:blipFill>
            <p:spPr>
              <a:xfrm>
                <a:off x="827584" y="4655815"/>
                <a:ext cx="6096000" cy="789409"/>
              </a:xfrm>
              <a:prstGeom prst="rect">
                <a:avLst/>
              </a:prstGeom>
              <a:noFill/>
              <a:ln>
                <a:noFill/>
              </a:ln>
            </p:spPr>
          </p:pic>
        </p:grpSp>
      </p:grpSp>
      <p:sp>
        <p:nvSpPr>
          <p:cNvPr id="1777" name="Google Shape;1777;p154"/>
          <p:cNvSpPr txBox="1"/>
          <p:nvPr/>
        </p:nvSpPr>
        <p:spPr>
          <a:xfrm>
            <a:off x="4572000" y="1268760"/>
            <a:ext cx="4032448" cy="4176464"/>
          </a:xfrm>
          <a:prstGeom prst="rect">
            <a:avLst/>
          </a:prstGeom>
          <a:noFill/>
          <a:ln>
            <a:noFill/>
          </a:ln>
        </p:spPr>
        <p:txBody>
          <a:bodyPr anchorCtr="0" anchor="t" bIns="45700" lIns="91425" spcFirstLastPara="1" rIns="91425" wrap="square" tIns="45700">
            <a:normAutofit fontScale="92500"/>
          </a:bodyPr>
          <a:lstStyle/>
          <a:p>
            <a:pPr indent="-274344" lvl="0" marL="342900" marR="0" rtl="0" algn="l">
              <a:spcBef>
                <a:spcPts val="0"/>
              </a:spcBef>
              <a:spcAft>
                <a:spcPts val="0"/>
              </a:spcAft>
              <a:buClr>
                <a:schemeClr val="accent1"/>
              </a:buClr>
              <a:buSzPct val="76000"/>
              <a:buFont typeface="Noto Sans Symbols"/>
              <a:buChar char="🞇"/>
            </a:pPr>
            <a:r>
              <a:rPr i="1" lang="en-IN" sz="1700">
                <a:solidFill>
                  <a:schemeClr val="dk2"/>
                </a:solidFill>
                <a:latin typeface="Century Gothic"/>
                <a:ea typeface="Century Gothic"/>
                <a:cs typeface="Century Gothic"/>
                <a:sym typeface="Century Gothic"/>
              </a:rPr>
              <a:t>Assign the value of start to tmp as-</a:t>
            </a:r>
            <a:endParaRPr sz="1700">
              <a:solidFill>
                <a:schemeClr val="dk2"/>
              </a:solidFill>
              <a:latin typeface="Century Gothic"/>
              <a:ea typeface="Century Gothic"/>
              <a:cs typeface="Century Gothic"/>
              <a:sym typeface="Century Gothic"/>
            </a:endParaRPr>
          </a:p>
          <a:p>
            <a:pPr indent="0" lvl="0" marL="68580" marR="0" rtl="0" algn="l">
              <a:spcBef>
                <a:spcPts val="314"/>
              </a:spcBef>
              <a:spcAft>
                <a:spcPts val="0"/>
              </a:spcAft>
              <a:buClr>
                <a:schemeClr val="accent1"/>
              </a:buClr>
              <a:buSzPct val="76000"/>
              <a:buFont typeface="Noto Sans Symbols"/>
              <a:buNone/>
            </a:pPr>
            <a:r>
              <a:rPr b="1" i="1" lang="en-IN" sz="1700">
                <a:solidFill>
                  <a:schemeClr val="dk2"/>
                </a:solidFill>
                <a:latin typeface="Century Gothic"/>
                <a:ea typeface="Century Gothic"/>
                <a:cs typeface="Century Gothic"/>
                <a:sym typeface="Century Gothic"/>
              </a:rPr>
              <a:t>	1)tmp = start;</a:t>
            </a:r>
            <a:endParaRPr b="1" sz="1700">
              <a:solidFill>
                <a:schemeClr val="dk2"/>
              </a:solidFill>
              <a:latin typeface="Century Gothic"/>
              <a:ea typeface="Century Gothic"/>
              <a:cs typeface="Century Gothic"/>
              <a:sym typeface="Century Gothic"/>
            </a:endParaRPr>
          </a:p>
          <a:p>
            <a:pPr indent="-274344" lvl="0" marL="342900" marR="0" rtl="0" algn="l">
              <a:spcBef>
                <a:spcPts val="314"/>
              </a:spcBef>
              <a:spcAft>
                <a:spcPts val="0"/>
              </a:spcAft>
              <a:buClr>
                <a:schemeClr val="accent1"/>
              </a:buClr>
              <a:buSzPct val="76000"/>
              <a:buFont typeface="Noto Sans Symbols"/>
              <a:buChar char="🞇"/>
            </a:pPr>
            <a:r>
              <a:rPr i="1" lang="en-IN" sz="1700">
                <a:solidFill>
                  <a:schemeClr val="dk2"/>
                </a:solidFill>
                <a:latin typeface="Century Gothic"/>
                <a:ea typeface="Century Gothic"/>
                <a:cs typeface="Century Gothic"/>
                <a:sym typeface="Century Gothic"/>
              </a:rPr>
              <a:t>Now we assign the next part of deleted node to start as-</a:t>
            </a:r>
            <a:endParaRPr sz="1700">
              <a:solidFill>
                <a:schemeClr val="dk2"/>
              </a:solidFill>
              <a:latin typeface="Century Gothic"/>
              <a:ea typeface="Century Gothic"/>
              <a:cs typeface="Century Gothic"/>
              <a:sym typeface="Century Gothic"/>
            </a:endParaRPr>
          </a:p>
          <a:p>
            <a:pPr indent="0" lvl="0" marL="68580" marR="0" rtl="0" algn="l">
              <a:spcBef>
                <a:spcPts val="314"/>
              </a:spcBef>
              <a:spcAft>
                <a:spcPts val="0"/>
              </a:spcAft>
              <a:buClr>
                <a:schemeClr val="accent1"/>
              </a:buClr>
              <a:buSzPct val="76000"/>
              <a:buFont typeface="Noto Sans Symbols"/>
              <a:buNone/>
            </a:pPr>
            <a:r>
              <a:rPr b="1" i="1" lang="en-IN" sz="1700">
                <a:solidFill>
                  <a:schemeClr val="dk2"/>
                </a:solidFill>
                <a:latin typeface="Century Gothic"/>
                <a:ea typeface="Century Gothic"/>
                <a:cs typeface="Century Gothic"/>
                <a:sym typeface="Century Gothic"/>
              </a:rPr>
              <a:t>	2)start=start-&gt;next;</a:t>
            </a:r>
            <a:endParaRPr b="1" sz="1700">
              <a:solidFill>
                <a:schemeClr val="dk2"/>
              </a:solidFill>
              <a:latin typeface="Century Gothic"/>
              <a:ea typeface="Century Gothic"/>
              <a:cs typeface="Century Gothic"/>
              <a:sym typeface="Century Gothic"/>
            </a:endParaRPr>
          </a:p>
          <a:p>
            <a:pPr indent="-274344" lvl="0" marL="342900" marR="0" rtl="0" algn="l">
              <a:spcBef>
                <a:spcPts val="314"/>
              </a:spcBef>
              <a:spcAft>
                <a:spcPts val="0"/>
              </a:spcAft>
              <a:buClr>
                <a:schemeClr val="accent1"/>
              </a:buClr>
              <a:buSzPct val="76000"/>
              <a:buFont typeface="Noto Sans Symbols"/>
              <a:buChar char="🞇"/>
            </a:pPr>
            <a:r>
              <a:rPr i="1" lang="en-IN" sz="1700">
                <a:solidFill>
                  <a:schemeClr val="dk2"/>
                </a:solidFill>
                <a:latin typeface="Century Gothic"/>
                <a:ea typeface="Century Gothic"/>
                <a:cs typeface="Century Gothic"/>
                <a:sym typeface="Century Gothic"/>
              </a:rPr>
              <a:t>Since start points to the first node of linked list, so start-&gt;next will point to the second node of list. </a:t>
            </a:r>
            <a:endParaRPr/>
          </a:p>
          <a:p>
            <a:pPr indent="-274344" lvl="0" marL="342900" marR="0" rtl="0" algn="l">
              <a:spcBef>
                <a:spcPts val="314"/>
              </a:spcBef>
              <a:spcAft>
                <a:spcPts val="0"/>
              </a:spcAft>
              <a:buClr>
                <a:schemeClr val="accent1"/>
              </a:buClr>
              <a:buSzPct val="76000"/>
              <a:buFont typeface="Noto Sans Symbols"/>
              <a:buChar char="🞇"/>
            </a:pPr>
            <a:r>
              <a:rPr i="1" lang="en-IN" sz="1700">
                <a:solidFill>
                  <a:schemeClr val="dk2"/>
                </a:solidFill>
                <a:latin typeface="Century Gothic"/>
                <a:ea typeface="Century Gothic"/>
                <a:cs typeface="Century Gothic"/>
                <a:sym typeface="Century Gothic"/>
              </a:rPr>
              <a:t>Then NULL will be assigned to start-&gt;prev. </a:t>
            </a:r>
            <a:endParaRPr/>
          </a:p>
          <a:p>
            <a:pPr indent="0" lvl="8" marL="68580" marR="0" rtl="0" algn="l">
              <a:spcBef>
                <a:spcPts val="314"/>
              </a:spcBef>
              <a:spcAft>
                <a:spcPts val="0"/>
              </a:spcAft>
              <a:buClr>
                <a:schemeClr val="accent1"/>
              </a:buClr>
              <a:buSzPct val="76000"/>
              <a:buFont typeface="Noto Sans Symbols"/>
              <a:buNone/>
            </a:pPr>
            <a:r>
              <a:rPr b="1" i="1" lang="en-IN" sz="1700" u="none" cap="none" strike="noStrike">
                <a:solidFill>
                  <a:schemeClr val="dk2"/>
                </a:solidFill>
                <a:latin typeface="Century Gothic"/>
                <a:ea typeface="Century Gothic"/>
                <a:cs typeface="Century Gothic"/>
                <a:sym typeface="Century Gothic"/>
              </a:rPr>
              <a:t>                 3)start-&gt;prev = NULL;</a:t>
            </a:r>
            <a:endParaRPr b="1" i="0" sz="1700" u="none" cap="none" strike="noStrike">
              <a:solidFill>
                <a:schemeClr val="dk2"/>
              </a:solidFill>
              <a:latin typeface="Century Gothic"/>
              <a:ea typeface="Century Gothic"/>
              <a:cs typeface="Century Gothic"/>
              <a:sym typeface="Century Gothic"/>
            </a:endParaRPr>
          </a:p>
          <a:p>
            <a:pPr indent="-274344" lvl="0" marL="342900" marR="0" rtl="0" algn="l">
              <a:spcBef>
                <a:spcPts val="314"/>
              </a:spcBef>
              <a:spcAft>
                <a:spcPts val="0"/>
              </a:spcAft>
              <a:buClr>
                <a:schemeClr val="accent1"/>
              </a:buClr>
              <a:buSzPct val="76000"/>
              <a:buFont typeface="Noto Sans Symbols"/>
              <a:buChar char="🞇"/>
            </a:pPr>
            <a:r>
              <a:rPr i="1" lang="en-IN" sz="1700">
                <a:solidFill>
                  <a:schemeClr val="dk2"/>
                </a:solidFill>
                <a:latin typeface="Century Gothic"/>
                <a:ea typeface="Century Gothic"/>
                <a:cs typeface="Century Gothic"/>
                <a:sym typeface="Century Gothic"/>
              </a:rPr>
              <a:t>Now we should free the node to be deleted which is pointed by tmp.</a:t>
            </a:r>
            <a:endParaRPr sz="1700">
              <a:solidFill>
                <a:schemeClr val="dk2"/>
              </a:solidFill>
              <a:latin typeface="Century Gothic"/>
              <a:ea typeface="Century Gothic"/>
              <a:cs typeface="Century Gothic"/>
              <a:sym typeface="Century Gothic"/>
            </a:endParaRPr>
          </a:p>
          <a:p>
            <a:pPr indent="0" lvl="0" marL="68580" marR="0" rtl="0" algn="l">
              <a:spcBef>
                <a:spcPts val="314"/>
              </a:spcBef>
              <a:spcAft>
                <a:spcPts val="0"/>
              </a:spcAft>
              <a:buClr>
                <a:schemeClr val="accent1"/>
              </a:buClr>
              <a:buSzPct val="76000"/>
              <a:buFont typeface="Noto Sans Symbols"/>
              <a:buNone/>
            </a:pPr>
            <a:r>
              <a:rPr b="1" i="1" lang="en-IN" sz="1700">
                <a:solidFill>
                  <a:schemeClr val="dk2"/>
                </a:solidFill>
                <a:latin typeface="Century Gothic"/>
                <a:ea typeface="Century Gothic"/>
                <a:cs typeface="Century Gothic"/>
                <a:sym typeface="Century Gothic"/>
              </a:rPr>
              <a:t>	4)free( tmp );</a:t>
            </a:r>
            <a:endParaRPr b="1" sz="1700">
              <a:solidFill>
                <a:schemeClr val="dk2"/>
              </a:solidFill>
              <a:latin typeface="Century Gothic"/>
              <a:ea typeface="Century Gothic"/>
              <a:cs typeface="Century Gothic"/>
              <a:sym typeface="Century Gothic"/>
            </a:endParaRPr>
          </a:p>
          <a:p>
            <a:pPr indent="0" lvl="8" marL="1847088" marR="0" rtl="0" algn="l">
              <a:spcBef>
                <a:spcPts val="333"/>
              </a:spcBef>
              <a:spcAft>
                <a:spcPts val="0"/>
              </a:spcAft>
              <a:buClr>
                <a:schemeClr val="accent1"/>
              </a:buClr>
              <a:buSzPct val="76000"/>
              <a:buFont typeface="Noto Sans Symbols"/>
              <a:buNone/>
            </a:pPr>
            <a:r>
              <a:t/>
            </a:r>
            <a:endParaRPr b="0" i="0" sz="1800" u="none" cap="none" strike="noStrike">
              <a:solidFill>
                <a:schemeClr val="dk2"/>
              </a:solidFill>
              <a:latin typeface="Century Gothic"/>
              <a:ea typeface="Century Gothic"/>
              <a:cs typeface="Century Gothic"/>
              <a:sym typeface="Century Gothic"/>
            </a:endParaRPr>
          </a:p>
        </p:txBody>
      </p:sp>
      <p:sp>
        <p:nvSpPr>
          <p:cNvPr id="1778" name="Google Shape;1778;p154"/>
          <p:cNvSpPr txBox="1"/>
          <p:nvPr/>
        </p:nvSpPr>
        <p:spPr>
          <a:xfrm>
            <a:off x="467544" y="332656"/>
            <a:ext cx="7024744" cy="45712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accent1"/>
              </a:buClr>
              <a:buSzPts val="2000"/>
              <a:buFont typeface="Century Gothic"/>
              <a:buNone/>
            </a:pPr>
            <a:r>
              <a:rPr b="1" lang="en-IN" sz="2000">
                <a:solidFill>
                  <a:schemeClr val="accent1"/>
                </a:solidFill>
                <a:latin typeface="Century Gothic"/>
                <a:ea typeface="Century Gothic"/>
                <a:cs typeface="Century Gothic"/>
                <a:sym typeface="Century Gothic"/>
              </a:rPr>
              <a:t>Doubly linked list-Deletion at beginning</a:t>
            </a:r>
            <a:endParaRPr sz="2000">
              <a:solidFill>
                <a:schemeClr val="accent1"/>
              </a:solidFill>
              <a:latin typeface="Century Gothic"/>
              <a:ea typeface="Century Gothic"/>
              <a:cs typeface="Century Gothic"/>
              <a:sym typeface="Century Gothic"/>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2" name="Shape 1782"/>
        <p:cNvGrpSpPr/>
        <p:nvPr/>
      </p:nvGrpSpPr>
      <p:grpSpPr>
        <a:xfrm>
          <a:off x="0" y="0"/>
          <a:ext cx="0" cy="0"/>
          <a:chOff x="0" y="0"/>
          <a:chExt cx="0" cy="0"/>
        </a:xfrm>
      </p:grpSpPr>
      <p:sp>
        <p:nvSpPr>
          <p:cNvPr id="1783" name="Google Shape;1783;p155"/>
          <p:cNvSpPr txBox="1"/>
          <p:nvPr>
            <p:ph idx="1" type="body"/>
          </p:nvPr>
        </p:nvSpPr>
        <p:spPr>
          <a:xfrm>
            <a:off x="611560" y="933792"/>
            <a:ext cx="7560839" cy="4419853"/>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b="1" i="1" lang="en-IN" sz="2000"/>
              <a:t>Concept-</a:t>
            </a:r>
            <a:endParaRPr/>
          </a:p>
          <a:p>
            <a:pPr indent="-274320" lvl="0" marL="342900" rtl="0" algn="l">
              <a:spcBef>
                <a:spcPts val="400"/>
              </a:spcBef>
              <a:spcAft>
                <a:spcPts val="0"/>
              </a:spcAft>
              <a:buSzPts val="1520"/>
              <a:buChar char="🞇"/>
            </a:pPr>
            <a:r>
              <a:rPr i="1" lang="en-IN" sz="2000"/>
              <a:t>We assign the next part of the deleted node to the next part of the previous node </a:t>
            </a:r>
            <a:endParaRPr/>
          </a:p>
          <a:p>
            <a:pPr indent="-274320" lvl="1" marL="640080" rtl="0" algn="l">
              <a:spcBef>
                <a:spcPts val="400"/>
              </a:spcBef>
              <a:spcAft>
                <a:spcPts val="0"/>
              </a:spcAft>
              <a:buSzPts val="1520"/>
              <a:buChar char="🞇"/>
            </a:pPr>
            <a:r>
              <a:rPr i="1" lang="en-IN" sz="2000"/>
              <a:t> address of the previous node to prev part of next node. </a:t>
            </a:r>
            <a:endParaRPr sz="2400"/>
          </a:p>
        </p:txBody>
      </p:sp>
      <p:sp>
        <p:nvSpPr>
          <p:cNvPr id="1784" name="Google Shape;1784;p155"/>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785" name="Google Shape;1785;p155"/>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786" name="Google Shape;1786;p155"/>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descr="https://1.bp.blogspot.com/-QedEwYvpppw/XAi92TVd5WI/AAAAAAAAFbc/rR26Axh1U9oXrVj9r6T_ggLEnukZVnv4wCLcBGAs/s400/New%2BDoc%2B2018-12-04%2B10.16.54_19.jpg" id="1787" name="Google Shape;1787;p155"/>
          <p:cNvSpPr/>
          <p:nvPr/>
        </p:nvSpPr>
        <p:spPr>
          <a:xfrm>
            <a:off x="155575" y="-647700"/>
            <a:ext cx="3810000" cy="1352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788" name="Google Shape;1788;p155"/>
          <p:cNvSpPr txBox="1"/>
          <p:nvPr/>
        </p:nvSpPr>
        <p:spPr>
          <a:xfrm>
            <a:off x="755576" y="476672"/>
            <a:ext cx="7024744" cy="457120"/>
          </a:xfrm>
          <a:prstGeom prst="rect">
            <a:avLst/>
          </a:prstGeom>
          <a:noFill/>
          <a:ln>
            <a:noFill/>
          </a:ln>
        </p:spPr>
        <p:txBody>
          <a:bodyPr anchorCtr="0" anchor="b" bIns="45700" lIns="91425" spcFirstLastPara="1" rIns="91425" wrap="square" tIns="45700">
            <a:normAutofit fontScale="52499" lnSpcReduction="20000"/>
          </a:bodyPr>
          <a:lstStyle/>
          <a:p>
            <a:pPr indent="0" lvl="0" marL="0" marR="0" rtl="0" algn="l">
              <a:spcBef>
                <a:spcPts val="0"/>
              </a:spcBef>
              <a:spcAft>
                <a:spcPts val="0"/>
              </a:spcAft>
              <a:buClr>
                <a:schemeClr val="accent1"/>
              </a:buClr>
              <a:buSzPct val="100000"/>
              <a:buFont typeface="Century Gothic"/>
              <a:buNone/>
            </a:pPr>
            <a:r>
              <a:rPr b="1" lang="en-IN" sz="4000">
                <a:solidFill>
                  <a:schemeClr val="accent1"/>
                </a:solidFill>
                <a:latin typeface="Century Gothic"/>
                <a:ea typeface="Century Gothic"/>
                <a:cs typeface="Century Gothic"/>
                <a:sym typeface="Century Gothic"/>
              </a:rPr>
              <a:t>Deletion from doubly linked list-Deletion in between</a:t>
            </a:r>
            <a:endParaRPr sz="4000">
              <a:solidFill>
                <a:schemeClr val="accent1"/>
              </a:solidFill>
              <a:latin typeface="Century Gothic"/>
              <a:ea typeface="Century Gothic"/>
              <a:cs typeface="Century Gothic"/>
              <a:sym typeface="Century Gothic"/>
            </a:endParaRPr>
          </a:p>
        </p:txBody>
      </p:sp>
      <p:pic>
        <p:nvPicPr>
          <p:cNvPr id="1789" name="Google Shape;1789;p155"/>
          <p:cNvPicPr preferRelativeResize="0"/>
          <p:nvPr/>
        </p:nvPicPr>
        <p:blipFill rotWithShape="1">
          <a:blip r:embed="rId3">
            <a:alphaModFix/>
          </a:blip>
          <a:srcRect b="0" l="0" r="0" t="0"/>
          <a:stretch/>
        </p:blipFill>
        <p:spPr>
          <a:xfrm>
            <a:off x="755576" y="3501008"/>
            <a:ext cx="7024744" cy="2880320"/>
          </a:xfrm>
          <a:prstGeom prst="rect">
            <a:avLst/>
          </a:prstGeom>
          <a:noFill/>
          <a:ln>
            <a:noFill/>
          </a:ln>
        </p:spPr>
      </p:pic>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3" name="Shape 1793"/>
        <p:cNvGrpSpPr/>
        <p:nvPr/>
      </p:nvGrpSpPr>
      <p:grpSpPr>
        <a:xfrm>
          <a:off x="0" y="0"/>
          <a:ext cx="0" cy="0"/>
          <a:chOff x="0" y="0"/>
          <a:chExt cx="0" cy="0"/>
        </a:xfrm>
      </p:grpSpPr>
      <p:sp>
        <p:nvSpPr>
          <p:cNvPr id="1794" name="Google Shape;1794;p156"/>
          <p:cNvSpPr txBox="1"/>
          <p:nvPr>
            <p:ph idx="1" type="body"/>
          </p:nvPr>
        </p:nvSpPr>
        <p:spPr>
          <a:xfrm>
            <a:off x="611560" y="933792"/>
            <a:ext cx="7560839" cy="4419853"/>
          </a:xfrm>
          <a:prstGeom prst="rect">
            <a:avLst/>
          </a:prstGeom>
          <a:noFill/>
          <a:ln>
            <a:noFill/>
          </a:ln>
        </p:spPr>
        <p:txBody>
          <a:bodyPr anchorCtr="0" anchor="t" bIns="45700" lIns="91425" spcFirstLastPara="1" rIns="91425" wrap="square" tIns="45700">
            <a:normAutofit/>
          </a:bodyPr>
          <a:lstStyle/>
          <a:p>
            <a:pPr indent="-342900" lvl="8" marL="2189988" rtl="0" algn="l">
              <a:spcBef>
                <a:spcPts val="0"/>
              </a:spcBef>
              <a:spcAft>
                <a:spcPts val="0"/>
              </a:spcAft>
              <a:buSzPts val="1520"/>
              <a:buFont typeface="Century Gothic"/>
              <a:buAutoNum type="arabicParenR"/>
            </a:pPr>
            <a:r>
              <a:rPr b="1" i="1" lang="en-IN" sz="2000"/>
              <a:t>tmp=q-&gt;next;</a:t>
            </a:r>
            <a:endParaRPr b="1" sz="2000"/>
          </a:p>
          <a:p>
            <a:pPr indent="-274320" lvl="0" marL="342900" rtl="0" algn="l">
              <a:spcBef>
                <a:spcPts val="400"/>
              </a:spcBef>
              <a:spcAft>
                <a:spcPts val="0"/>
              </a:spcAft>
              <a:buSzPts val="1520"/>
              <a:buChar char="🞇"/>
            </a:pPr>
            <a:r>
              <a:rPr i="1" lang="en-IN" sz="2000"/>
              <a:t>Here q is pointing to the previous node of node to be deleted. </a:t>
            </a:r>
            <a:endParaRPr i="1" sz="2000"/>
          </a:p>
          <a:p>
            <a:pPr indent="-274320" lvl="1" marL="640080" rtl="0" algn="l">
              <a:spcBef>
                <a:spcPts val="400"/>
              </a:spcBef>
              <a:spcAft>
                <a:spcPts val="0"/>
              </a:spcAft>
              <a:buSzPts val="1520"/>
              <a:buChar char="🞇"/>
            </a:pPr>
            <a:r>
              <a:rPr i="1" lang="en-IN" sz="2000"/>
              <a:t>After statement 1 tmp will point to the node to be deleted. </a:t>
            </a:r>
            <a:endParaRPr i="1" sz="2000"/>
          </a:p>
          <a:p>
            <a:pPr indent="0" lvl="0" marL="68580" rtl="0" algn="l">
              <a:spcBef>
                <a:spcPts val="480"/>
              </a:spcBef>
              <a:spcAft>
                <a:spcPts val="0"/>
              </a:spcAft>
              <a:buSzPts val="1824"/>
              <a:buNone/>
            </a:pPr>
            <a:r>
              <a:t/>
            </a:r>
            <a:endParaRPr/>
          </a:p>
        </p:txBody>
      </p:sp>
      <p:sp>
        <p:nvSpPr>
          <p:cNvPr id="1795" name="Google Shape;1795;p156"/>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796" name="Google Shape;1796;p156"/>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797" name="Google Shape;1797;p156"/>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descr="https://1.bp.blogspot.com/-QedEwYvpppw/XAi92TVd5WI/AAAAAAAAFbc/rR26Axh1U9oXrVj9r6T_ggLEnukZVnv4wCLcBGAs/s400/New%2BDoc%2B2018-12-04%2B10.16.54_19.jpg" id="1798" name="Google Shape;1798;p156"/>
          <p:cNvSpPr/>
          <p:nvPr/>
        </p:nvSpPr>
        <p:spPr>
          <a:xfrm>
            <a:off x="155575" y="-647700"/>
            <a:ext cx="3810000" cy="1352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799" name="Google Shape;1799;p156"/>
          <p:cNvSpPr txBox="1"/>
          <p:nvPr/>
        </p:nvSpPr>
        <p:spPr>
          <a:xfrm>
            <a:off x="755576" y="476672"/>
            <a:ext cx="7024744" cy="457120"/>
          </a:xfrm>
          <a:prstGeom prst="rect">
            <a:avLst/>
          </a:prstGeom>
          <a:noFill/>
          <a:ln>
            <a:noFill/>
          </a:ln>
        </p:spPr>
        <p:txBody>
          <a:bodyPr anchorCtr="0" anchor="b" bIns="45700" lIns="91425" spcFirstLastPara="1" rIns="91425" wrap="square" tIns="45700">
            <a:normAutofit fontScale="52499" lnSpcReduction="20000"/>
          </a:bodyPr>
          <a:lstStyle/>
          <a:p>
            <a:pPr indent="0" lvl="0" marL="0" marR="0" rtl="0" algn="l">
              <a:spcBef>
                <a:spcPts val="0"/>
              </a:spcBef>
              <a:spcAft>
                <a:spcPts val="0"/>
              </a:spcAft>
              <a:buClr>
                <a:schemeClr val="accent1"/>
              </a:buClr>
              <a:buSzPct val="100000"/>
              <a:buFont typeface="Century Gothic"/>
              <a:buNone/>
            </a:pPr>
            <a:r>
              <a:rPr b="1" lang="en-IN" sz="4000">
                <a:solidFill>
                  <a:schemeClr val="accent1"/>
                </a:solidFill>
                <a:latin typeface="Century Gothic"/>
                <a:ea typeface="Century Gothic"/>
                <a:cs typeface="Century Gothic"/>
                <a:sym typeface="Century Gothic"/>
              </a:rPr>
              <a:t>Deletion from doubly linked list-Deletion in between</a:t>
            </a:r>
            <a:endParaRPr sz="4000">
              <a:solidFill>
                <a:schemeClr val="accent1"/>
              </a:solidFill>
              <a:latin typeface="Century Gothic"/>
              <a:ea typeface="Century Gothic"/>
              <a:cs typeface="Century Gothic"/>
              <a:sym typeface="Century Gothic"/>
            </a:endParaRPr>
          </a:p>
        </p:txBody>
      </p:sp>
      <p:pic>
        <p:nvPicPr>
          <p:cNvPr id="1800" name="Google Shape;1800;p156"/>
          <p:cNvPicPr preferRelativeResize="0"/>
          <p:nvPr/>
        </p:nvPicPr>
        <p:blipFill rotWithShape="1">
          <a:blip r:embed="rId3">
            <a:alphaModFix/>
          </a:blip>
          <a:srcRect b="0" l="0" r="0" t="0"/>
          <a:stretch/>
        </p:blipFill>
        <p:spPr>
          <a:xfrm>
            <a:off x="812776" y="3140968"/>
            <a:ext cx="7024744" cy="2664296"/>
          </a:xfrm>
          <a:prstGeom prst="rect">
            <a:avLst/>
          </a:prstGeom>
          <a:noFill/>
          <a:ln>
            <a:noFill/>
          </a:ln>
        </p:spPr>
      </p:pic>
      <p:sp>
        <p:nvSpPr>
          <p:cNvPr id="1801" name="Google Shape;1801;p156"/>
          <p:cNvSpPr txBox="1"/>
          <p:nvPr/>
        </p:nvSpPr>
        <p:spPr>
          <a:xfrm>
            <a:off x="4638327" y="4941168"/>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FF0000"/>
                </a:solidFill>
                <a:latin typeface="Century Gothic"/>
                <a:ea typeface="Century Gothic"/>
                <a:cs typeface="Century Gothic"/>
                <a:sym typeface="Century Gothic"/>
              </a:rPr>
              <a:t>1</a:t>
            </a:r>
            <a:endParaRPr b="1" sz="1800">
              <a:solidFill>
                <a:srgbClr val="FF0000"/>
              </a:solidFill>
              <a:latin typeface="Century Gothic"/>
              <a:ea typeface="Century Gothic"/>
              <a:cs typeface="Century Gothic"/>
              <a:sym typeface="Century Gothic"/>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5" name="Shape 1805"/>
        <p:cNvGrpSpPr/>
        <p:nvPr/>
      </p:nvGrpSpPr>
      <p:grpSpPr>
        <a:xfrm>
          <a:off x="0" y="0"/>
          <a:ext cx="0" cy="0"/>
          <a:chOff x="0" y="0"/>
          <a:chExt cx="0" cy="0"/>
        </a:xfrm>
      </p:grpSpPr>
      <p:sp>
        <p:nvSpPr>
          <p:cNvPr id="1806" name="Google Shape;1806;p157"/>
          <p:cNvSpPr txBox="1"/>
          <p:nvPr>
            <p:ph idx="1" type="body"/>
          </p:nvPr>
        </p:nvSpPr>
        <p:spPr>
          <a:xfrm>
            <a:off x="611560" y="933792"/>
            <a:ext cx="7560839" cy="4419853"/>
          </a:xfrm>
          <a:prstGeom prst="rect">
            <a:avLst/>
          </a:prstGeom>
          <a:noFill/>
          <a:ln>
            <a:noFill/>
          </a:ln>
        </p:spPr>
        <p:txBody>
          <a:bodyPr anchorCtr="0" anchor="t" bIns="45700" lIns="91425" spcFirstLastPara="1" rIns="91425" wrap="square" tIns="45700">
            <a:normAutofit/>
          </a:bodyPr>
          <a:lstStyle/>
          <a:p>
            <a:pPr indent="-342900" lvl="8" marL="2189988" rtl="0" algn="l">
              <a:spcBef>
                <a:spcPts val="0"/>
              </a:spcBef>
              <a:spcAft>
                <a:spcPts val="0"/>
              </a:spcAft>
              <a:buSzPts val="1520"/>
              <a:buFont typeface="Century Gothic"/>
              <a:buAutoNum type="arabicParenR"/>
            </a:pPr>
            <a:r>
              <a:rPr b="1" i="1" lang="en-IN" sz="2000"/>
              <a:t>tmp=q-&gt;next;</a:t>
            </a:r>
            <a:endParaRPr b="1" sz="2000"/>
          </a:p>
          <a:p>
            <a:pPr indent="-342900" lvl="8" marL="2189988" rtl="0" algn="l">
              <a:spcBef>
                <a:spcPts val="400"/>
              </a:spcBef>
              <a:spcAft>
                <a:spcPts val="0"/>
              </a:spcAft>
              <a:buSzPts val="1520"/>
              <a:buFont typeface="Century Gothic"/>
              <a:buAutoNum type="arabicParenR"/>
            </a:pPr>
            <a:r>
              <a:rPr b="1" i="1" lang="en-IN" sz="2000"/>
              <a:t>q-&gt;next=tmp-&gt;next;</a:t>
            </a:r>
            <a:endParaRPr/>
          </a:p>
          <a:p>
            <a:pPr indent="-274320" lvl="1" marL="640080" rtl="0" algn="l">
              <a:spcBef>
                <a:spcPts val="400"/>
              </a:spcBef>
              <a:spcAft>
                <a:spcPts val="0"/>
              </a:spcAft>
              <a:buSzPts val="1520"/>
              <a:buChar char="🞇"/>
            </a:pPr>
            <a:r>
              <a:rPr i="1" lang="en-IN" sz="2000"/>
              <a:t>After statement 2 next part of previous node will point to next node of the node to be deleted </a:t>
            </a:r>
            <a:endParaRPr/>
          </a:p>
          <a:p>
            <a:pPr indent="0" lvl="0" marL="68580" rtl="0" algn="l">
              <a:spcBef>
                <a:spcPts val="480"/>
              </a:spcBef>
              <a:spcAft>
                <a:spcPts val="0"/>
              </a:spcAft>
              <a:buSzPts val="1824"/>
              <a:buNone/>
            </a:pPr>
            <a:r>
              <a:t/>
            </a:r>
            <a:endParaRPr/>
          </a:p>
        </p:txBody>
      </p:sp>
      <p:sp>
        <p:nvSpPr>
          <p:cNvPr id="1807" name="Google Shape;1807;p157"/>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808" name="Google Shape;1808;p157"/>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809" name="Google Shape;1809;p157"/>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descr="https://1.bp.blogspot.com/-QedEwYvpppw/XAi92TVd5WI/AAAAAAAAFbc/rR26Axh1U9oXrVj9r6T_ggLEnukZVnv4wCLcBGAs/s400/New%2BDoc%2B2018-12-04%2B10.16.54_19.jpg" id="1810" name="Google Shape;1810;p157"/>
          <p:cNvSpPr/>
          <p:nvPr/>
        </p:nvSpPr>
        <p:spPr>
          <a:xfrm>
            <a:off x="155575" y="-647700"/>
            <a:ext cx="3810000" cy="1352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811" name="Google Shape;1811;p157"/>
          <p:cNvSpPr txBox="1"/>
          <p:nvPr/>
        </p:nvSpPr>
        <p:spPr>
          <a:xfrm>
            <a:off x="755576" y="476672"/>
            <a:ext cx="7024744" cy="457120"/>
          </a:xfrm>
          <a:prstGeom prst="rect">
            <a:avLst/>
          </a:prstGeom>
          <a:noFill/>
          <a:ln>
            <a:noFill/>
          </a:ln>
        </p:spPr>
        <p:txBody>
          <a:bodyPr anchorCtr="0" anchor="b" bIns="45700" lIns="91425" spcFirstLastPara="1" rIns="91425" wrap="square" tIns="45700">
            <a:normAutofit fontScale="52499" lnSpcReduction="20000"/>
          </a:bodyPr>
          <a:lstStyle/>
          <a:p>
            <a:pPr indent="0" lvl="0" marL="0" marR="0" rtl="0" algn="l">
              <a:spcBef>
                <a:spcPts val="0"/>
              </a:spcBef>
              <a:spcAft>
                <a:spcPts val="0"/>
              </a:spcAft>
              <a:buClr>
                <a:schemeClr val="accent1"/>
              </a:buClr>
              <a:buSzPct val="100000"/>
              <a:buFont typeface="Century Gothic"/>
              <a:buNone/>
            </a:pPr>
            <a:r>
              <a:rPr b="1" lang="en-IN" sz="4000">
                <a:solidFill>
                  <a:schemeClr val="accent1"/>
                </a:solidFill>
                <a:latin typeface="Century Gothic"/>
                <a:ea typeface="Century Gothic"/>
                <a:cs typeface="Century Gothic"/>
                <a:sym typeface="Century Gothic"/>
              </a:rPr>
              <a:t>Deletion from doubly linked list-Deletion in between</a:t>
            </a:r>
            <a:endParaRPr sz="4000">
              <a:solidFill>
                <a:schemeClr val="accent1"/>
              </a:solidFill>
              <a:latin typeface="Century Gothic"/>
              <a:ea typeface="Century Gothic"/>
              <a:cs typeface="Century Gothic"/>
              <a:sym typeface="Century Gothic"/>
            </a:endParaRPr>
          </a:p>
        </p:txBody>
      </p:sp>
      <p:pic>
        <p:nvPicPr>
          <p:cNvPr id="1812" name="Google Shape;1812;p157"/>
          <p:cNvPicPr preferRelativeResize="0"/>
          <p:nvPr/>
        </p:nvPicPr>
        <p:blipFill rotWithShape="1">
          <a:blip r:embed="rId3">
            <a:alphaModFix/>
          </a:blip>
          <a:srcRect b="0" l="0" r="0" t="0"/>
          <a:stretch/>
        </p:blipFill>
        <p:spPr>
          <a:xfrm>
            <a:off x="755576" y="3140968"/>
            <a:ext cx="7024744" cy="2736304"/>
          </a:xfrm>
          <a:prstGeom prst="rect">
            <a:avLst/>
          </a:prstGeom>
          <a:noFill/>
          <a:ln>
            <a:noFill/>
          </a:ln>
        </p:spPr>
      </p:pic>
      <p:sp>
        <p:nvSpPr>
          <p:cNvPr id="1813" name="Google Shape;1813;p157"/>
          <p:cNvSpPr txBox="1"/>
          <p:nvPr/>
        </p:nvSpPr>
        <p:spPr>
          <a:xfrm>
            <a:off x="4613180" y="4978334"/>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FF0000"/>
                </a:solidFill>
                <a:latin typeface="Century Gothic"/>
                <a:ea typeface="Century Gothic"/>
                <a:cs typeface="Century Gothic"/>
                <a:sym typeface="Century Gothic"/>
              </a:rPr>
              <a:t>1</a:t>
            </a:r>
            <a:endParaRPr b="1" sz="1800">
              <a:solidFill>
                <a:srgbClr val="FF0000"/>
              </a:solidFill>
              <a:latin typeface="Century Gothic"/>
              <a:ea typeface="Century Gothic"/>
              <a:cs typeface="Century Gothic"/>
              <a:sym typeface="Century Gothic"/>
            </a:endParaRPr>
          </a:p>
        </p:txBody>
      </p:sp>
      <p:sp>
        <p:nvSpPr>
          <p:cNvPr id="1814" name="Google Shape;1814;p157"/>
          <p:cNvSpPr txBox="1"/>
          <p:nvPr/>
        </p:nvSpPr>
        <p:spPr>
          <a:xfrm>
            <a:off x="4267948" y="3645024"/>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FF0000"/>
                </a:solidFill>
                <a:latin typeface="Century Gothic"/>
                <a:ea typeface="Century Gothic"/>
                <a:cs typeface="Century Gothic"/>
                <a:sym typeface="Century Gothic"/>
              </a:rPr>
              <a:t>2</a:t>
            </a:r>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8" name="Shape 1818"/>
        <p:cNvGrpSpPr/>
        <p:nvPr/>
      </p:nvGrpSpPr>
      <p:grpSpPr>
        <a:xfrm>
          <a:off x="0" y="0"/>
          <a:ext cx="0" cy="0"/>
          <a:chOff x="0" y="0"/>
          <a:chExt cx="0" cy="0"/>
        </a:xfrm>
      </p:grpSpPr>
      <p:sp>
        <p:nvSpPr>
          <p:cNvPr id="1819" name="Google Shape;1819;p158"/>
          <p:cNvSpPr txBox="1"/>
          <p:nvPr>
            <p:ph idx="1" type="body"/>
          </p:nvPr>
        </p:nvSpPr>
        <p:spPr>
          <a:xfrm>
            <a:off x="611560" y="933792"/>
            <a:ext cx="7560839" cy="4419853"/>
          </a:xfrm>
          <a:prstGeom prst="rect">
            <a:avLst/>
          </a:prstGeom>
          <a:noFill/>
          <a:ln>
            <a:noFill/>
          </a:ln>
        </p:spPr>
        <p:txBody>
          <a:bodyPr anchorCtr="0" anchor="t" bIns="45700" lIns="91425" spcFirstLastPara="1" rIns="91425" wrap="square" tIns="45700">
            <a:normAutofit/>
          </a:bodyPr>
          <a:lstStyle/>
          <a:p>
            <a:pPr indent="-342900" lvl="8" marL="2189988" rtl="0" algn="l">
              <a:spcBef>
                <a:spcPts val="0"/>
              </a:spcBef>
              <a:spcAft>
                <a:spcPts val="0"/>
              </a:spcAft>
              <a:buSzPts val="1368"/>
              <a:buFont typeface="Century Gothic"/>
              <a:buAutoNum type="arabicParenR"/>
            </a:pPr>
            <a:r>
              <a:rPr b="1" i="1" lang="en-IN" sz="1800"/>
              <a:t>tmp=q-&gt;next;</a:t>
            </a:r>
            <a:endParaRPr b="1" sz="1800"/>
          </a:p>
          <a:p>
            <a:pPr indent="-342900" lvl="8" marL="2189988" rtl="0" algn="l">
              <a:spcBef>
                <a:spcPts val="360"/>
              </a:spcBef>
              <a:spcAft>
                <a:spcPts val="0"/>
              </a:spcAft>
              <a:buSzPts val="1368"/>
              <a:buFont typeface="Century Gothic"/>
              <a:buAutoNum type="arabicParenR"/>
            </a:pPr>
            <a:r>
              <a:rPr b="1" i="1" lang="en-IN" sz="1800"/>
              <a:t>q-&gt;next=tmp-&gt;next;</a:t>
            </a:r>
            <a:endParaRPr/>
          </a:p>
          <a:p>
            <a:pPr indent="-342900" lvl="8" marL="2189988" rtl="0" algn="l">
              <a:spcBef>
                <a:spcPts val="360"/>
              </a:spcBef>
              <a:spcAft>
                <a:spcPts val="0"/>
              </a:spcAft>
              <a:buSzPts val="1368"/>
              <a:buFont typeface="Century Gothic"/>
              <a:buAutoNum type="arabicParenR"/>
            </a:pPr>
            <a:r>
              <a:rPr b="1" i="1" lang="en-IN" sz="1800"/>
              <a:t>tmp-&gt;next-&gt;prev=q;</a:t>
            </a:r>
            <a:endParaRPr b="1" sz="1800"/>
          </a:p>
          <a:p>
            <a:pPr indent="-274320" lvl="1" marL="640080" rtl="0" algn="l">
              <a:spcBef>
                <a:spcPts val="360"/>
              </a:spcBef>
              <a:spcAft>
                <a:spcPts val="0"/>
              </a:spcAft>
              <a:buSzPts val="1368"/>
              <a:buChar char="🞇"/>
            </a:pPr>
            <a:r>
              <a:rPr i="1" lang="en-IN" sz="1800"/>
              <a:t>After statement 3 prev part of next node will point to previous node.</a:t>
            </a:r>
            <a:endParaRPr sz="1800"/>
          </a:p>
          <a:p>
            <a:pPr indent="0" lvl="0" marL="68580" rtl="0" algn="l">
              <a:spcBef>
                <a:spcPts val="400"/>
              </a:spcBef>
              <a:spcAft>
                <a:spcPts val="0"/>
              </a:spcAft>
              <a:buSzPts val="1520"/>
              <a:buNone/>
            </a:pPr>
            <a:r>
              <a:t/>
            </a:r>
            <a:endParaRPr sz="2000"/>
          </a:p>
        </p:txBody>
      </p:sp>
      <p:sp>
        <p:nvSpPr>
          <p:cNvPr id="1820" name="Google Shape;1820;p158"/>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821" name="Google Shape;1821;p158"/>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822" name="Google Shape;1822;p158"/>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descr="https://1.bp.blogspot.com/-QedEwYvpppw/XAi92TVd5WI/AAAAAAAAFbc/rR26Axh1U9oXrVj9r6T_ggLEnukZVnv4wCLcBGAs/s400/New%2BDoc%2B2018-12-04%2B10.16.54_19.jpg" id="1823" name="Google Shape;1823;p158"/>
          <p:cNvSpPr/>
          <p:nvPr/>
        </p:nvSpPr>
        <p:spPr>
          <a:xfrm>
            <a:off x="155575" y="-647700"/>
            <a:ext cx="3810000" cy="1352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824" name="Google Shape;1824;p158"/>
          <p:cNvSpPr txBox="1"/>
          <p:nvPr/>
        </p:nvSpPr>
        <p:spPr>
          <a:xfrm>
            <a:off x="755576" y="476672"/>
            <a:ext cx="7024744" cy="457120"/>
          </a:xfrm>
          <a:prstGeom prst="rect">
            <a:avLst/>
          </a:prstGeom>
          <a:noFill/>
          <a:ln>
            <a:noFill/>
          </a:ln>
        </p:spPr>
        <p:txBody>
          <a:bodyPr anchorCtr="0" anchor="b" bIns="45700" lIns="91425" spcFirstLastPara="1" rIns="91425" wrap="square" tIns="45700">
            <a:normAutofit fontScale="52499" lnSpcReduction="20000"/>
          </a:bodyPr>
          <a:lstStyle/>
          <a:p>
            <a:pPr indent="0" lvl="0" marL="0" marR="0" rtl="0" algn="l">
              <a:spcBef>
                <a:spcPts val="0"/>
              </a:spcBef>
              <a:spcAft>
                <a:spcPts val="0"/>
              </a:spcAft>
              <a:buClr>
                <a:schemeClr val="accent1"/>
              </a:buClr>
              <a:buSzPct val="100000"/>
              <a:buFont typeface="Century Gothic"/>
              <a:buNone/>
            </a:pPr>
            <a:r>
              <a:rPr b="1" lang="en-IN" sz="4000">
                <a:solidFill>
                  <a:schemeClr val="accent1"/>
                </a:solidFill>
                <a:latin typeface="Century Gothic"/>
                <a:ea typeface="Century Gothic"/>
                <a:cs typeface="Century Gothic"/>
                <a:sym typeface="Century Gothic"/>
              </a:rPr>
              <a:t>Deletion from doubly linked list-Deletion in between</a:t>
            </a:r>
            <a:endParaRPr sz="4000">
              <a:solidFill>
                <a:schemeClr val="accent1"/>
              </a:solidFill>
              <a:latin typeface="Century Gothic"/>
              <a:ea typeface="Century Gothic"/>
              <a:cs typeface="Century Gothic"/>
              <a:sym typeface="Century Gothic"/>
            </a:endParaRPr>
          </a:p>
        </p:txBody>
      </p:sp>
      <p:pic>
        <p:nvPicPr>
          <p:cNvPr id="1825" name="Google Shape;1825;p158"/>
          <p:cNvPicPr preferRelativeResize="0"/>
          <p:nvPr/>
        </p:nvPicPr>
        <p:blipFill rotWithShape="1">
          <a:blip r:embed="rId3">
            <a:alphaModFix/>
          </a:blip>
          <a:srcRect b="0" l="0" r="0" t="0"/>
          <a:stretch/>
        </p:blipFill>
        <p:spPr>
          <a:xfrm>
            <a:off x="755576" y="3212976"/>
            <a:ext cx="7024744" cy="3168352"/>
          </a:xfrm>
          <a:prstGeom prst="rect">
            <a:avLst/>
          </a:prstGeom>
          <a:noFill/>
          <a:ln>
            <a:noFill/>
          </a:ln>
        </p:spPr>
      </p:pic>
      <p:sp>
        <p:nvSpPr>
          <p:cNvPr id="1826" name="Google Shape;1826;p158"/>
          <p:cNvSpPr txBox="1"/>
          <p:nvPr/>
        </p:nvSpPr>
        <p:spPr>
          <a:xfrm>
            <a:off x="683568" y="971436"/>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FF0000"/>
                </a:solidFill>
                <a:latin typeface="Century Gothic"/>
                <a:ea typeface="Century Gothic"/>
                <a:cs typeface="Century Gothic"/>
                <a:sym typeface="Century Gothic"/>
              </a:rPr>
              <a:t>1</a:t>
            </a:r>
            <a:endParaRPr b="1" sz="1800">
              <a:solidFill>
                <a:srgbClr val="FF0000"/>
              </a:solidFill>
              <a:latin typeface="Century Gothic"/>
              <a:ea typeface="Century Gothic"/>
              <a:cs typeface="Century Gothic"/>
              <a:sym typeface="Century Gothic"/>
            </a:endParaRPr>
          </a:p>
        </p:txBody>
      </p:sp>
      <p:sp>
        <p:nvSpPr>
          <p:cNvPr id="1827" name="Google Shape;1827;p158"/>
          <p:cNvSpPr txBox="1"/>
          <p:nvPr/>
        </p:nvSpPr>
        <p:spPr>
          <a:xfrm>
            <a:off x="4267948" y="3851756"/>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FF0000"/>
                </a:solidFill>
                <a:latin typeface="Century Gothic"/>
                <a:ea typeface="Century Gothic"/>
                <a:cs typeface="Century Gothic"/>
                <a:sym typeface="Century Gothic"/>
              </a:rPr>
              <a:t>2</a:t>
            </a:r>
            <a:endParaRPr/>
          </a:p>
        </p:txBody>
      </p:sp>
      <p:sp>
        <p:nvSpPr>
          <p:cNvPr id="1828" name="Google Shape;1828;p158"/>
          <p:cNvSpPr txBox="1"/>
          <p:nvPr/>
        </p:nvSpPr>
        <p:spPr>
          <a:xfrm>
            <a:off x="4613180" y="5482390"/>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FF0000"/>
                </a:solidFill>
                <a:latin typeface="Century Gothic"/>
                <a:ea typeface="Century Gothic"/>
                <a:cs typeface="Century Gothic"/>
                <a:sym typeface="Century Gothic"/>
              </a:rPr>
              <a:t>1</a:t>
            </a:r>
            <a:endParaRPr b="1" sz="1800">
              <a:solidFill>
                <a:srgbClr val="FF0000"/>
              </a:solidFill>
              <a:latin typeface="Century Gothic"/>
              <a:ea typeface="Century Gothic"/>
              <a:cs typeface="Century Gothic"/>
              <a:sym typeface="Century Gothic"/>
            </a:endParaRPr>
          </a:p>
        </p:txBody>
      </p:sp>
      <p:sp>
        <p:nvSpPr>
          <p:cNvPr id="1829" name="Google Shape;1829;p158"/>
          <p:cNvSpPr txBox="1"/>
          <p:nvPr/>
        </p:nvSpPr>
        <p:spPr>
          <a:xfrm>
            <a:off x="4211960" y="3140968"/>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FF0000"/>
                </a:solidFill>
                <a:latin typeface="Century Gothic"/>
                <a:ea typeface="Century Gothic"/>
                <a:cs typeface="Century Gothic"/>
                <a:sym typeface="Century Gothic"/>
              </a:rPr>
              <a:t>3</a:t>
            </a:r>
            <a:endParaRPr b="1" sz="1800">
              <a:solidFill>
                <a:srgbClr val="FF0000"/>
              </a:solidFill>
              <a:latin typeface="Century Gothic"/>
              <a:ea typeface="Century Gothic"/>
              <a:cs typeface="Century Gothic"/>
              <a:sym typeface="Century Gothic"/>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3" name="Shape 1833"/>
        <p:cNvGrpSpPr/>
        <p:nvPr/>
      </p:nvGrpSpPr>
      <p:grpSpPr>
        <a:xfrm>
          <a:off x="0" y="0"/>
          <a:ext cx="0" cy="0"/>
          <a:chOff x="0" y="0"/>
          <a:chExt cx="0" cy="0"/>
        </a:xfrm>
      </p:grpSpPr>
      <p:sp>
        <p:nvSpPr>
          <p:cNvPr id="1834" name="Google Shape;1834;p159"/>
          <p:cNvSpPr txBox="1"/>
          <p:nvPr>
            <p:ph idx="1" type="body"/>
          </p:nvPr>
        </p:nvSpPr>
        <p:spPr>
          <a:xfrm>
            <a:off x="611560" y="933792"/>
            <a:ext cx="7560839" cy="4419853"/>
          </a:xfrm>
          <a:prstGeom prst="rect">
            <a:avLst/>
          </a:prstGeom>
          <a:noFill/>
          <a:ln>
            <a:noFill/>
          </a:ln>
        </p:spPr>
        <p:txBody>
          <a:bodyPr anchorCtr="0" anchor="t" bIns="45700" lIns="91425" spcFirstLastPara="1" rIns="91425" wrap="square" tIns="45700">
            <a:normAutofit/>
          </a:bodyPr>
          <a:lstStyle/>
          <a:p>
            <a:pPr indent="-342900" lvl="8" marL="2189988" rtl="0" algn="l">
              <a:spcBef>
                <a:spcPts val="0"/>
              </a:spcBef>
              <a:spcAft>
                <a:spcPts val="0"/>
              </a:spcAft>
              <a:buSzPts val="1368"/>
              <a:buFont typeface="Century Gothic"/>
              <a:buAutoNum type="arabicParenR"/>
            </a:pPr>
            <a:r>
              <a:rPr b="1" i="1" lang="en-IN" sz="1800"/>
              <a:t>tmp=q-&gt;next;</a:t>
            </a:r>
            <a:endParaRPr b="1" sz="1800"/>
          </a:p>
          <a:p>
            <a:pPr indent="-342900" lvl="8" marL="2189988" rtl="0" algn="l">
              <a:spcBef>
                <a:spcPts val="360"/>
              </a:spcBef>
              <a:spcAft>
                <a:spcPts val="0"/>
              </a:spcAft>
              <a:buSzPts val="1368"/>
              <a:buFont typeface="Century Gothic"/>
              <a:buAutoNum type="arabicParenR"/>
            </a:pPr>
            <a:r>
              <a:rPr b="1" i="1" lang="en-IN" sz="1800"/>
              <a:t>q-&gt;next=tmp-&gt;next;</a:t>
            </a:r>
            <a:endParaRPr/>
          </a:p>
          <a:p>
            <a:pPr indent="-342900" lvl="8" marL="2189988" rtl="0" algn="l">
              <a:spcBef>
                <a:spcPts val="360"/>
              </a:spcBef>
              <a:spcAft>
                <a:spcPts val="0"/>
              </a:spcAft>
              <a:buSzPts val="1368"/>
              <a:buFont typeface="Century Gothic"/>
              <a:buAutoNum type="arabicParenR"/>
            </a:pPr>
            <a:r>
              <a:rPr b="1" i="1" lang="en-IN" sz="1800"/>
              <a:t>tmp-&gt;next-&gt;prev=q;</a:t>
            </a:r>
            <a:endParaRPr b="1" sz="1800"/>
          </a:p>
          <a:p>
            <a:pPr indent="-342900" lvl="8" marL="2189988" rtl="0" algn="l">
              <a:spcBef>
                <a:spcPts val="360"/>
              </a:spcBef>
              <a:spcAft>
                <a:spcPts val="0"/>
              </a:spcAft>
              <a:buSzPts val="1368"/>
              <a:buFont typeface="Century Gothic"/>
              <a:buAutoNum type="arabicParenR"/>
            </a:pPr>
            <a:r>
              <a:rPr b="1" i="1" lang="en-IN" sz="1800"/>
              <a:t>free(tmp);</a:t>
            </a:r>
            <a:endParaRPr b="1" sz="1800"/>
          </a:p>
          <a:p>
            <a:pPr indent="-274320" lvl="0" marL="342900" rtl="0" algn="l">
              <a:spcBef>
                <a:spcPts val="360"/>
              </a:spcBef>
              <a:spcAft>
                <a:spcPts val="0"/>
              </a:spcAft>
              <a:buSzPts val="1368"/>
              <a:buChar char="🞇"/>
            </a:pPr>
            <a:r>
              <a:rPr i="1" lang="en-IN" sz="1800"/>
              <a:t>Here q is pointing to the previous node of node to be deleted. </a:t>
            </a:r>
            <a:endParaRPr i="1" sz="1800"/>
          </a:p>
          <a:p>
            <a:pPr indent="-274320" lvl="1" marL="640080" rtl="0" algn="l">
              <a:spcBef>
                <a:spcPts val="360"/>
              </a:spcBef>
              <a:spcAft>
                <a:spcPts val="0"/>
              </a:spcAft>
              <a:buSzPts val="1368"/>
              <a:buChar char="🞇"/>
            </a:pPr>
            <a:r>
              <a:rPr i="1" lang="en-IN" sz="1800"/>
              <a:t>After statement 1 tmp will point to the node to be deleted. </a:t>
            </a:r>
            <a:endParaRPr i="1" sz="1800"/>
          </a:p>
          <a:p>
            <a:pPr indent="-274320" lvl="1" marL="640080" rtl="0" algn="l">
              <a:spcBef>
                <a:spcPts val="360"/>
              </a:spcBef>
              <a:spcAft>
                <a:spcPts val="0"/>
              </a:spcAft>
              <a:buSzPts val="1368"/>
              <a:buChar char="🞇"/>
            </a:pPr>
            <a:r>
              <a:rPr i="1" lang="en-IN" sz="1800"/>
              <a:t>After statement 2 next part of previous node will point to next node of the node to be deleted </a:t>
            </a:r>
            <a:endParaRPr/>
          </a:p>
          <a:p>
            <a:pPr indent="-274320" lvl="1" marL="640080" rtl="0" algn="l">
              <a:spcBef>
                <a:spcPts val="360"/>
              </a:spcBef>
              <a:spcAft>
                <a:spcPts val="0"/>
              </a:spcAft>
              <a:buSzPts val="1368"/>
              <a:buChar char="🞇"/>
            </a:pPr>
            <a:r>
              <a:rPr i="1" lang="en-IN" sz="1800"/>
              <a:t>After statement 3 prev part of next node will point to previous node.</a:t>
            </a:r>
            <a:endParaRPr sz="1800"/>
          </a:p>
          <a:p>
            <a:pPr indent="0" lvl="0" marL="68580" rtl="0" algn="l">
              <a:spcBef>
                <a:spcPts val="400"/>
              </a:spcBef>
              <a:spcAft>
                <a:spcPts val="0"/>
              </a:spcAft>
              <a:buSzPts val="1520"/>
              <a:buNone/>
            </a:pPr>
            <a:r>
              <a:t/>
            </a:r>
            <a:endParaRPr sz="2000"/>
          </a:p>
        </p:txBody>
      </p:sp>
      <p:sp>
        <p:nvSpPr>
          <p:cNvPr id="1835" name="Google Shape;1835;p159"/>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836" name="Google Shape;1836;p159"/>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837" name="Google Shape;1837;p159"/>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descr="https://1.bp.blogspot.com/-QedEwYvpppw/XAi92TVd5WI/AAAAAAAAFbc/rR26Axh1U9oXrVj9r6T_ggLEnukZVnv4wCLcBGAs/s400/New%2BDoc%2B2018-12-04%2B10.16.54_19.jpg" id="1838" name="Google Shape;1838;p159"/>
          <p:cNvSpPr/>
          <p:nvPr/>
        </p:nvSpPr>
        <p:spPr>
          <a:xfrm>
            <a:off x="155575" y="-647700"/>
            <a:ext cx="3810000" cy="1352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839" name="Google Shape;1839;p159"/>
          <p:cNvSpPr txBox="1"/>
          <p:nvPr/>
        </p:nvSpPr>
        <p:spPr>
          <a:xfrm>
            <a:off x="755576" y="476672"/>
            <a:ext cx="7024744" cy="457120"/>
          </a:xfrm>
          <a:prstGeom prst="rect">
            <a:avLst/>
          </a:prstGeom>
          <a:noFill/>
          <a:ln>
            <a:noFill/>
          </a:ln>
        </p:spPr>
        <p:txBody>
          <a:bodyPr anchorCtr="0" anchor="b" bIns="45700" lIns="91425" spcFirstLastPara="1" rIns="91425" wrap="square" tIns="45700">
            <a:normAutofit fontScale="52499" lnSpcReduction="20000"/>
          </a:bodyPr>
          <a:lstStyle/>
          <a:p>
            <a:pPr indent="0" lvl="0" marL="0" marR="0" rtl="0" algn="l">
              <a:spcBef>
                <a:spcPts val="0"/>
              </a:spcBef>
              <a:spcAft>
                <a:spcPts val="0"/>
              </a:spcAft>
              <a:buClr>
                <a:schemeClr val="accent1"/>
              </a:buClr>
              <a:buSzPct val="100000"/>
              <a:buFont typeface="Century Gothic"/>
              <a:buNone/>
            </a:pPr>
            <a:r>
              <a:rPr b="1" lang="en-IN" sz="4000">
                <a:solidFill>
                  <a:schemeClr val="accent1"/>
                </a:solidFill>
                <a:latin typeface="Century Gothic"/>
                <a:ea typeface="Century Gothic"/>
                <a:cs typeface="Century Gothic"/>
                <a:sym typeface="Century Gothic"/>
              </a:rPr>
              <a:t>Deletion from doubly linked list-Deletion in between</a:t>
            </a:r>
            <a:endParaRPr sz="4000">
              <a:solidFill>
                <a:schemeClr val="accent1"/>
              </a:solidFill>
              <a:latin typeface="Century Gothic"/>
              <a:ea typeface="Century Gothic"/>
              <a:cs typeface="Century Gothic"/>
              <a:sym typeface="Century Gothic"/>
            </a:endParaRPr>
          </a:p>
        </p:txBody>
      </p:sp>
      <p:pic>
        <p:nvPicPr>
          <p:cNvPr id="1840" name="Google Shape;1840;p159"/>
          <p:cNvPicPr preferRelativeResize="0"/>
          <p:nvPr/>
        </p:nvPicPr>
        <p:blipFill rotWithShape="1">
          <a:blip r:embed="rId3">
            <a:alphaModFix/>
          </a:blip>
          <a:srcRect b="0" l="0" r="0" t="0"/>
          <a:stretch/>
        </p:blipFill>
        <p:spPr>
          <a:xfrm>
            <a:off x="755576" y="4941168"/>
            <a:ext cx="7024744" cy="1440160"/>
          </a:xfrm>
          <a:prstGeom prst="rect">
            <a:avLst/>
          </a:prstGeom>
          <a:noFill/>
          <a:ln>
            <a:noFill/>
          </a:ln>
        </p:spPr>
      </p:pic>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4" name="Shape 1844"/>
        <p:cNvGrpSpPr/>
        <p:nvPr/>
      </p:nvGrpSpPr>
      <p:grpSpPr>
        <a:xfrm>
          <a:off x="0" y="0"/>
          <a:ext cx="0" cy="0"/>
          <a:chOff x="0" y="0"/>
          <a:chExt cx="0" cy="0"/>
        </a:xfrm>
      </p:grpSpPr>
      <p:sp>
        <p:nvSpPr>
          <p:cNvPr id="1845" name="Google Shape;1845;p160"/>
          <p:cNvSpPr txBox="1"/>
          <p:nvPr>
            <p:ph type="title"/>
          </p:nvPr>
        </p:nvSpPr>
        <p:spPr>
          <a:xfrm>
            <a:off x="539552" y="476672"/>
            <a:ext cx="7344934" cy="601136"/>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400"/>
              <a:buFont typeface="Century Gothic"/>
              <a:buNone/>
            </a:pPr>
            <a:r>
              <a:rPr b="1" lang="en-IN" sz="2400"/>
              <a:t>Doubly linked list-Deletion of last node</a:t>
            </a:r>
            <a:endParaRPr sz="2400"/>
          </a:p>
        </p:txBody>
      </p:sp>
      <p:sp>
        <p:nvSpPr>
          <p:cNvPr id="1846" name="Google Shape;1846;p160"/>
          <p:cNvSpPr txBox="1"/>
          <p:nvPr>
            <p:ph idx="1" type="body"/>
          </p:nvPr>
        </p:nvSpPr>
        <p:spPr>
          <a:xfrm>
            <a:off x="971600" y="1412776"/>
            <a:ext cx="6777317" cy="4896544"/>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520"/>
              <a:buNone/>
            </a:pPr>
            <a:r>
              <a:rPr b="1" i="1" lang="en-IN" sz="2000"/>
              <a:t>Concept-</a:t>
            </a:r>
            <a:endParaRPr/>
          </a:p>
          <a:p>
            <a:pPr indent="-274320" lvl="0" marL="342900" rtl="0" algn="l">
              <a:spcBef>
                <a:spcPts val="400"/>
              </a:spcBef>
              <a:spcAft>
                <a:spcPts val="0"/>
              </a:spcAft>
              <a:buSzPts val="1520"/>
              <a:buChar char="🞇"/>
            </a:pPr>
            <a:r>
              <a:rPr i="1" lang="en-IN" sz="2000"/>
              <a:t>If node to be deleted is last node of doubly linked list then </a:t>
            </a:r>
            <a:endParaRPr i="1" sz="2000"/>
          </a:p>
          <a:p>
            <a:pPr indent="-274320" lvl="1" marL="640080" rtl="0" algn="l">
              <a:spcBef>
                <a:spcPts val="400"/>
              </a:spcBef>
              <a:spcAft>
                <a:spcPts val="0"/>
              </a:spcAft>
              <a:buSzPts val="1520"/>
              <a:buChar char="🞇"/>
            </a:pPr>
            <a:r>
              <a:rPr i="1" lang="en-IN" sz="2000"/>
              <a:t>we will just free the last node</a:t>
            </a:r>
            <a:endParaRPr/>
          </a:p>
        </p:txBody>
      </p:sp>
      <p:sp>
        <p:nvSpPr>
          <p:cNvPr id="1847" name="Google Shape;1847;p160"/>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848" name="Google Shape;1848;p160"/>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849" name="Google Shape;1849;p160"/>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3" name="Shape 1853"/>
        <p:cNvGrpSpPr/>
        <p:nvPr/>
      </p:nvGrpSpPr>
      <p:grpSpPr>
        <a:xfrm>
          <a:off x="0" y="0"/>
          <a:ext cx="0" cy="0"/>
          <a:chOff x="0" y="0"/>
          <a:chExt cx="0" cy="0"/>
        </a:xfrm>
      </p:grpSpPr>
      <p:sp>
        <p:nvSpPr>
          <p:cNvPr id="1854" name="Google Shape;1854;p161"/>
          <p:cNvSpPr txBox="1"/>
          <p:nvPr>
            <p:ph type="title"/>
          </p:nvPr>
        </p:nvSpPr>
        <p:spPr>
          <a:xfrm>
            <a:off x="539552" y="476672"/>
            <a:ext cx="7344934" cy="601136"/>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400"/>
              <a:buFont typeface="Century Gothic"/>
              <a:buNone/>
            </a:pPr>
            <a:r>
              <a:rPr b="1" lang="en-IN" sz="2400"/>
              <a:t>Doubly linked list-Deletion of last node</a:t>
            </a:r>
            <a:endParaRPr sz="2400"/>
          </a:p>
        </p:txBody>
      </p:sp>
      <p:sp>
        <p:nvSpPr>
          <p:cNvPr id="1855" name="Google Shape;1855;p161"/>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856" name="Google Shape;1856;p161"/>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857" name="Google Shape;1857;p161"/>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pic>
        <p:nvPicPr>
          <p:cNvPr id="1858" name="Google Shape;1858;p161"/>
          <p:cNvPicPr preferRelativeResize="0"/>
          <p:nvPr>
            <p:ph idx="1" type="body"/>
          </p:nvPr>
        </p:nvPicPr>
        <p:blipFill rotWithShape="1">
          <a:blip r:embed="rId3">
            <a:alphaModFix/>
          </a:blip>
          <a:srcRect b="1" l="0" r="0" t="6250"/>
          <a:stretch/>
        </p:blipFill>
        <p:spPr>
          <a:xfrm>
            <a:off x="467544" y="2204864"/>
            <a:ext cx="3456000" cy="864075"/>
          </a:xfrm>
          <a:prstGeom prst="rect">
            <a:avLst/>
          </a:prstGeom>
          <a:noFill/>
          <a:ln>
            <a:noFill/>
          </a:ln>
        </p:spPr>
      </p:pic>
      <p:pic>
        <p:nvPicPr>
          <p:cNvPr id="1859" name="Google Shape;1859;p161"/>
          <p:cNvPicPr preferRelativeResize="0"/>
          <p:nvPr/>
        </p:nvPicPr>
        <p:blipFill rotWithShape="1">
          <a:blip r:embed="rId4">
            <a:alphaModFix/>
          </a:blip>
          <a:srcRect b="0" l="0" r="0" t="0"/>
          <a:stretch/>
        </p:blipFill>
        <p:spPr>
          <a:xfrm>
            <a:off x="521171" y="1196780"/>
            <a:ext cx="3456000" cy="1008084"/>
          </a:xfrm>
          <a:prstGeom prst="rect">
            <a:avLst/>
          </a:prstGeom>
          <a:noFill/>
          <a:ln>
            <a:noFill/>
          </a:ln>
        </p:spPr>
      </p:pic>
      <p:pic>
        <p:nvPicPr>
          <p:cNvPr descr="Doubly Linked List deletion" id="1860" name="Google Shape;1860;p161"/>
          <p:cNvPicPr preferRelativeResize="0"/>
          <p:nvPr/>
        </p:nvPicPr>
        <p:blipFill rotWithShape="1">
          <a:blip r:embed="rId5">
            <a:alphaModFix/>
          </a:blip>
          <a:srcRect b="0" l="0" r="0" t="0"/>
          <a:stretch/>
        </p:blipFill>
        <p:spPr>
          <a:xfrm>
            <a:off x="467544" y="4005064"/>
            <a:ext cx="3456000" cy="1243152"/>
          </a:xfrm>
          <a:prstGeom prst="rect">
            <a:avLst/>
          </a:prstGeom>
          <a:noFill/>
          <a:ln>
            <a:noFill/>
          </a:ln>
        </p:spPr>
      </p:pic>
      <p:pic>
        <p:nvPicPr>
          <p:cNvPr descr="Doubly Linked List deletion" id="1861" name="Google Shape;1861;p161"/>
          <p:cNvPicPr preferRelativeResize="0"/>
          <p:nvPr/>
        </p:nvPicPr>
        <p:blipFill rotWithShape="1">
          <a:blip r:embed="rId6">
            <a:alphaModFix/>
          </a:blip>
          <a:srcRect b="0" l="0" r="0" t="0"/>
          <a:stretch/>
        </p:blipFill>
        <p:spPr>
          <a:xfrm>
            <a:off x="530567" y="3068960"/>
            <a:ext cx="3456000" cy="950900"/>
          </a:xfrm>
          <a:prstGeom prst="rect">
            <a:avLst/>
          </a:prstGeom>
          <a:noFill/>
          <a:ln>
            <a:noFill/>
          </a:ln>
        </p:spPr>
      </p:pic>
      <p:sp>
        <p:nvSpPr>
          <p:cNvPr id="1862" name="Google Shape;1862;p161"/>
          <p:cNvSpPr txBox="1"/>
          <p:nvPr/>
        </p:nvSpPr>
        <p:spPr>
          <a:xfrm>
            <a:off x="4203395" y="1096138"/>
            <a:ext cx="4473061" cy="4896544"/>
          </a:xfrm>
          <a:prstGeom prst="rect">
            <a:avLst/>
          </a:prstGeom>
          <a:noFill/>
          <a:ln>
            <a:noFill/>
          </a:ln>
        </p:spPr>
        <p:txBody>
          <a:bodyPr anchorCtr="0" anchor="t" bIns="45700" lIns="91425" spcFirstLastPara="1" rIns="91425" wrap="square" tIns="45700">
            <a:normAutofit/>
          </a:bodyPr>
          <a:lstStyle/>
          <a:p>
            <a:pPr indent="0" lvl="8" marL="1847088" marR="0" rtl="0" algn="l">
              <a:spcBef>
                <a:spcPts val="0"/>
              </a:spcBef>
              <a:spcAft>
                <a:spcPts val="0"/>
              </a:spcAft>
              <a:buClr>
                <a:schemeClr val="accent1"/>
              </a:buClr>
              <a:buSzPts val="1520"/>
              <a:buFont typeface="Noto Sans Symbols"/>
              <a:buNone/>
            </a:pPr>
            <a:r>
              <a:rPr b="1" i="1" lang="en-IN" sz="2000" u="none" cap="none" strike="noStrike">
                <a:solidFill>
                  <a:schemeClr val="dk2"/>
                </a:solidFill>
                <a:latin typeface="Century Gothic"/>
                <a:ea typeface="Century Gothic"/>
                <a:cs typeface="Century Gothic"/>
                <a:sym typeface="Century Gothic"/>
              </a:rPr>
              <a:t>1) tmp=q-&gt;next;</a:t>
            </a:r>
            <a:endParaRPr b="1" i="0" sz="2000" u="none" cap="none" strike="noStrike">
              <a:solidFill>
                <a:schemeClr val="dk2"/>
              </a:solidFill>
              <a:latin typeface="Century Gothic"/>
              <a:ea typeface="Century Gothic"/>
              <a:cs typeface="Century Gothic"/>
              <a:sym typeface="Century Gothic"/>
            </a:endParaRPr>
          </a:p>
          <a:p>
            <a:pPr indent="-274320" lvl="0" marL="342900" marR="0" rtl="0" algn="l">
              <a:spcBef>
                <a:spcPts val="400"/>
              </a:spcBef>
              <a:spcAft>
                <a:spcPts val="0"/>
              </a:spcAft>
              <a:buClr>
                <a:schemeClr val="accent1"/>
              </a:buClr>
              <a:buSzPts val="1520"/>
              <a:buFont typeface="Noto Sans Symbols"/>
              <a:buChar char="🞇"/>
            </a:pPr>
            <a:r>
              <a:rPr i="1" lang="en-IN" sz="2000">
                <a:solidFill>
                  <a:schemeClr val="dk2"/>
                </a:solidFill>
                <a:latin typeface="Century Gothic"/>
                <a:ea typeface="Century Gothic"/>
                <a:cs typeface="Century Gothic"/>
                <a:sym typeface="Century Gothic"/>
              </a:rPr>
              <a:t>Here q is second last node</a:t>
            </a:r>
            <a:endParaRPr/>
          </a:p>
          <a:p>
            <a:pPr indent="-274320" lvl="0" marL="342900" marR="0" rtl="0" algn="l">
              <a:spcBef>
                <a:spcPts val="400"/>
              </a:spcBef>
              <a:spcAft>
                <a:spcPts val="0"/>
              </a:spcAft>
              <a:buClr>
                <a:schemeClr val="accent1"/>
              </a:buClr>
              <a:buSzPts val="1520"/>
              <a:buFont typeface="Noto Sans Symbols"/>
              <a:buChar char="🞇"/>
            </a:pPr>
            <a:r>
              <a:rPr i="1" lang="en-IN" sz="2000">
                <a:solidFill>
                  <a:schemeClr val="dk2"/>
                </a:solidFill>
                <a:latin typeface="Century Gothic"/>
                <a:ea typeface="Century Gothic"/>
                <a:cs typeface="Century Gothic"/>
                <a:sym typeface="Century Gothic"/>
              </a:rPr>
              <a:t>After statement 1,  tmp will point to last node</a:t>
            </a:r>
            <a:endParaRPr/>
          </a:p>
          <a:p>
            <a:pPr indent="-187452" lvl="0" marL="342900" marR="0" rtl="0" algn="l">
              <a:spcBef>
                <a:spcPts val="360"/>
              </a:spcBef>
              <a:spcAft>
                <a:spcPts val="0"/>
              </a:spcAft>
              <a:buClr>
                <a:schemeClr val="accent1"/>
              </a:buClr>
              <a:buSzPts val="1368"/>
              <a:buFont typeface="Noto Sans Symbols"/>
              <a:buNone/>
            </a:pPr>
            <a:r>
              <a:t/>
            </a:r>
            <a:endParaRPr sz="1800">
              <a:solidFill>
                <a:schemeClr val="dk2"/>
              </a:solidFill>
              <a:latin typeface="Century Gothic"/>
              <a:ea typeface="Century Gothic"/>
              <a:cs typeface="Century Gothic"/>
              <a:sym typeface="Century Gothic"/>
            </a:endParaRPr>
          </a:p>
        </p:txBody>
      </p:sp>
      <p:sp>
        <p:nvSpPr>
          <p:cNvPr id="1863" name="Google Shape;1863;p161"/>
          <p:cNvSpPr txBox="1"/>
          <p:nvPr/>
        </p:nvSpPr>
        <p:spPr>
          <a:xfrm>
            <a:off x="3275856" y="1096138"/>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FF0000"/>
                </a:solidFill>
                <a:latin typeface="Century Gothic"/>
                <a:ea typeface="Century Gothic"/>
                <a:cs typeface="Century Gothic"/>
                <a:sym typeface="Century Gothic"/>
              </a:rPr>
              <a:t>1</a:t>
            </a:r>
            <a:endParaRPr b="1" sz="1800">
              <a:solidFill>
                <a:srgbClr val="FF0000"/>
              </a:solidFill>
              <a:latin typeface="Century Gothic"/>
              <a:ea typeface="Century Gothic"/>
              <a:cs typeface="Century Gothic"/>
              <a:sym typeface="Century Gothic"/>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7" name="Shape 1867"/>
        <p:cNvGrpSpPr/>
        <p:nvPr/>
      </p:nvGrpSpPr>
      <p:grpSpPr>
        <a:xfrm>
          <a:off x="0" y="0"/>
          <a:ext cx="0" cy="0"/>
          <a:chOff x="0" y="0"/>
          <a:chExt cx="0" cy="0"/>
        </a:xfrm>
      </p:grpSpPr>
      <p:sp>
        <p:nvSpPr>
          <p:cNvPr id="1868" name="Google Shape;1868;p162"/>
          <p:cNvSpPr txBox="1"/>
          <p:nvPr>
            <p:ph type="title"/>
          </p:nvPr>
        </p:nvSpPr>
        <p:spPr>
          <a:xfrm>
            <a:off x="539552" y="476672"/>
            <a:ext cx="7344934" cy="601136"/>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400"/>
              <a:buFont typeface="Century Gothic"/>
              <a:buNone/>
            </a:pPr>
            <a:r>
              <a:rPr b="1" lang="en-IN" sz="2400"/>
              <a:t>Doubly linked list-Deletion of last node</a:t>
            </a:r>
            <a:endParaRPr sz="2400"/>
          </a:p>
        </p:txBody>
      </p:sp>
      <p:sp>
        <p:nvSpPr>
          <p:cNvPr id="1869" name="Google Shape;1869;p162"/>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870" name="Google Shape;1870;p162"/>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871" name="Google Shape;1871;p162"/>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pic>
        <p:nvPicPr>
          <p:cNvPr id="1872" name="Google Shape;1872;p162"/>
          <p:cNvPicPr preferRelativeResize="0"/>
          <p:nvPr>
            <p:ph idx="1" type="body"/>
          </p:nvPr>
        </p:nvPicPr>
        <p:blipFill rotWithShape="1">
          <a:blip r:embed="rId3">
            <a:alphaModFix/>
          </a:blip>
          <a:srcRect b="1" l="0" r="0" t="6250"/>
          <a:stretch/>
        </p:blipFill>
        <p:spPr>
          <a:xfrm>
            <a:off x="552789" y="3112372"/>
            <a:ext cx="3456000" cy="864075"/>
          </a:xfrm>
          <a:prstGeom prst="rect">
            <a:avLst/>
          </a:prstGeom>
          <a:noFill/>
          <a:ln>
            <a:noFill/>
          </a:ln>
        </p:spPr>
      </p:pic>
      <p:pic>
        <p:nvPicPr>
          <p:cNvPr id="1873" name="Google Shape;1873;p162"/>
          <p:cNvPicPr preferRelativeResize="0"/>
          <p:nvPr/>
        </p:nvPicPr>
        <p:blipFill rotWithShape="1">
          <a:blip r:embed="rId4">
            <a:alphaModFix/>
          </a:blip>
          <a:srcRect b="0" l="0" r="0" t="0"/>
          <a:stretch/>
        </p:blipFill>
        <p:spPr>
          <a:xfrm>
            <a:off x="521171" y="1196780"/>
            <a:ext cx="3456000" cy="1008084"/>
          </a:xfrm>
          <a:prstGeom prst="rect">
            <a:avLst/>
          </a:prstGeom>
          <a:noFill/>
          <a:ln>
            <a:noFill/>
          </a:ln>
        </p:spPr>
      </p:pic>
      <p:pic>
        <p:nvPicPr>
          <p:cNvPr descr="Doubly Linked List deletion" id="1874" name="Google Shape;1874;p162"/>
          <p:cNvPicPr preferRelativeResize="0"/>
          <p:nvPr/>
        </p:nvPicPr>
        <p:blipFill rotWithShape="1">
          <a:blip r:embed="rId5">
            <a:alphaModFix/>
          </a:blip>
          <a:srcRect b="0" l="0" r="0" t="0"/>
          <a:stretch/>
        </p:blipFill>
        <p:spPr>
          <a:xfrm>
            <a:off x="467544" y="4005064"/>
            <a:ext cx="3456000" cy="1243152"/>
          </a:xfrm>
          <a:prstGeom prst="rect">
            <a:avLst/>
          </a:prstGeom>
          <a:noFill/>
          <a:ln>
            <a:noFill/>
          </a:ln>
        </p:spPr>
      </p:pic>
      <p:pic>
        <p:nvPicPr>
          <p:cNvPr descr="Doubly Linked List deletion" id="1875" name="Google Shape;1875;p162"/>
          <p:cNvPicPr preferRelativeResize="0"/>
          <p:nvPr/>
        </p:nvPicPr>
        <p:blipFill rotWithShape="1">
          <a:blip r:embed="rId6">
            <a:alphaModFix/>
          </a:blip>
          <a:srcRect b="0" l="0" r="0" t="0"/>
          <a:stretch/>
        </p:blipFill>
        <p:spPr>
          <a:xfrm>
            <a:off x="530567" y="2204864"/>
            <a:ext cx="3456000" cy="950900"/>
          </a:xfrm>
          <a:prstGeom prst="rect">
            <a:avLst/>
          </a:prstGeom>
          <a:noFill/>
          <a:ln>
            <a:noFill/>
          </a:ln>
        </p:spPr>
      </p:pic>
      <p:sp>
        <p:nvSpPr>
          <p:cNvPr id="1876" name="Google Shape;1876;p162"/>
          <p:cNvSpPr txBox="1"/>
          <p:nvPr/>
        </p:nvSpPr>
        <p:spPr>
          <a:xfrm>
            <a:off x="4203395" y="1096138"/>
            <a:ext cx="4473061" cy="4896544"/>
          </a:xfrm>
          <a:prstGeom prst="rect">
            <a:avLst/>
          </a:prstGeom>
          <a:noFill/>
          <a:ln>
            <a:noFill/>
          </a:ln>
        </p:spPr>
        <p:txBody>
          <a:bodyPr anchorCtr="0" anchor="t" bIns="45700" lIns="91425" spcFirstLastPara="1" rIns="91425" wrap="square" tIns="45700">
            <a:normAutofit/>
          </a:bodyPr>
          <a:lstStyle/>
          <a:p>
            <a:pPr indent="0" lvl="8" marL="1847088" marR="0" rtl="0" algn="l">
              <a:spcBef>
                <a:spcPts val="0"/>
              </a:spcBef>
              <a:spcAft>
                <a:spcPts val="0"/>
              </a:spcAft>
              <a:buClr>
                <a:schemeClr val="accent1"/>
              </a:buClr>
              <a:buSzPts val="1520"/>
              <a:buFont typeface="Noto Sans Symbols"/>
              <a:buNone/>
            </a:pPr>
            <a:r>
              <a:rPr b="1" i="1" lang="en-IN" sz="2000" u="none" cap="none" strike="noStrike">
                <a:solidFill>
                  <a:schemeClr val="dk2"/>
                </a:solidFill>
                <a:latin typeface="Century Gothic"/>
                <a:ea typeface="Century Gothic"/>
                <a:cs typeface="Century Gothic"/>
                <a:sym typeface="Century Gothic"/>
              </a:rPr>
              <a:t>2) free(tmp);</a:t>
            </a:r>
            <a:endParaRPr b="1" i="0" sz="2000" u="none" cap="none" strike="noStrike">
              <a:solidFill>
                <a:schemeClr val="dk2"/>
              </a:solidFill>
              <a:latin typeface="Century Gothic"/>
              <a:ea typeface="Century Gothic"/>
              <a:cs typeface="Century Gothic"/>
              <a:sym typeface="Century Gothic"/>
            </a:endParaRPr>
          </a:p>
          <a:p>
            <a:pPr indent="-274320" lvl="0" marL="342900" marR="0" rtl="0" algn="l">
              <a:spcBef>
                <a:spcPts val="400"/>
              </a:spcBef>
              <a:spcAft>
                <a:spcPts val="0"/>
              </a:spcAft>
              <a:buClr>
                <a:schemeClr val="accent1"/>
              </a:buClr>
              <a:buSzPts val="1520"/>
              <a:buFont typeface="Noto Sans Symbols"/>
              <a:buChar char="🞇"/>
            </a:pPr>
            <a:r>
              <a:rPr i="1" lang="en-IN" sz="2000">
                <a:solidFill>
                  <a:schemeClr val="dk2"/>
                </a:solidFill>
                <a:latin typeface="Century Gothic"/>
                <a:ea typeface="Century Gothic"/>
                <a:cs typeface="Century Gothic"/>
                <a:sym typeface="Century Gothic"/>
              </a:rPr>
              <a:t>After statement 2, last node will be deleted</a:t>
            </a:r>
            <a:endParaRPr sz="2000">
              <a:solidFill>
                <a:schemeClr val="dk2"/>
              </a:solidFill>
              <a:latin typeface="Century Gothic"/>
              <a:ea typeface="Century Gothic"/>
              <a:cs typeface="Century Gothic"/>
              <a:sym typeface="Century Gothic"/>
            </a:endParaRPr>
          </a:p>
        </p:txBody>
      </p:sp>
      <p:sp>
        <p:nvSpPr>
          <p:cNvPr id="1877" name="Google Shape;1877;p162"/>
          <p:cNvSpPr txBox="1"/>
          <p:nvPr/>
        </p:nvSpPr>
        <p:spPr>
          <a:xfrm>
            <a:off x="3275856" y="1096138"/>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FF0000"/>
                </a:solidFill>
                <a:latin typeface="Century Gothic"/>
                <a:ea typeface="Century Gothic"/>
                <a:cs typeface="Century Gothic"/>
                <a:sym typeface="Century Gothic"/>
              </a:rPr>
              <a:t>1</a:t>
            </a:r>
            <a:endParaRPr b="1" sz="1800">
              <a:solidFill>
                <a:srgbClr val="FF0000"/>
              </a:solidFill>
              <a:latin typeface="Century Gothic"/>
              <a:ea typeface="Century Gothic"/>
              <a:cs typeface="Century Gothic"/>
              <a:sym typeface="Century Gothic"/>
            </a:endParaRPr>
          </a:p>
        </p:txBody>
      </p:sp>
      <p:sp>
        <p:nvSpPr>
          <p:cNvPr id="1878" name="Google Shape;1878;p162"/>
          <p:cNvSpPr txBox="1"/>
          <p:nvPr/>
        </p:nvSpPr>
        <p:spPr>
          <a:xfrm>
            <a:off x="4059379" y="2495648"/>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FF0000"/>
                </a:solidFill>
                <a:latin typeface="Century Gothic"/>
                <a:ea typeface="Century Gothic"/>
                <a:cs typeface="Century Gothic"/>
                <a:sym typeface="Century Gothic"/>
              </a:rPr>
              <a:t>2</a:t>
            </a:r>
            <a:endParaRPr b="1" sz="1800">
              <a:solidFill>
                <a:srgbClr val="FF0000"/>
              </a:solidFill>
              <a:latin typeface="Century Gothic"/>
              <a:ea typeface="Century Gothic"/>
              <a:cs typeface="Century Gothic"/>
              <a:sym typeface="Century Gothic"/>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2" name="Shape 1882"/>
        <p:cNvGrpSpPr/>
        <p:nvPr/>
      </p:nvGrpSpPr>
      <p:grpSpPr>
        <a:xfrm>
          <a:off x="0" y="0"/>
          <a:ext cx="0" cy="0"/>
          <a:chOff x="0" y="0"/>
          <a:chExt cx="0" cy="0"/>
        </a:xfrm>
      </p:grpSpPr>
      <p:sp>
        <p:nvSpPr>
          <p:cNvPr id="1883" name="Google Shape;1883;p163"/>
          <p:cNvSpPr txBox="1"/>
          <p:nvPr>
            <p:ph type="title"/>
          </p:nvPr>
        </p:nvSpPr>
        <p:spPr>
          <a:xfrm>
            <a:off x="539552" y="476672"/>
            <a:ext cx="7344934" cy="601136"/>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400"/>
              <a:buFont typeface="Century Gothic"/>
              <a:buNone/>
            </a:pPr>
            <a:r>
              <a:rPr b="1" lang="en-IN" sz="2400"/>
              <a:t>Doubly linked list-Deletion of last node</a:t>
            </a:r>
            <a:endParaRPr sz="2400"/>
          </a:p>
        </p:txBody>
      </p:sp>
      <p:sp>
        <p:nvSpPr>
          <p:cNvPr id="1884" name="Google Shape;1884;p163"/>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885" name="Google Shape;1885;p163"/>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886" name="Google Shape;1886;p163"/>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pic>
        <p:nvPicPr>
          <p:cNvPr id="1887" name="Google Shape;1887;p163"/>
          <p:cNvPicPr preferRelativeResize="0"/>
          <p:nvPr>
            <p:ph idx="1" type="body"/>
          </p:nvPr>
        </p:nvPicPr>
        <p:blipFill rotWithShape="1">
          <a:blip r:embed="rId3">
            <a:alphaModFix/>
          </a:blip>
          <a:srcRect b="1" l="0" r="0" t="6250"/>
          <a:stretch/>
        </p:blipFill>
        <p:spPr>
          <a:xfrm>
            <a:off x="552789" y="3112372"/>
            <a:ext cx="3456000" cy="864075"/>
          </a:xfrm>
          <a:prstGeom prst="rect">
            <a:avLst/>
          </a:prstGeom>
          <a:noFill/>
          <a:ln>
            <a:noFill/>
          </a:ln>
        </p:spPr>
      </p:pic>
      <p:pic>
        <p:nvPicPr>
          <p:cNvPr id="1888" name="Google Shape;1888;p163"/>
          <p:cNvPicPr preferRelativeResize="0"/>
          <p:nvPr/>
        </p:nvPicPr>
        <p:blipFill rotWithShape="1">
          <a:blip r:embed="rId4">
            <a:alphaModFix/>
          </a:blip>
          <a:srcRect b="0" l="0" r="0" t="0"/>
          <a:stretch/>
        </p:blipFill>
        <p:spPr>
          <a:xfrm>
            <a:off x="521171" y="1196780"/>
            <a:ext cx="3456000" cy="1008084"/>
          </a:xfrm>
          <a:prstGeom prst="rect">
            <a:avLst/>
          </a:prstGeom>
          <a:noFill/>
          <a:ln>
            <a:noFill/>
          </a:ln>
        </p:spPr>
      </p:pic>
      <p:pic>
        <p:nvPicPr>
          <p:cNvPr descr="Doubly Linked List deletion" id="1889" name="Google Shape;1889;p163"/>
          <p:cNvPicPr preferRelativeResize="0"/>
          <p:nvPr/>
        </p:nvPicPr>
        <p:blipFill rotWithShape="1">
          <a:blip r:embed="rId5">
            <a:alphaModFix/>
          </a:blip>
          <a:srcRect b="0" l="0" r="0" t="0"/>
          <a:stretch/>
        </p:blipFill>
        <p:spPr>
          <a:xfrm>
            <a:off x="467544" y="4005064"/>
            <a:ext cx="3456000" cy="1243152"/>
          </a:xfrm>
          <a:prstGeom prst="rect">
            <a:avLst/>
          </a:prstGeom>
          <a:noFill/>
          <a:ln>
            <a:noFill/>
          </a:ln>
        </p:spPr>
      </p:pic>
      <p:pic>
        <p:nvPicPr>
          <p:cNvPr descr="Doubly Linked List deletion" id="1890" name="Google Shape;1890;p163"/>
          <p:cNvPicPr preferRelativeResize="0"/>
          <p:nvPr/>
        </p:nvPicPr>
        <p:blipFill rotWithShape="1">
          <a:blip r:embed="rId6">
            <a:alphaModFix/>
          </a:blip>
          <a:srcRect b="0" l="0" r="0" t="0"/>
          <a:stretch/>
        </p:blipFill>
        <p:spPr>
          <a:xfrm>
            <a:off x="530567" y="2204864"/>
            <a:ext cx="3456000" cy="950900"/>
          </a:xfrm>
          <a:prstGeom prst="rect">
            <a:avLst/>
          </a:prstGeom>
          <a:noFill/>
          <a:ln>
            <a:noFill/>
          </a:ln>
        </p:spPr>
      </p:pic>
      <p:sp>
        <p:nvSpPr>
          <p:cNvPr id="1891" name="Google Shape;1891;p163"/>
          <p:cNvSpPr txBox="1"/>
          <p:nvPr/>
        </p:nvSpPr>
        <p:spPr>
          <a:xfrm>
            <a:off x="4203395" y="1096138"/>
            <a:ext cx="4473061" cy="4896544"/>
          </a:xfrm>
          <a:prstGeom prst="rect">
            <a:avLst/>
          </a:prstGeom>
          <a:noFill/>
          <a:ln>
            <a:noFill/>
          </a:ln>
        </p:spPr>
        <p:txBody>
          <a:bodyPr anchorCtr="0" anchor="t" bIns="45700" lIns="91425" spcFirstLastPara="1" rIns="91425" wrap="square" tIns="45700">
            <a:normAutofit/>
          </a:bodyPr>
          <a:lstStyle/>
          <a:p>
            <a:pPr indent="-274320" lvl="0" marL="342900" marR="0" rtl="0" algn="l">
              <a:spcBef>
                <a:spcPts val="0"/>
              </a:spcBef>
              <a:spcAft>
                <a:spcPts val="0"/>
              </a:spcAft>
              <a:buClr>
                <a:schemeClr val="accent1"/>
              </a:buClr>
              <a:buSzPts val="1368"/>
              <a:buFont typeface="Noto Sans Symbols"/>
              <a:buChar char="🞇"/>
            </a:pPr>
            <a:r>
              <a:rPr i="1" lang="en-IN" sz="1800">
                <a:solidFill>
                  <a:schemeClr val="dk2"/>
                </a:solidFill>
                <a:latin typeface="Century Gothic"/>
                <a:ea typeface="Century Gothic"/>
                <a:cs typeface="Century Gothic"/>
                <a:sym typeface="Century Gothic"/>
              </a:rPr>
              <a:t>Next part of second last node i.e q will be NULL.</a:t>
            </a:r>
            <a:endParaRPr sz="1800">
              <a:solidFill>
                <a:schemeClr val="dk2"/>
              </a:solidFill>
              <a:latin typeface="Century Gothic"/>
              <a:ea typeface="Century Gothic"/>
              <a:cs typeface="Century Gothic"/>
              <a:sym typeface="Century Gothic"/>
            </a:endParaRPr>
          </a:p>
          <a:p>
            <a:pPr indent="0" lvl="8" marL="1847088" marR="0" rtl="0" algn="l">
              <a:spcBef>
                <a:spcPts val="360"/>
              </a:spcBef>
              <a:spcAft>
                <a:spcPts val="0"/>
              </a:spcAft>
              <a:buClr>
                <a:schemeClr val="accent1"/>
              </a:buClr>
              <a:buSzPts val="1368"/>
              <a:buFont typeface="Noto Sans Symbols"/>
              <a:buNone/>
            </a:pPr>
            <a:r>
              <a:rPr b="1" i="1" lang="en-IN" sz="1800" u="none" cap="none" strike="noStrike">
                <a:solidFill>
                  <a:schemeClr val="dk2"/>
                </a:solidFill>
                <a:latin typeface="Century Gothic"/>
                <a:ea typeface="Century Gothic"/>
                <a:cs typeface="Century Gothic"/>
                <a:sym typeface="Century Gothic"/>
              </a:rPr>
              <a:t>3) q-&gt;next=NULL;</a:t>
            </a:r>
            <a:endParaRPr b="1" i="0" sz="1800" u="none" cap="none" strike="noStrike">
              <a:solidFill>
                <a:schemeClr val="dk2"/>
              </a:solidFill>
              <a:latin typeface="Century Gothic"/>
              <a:ea typeface="Century Gothic"/>
              <a:cs typeface="Century Gothic"/>
              <a:sym typeface="Century Gothic"/>
            </a:endParaRPr>
          </a:p>
        </p:txBody>
      </p:sp>
      <p:sp>
        <p:nvSpPr>
          <p:cNvPr id="1892" name="Google Shape;1892;p163"/>
          <p:cNvSpPr txBox="1"/>
          <p:nvPr/>
        </p:nvSpPr>
        <p:spPr>
          <a:xfrm>
            <a:off x="3275856" y="1096138"/>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FF0000"/>
                </a:solidFill>
                <a:latin typeface="Century Gothic"/>
                <a:ea typeface="Century Gothic"/>
                <a:cs typeface="Century Gothic"/>
                <a:sym typeface="Century Gothic"/>
              </a:rPr>
              <a:t>1</a:t>
            </a:r>
            <a:endParaRPr b="1" sz="1800">
              <a:solidFill>
                <a:srgbClr val="FF0000"/>
              </a:solidFill>
              <a:latin typeface="Century Gothic"/>
              <a:ea typeface="Century Gothic"/>
              <a:cs typeface="Century Gothic"/>
              <a:sym typeface="Century Gothic"/>
            </a:endParaRPr>
          </a:p>
        </p:txBody>
      </p:sp>
      <p:sp>
        <p:nvSpPr>
          <p:cNvPr id="1893" name="Google Shape;1893;p163"/>
          <p:cNvSpPr txBox="1"/>
          <p:nvPr/>
        </p:nvSpPr>
        <p:spPr>
          <a:xfrm>
            <a:off x="4059379" y="2495648"/>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FF0000"/>
                </a:solidFill>
                <a:latin typeface="Century Gothic"/>
                <a:ea typeface="Century Gothic"/>
                <a:cs typeface="Century Gothic"/>
                <a:sym typeface="Century Gothic"/>
              </a:rPr>
              <a:t>2</a:t>
            </a:r>
            <a:endParaRPr b="1" sz="1800">
              <a:solidFill>
                <a:srgbClr val="FF0000"/>
              </a:solidFill>
              <a:latin typeface="Century Gothic"/>
              <a:ea typeface="Century Gothic"/>
              <a:cs typeface="Century Gothic"/>
              <a:sym typeface="Century Gothic"/>
            </a:endParaRPr>
          </a:p>
        </p:txBody>
      </p:sp>
      <p:sp>
        <p:nvSpPr>
          <p:cNvPr id="1894" name="Google Shape;1894;p163"/>
          <p:cNvSpPr txBox="1"/>
          <p:nvPr/>
        </p:nvSpPr>
        <p:spPr>
          <a:xfrm>
            <a:off x="2771800" y="2987660"/>
            <a:ext cx="2880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1800">
                <a:solidFill>
                  <a:srgbClr val="FF0000"/>
                </a:solidFill>
                <a:latin typeface="Century Gothic"/>
                <a:ea typeface="Century Gothic"/>
                <a:cs typeface="Century Gothic"/>
                <a:sym typeface="Century Gothic"/>
              </a:rPr>
              <a:t>3</a:t>
            </a:r>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8" name="Shape 1898"/>
        <p:cNvGrpSpPr/>
        <p:nvPr/>
      </p:nvGrpSpPr>
      <p:grpSpPr>
        <a:xfrm>
          <a:off x="0" y="0"/>
          <a:ext cx="0" cy="0"/>
          <a:chOff x="0" y="0"/>
          <a:chExt cx="0" cy="0"/>
        </a:xfrm>
      </p:grpSpPr>
      <p:sp>
        <p:nvSpPr>
          <p:cNvPr id="1899" name="Google Shape;1899;p164"/>
          <p:cNvSpPr txBox="1"/>
          <p:nvPr>
            <p:ph type="title"/>
          </p:nvPr>
        </p:nvSpPr>
        <p:spPr>
          <a:xfrm>
            <a:off x="539552" y="476672"/>
            <a:ext cx="7344934" cy="601136"/>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400"/>
              <a:buFont typeface="Century Gothic"/>
              <a:buNone/>
            </a:pPr>
            <a:r>
              <a:rPr b="1" lang="en-IN" sz="2400"/>
              <a:t>Doubly linked list-Deletion of last node</a:t>
            </a:r>
            <a:endParaRPr sz="2400"/>
          </a:p>
        </p:txBody>
      </p:sp>
      <p:sp>
        <p:nvSpPr>
          <p:cNvPr id="1900" name="Google Shape;1900;p164"/>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901" name="Google Shape;1901;p164"/>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902" name="Google Shape;1902;p164"/>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pic>
        <p:nvPicPr>
          <p:cNvPr id="1903" name="Google Shape;1903;p164"/>
          <p:cNvPicPr preferRelativeResize="0"/>
          <p:nvPr>
            <p:ph idx="1" type="body"/>
          </p:nvPr>
        </p:nvPicPr>
        <p:blipFill rotWithShape="1">
          <a:blip r:embed="rId3">
            <a:alphaModFix/>
          </a:blip>
          <a:srcRect b="1" l="0" r="0" t="6250"/>
          <a:stretch/>
        </p:blipFill>
        <p:spPr>
          <a:xfrm>
            <a:off x="521171" y="3070032"/>
            <a:ext cx="3456000" cy="864075"/>
          </a:xfrm>
          <a:prstGeom prst="rect">
            <a:avLst/>
          </a:prstGeom>
          <a:noFill/>
          <a:ln>
            <a:noFill/>
          </a:ln>
        </p:spPr>
      </p:pic>
      <p:pic>
        <p:nvPicPr>
          <p:cNvPr id="1904" name="Google Shape;1904;p164"/>
          <p:cNvPicPr preferRelativeResize="0"/>
          <p:nvPr/>
        </p:nvPicPr>
        <p:blipFill rotWithShape="1">
          <a:blip r:embed="rId4">
            <a:alphaModFix/>
          </a:blip>
          <a:srcRect b="0" l="0" r="0" t="0"/>
          <a:stretch/>
        </p:blipFill>
        <p:spPr>
          <a:xfrm>
            <a:off x="521171" y="1196780"/>
            <a:ext cx="3456000" cy="1008084"/>
          </a:xfrm>
          <a:prstGeom prst="rect">
            <a:avLst/>
          </a:prstGeom>
          <a:noFill/>
          <a:ln>
            <a:noFill/>
          </a:ln>
        </p:spPr>
      </p:pic>
      <p:pic>
        <p:nvPicPr>
          <p:cNvPr descr="Doubly Linked List deletion" id="1905" name="Google Shape;1905;p164"/>
          <p:cNvPicPr preferRelativeResize="0"/>
          <p:nvPr/>
        </p:nvPicPr>
        <p:blipFill rotWithShape="1">
          <a:blip r:embed="rId5">
            <a:alphaModFix/>
          </a:blip>
          <a:srcRect b="0" l="0" r="0" t="0"/>
          <a:stretch/>
        </p:blipFill>
        <p:spPr>
          <a:xfrm>
            <a:off x="489464" y="3861048"/>
            <a:ext cx="3456000" cy="1243152"/>
          </a:xfrm>
          <a:prstGeom prst="rect">
            <a:avLst/>
          </a:prstGeom>
          <a:noFill/>
          <a:ln>
            <a:noFill/>
          </a:ln>
        </p:spPr>
      </p:pic>
      <p:pic>
        <p:nvPicPr>
          <p:cNvPr descr="Doubly Linked List deletion" id="1906" name="Google Shape;1906;p164"/>
          <p:cNvPicPr preferRelativeResize="0"/>
          <p:nvPr/>
        </p:nvPicPr>
        <p:blipFill rotWithShape="1">
          <a:blip r:embed="rId6">
            <a:alphaModFix/>
          </a:blip>
          <a:srcRect b="0" l="0" r="0" t="0"/>
          <a:stretch/>
        </p:blipFill>
        <p:spPr>
          <a:xfrm>
            <a:off x="530567" y="2119132"/>
            <a:ext cx="3456000" cy="950900"/>
          </a:xfrm>
          <a:prstGeom prst="rect">
            <a:avLst/>
          </a:prstGeom>
          <a:noFill/>
          <a:ln>
            <a:noFill/>
          </a:ln>
        </p:spPr>
      </p:pic>
      <p:sp>
        <p:nvSpPr>
          <p:cNvPr id="1907" name="Google Shape;1907;p164"/>
          <p:cNvSpPr txBox="1"/>
          <p:nvPr/>
        </p:nvSpPr>
        <p:spPr>
          <a:xfrm>
            <a:off x="4203395" y="1096138"/>
            <a:ext cx="4473061" cy="4896544"/>
          </a:xfrm>
          <a:prstGeom prst="rect">
            <a:avLst/>
          </a:prstGeom>
          <a:noFill/>
          <a:ln>
            <a:noFill/>
          </a:ln>
        </p:spPr>
        <p:txBody>
          <a:bodyPr anchorCtr="0" anchor="t" bIns="45700" lIns="91425" spcFirstLastPara="1" rIns="91425" wrap="square" tIns="45700">
            <a:normAutofit/>
          </a:bodyPr>
          <a:lstStyle/>
          <a:p>
            <a:pPr indent="-274320" lvl="0" marL="342900" marR="0" rtl="0" algn="l">
              <a:spcBef>
                <a:spcPts val="0"/>
              </a:spcBef>
              <a:spcAft>
                <a:spcPts val="0"/>
              </a:spcAft>
              <a:buClr>
                <a:schemeClr val="accent1"/>
              </a:buClr>
              <a:buSzPts val="1368"/>
              <a:buFont typeface="Noto Sans Symbols"/>
              <a:buChar char="🞇"/>
            </a:pPr>
            <a:r>
              <a:rPr i="1" lang="en-IN" sz="1800">
                <a:solidFill>
                  <a:schemeClr val="dk2"/>
                </a:solidFill>
                <a:latin typeface="Century Gothic"/>
                <a:ea typeface="Century Gothic"/>
                <a:cs typeface="Century Gothic"/>
                <a:sym typeface="Century Gothic"/>
              </a:rPr>
              <a:t>If node to be deleted is last node of doubly linked list then </a:t>
            </a:r>
            <a:endParaRPr/>
          </a:p>
          <a:p>
            <a:pPr indent="-274320" lvl="1" marL="640080" marR="0" rtl="0" algn="l">
              <a:spcBef>
                <a:spcPts val="320"/>
              </a:spcBef>
              <a:spcAft>
                <a:spcPts val="0"/>
              </a:spcAft>
              <a:buClr>
                <a:schemeClr val="accent1"/>
              </a:buClr>
              <a:buSzPts val="1216"/>
              <a:buFont typeface="Noto Sans Symbols"/>
              <a:buChar char="🞇"/>
            </a:pPr>
            <a:r>
              <a:rPr b="0" i="1" lang="en-IN" sz="1600" u="none" cap="none" strike="noStrike">
                <a:solidFill>
                  <a:schemeClr val="dk2"/>
                </a:solidFill>
                <a:latin typeface="Century Gothic"/>
                <a:ea typeface="Century Gothic"/>
                <a:cs typeface="Century Gothic"/>
                <a:sym typeface="Century Gothic"/>
              </a:rPr>
              <a:t>we will just free the last node and </a:t>
            </a:r>
            <a:endParaRPr/>
          </a:p>
          <a:p>
            <a:pPr indent="0" lvl="8" marL="1847088" marR="0" rtl="0" algn="l">
              <a:spcBef>
                <a:spcPts val="360"/>
              </a:spcBef>
              <a:spcAft>
                <a:spcPts val="0"/>
              </a:spcAft>
              <a:buClr>
                <a:schemeClr val="accent1"/>
              </a:buClr>
              <a:buSzPts val="1368"/>
              <a:buFont typeface="Noto Sans Symbols"/>
              <a:buNone/>
            </a:pPr>
            <a:r>
              <a:rPr b="1" i="1" lang="en-IN" sz="1800" u="none" cap="none" strike="noStrike">
                <a:solidFill>
                  <a:schemeClr val="dk2"/>
                </a:solidFill>
                <a:latin typeface="Century Gothic"/>
                <a:ea typeface="Century Gothic"/>
                <a:cs typeface="Century Gothic"/>
                <a:sym typeface="Century Gothic"/>
              </a:rPr>
              <a:t>tmp=q-&gt;next;</a:t>
            </a:r>
            <a:endParaRPr b="1" i="0" sz="1800" u="none" cap="none" strike="noStrike">
              <a:solidFill>
                <a:schemeClr val="dk2"/>
              </a:solidFill>
              <a:latin typeface="Century Gothic"/>
              <a:ea typeface="Century Gothic"/>
              <a:cs typeface="Century Gothic"/>
              <a:sym typeface="Century Gothic"/>
            </a:endParaRPr>
          </a:p>
          <a:p>
            <a:pPr indent="0" lvl="8" marL="1847088" marR="0" rtl="0" algn="l">
              <a:spcBef>
                <a:spcPts val="360"/>
              </a:spcBef>
              <a:spcAft>
                <a:spcPts val="0"/>
              </a:spcAft>
              <a:buClr>
                <a:schemeClr val="accent1"/>
              </a:buClr>
              <a:buSzPts val="1368"/>
              <a:buFont typeface="Noto Sans Symbols"/>
              <a:buNone/>
            </a:pPr>
            <a:r>
              <a:rPr b="1" i="1" lang="en-IN" sz="1800" u="none" cap="none" strike="noStrike">
                <a:solidFill>
                  <a:schemeClr val="dk2"/>
                </a:solidFill>
                <a:latin typeface="Century Gothic"/>
                <a:ea typeface="Century Gothic"/>
                <a:cs typeface="Century Gothic"/>
                <a:sym typeface="Century Gothic"/>
              </a:rPr>
              <a:t>free(tmp);</a:t>
            </a:r>
            <a:endParaRPr b="1" i="0" sz="1800" u="none" cap="none" strike="noStrike">
              <a:solidFill>
                <a:schemeClr val="dk2"/>
              </a:solidFill>
              <a:latin typeface="Century Gothic"/>
              <a:ea typeface="Century Gothic"/>
              <a:cs typeface="Century Gothic"/>
              <a:sym typeface="Century Gothic"/>
            </a:endParaRPr>
          </a:p>
          <a:p>
            <a:pPr indent="-274320" lvl="1" marL="640080" marR="0" rtl="0" algn="l">
              <a:spcBef>
                <a:spcPts val="320"/>
              </a:spcBef>
              <a:spcAft>
                <a:spcPts val="0"/>
              </a:spcAft>
              <a:buClr>
                <a:schemeClr val="accent1"/>
              </a:buClr>
              <a:buSzPts val="1216"/>
              <a:buFont typeface="Noto Sans Symbols"/>
              <a:buChar char="🞇"/>
            </a:pPr>
            <a:r>
              <a:rPr b="0" i="1" lang="en-IN" sz="1600" u="none" cap="none" strike="noStrike">
                <a:solidFill>
                  <a:schemeClr val="dk2"/>
                </a:solidFill>
                <a:latin typeface="Century Gothic"/>
                <a:ea typeface="Century Gothic"/>
                <a:cs typeface="Century Gothic"/>
                <a:sym typeface="Century Gothic"/>
              </a:rPr>
              <a:t>next part of second last node will be NULL.</a:t>
            </a:r>
            <a:endParaRPr b="0" i="0" sz="1600" u="none" cap="none" strike="noStrike">
              <a:solidFill>
                <a:schemeClr val="dk2"/>
              </a:solidFill>
              <a:latin typeface="Century Gothic"/>
              <a:ea typeface="Century Gothic"/>
              <a:cs typeface="Century Gothic"/>
              <a:sym typeface="Century Gothic"/>
            </a:endParaRPr>
          </a:p>
          <a:p>
            <a:pPr indent="0" lvl="8" marL="1847088" marR="0" rtl="0" algn="l">
              <a:spcBef>
                <a:spcPts val="360"/>
              </a:spcBef>
              <a:spcAft>
                <a:spcPts val="0"/>
              </a:spcAft>
              <a:buClr>
                <a:schemeClr val="accent1"/>
              </a:buClr>
              <a:buSzPts val="1368"/>
              <a:buFont typeface="Noto Sans Symbols"/>
              <a:buNone/>
            </a:pPr>
            <a:r>
              <a:rPr b="1" i="1" lang="en-IN" sz="1800" u="none" cap="none" strike="noStrike">
                <a:solidFill>
                  <a:schemeClr val="dk2"/>
                </a:solidFill>
                <a:latin typeface="Century Gothic"/>
                <a:ea typeface="Century Gothic"/>
                <a:cs typeface="Century Gothic"/>
                <a:sym typeface="Century Gothic"/>
              </a:rPr>
              <a:t>q-&gt;next=NULL;</a:t>
            </a:r>
            <a:endParaRPr b="1" i="0" sz="1800" u="none" cap="none" strike="noStrike">
              <a:solidFill>
                <a:schemeClr val="dk2"/>
              </a:solidFill>
              <a:latin typeface="Century Gothic"/>
              <a:ea typeface="Century Gothic"/>
              <a:cs typeface="Century Gothic"/>
              <a:sym typeface="Century Gothic"/>
            </a:endParaRPr>
          </a:p>
          <a:p>
            <a:pPr indent="-274320" lvl="0" marL="342900" marR="0" rtl="0" algn="l">
              <a:spcBef>
                <a:spcPts val="360"/>
              </a:spcBef>
              <a:spcAft>
                <a:spcPts val="0"/>
              </a:spcAft>
              <a:buClr>
                <a:schemeClr val="accent1"/>
              </a:buClr>
              <a:buSzPts val="1368"/>
              <a:buFont typeface="Noto Sans Symbols"/>
              <a:buChar char="🞇"/>
            </a:pPr>
            <a:r>
              <a:rPr i="1" lang="en-IN" sz="1800">
                <a:solidFill>
                  <a:schemeClr val="dk2"/>
                </a:solidFill>
                <a:latin typeface="Century Gothic"/>
                <a:ea typeface="Century Gothic"/>
                <a:cs typeface="Century Gothic"/>
                <a:sym typeface="Century Gothic"/>
              </a:rPr>
              <a:t>Here q is second last node</a:t>
            </a:r>
            <a:endParaRPr/>
          </a:p>
          <a:p>
            <a:pPr indent="-274320" lvl="0" marL="342900" marR="0" rtl="0" algn="l">
              <a:spcBef>
                <a:spcPts val="360"/>
              </a:spcBef>
              <a:spcAft>
                <a:spcPts val="0"/>
              </a:spcAft>
              <a:buClr>
                <a:schemeClr val="accent1"/>
              </a:buClr>
              <a:buSzPts val="1368"/>
              <a:buFont typeface="Noto Sans Symbols"/>
              <a:buChar char="🞇"/>
            </a:pPr>
            <a:r>
              <a:rPr i="1" lang="en-IN" sz="1800">
                <a:solidFill>
                  <a:schemeClr val="dk2"/>
                </a:solidFill>
                <a:latin typeface="Century Gothic"/>
                <a:ea typeface="Century Gothic"/>
                <a:cs typeface="Century Gothic"/>
                <a:sym typeface="Century Gothic"/>
              </a:rPr>
              <a:t>After statement 1,  tmp will point to last node</a:t>
            </a:r>
            <a:endParaRPr/>
          </a:p>
          <a:p>
            <a:pPr indent="-274320" lvl="0" marL="342900" marR="0" rtl="0" algn="l">
              <a:spcBef>
                <a:spcPts val="360"/>
              </a:spcBef>
              <a:spcAft>
                <a:spcPts val="0"/>
              </a:spcAft>
              <a:buClr>
                <a:schemeClr val="accent1"/>
              </a:buClr>
              <a:buSzPts val="1368"/>
              <a:buFont typeface="Noto Sans Symbols"/>
              <a:buChar char="🞇"/>
            </a:pPr>
            <a:r>
              <a:rPr i="1" lang="en-IN" sz="1800">
                <a:solidFill>
                  <a:schemeClr val="dk2"/>
                </a:solidFill>
                <a:latin typeface="Century Gothic"/>
                <a:ea typeface="Century Gothic"/>
                <a:cs typeface="Century Gothic"/>
                <a:sym typeface="Century Gothic"/>
              </a:rPr>
              <a:t>After statement 2 last node will be deleted and after statement 3 second last node will become the last node of list.</a:t>
            </a:r>
            <a:endParaRPr sz="1800">
              <a:solidFill>
                <a:schemeClr val="dk2"/>
              </a:solidFill>
              <a:latin typeface="Century Gothic"/>
              <a:ea typeface="Century Gothic"/>
              <a:cs typeface="Century Gothic"/>
              <a:sym typeface="Century Gothic"/>
            </a:endParaRPr>
          </a:p>
          <a:p>
            <a:pPr indent="-187452" lvl="0" marL="342900" marR="0" rtl="0" algn="l">
              <a:spcBef>
                <a:spcPts val="360"/>
              </a:spcBef>
              <a:spcAft>
                <a:spcPts val="0"/>
              </a:spcAft>
              <a:buClr>
                <a:schemeClr val="accent1"/>
              </a:buClr>
              <a:buSzPts val="1368"/>
              <a:buFont typeface="Noto Sans Symbols"/>
              <a:buNone/>
            </a:pPr>
            <a:r>
              <a:t/>
            </a:r>
            <a:endParaRPr sz="1800">
              <a:solidFill>
                <a:schemeClr val="dk2"/>
              </a:solidFill>
              <a:latin typeface="Century Gothic"/>
              <a:ea typeface="Century Gothic"/>
              <a:cs typeface="Century Gothic"/>
              <a:sym typeface="Century Gothic"/>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1" name="Shape 1911"/>
        <p:cNvGrpSpPr/>
        <p:nvPr/>
      </p:nvGrpSpPr>
      <p:grpSpPr>
        <a:xfrm>
          <a:off x="0" y="0"/>
          <a:ext cx="0" cy="0"/>
          <a:chOff x="0" y="0"/>
          <a:chExt cx="0" cy="0"/>
        </a:xfrm>
      </p:grpSpPr>
      <p:sp>
        <p:nvSpPr>
          <p:cNvPr id="1912" name="Google Shape;1912;p165"/>
          <p:cNvSpPr txBox="1"/>
          <p:nvPr>
            <p:ph type="title"/>
          </p:nvPr>
        </p:nvSpPr>
        <p:spPr>
          <a:xfrm>
            <a:off x="1043490" y="1027664"/>
            <a:ext cx="7024744" cy="529128"/>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800"/>
              <a:buFont typeface="Century Gothic"/>
              <a:buNone/>
            </a:pPr>
            <a:r>
              <a:rPr b="1" lang="en-IN" sz="2800"/>
              <a:t>Application of Linked List</a:t>
            </a:r>
            <a:endParaRPr b="1" sz="2800"/>
          </a:p>
        </p:txBody>
      </p:sp>
      <p:sp>
        <p:nvSpPr>
          <p:cNvPr id="1913" name="Google Shape;1913;p165"/>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a:bodyPr>
          <a:lstStyle/>
          <a:p>
            <a:pPr indent="-274319" lvl="0" marL="342900" rtl="0" algn="l">
              <a:spcBef>
                <a:spcPts val="0"/>
              </a:spcBef>
              <a:spcAft>
                <a:spcPts val="0"/>
              </a:spcAft>
              <a:buSzPts val="1824"/>
              <a:buChar char="🞇"/>
            </a:pPr>
            <a:r>
              <a:rPr b="1" i="1" lang="en-IN"/>
              <a:t>Polynomial Representation and Addition</a:t>
            </a:r>
            <a:endParaRPr/>
          </a:p>
        </p:txBody>
      </p:sp>
      <p:sp>
        <p:nvSpPr>
          <p:cNvPr id="1914" name="Google Shape;1914;p165"/>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915" name="Google Shape;1915;p165"/>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916" name="Google Shape;1916;p165"/>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0" name="Shape 1920"/>
        <p:cNvGrpSpPr/>
        <p:nvPr/>
      </p:nvGrpSpPr>
      <p:grpSpPr>
        <a:xfrm>
          <a:off x="0" y="0"/>
          <a:ext cx="0" cy="0"/>
          <a:chOff x="0" y="0"/>
          <a:chExt cx="0" cy="0"/>
        </a:xfrm>
      </p:grpSpPr>
      <p:sp>
        <p:nvSpPr>
          <p:cNvPr id="1921" name="Google Shape;1921;p166"/>
          <p:cNvSpPr txBox="1"/>
          <p:nvPr>
            <p:ph type="title"/>
          </p:nvPr>
        </p:nvSpPr>
        <p:spPr>
          <a:xfrm>
            <a:off x="1043490" y="1027664"/>
            <a:ext cx="7024744" cy="529128"/>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800"/>
              <a:buFont typeface="Century Gothic"/>
              <a:buNone/>
            </a:pPr>
            <a:r>
              <a:rPr b="1" i="1" lang="en-IN" sz="2800"/>
              <a:t>Polynomial arithmetic with linked list</a:t>
            </a:r>
            <a:endParaRPr sz="2800"/>
          </a:p>
        </p:txBody>
      </p:sp>
      <p:sp>
        <p:nvSpPr>
          <p:cNvPr id="1922" name="Google Shape;1922;p166"/>
          <p:cNvSpPr txBox="1"/>
          <p:nvPr>
            <p:ph idx="1" type="body"/>
          </p:nvPr>
        </p:nvSpPr>
        <p:spPr>
          <a:xfrm>
            <a:off x="1043492" y="2323652"/>
            <a:ext cx="6777317" cy="3508977"/>
          </a:xfrm>
          <a:prstGeom prst="rect">
            <a:avLst/>
          </a:prstGeom>
          <a:noFill/>
          <a:ln>
            <a:noFill/>
          </a:ln>
        </p:spPr>
        <p:txBody>
          <a:bodyPr anchorCtr="0" anchor="t" bIns="45700" lIns="91425" spcFirstLastPara="1" rIns="91425" wrap="square" tIns="45700">
            <a:normAutofit/>
          </a:bodyPr>
          <a:lstStyle/>
          <a:p>
            <a:pPr indent="-274319" lvl="0" marL="342900" rtl="0" algn="l">
              <a:spcBef>
                <a:spcPts val="0"/>
              </a:spcBef>
              <a:spcAft>
                <a:spcPts val="0"/>
              </a:spcAft>
              <a:buSzPts val="1824"/>
              <a:buChar char="🞇"/>
            </a:pPr>
            <a:r>
              <a:rPr b="1" i="1" lang="en-IN"/>
              <a:t>Linked list can be used </a:t>
            </a:r>
            <a:endParaRPr/>
          </a:p>
          <a:p>
            <a:pPr indent="-274320" lvl="1" marL="640080" rtl="0" algn="l">
              <a:spcBef>
                <a:spcPts val="440"/>
              </a:spcBef>
              <a:spcAft>
                <a:spcPts val="0"/>
              </a:spcAft>
              <a:buSzPts val="1672"/>
              <a:buChar char="🞇"/>
            </a:pPr>
            <a:r>
              <a:rPr b="1" i="1" lang="en-IN"/>
              <a:t>to represent polynomial expression </a:t>
            </a:r>
            <a:endParaRPr b="1" i="1"/>
          </a:p>
          <a:p>
            <a:pPr indent="-274320" lvl="1" marL="640080" rtl="0" algn="l">
              <a:spcBef>
                <a:spcPts val="440"/>
              </a:spcBef>
              <a:spcAft>
                <a:spcPts val="0"/>
              </a:spcAft>
              <a:buSzPts val="1672"/>
              <a:buChar char="🞇"/>
            </a:pPr>
            <a:r>
              <a:rPr b="1" i="1" lang="en-IN"/>
              <a:t>for arithmetic operations also. </a:t>
            </a:r>
            <a:endParaRPr/>
          </a:p>
        </p:txBody>
      </p:sp>
      <p:sp>
        <p:nvSpPr>
          <p:cNvPr id="1923" name="Google Shape;1923;p166"/>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924" name="Google Shape;1924;p166"/>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925" name="Google Shape;1925;p166"/>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9" name="Shape 1929"/>
        <p:cNvGrpSpPr/>
        <p:nvPr/>
      </p:nvGrpSpPr>
      <p:grpSpPr>
        <a:xfrm>
          <a:off x="0" y="0"/>
          <a:ext cx="0" cy="0"/>
          <a:chOff x="0" y="0"/>
          <a:chExt cx="0" cy="0"/>
        </a:xfrm>
      </p:grpSpPr>
      <p:sp>
        <p:nvSpPr>
          <p:cNvPr id="1930" name="Google Shape;1930;p168"/>
          <p:cNvSpPr txBox="1"/>
          <p:nvPr>
            <p:ph type="title"/>
          </p:nvPr>
        </p:nvSpPr>
        <p:spPr>
          <a:xfrm>
            <a:off x="1043490" y="1027664"/>
            <a:ext cx="7024744" cy="529128"/>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800"/>
              <a:buFont typeface="Century Gothic"/>
              <a:buNone/>
            </a:pPr>
            <a:r>
              <a:rPr b="1" i="1" lang="en-IN" sz="2800"/>
              <a:t>Representation of Polynomial</a:t>
            </a:r>
            <a:endParaRPr sz="2800"/>
          </a:p>
        </p:txBody>
      </p:sp>
      <p:sp>
        <p:nvSpPr>
          <p:cNvPr id="1931" name="Google Shape;1931;p168"/>
          <p:cNvSpPr txBox="1"/>
          <p:nvPr>
            <p:ph idx="1" type="body"/>
          </p:nvPr>
        </p:nvSpPr>
        <p:spPr>
          <a:xfrm>
            <a:off x="1043492" y="1700808"/>
            <a:ext cx="6777317" cy="4131821"/>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i="1" lang="en-IN" sz="2000"/>
              <a:t>Let us take a polynomial expression-</a:t>
            </a:r>
            <a:endParaRPr sz="2000"/>
          </a:p>
          <a:p>
            <a:pPr indent="0" lvl="0" marL="68580" rtl="0" algn="l">
              <a:spcBef>
                <a:spcPts val="400"/>
              </a:spcBef>
              <a:spcAft>
                <a:spcPts val="0"/>
              </a:spcAft>
              <a:buSzPts val="1520"/>
              <a:buNone/>
            </a:pPr>
            <a:r>
              <a:rPr b="1" i="1" lang="en-IN" sz="2000"/>
              <a:t>		5x</a:t>
            </a:r>
            <a:r>
              <a:rPr b="1" baseline="30000" i="1" lang="en-IN" sz="2000"/>
              <a:t>4 </a:t>
            </a:r>
            <a:r>
              <a:rPr b="1" i="1" lang="en-IN" sz="2000"/>
              <a:t>+ x</a:t>
            </a:r>
            <a:r>
              <a:rPr b="1" baseline="30000" i="1" lang="en-IN" sz="2000"/>
              <a:t>3</a:t>
            </a:r>
            <a:r>
              <a:rPr b="1" i="1" lang="en-IN" sz="2000"/>
              <a:t> - 6x + 2</a:t>
            </a:r>
            <a:endParaRPr b="1" sz="2000"/>
          </a:p>
          <a:p>
            <a:pPr indent="-274320" lvl="0" marL="342900" rtl="0" algn="l">
              <a:spcBef>
                <a:spcPts val="400"/>
              </a:spcBef>
              <a:spcAft>
                <a:spcPts val="0"/>
              </a:spcAft>
              <a:buSzPts val="1520"/>
              <a:buChar char="🞇"/>
            </a:pPr>
            <a:r>
              <a:rPr i="1" lang="en-IN" sz="2000"/>
              <a:t>Here we can see every symbol x is attached with two things, </a:t>
            </a:r>
            <a:endParaRPr i="1" sz="2000"/>
          </a:p>
          <a:p>
            <a:pPr indent="-274320" lvl="1" marL="640080" rtl="0" algn="l">
              <a:spcBef>
                <a:spcPts val="400"/>
              </a:spcBef>
              <a:spcAft>
                <a:spcPts val="0"/>
              </a:spcAft>
              <a:buSzPts val="1520"/>
              <a:buChar char="🞇"/>
            </a:pPr>
            <a:r>
              <a:rPr i="1" lang="en-IN" sz="2000"/>
              <a:t>coefficient </a:t>
            </a:r>
            <a:endParaRPr/>
          </a:p>
          <a:p>
            <a:pPr indent="-274320" lvl="1" marL="640080" rtl="0" algn="l">
              <a:spcBef>
                <a:spcPts val="400"/>
              </a:spcBef>
              <a:spcAft>
                <a:spcPts val="0"/>
              </a:spcAft>
              <a:buSzPts val="1520"/>
              <a:buChar char="🞇"/>
            </a:pPr>
            <a:r>
              <a:rPr i="1" lang="en-IN" sz="2000"/>
              <a:t>exponent. </a:t>
            </a:r>
            <a:endParaRPr i="1" sz="2000"/>
          </a:p>
        </p:txBody>
      </p:sp>
      <p:sp>
        <p:nvSpPr>
          <p:cNvPr id="1932" name="Google Shape;1932;p168"/>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933" name="Google Shape;1933;p168"/>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934" name="Google Shape;1934;p168"/>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8" name="Shape 1938"/>
        <p:cNvGrpSpPr/>
        <p:nvPr/>
      </p:nvGrpSpPr>
      <p:grpSpPr>
        <a:xfrm>
          <a:off x="0" y="0"/>
          <a:ext cx="0" cy="0"/>
          <a:chOff x="0" y="0"/>
          <a:chExt cx="0" cy="0"/>
        </a:xfrm>
      </p:grpSpPr>
      <p:sp>
        <p:nvSpPr>
          <p:cNvPr id="1939" name="Google Shape;1939;p169"/>
          <p:cNvSpPr txBox="1"/>
          <p:nvPr>
            <p:ph type="title"/>
          </p:nvPr>
        </p:nvSpPr>
        <p:spPr>
          <a:xfrm>
            <a:off x="1043490" y="1027664"/>
            <a:ext cx="7024744" cy="529128"/>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800"/>
              <a:buFont typeface="Century Gothic"/>
              <a:buNone/>
            </a:pPr>
            <a:r>
              <a:rPr b="1" i="1" lang="en-IN" sz="2800"/>
              <a:t>Representation of Polynomial</a:t>
            </a:r>
            <a:endParaRPr sz="2800"/>
          </a:p>
        </p:txBody>
      </p:sp>
      <p:sp>
        <p:nvSpPr>
          <p:cNvPr id="1940" name="Google Shape;1940;p169"/>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941" name="Google Shape;1941;p169"/>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942" name="Google Shape;1942;p169"/>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pic>
        <p:nvPicPr>
          <p:cNvPr id="1943" name="Google Shape;1943;p169"/>
          <p:cNvPicPr preferRelativeResize="0"/>
          <p:nvPr>
            <p:ph idx="1" type="body"/>
          </p:nvPr>
        </p:nvPicPr>
        <p:blipFill rotWithShape="1">
          <a:blip r:embed="rId3">
            <a:alphaModFix/>
          </a:blip>
          <a:srcRect b="0" l="0" r="0" t="0"/>
          <a:stretch/>
        </p:blipFill>
        <p:spPr>
          <a:xfrm>
            <a:off x="611560" y="1988840"/>
            <a:ext cx="3600400" cy="3521968"/>
          </a:xfrm>
          <a:prstGeom prst="rect">
            <a:avLst/>
          </a:prstGeom>
          <a:noFill/>
          <a:ln>
            <a:noFill/>
          </a:ln>
        </p:spPr>
      </p:pic>
      <p:sp>
        <p:nvSpPr>
          <p:cNvPr id="1944" name="Google Shape;1944;p169"/>
          <p:cNvSpPr/>
          <p:nvPr/>
        </p:nvSpPr>
        <p:spPr>
          <a:xfrm>
            <a:off x="4572000" y="2128756"/>
            <a:ext cx="4067944" cy="2862322"/>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000"/>
              <a:buFont typeface="Arial"/>
              <a:buChar char="•"/>
            </a:pPr>
            <a:r>
              <a:rPr i="1" lang="en-IN" sz="2000">
                <a:solidFill>
                  <a:schemeClr val="dk1"/>
                </a:solidFill>
                <a:latin typeface="Century Gothic"/>
                <a:ea typeface="Century Gothic"/>
                <a:cs typeface="Century Gothic"/>
                <a:sym typeface="Century Gothic"/>
              </a:rPr>
              <a:t>As in 5x</a:t>
            </a:r>
            <a:r>
              <a:rPr baseline="30000" i="1" lang="en-IN" sz="2000">
                <a:solidFill>
                  <a:schemeClr val="dk1"/>
                </a:solidFill>
                <a:latin typeface="Century Gothic"/>
                <a:ea typeface="Century Gothic"/>
                <a:cs typeface="Century Gothic"/>
                <a:sym typeface="Century Gothic"/>
              </a:rPr>
              <a:t>4</a:t>
            </a:r>
            <a:r>
              <a:rPr i="1" lang="en-IN" sz="2000">
                <a:solidFill>
                  <a:schemeClr val="dk1"/>
                </a:solidFill>
                <a:latin typeface="Century Gothic"/>
                <a:ea typeface="Century Gothic"/>
                <a:cs typeface="Century Gothic"/>
                <a:sym typeface="Century Gothic"/>
              </a:rPr>
              <a:t> , coefficient is 5 and exponent is 4.  </a:t>
            </a:r>
            <a:endParaRPr/>
          </a:p>
          <a:p>
            <a:pPr indent="-215900" lvl="0" marL="342900" marR="0" rtl="0" algn="l">
              <a:spcBef>
                <a:spcPts val="0"/>
              </a:spcBef>
              <a:spcAft>
                <a:spcPts val="0"/>
              </a:spcAft>
              <a:buClr>
                <a:schemeClr val="dk1"/>
              </a:buClr>
              <a:buSzPts val="2000"/>
              <a:buFont typeface="Arial"/>
              <a:buNone/>
            </a:pPr>
            <a:r>
              <a:t/>
            </a:r>
            <a:endParaRPr b="1" i="1" sz="2000">
              <a:solidFill>
                <a:schemeClr val="dk1"/>
              </a:solidFill>
              <a:latin typeface="Century Gothic"/>
              <a:ea typeface="Century Gothic"/>
              <a:cs typeface="Century Gothic"/>
              <a:sym typeface="Century Gothic"/>
            </a:endParaRPr>
          </a:p>
          <a:p>
            <a:pPr indent="-342900" lvl="0" marL="342900" marR="0" rtl="0" algn="l">
              <a:spcBef>
                <a:spcPts val="0"/>
              </a:spcBef>
              <a:spcAft>
                <a:spcPts val="0"/>
              </a:spcAft>
              <a:buClr>
                <a:schemeClr val="dk1"/>
              </a:buClr>
              <a:buSzPts val="2000"/>
              <a:buFont typeface="Arial"/>
              <a:buChar char="•"/>
            </a:pPr>
            <a:r>
              <a:rPr b="1" i="1" lang="en-IN" sz="2000">
                <a:solidFill>
                  <a:schemeClr val="dk1"/>
                </a:solidFill>
                <a:latin typeface="Century Gothic"/>
                <a:ea typeface="Century Gothic"/>
                <a:cs typeface="Century Gothic"/>
                <a:sym typeface="Century Gothic"/>
              </a:rPr>
              <a:t>5x</a:t>
            </a:r>
            <a:r>
              <a:rPr b="1" baseline="30000" i="1" lang="en-IN" sz="2000">
                <a:solidFill>
                  <a:schemeClr val="dk1"/>
                </a:solidFill>
                <a:latin typeface="Century Gothic"/>
                <a:ea typeface="Century Gothic"/>
                <a:cs typeface="Century Gothic"/>
                <a:sym typeface="Century Gothic"/>
              </a:rPr>
              <a:t>4 </a:t>
            </a:r>
            <a:r>
              <a:rPr b="1" i="1" lang="en-IN" sz="2000">
                <a:solidFill>
                  <a:schemeClr val="dk1"/>
                </a:solidFill>
                <a:latin typeface="Century Gothic"/>
                <a:ea typeface="Century Gothic"/>
                <a:cs typeface="Century Gothic"/>
                <a:sym typeface="Century Gothic"/>
              </a:rPr>
              <a:t>+ x</a:t>
            </a:r>
            <a:r>
              <a:rPr b="1" baseline="30000" i="1" lang="en-IN" sz="2000">
                <a:solidFill>
                  <a:schemeClr val="dk1"/>
                </a:solidFill>
                <a:latin typeface="Century Gothic"/>
                <a:ea typeface="Century Gothic"/>
                <a:cs typeface="Century Gothic"/>
                <a:sym typeface="Century Gothic"/>
              </a:rPr>
              <a:t>3</a:t>
            </a:r>
            <a:r>
              <a:rPr b="1" i="1" lang="en-IN" sz="2000">
                <a:solidFill>
                  <a:schemeClr val="dk1"/>
                </a:solidFill>
                <a:latin typeface="Century Gothic"/>
                <a:ea typeface="Century Gothic"/>
                <a:cs typeface="Century Gothic"/>
                <a:sym typeface="Century Gothic"/>
              </a:rPr>
              <a:t> - 6x + 2</a:t>
            </a:r>
            <a:endParaRPr b="1" sz="2000">
              <a:solidFill>
                <a:schemeClr val="dk1"/>
              </a:solidFill>
              <a:latin typeface="Century Gothic"/>
              <a:ea typeface="Century Gothic"/>
              <a:cs typeface="Century Gothic"/>
              <a:sym typeface="Century Gothic"/>
            </a:endParaRPr>
          </a:p>
          <a:p>
            <a:pPr indent="-215900" lvl="0" marL="342900" marR="0" rtl="0" algn="l">
              <a:spcBef>
                <a:spcPts val="0"/>
              </a:spcBef>
              <a:spcAft>
                <a:spcPts val="0"/>
              </a:spcAft>
              <a:buClr>
                <a:schemeClr val="dk1"/>
              </a:buClr>
              <a:buSzPts val="2000"/>
              <a:buFont typeface="Arial"/>
              <a:buNone/>
            </a:pPr>
            <a:r>
              <a:t/>
            </a:r>
            <a:endParaRPr i="1" sz="2000">
              <a:solidFill>
                <a:schemeClr val="dk1"/>
              </a:solidFill>
              <a:latin typeface="Century Gothic"/>
              <a:ea typeface="Century Gothic"/>
              <a:cs typeface="Century Gothic"/>
              <a:sym typeface="Century Gothic"/>
            </a:endParaRPr>
          </a:p>
          <a:p>
            <a:pPr indent="-342900" lvl="0" marL="342900" marR="0" rtl="0" algn="l">
              <a:spcBef>
                <a:spcPts val="0"/>
              </a:spcBef>
              <a:spcAft>
                <a:spcPts val="0"/>
              </a:spcAft>
              <a:buClr>
                <a:schemeClr val="dk1"/>
              </a:buClr>
              <a:buSzPts val="2000"/>
              <a:buFont typeface="Arial"/>
              <a:buChar char="•"/>
            </a:pPr>
            <a:r>
              <a:rPr b="1" i="1" lang="en-IN" sz="2000">
                <a:solidFill>
                  <a:schemeClr val="dk1"/>
                </a:solidFill>
                <a:latin typeface="Century Gothic"/>
                <a:ea typeface="Century Gothic"/>
                <a:cs typeface="Century Gothic"/>
                <a:sym typeface="Century Gothic"/>
              </a:rPr>
              <a:t>Each node of list will contain the coefficient and exponent of each term of polynomial expression</a:t>
            </a:r>
            <a:r>
              <a:rPr i="1" lang="en-IN" sz="2000">
                <a:solidFill>
                  <a:schemeClr val="dk1"/>
                </a:solidFill>
                <a:latin typeface="Century Gothic"/>
                <a:ea typeface="Century Gothic"/>
                <a:cs typeface="Century Gothic"/>
                <a:sym typeface="Century Gothic"/>
              </a:rPr>
              <a:t>. </a:t>
            </a:r>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8" name="Shape 1948"/>
        <p:cNvGrpSpPr/>
        <p:nvPr/>
      </p:nvGrpSpPr>
      <p:grpSpPr>
        <a:xfrm>
          <a:off x="0" y="0"/>
          <a:ext cx="0" cy="0"/>
          <a:chOff x="0" y="0"/>
          <a:chExt cx="0" cy="0"/>
        </a:xfrm>
      </p:grpSpPr>
      <p:sp>
        <p:nvSpPr>
          <p:cNvPr id="1949" name="Google Shape;1949;p170"/>
          <p:cNvSpPr txBox="1"/>
          <p:nvPr>
            <p:ph type="title"/>
          </p:nvPr>
        </p:nvSpPr>
        <p:spPr>
          <a:xfrm>
            <a:off x="1043490" y="1027664"/>
            <a:ext cx="7024744" cy="529128"/>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800"/>
              <a:buFont typeface="Century Gothic"/>
              <a:buNone/>
            </a:pPr>
            <a:r>
              <a:rPr b="1" i="1" lang="en-IN" sz="2800"/>
              <a:t>Representation of Polynomial</a:t>
            </a:r>
            <a:endParaRPr sz="2800"/>
          </a:p>
        </p:txBody>
      </p:sp>
      <p:sp>
        <p:nvSpPr>
          <p:cNvPr id="1950" name="Google Shape;1950;p170"/>
          <p:cNvSpPr txBox="1"/>
          <p:nvPr>
            <p:ph idx="1" type="body"/>
          </p:nvPr>
        </p:nvSpPr>
        <p:spPr>
          <a:xfrm>
            <a:off x="1043492" y="1700808"/>
            <a:ext cx="6777317" cy="4131821"/>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i="1" lang="en-IN" sz="2000"/>
              <a:t>So the data structure for polynomial expression will be-</a:t>
            </a:r>
            <a:endParaRPr sz="2000"/>
          </a:p>
          <a:p>
            <a:pPr indent="0" lvl="0" marL="68580" rtl="0" algn="l">
              <a:spcBef>
                <a:spcPts val="400"/>
              </a:spcBef>
              <a:spcAft>
                <a:spcPts val="0"/>
              </a:spcAft>
              <a:buSzPts val="1520"/>
              <a:buNone/>
            </a:pPr>
            <a:r>
              <a:rPr b="1" i="1" lang="en-IN" sz="2000"/>
              <a:t>struct node{</a:t>
            </a:r>
            <a:endParaRPr sz="2000"/>
          </a:p>
          <a:p>
            <a:pPr indent="0" lvl="0" marL="68580" rtl="0" algn="l">
              <a:spcBef>
                <a:spcPts val="400"/>
              </a:spcBef>
              <a:spcAft>
                <a:spcPts val="0"/>
              </a:spcAft>
              <a:buSzPts val="1520"/>
              <a:buNone/>
            </a:pPr>
            <a:r>
              <a:rPr b="1" i="1" lang="en-IN" sz="2000"/>
              <a:t>                         int coefficient;</a:t>
            </a:r>
            <a:endParaRPr sz="2000"/>
          </a:p>
          <a:p>
            <a:pPr indent="0" lvl="0" marL="68580" rtl="0" algn="l">
              <a:spcBef>
                <a:spcPts val="400"/>
              </a:spcBef>
              <a:spcAft>
                <a:spcPts val="0"/>
              </a:spcAft>
              <a:buSzPts val="1520"/>
              <a:buNone/>
            </a:pPr>
            <a:r>
              <a:rPr b="1" i="1" lang="en-IN" sz="2000"/>
              <a:t>                         int exponent;</a:t>
            </a:r>
            <a:endParaRPr sz="2000"/>
          </a:p>
          <a:p>
            <a:pPr indent="0" lvl="0" marL="68580" rtl="0" algn="l">
              <a:spcBef>
                <a:spcPts val="400"/>
              </a:spcBef>
              <a:spcAft>
                <a:spcPts val="0"/>
              </a:spcAft>
              <a:buSzPts val="1520"/>
              <a:buNone/>
            </a:pPr>
            <a:r>
              <a:rPr b="1" i="1" lang="en-IN" sz="2000"/>
              <a:t>                         struct node *link;</a:t>
            </a:r>
            <a:endParaRPr sz="2000"/>
          </a:p>
          <a:p>
            <a:pPr indent="0" lvl="0" marL="68580" rtl="0" algn="l">
              <a:spcBef>
                <a:spcPts val="400"/>
              </a:spcBef>
              <a:spcAft>
                <a:spcPts val="0"/>
              </a:spcAft>
              <a:buSzPts val="1520"/>
              <a:buNone/>
            </a:pPr>
            <a:r>
              <a:rPr b="1" i="1" lang="en-IN" sz="2000"/>
              <a:t>                 }</a:t>
            </a:r>
            <a:endParaRPr sz="2000"/>
          </a:p>
          <a:p>
            <a:pPr indent="-177800" lvl="1" marL="640080" rtl="0" algn="l">
              <a:spcBef>
                <a:spcPts val="400"/>
              </a:spcBef>
              <a:spcAft>
                <a:spcPts val="0"/>
              </a:spcAft>
              <a:buSzPts val="1520"/>
              <a:buNone/>
            </a:pPr>
            <a:r>
              <a:t/>
            </a:r>
            <a:endParaRPr sz="2000"/>
          </a:p>
        </p:txBody>
      </p:sp>
      <p:sp>
        <p:nvSpPr>
          <p:cNvPr id="1951" name="Google Shape;1951;p170"/>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952" name="Google Shape;1952;p170"/>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953" name="Google Shape;1953;p170"/>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7" name="Shape 1957"/>
        <p:cNvGrpSpPr/>
        <p:nvPr/>
      </p:nvGrpSpPr>
      <p:grpSpPr>
        <a:xfrm>
          <a:off x="0" y="0"/>
          <a:ext cx="0" cy="0"/>
          <a:chOff x="0" y="0"/>
          <a:chExt cx="0" cy="0"/>
        </a:xfrm>
      </p:grpSpPr>
      <p:sp>
        <p:nvSpPr>
          <p:cNvPr id="1958" name="Google Shape;1958;p171"/>
          <p:cNvSpPr txBox="1"/>
          <p:nvPr>
            <p:ph idx="1" type="body"/>
          </p:nvPr>
        </p:nvSpPr>
        <p:spPr>
          <a:xfrm>
            <a:off x="1043492" y="980728"/>
            <a:ext cx="6777317" cy="4851901"/>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b="1" i="1" lang="en-IN" sz="2000"/>
              <a:t>Descending sorted linked list is used based on the exponent </a:t>
            </a:r>
            <a:endParaRPr b="1" i="1" sz="2000"/>
          </a:p>
          <a:p>
            <a:pPr indent="-177800" lvl="0" marL="342900" rtl="0" algn="l">
              <a:spcBef>
                <a:spcPts val="400"/>
              </a:spcBef>
              <a:spcAft>
                <a:spcPts val="0"/>
              </a:spcAft>
              <a:buSzPts val="1520"/>
              <a:buNone/>
            </a:pPr>
            <a:r>
              <a:t/>
            </a:r>
            <a:endParaRPr b="1" i="1" sz="2000"/>
          </a:p>
          <a:p>
            <a:pPr indent="-274320" lvl="0" marL="342900" rtl="0" algn="l">
              <a:spcBef>
                <a:spcPts val="400"/>
              </a:spcBef>
              <a:spcAft>
                <a:spcPts val="0"/>
              </a:spcAft>
              <a:buSzPts val="1520"/>
              <a:buChar char="🞇"/>
            </a:pPr>
            <a:r>
              <a:rPr i="1" lang="en-IN" sz="2000"/>
              <a:t>As it will be easier for arithmetic operation with polynomial linked list. </a:t>
            </a:r>
            <a:endParaRPr i="1" sz="2000"/>
          </a:p>
          <a:p>
            <a:pPr indent="-177800" lvl="0" marL="342900" rtl="0" algn="l">
              <a:spcBef>
                <a:spcPts val="400"/>
              </a:spcBef>
              <a:spcAft>
                <a:spcPts val="0"/>
              </a:spcAft>
              <a:buSzPts val="1520"/>
              <a:buNone/>
            </a:pPr>
            <a:r>
              <a:t/>
            </a:r>
            <a:endParaRPr i="1" sz="2000"/>
          </a:p>
          <a:p>
            <a:pPr indent="-274320" lvl="0" marL="342900" rtl="0" algn="l">
              <a:spcBef>
                <a:spcPts val="400"/>
              </a:spcBef>
              <a:spcAft>
                <a:spcPts val="0"/>
              </a:spcAft>
              <a:buSzPts val="1520"/>
              <a:buChar char="🞇"/>
            </a:pPr>
            <a:r>
              <a:rPr i="1" lang="en-IN" sz="2000"/>
              <a:t>Otherwise, we have a need to traverse the full list for every arithmetic operation. </a:t>
            </a:r>
            <a:endParaRPr i="1" sz="2000"/>
          </a:p>
          <a:p>
            <a:pPr indent="-177800" lvl="0" marL="342900" rtl="0" algn="l">
              <a:spcBef>
                <a:spcPts val="400"/>
              </a:spcBef>
              <a:spcAft>
                <a:spcPts val="0"/>
              </a:spcAft>
              <a:buSzPts val="1520"/>
              <a:buNone/>
            </a:pPr>
            <a:r>
              <a:t/>
            </a:r>
            <a:endParaRPr i="1" sz="2000"/>
          </a:p>
        </p:txBody>
      </p:sp>
      <p:sp>
        <p:nvSpPr>
          <p:cNvPr id="1959" name="Google Shape;1959;p171"/>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960" name="Google Shape;1960;p171"/>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961" name="Google Shape;1961;p171"/>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5" name="Shape 1965"/>
        <p:cNvGrpSpPr/>
        <p:nvPr/>
      </p:nvGrpSpPr>
      <p:grpSpPr>
        <a:xfrm>
          <a:off x="0" y="0"/>
          <a:ext cx="0" cy="0"/>
          <a:chOff x="0" y="0"/>
          <a:chExt cx="0" cy="0"/>
        </a:xfrm>
      </p:grpSpPr>
      <p:sp>
        <p:nvSpPr>
          <p:cNvPr id="1966" name="Google Shape;1966;p172"/>
          <p:cNvSpPr txBox="1"/>
          <p:nvPr>
            <p:ph idx="1" type="body"/>
          </p:nvPr>
        </p:nvSpPr>
        <p:spPr>
          <a:xfrm>
            <a:off x="1043492" y="980728"/>
            <a:ext cx="6777317" cy="4851901"/>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i="1" lang="en-IN" sz="2000"/>
              <a:t>Now we can represent polynomial expression </a:t>
            </a:r>
            <a:endParaRPr i="1" sz="2000"/>
          </a:p>
          <a:p>
            <a:pPr indent="-274320" lvl="0" marL="342900" rtl="0" algn="l">
              <a:spcBef>
                <a:spcPts val="400"/>
              </a:spcBef>
              <a:spcAft>
                <a:spcPts val="0"/>
              </a:spcAft>
              <a:buSzPts val="1520"/>
              <a:buChar char="🞇"/>
            </a:pPr>
            <a:r>
              <a:rPr b="1" i="1" lang="en-IN" sz="2000"/>
              <a:t>5x</a:t>
            </a:r>
            <a:r>
              <a:rPr b="1" baseline="30000" i="1" lang="en-IN" sz="2000"/>
              <a:t>4 </a:t>
            </a:r>
            <a:r>
              <a:rPr b="1" i="1" lang="en-IN" sz="2000"/>
              <a:t>+ x</a:t>
            </a:r>
            <a:r>
              <a:rPr b="1" baseline="30000" i="1" lang="en-IN" sz="2000"/>
              <a:t>3</a:t>
            </a:r>
            <a:r>
              <a:rPr b="1" i="1" lang="en-IN" sz="2000"/>
              <a:t> - 6x + 2 </a:t>
            </a:r>
            <a:r>
              <a:rPr i="1" lang="en-IN" sz="2000"/>
              <a:t>as-</a:t>
            </a:r>
            <a:endParaRPr sz="2000"/>
          </a:p>
        </p:txBody>
      </p:sp>
      <p:sp>
        <p:nvSpPr>
          <p:cNvPr id="1967" name="Google Shape;1967;p172"/>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968" name="Google Shape;1968;p172"/>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969" name="Google Shape;1969;p172"/>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pic>
        <p:nvPicPr>
          <p:cNvPr id="1970" name="Google Shape;1970;p172"/>
          <p:cNvPicPr preferRelativeResize="0"/>
          <p:nvPr/>
        </p:nvPicPr>
        <p:blipFill rotWithShape="1">
          <a:blip r:embed="rId3">
            <a:alphaModFix/>
          </a:blip>
          <a:srcRect b="0" l="0" r="0" t="0"/>
          <a:stretch/>
        </p:blipFill>
        <p:spPr>
          <a:xfrm>
            <a:off x="1331640" y="3429000"/>
            <a:ext cx="6264696" cy="1872208"/>
          </a:xfrm>
          <a:prstGeom prst="rect">
            <a:avLst/>
          </a:prstGeom>
          <a:noFill/>
          <a:ln>
            <a:noFill/>
          </a:ln>
        </p:spPr>
      </p:pic>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4" name="Shape 1974"/>
        <p:cNvGrpSpPr/>
        <p:nvPr/>
      </p:nvGrpSpPr>
      <p:grpSpPr>
        <a:xfrm>
          <a:off x="0" y="0"/>
          <a:ext cx="0" cy="0"/>
          <a:chOff x="0" y="0"/>
          <a:chExt cx="0" cy="0"/>
        </a:xfrm>
      </p:grpSpPr>
      <p:sp>
        <p:nvSpPr>
          <p:cNvPr id="1975" name="Google Shape;1975;p173"/>
          <p:cNvSpPr txBox="1"/>
          <p:nvPr>
            <p:ph type="title"/>
          </p:nvPr>
        </p:nvSpPr>
        <p:spPr>
          <a:xfrm>
            <a:off x="971600" y="692696"/>
            <a:ext cx="7024744" cy="529128"/>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i="1" lang="en-IN" sz="3200"/>
              <a:t>Creation of polynomial linked list</a:t>
            </a:r>
            <a:endParaRPr sz="3200"/>
          </a:p>
        </p:txBody>
      </p:sp>
      <p:sp>
        <p:nvSpPr>
          <p:cNvPr id="1976" name="Google Shape;1976;p173"/>
          <p:cNvSpPr txBox="1"/>
          <p:nvPr>
            <p:ph idx="1" type="body"/>
          </p:nvPr>
        </p:nvSpPr>
        <p:spPr>
          <a:xfrm>
            <a:off x="1043492" y="1628800"/>
            <a:ext cx="6777317" cy="4203829"/>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i="1" lang="en-IN" sz="2000"/>
              <a:t>Creation of polynomial linked list will be same as </a:t>
            </a:r>
            <a:endParaRPr i="1" sz="2000"/>
          </a:p>
          <a:p>
            <a:pPr indent="-274320" lvl="1" marL="640080" rtl="0" algn="l">
              <a:spcBef>
                <a:spcPts val="360"/>
              </a:spcBef>
              <a:spcAft>
                <a:spcPts val="0"/>
              </a:spcAft>
              <a:buSzPts val="1368"/>
              <a:buChar char="🞇"/>
            </a:pPr>
            <a:r>
              <a:rPr i="1" lang="en-IN" sz="1800"/>
              <a:t>creation of sorted linked list but </a:t>
            </a:r>
            <a:endParaRPr i="1" sz="1800"/>
          </a:p>
          <a:p>
            <a:pPr indent="-274320" lvl="1" marL="640080" rtl="0" algn="l">
              <a:spcBef>
                <a:spcPts val="360"/>
              </a:spcBef>
              <a:spcAft>
                <a:spcPts val="0"/>
              </a:spcAft>
              <a:buSzPts val="1368"/>
              <a:buChar char="🞇"/>
            </a:pPr>
            <a:r>
              <a:rPr b="1" i="1" lang="en-IN" sz="1800" u="sng"/>
              <a:t>it be in descending order and based on exponent of symbol.</a:t>
            </a:r>
            <a:endParaRPr sz="1800" u="sng"/>
          </a:p>
        </p:txBody>
      </p:sp>
      <p:sp>
        <p:nvSpPr>
          <p:cNvPr id="1977" name="Google Shape;1977;p173"/>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978" name="Google Shape;1978;p173"/>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979" name="Google Shape;1979;p173"/>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3" name="Shape 1983"/>
        <p:cNvGrpSpPr/>
        <p:nvPr/>
      </p:nvGrpSpPr>
      <p:grpSpPr>
        <a:xfrm>
          <a:off x="0" y="0"/>
          <a:ext cx="0" cy="0"/>
          <a:chOff x="0" y="0"/>
          <a:chExt cx="0" cy="0"/>
        </a:xfrm>
      </p:grpSpPr>
      <p:sp>
        <p:nvSpPr>
          <p:cNvPr id="1984" name="Google Shape;1984;p174"/>
          <p:cNvSpPr txBox="1"/>
          <p:nvPr>
            <p:ph idx="1" type="body"/>
          </p:nvPr>
        </p:nvSpPr>
        <p:spPr>
          <a:xfrm>
            <a:off x="1043492" y="1628800"/>
            <a:ext cx="6777317" cy="4203829"/>
          </a:xfrm>
          <a:prstGeom prst="rect">
            <a:avLst/>
          </a:prstGeom>
          <a:noFill/>
          <a:ln>
            <a:noFill/>
          </a:ln>
        </p:spPr>
        <p:txBody>
          <a:bodyPr anchorCtr="0" anchor="t" bIns="45700" lIns="91425" spcFirstLastPara="1" rIns="91425" wrap="square" tIns="45700">
            <a:normAutofit lnSpcReduction="10000"/>
          </a:bodyPr>
          <a:lstStyle/>
          <a:p>
            <a:pPr indent="-274320" lvl="0" marL="342900" rtl="0" algn="l">
              <a:spcBef>
                <a:spcPts val="0"/>
              </a:spcBef>
              <a:spcAft>
                <a:spcPts val="0"/>
              </a:spcAft>
              <a:buSzPts val="1520"/>
              <a:buChar char="🞇"/>
            </a:pPr>
            <a:r>
              <a:rPr b="1" i="1" lang="en-IN" sz="2000"/>
              <a:t>Insertion at the Start</a:t>
            </a:r>
            <a:endParaRPr/>
          </a:p>
          <a:p>
            <a:pPr indent="-177800" lvl="0" marL="342900" rtl="0" algn="l">
              <a:spcBef>
                <a:spcPts val="400"/>
              </a:spcBef>
              <a:spcAft>
                <a:spcPts val="0"/>
              </a:spcAft>
              <a:buSzPts val="1520"/>
              <a:buNone/>
            </a:pPr>
            <a:r>
              <a:t/>
            </a:r>
            <a:endParaRPr i="1" sz="2000"/>
          </a:p>
          <a:p>
            <a:pPr indent="-274320" lvl="0" marL="342900" rtl="0" algn="l">
              <a:spcBef>
                <a:spcPts val="400"/>
              </a:spcBef>
              <a:spcAft>
                <a:spcPts val="0"/>
              </a:spcAft>
              <a:buSzPts val="1520"/>
              <a:buChar char="🞇"/>
            </a:pPr>
            <a:r>
              <a:rPr i="1" lang="en-IN" sz="2000"/>
              <a:t>In if condition we are checking for the node to be added will be first node or not.</a:t>
            </a:r>
            <a:endParaRPr/>
          </a:p>
          <a:p>
            <a:pPr indent="0" lvl="0" marL="68580" rtl="0" algn="l">
              <a:spcBef>
                <a:spcPts val="400"/>
              </a:spcBef>
              <a:spcAft>
                <a:spcPts val="0"/>
              </a:spcAft>
              <a:buSzPts val="1520"/>
              <a:buNone/>
            </a:pPr>
            <a:r>
              <a:t/>
            </a:r>
            <a:endParaRPr b="1" i="1" sz="2000"/>
          </a:p>
          <a:p>
            <a:pPr indent="0" lvl="0" marL="68580" rtl="0" algn="l">
              <a:spcBef>
                <a:spcPts val="400"/>
              </a:spcBef>
              <a:spcAft>
                <a:spcPts val="0"/>
              </a:spcAft>
              <a:buSzPts val="1520"/>
              <a:buNone/>
            </a:pPr>
            <a:r>
              <a:rPr b="1" i="1" lang="en-IN" sz="2000"/>
              <a:t>/* list empty or exp greater than first one */</a:t>
            </a:r>
            <a:endParaRPr sz="2000"/>
          </a:p>
          <a:p>
            <a:pPr indent="0" lvl="0" marL="68580" rtl="0" algn="l">
              <a:spcBef>
                <a:spcPts val="400"/>
              </a:spcBef>
              <a:spcAft>
                <a:spcPts val="0"/>
              </a:spcAft>
              <a:buSzPts val="1520"/>
              <a:buNone/>
            </a:pPr>
            <a:r>
              <a:rPr b="1" i="1" lang="en-IN" sz="2000"/>
              <a:t>if(start==NULL || ex&gt; start-&gt;expo)</a:t>
            </a:r>
            <a:endParaRPr sz="2000"/>
          </a:p>
          <a:p>
            <a:pPr indent="0" lvl="0" marL="68580" rtl="0" algn="l">
              <a:spcBef>
                <a:spcPts val="400"/>
              </a:spcBef>
              <a:spcAft>
                <a:spcPts val="0"/>
              </a:spcAft>
              <a:buSzPts val="1520"/>
              <a:buNone/>
            </a:pPr>
            <a:r>
              <a:rPr b="1" i="1" lang="en-IN" sz="2000"/>
              <a:t>{</a:t>
            </a:r>
            <a:endParaRPr sz="2000"/>
          </a:p>
          <a:p>
            <a:pPr indent="0" lvl="0" marL="68580" rtl="0" algn="l">
              <a:spcBef>
                <a:spcPts val="400"/>
              </a:spcBef>
              <a:spcAft>
                <a:spcPts val="0"/>
              </a:spcAft>
              <a:buSzPts val="1520"/>
              <a:buNone/>
            </a:pPr>
            <a:r>
              <a:rPr b="1" i="1" lang="en-IN" sz="2000"/>
              <a:t>                tmp-&gt;link=start;</a:t>
            </a:r>
            <a:endParaRPr sz="2000"/>
          </a:p>
          <a:p>
            <a:pPr indent="0" lvl="0" marL="68580" rtl="0" algn="l">
              <a:spcBef>
                <a:spcPts val="400"/>
              </a:spcBef>
              <a:spcAft>
                <a:spcPts val="0"/>
              </a:spcAft>
              <a:buSzPts val="1520"/>
              <a:buNone/>
            </a:pPr>
            <a:r>
              <a:rPr b="1" i="1" lang="en-IN" sz="2000"/>
              <a:t>                start=tmp;</a:t>
            </a:r>
            <a:endParaRPr sz="2000"/>
          </a:p>
          <a:p>
            <a:pPr indent="0" lvl="0" marL="68580" rtl="0" algn="l">
              <a:spcBef>
                <a:spcPts val="400"/>
              </a:spcBef>
              <a:spcAft>
                <a:spcPts val="0"/>
              </a:spcAft>
              <a:buSzPts val="1520"/>
              <a:buNone/>
            </a:pPr>
            <a:r>
              <a:rPr b="1" i="1" lang="en-IN" sz="2000"/>
              <a:t>                return start;</a:t>
            </a:r>
            <a:endParaRPr sz="2000"/>
          </a:p>
          <a:p>
            <a:pPr indent="0" lvl="0" marL="68580" rtl="0" algn="l">
              <a:spcBef>
                <a:spcPts val="400"/>
              </a:spcBef>
              <a:spcAft>
                <a:spcPts val="0"/>
              </a:spcAft>
              <a:buSzPts val="1520"/>
              <a:buNone/>
            </a:pPr>
            <a:r>
              <a:rPr b="1" i="1" lang="en-IN" sz="2000"/>
              <a:t>}</a:t>
            </a:r>
            <a:endParaRPr sz="2000"/>
          </a:p>
          <a:p>
            <a:pPr indent="0" lvl="0" marL="68580" rtl="0" algn="l">
              <a:spcBef>
                <a:spcPts val="400"/>
              </a:spcBef>
              <a:spcAft>
                <a:spcPts val="0"/>
              </a:spcAft>
              <a:buSzPts val="1520"/>
              <a:buNone/>
            </a:pPr>
            <a:r>
              <a:t/>
            </a:r>
            <a:endParaRPr sz="2000"/>
          </a:p>
        </p:txBody>
      </p:sp>
      <p:sp>
        <p:nvSpPr>
          <p:cNvPr id="1985" name="Google Shape;1985;p174"/>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986" name="Google Shape;1986;p174"/>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987" name="Google Shape;1987;p174"/>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1988" name="Google Shape;1988;p174"/>
          <p:cNvSpPr txBox="1"/>
          <p:nvPr>
            <p:ph type="title"/>
          </p:nvPr>
        </p:nvSpPr>
        <p:spPr>
          <a:xfrm>
            <a:off x="971600" y="692696"/>
            <a:ext cx="7024744" cy="529128"/>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i="1" lang="en-IN" sz="3200"/>
              <a:t>Creation of polynomial linked list</a:t>
            </a:r>
            <a:endParaRPr sz="3200"/>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2" name="Shape 1992"/>
        <p:cNvGrpSpPr/>
        <p:nvPr/>
      </p:nvGrpSpPr>
      <p:grpSpPr>
        <a:xfrm>
          <a:off x="0" y="0"/>
          <a:ext cx="0" cy="0"/>
          <a:chOff x="0" y="0"/>
          <a:chExt cx="0" cy="0"/>
        </a:xfrm>
      </p:grpSpPr>
      <p:sp>
        <p:nvSpPr>
          <p:cNvPr id="1993" name="Google Shape;1993;p175"/>
          <p:cNvSpPr txBox="1"/>
          <p:nvPr>
            <p:ph type="title"/>
          </p:nvPr>
        </p:nvSpPr>
        <p:spPr>
          <a:xfrm>
            <a:off x="467544" y="404664"/>
            <a:ext cx="7024744" cy="385112"/>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i="1" lang="en-IN" sz="2400"/>
              <a:t>Creation of polynomial linked list</a:t>
            </a:r>
            <a:endParaRPr sz="2400"/>
          </a:p>
        </p:txBody>
      </p:sp>
      <p:sp>
        <p:nvSpPr>
          <p:cNvPr id="1994" name="Google Shape;1994;p175"/>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1995" name="Google Shape;1995;p175"/>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1996" name="Google Shape;1996;p175"/>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pic>
        <p:nvPicPr>
          <p:cNvPr id="1997" name="Google Shape;1997;p175"/>
          <p:cNvPicPr preferRelativeResize="0"/>
          <p:nvPr/>
        </p:nvPicPr>
        <p:blipFill rotWithShape="1">
          <a:blip r:embed="rId3">
            <a:alphaModFix/>
          </a:blip>
          <a:srcRect b="0" l="0" r="0" t="0"/>
          <a:stretch/>
        </p:blipFill>
        <p:spPr>
          <a:xfrm>
            <a:off x="755576" y="4797152"/>
            <a:ext cx="7560840" cy="1584176"/>
          </a:xfrm>
          <a:prstGeom prst="rect">
            <a:avLst/>
          </a:prstGeom>
          <a:noFill/>
          <a:ln>
            <a:noFill/>
          </a:ln>
        </p:spPr>
      </p:pic>
      <p:sp>
        <p:nvSpPr>
          <p:cNvPr id="1998" name="Google Shape;1998;p175"/>
          <p:cNvSpPr txBox="1"/>
          <p:nvPr/>
        </p:nvSpPr>
        <p:spPr>
          <a:xfrm>
            <a:off x="899592" y="1199654"/>
            <a:ext cx="3816424" cy="39703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IN" sz="1800">
                <a:solidFill>
                  <a:schemeClr val="dk1"/>
                </a:solidFill>
                <a:latin typeface="Century Gothic"/>
                <a:ea typeface="Century Gothic"/>
                <a:cs typeface="Century Gothic"/>
                <a:sym typeface="Century Gothic"/>
              </a:rPr>
              <a:t>Lets insert 9x</a:t>
            </a:r>
            <a:r>
              <a:rPr b="1" baseline="30000" i="1" lang="en-IN" sz="1800">
                <a:solidFill>
                  <a:schemeClr val="dk1"/>
                </a:solidFill>
                <a:latin typeface="Century Gothic"/>
                <a:ea typeface="Century Gothic"/>
                <a:cs typeface="Century Gothic"/>
                <a:sym typeface="Century Gothic"/>
              </a:rPr>
              <a:t>2</a:t>
            </a:r>
            <a:endParaRPr/>
          </a:p>
          <a:p>
            <a:pPr indent="0" lvl="0" marL="0" marR="0" rtl="0" algn="l">
              <a:spcBef>
                <a:spcPts val="0"/>
              </a:spcBef>
              <a:spcAft>
                <a:spcPts val="0"/>
              </a:spcAft>
              <a:buNone/>
            </a:pPr>
            <a:r>
              <a:rPr b="1" i="1" lang="en-IN" sz="1800">
                <a:solidFill>
                  <a:schemeClr val="dk1"/>
                </a:solidFill>
                <a:latin typeface="Century Gothic"/>
                <a:ea typeface="Century Gothic"/>
                <a:cs typeface="Century Gothic"/>
                <a:sym typeface="Century Gothic"/>
              </a:rPr>
              <a:t>Let ex=2</a:t>
            </a:r>
            <a:endParaRPr/>
          </a:p>
          <a:p>
            <a:pPr indent="0" lvl="0" marL="0" marR="0" rtl="0" algn="l">
              <a:spcBef>
                <a:spcPts val="0"/>
              </a:spcBef>
              <a:spcAft>
                <a:spcPts val="0"/>
              </a:spcAft>
              <a:buNone/>
            </a:pPr>
            <a:r>
              <a:rPr b="1" i="1" lang="en-IN" sz="1800">
                <a:solidFill>
                  <a:schemeClr val="dk1"/>
                </a:solidFill>
                <a:latin typeface="Century Gothic"/>
                <a:ea typeface="Century Gothic"/>
                <a:cs typeface="Century Gothic"/>
                <a:sym typeface="Century Gothic"/>
              </a:rPr>
              <a:t>Ptr=1</a:t>
            </a:r>
            <a:r>
              <a:rPr b="1" baseline="30000" i="1" lang="en-IN" sz="1800">
                <a:solidFill>
                  <a:schemeClr val="dk1"/>
                </a:solidFill>
                <a:latin typeface="Century Gothic"/>
                <a:ea typeface="Century Gothic"/>
                <a:cs typeface="Century Gothic"/>
                <a:sym typeface="Century Gothic"/>
              </a:rPr>
              <a:t>st</a:t>
            </a:r>
            <a:r>
              <a:rPr b="1" i="1" lang="en-IN" sz="1800">
                <a:solidFill>
                  <a:schemeClr val="dk1"/>
                </a:solidFill>
                <a:latin typeface="Century Gothic"/>
                <a:ea typeface="Century Gothic"/>
                <a:cs typeface="Century Gothic"/>
                <a:sym typeface="Century Gothic"/>
              </a:rPr>
              <a:t> Node</a:t>
            </a:r>
            <a:endParaRPr/>
          </a:p>
          <a:p>
            <a:pPr indent="0" lvl="0" marL="0" marR="0" rtl="0" algn="l">
              <a:spcBef>
                <a:spcPts val="0"/>
              </a:spcBef>
              <a:spcAft>
                <a:spcPts val="0"/>
              </a:spcAft>
              <a:buNone/>
            </a:pPr>
            <a:r>
              <a:rPr b="1" i="1" lang="en-IN" sz="1800">
                <a:solidFill>
                  <a:schemeClr val="dk1"/>
                </a:solidFill>
                <a:latin typeface="Century Gothic"/>
                <a:ea typeface="Century Gothic"/>
                <a:cs typeface="Century Gothic"/>
                <a:sym typeface="Century Gothic"/>
              </a:rPr>
              <a:t>Check if ptr-&gt;link-&gt;expo &gt; ex</a:t>
            </a:r>
            <a:endParaRPr/>
          </a:p>
          <a:p>
            <a:pPr indent="0" lvl="0" marL="0" marR="0" rtl="0" algn="l">
              <a:spcBef>
                <a:spcPts val="0"/>
              </a:spcBef>
              <a:spcAft>
                <a:spcPts val="0"/>
              </a:spcAft>
              <a:buNone/>
            </a:pPr>
            <a:r>
              <a:rPr b="1" i="1" lang="en-IN" sz="1800">
                <a:solidFill>
                  <a:schemeClr val="dk1"/>
                </a:solidFill>
                <a:latin typeface="Century Gothic"/>
                <a:ea typeface="Century Gothic"/>
                <a:cs typeface="Century Gothic"/>
                <a:sym typeface="Century Gothic"/>
              </a:rPr>
              <a:t>Check if 2</a:t>
            </a:r>
            <a:r>
              <a:rPr b="1" baseline="30000" i="1" lang="en-IN" sz="1800">
                <a:solidFill>
                  <a:schemeClr val="dk1"/>
                </a:solidFill>
                <a:latin typeface="Century Gothic"/>
                <a:ea typeface="Century Gothic"/>
                <a:cs typeface="Century Gothic"/>
                <a:sym typeface="Century Gothic"/>
              </a:rPr>
              <a:t>nd</a:t>
            </a:r>
            <a:r>
              <a:rPr b="1" i="1" lang="en-IN" sz="1800">
                <a:solidFill>
                  <a:schemeClr val="dk1"/>
                </a:solidFill>
                <a:latin typeface="Century Gothic"/>
                <a:ea typeface="Century Gothic"/>
                <a:cs typeface="Century Gothic"/>
                <a:sym typeface="Century Gothic"/>
              </a:rPr>
              <a:t> node’s expo &gt;ex</a:t>
            </a:r>
            <a:endParaRPr/>
          </a:p>
          <a:p>
            <a:pPr indent="0" lvl="0" marL="0" marR="0" rtl="0" algn="l">
              <a:spcBef>
                <a:spcPts val="0"/>
              </a:spcBef>
              <a:spcAft>
                <a:spcPts val="0"/>
              </a:spcAft>
              <a:buNone/>
            </a:pPr>
            <a:r>
              <a:rPr b="1" i="1" lang="en-IN" sz="1800">
                <a:solidFill>
                  <a:schemeClr val="dk1"/>
                </a:solidFill>
                <a:latin typeface="Century Gothic"/>
                <a:ea typeface="Century Gothic"/>
                <a:cs typeface="Century Gothic"/>
                <a:sym typeface="Century Gothic"/>
              </a:rPr>
              <a:t>If 3&gt;2, yes</a:t>
            </a:r>
            <a:endParaRPr/>
          </a:p>
          <a:p>
            <a:pPr indent="0" lvl="0" marL="0" marR="0" rtl="0" algn="l">
              <a:spcBef>
                <a:spcPts val="0"/>
              </a:spcBef>
              <a:spcAft>
                <a:spcPts val="0"/>
              </a:spcAft>
              <a:buNone/>
            </a:pPr>
            <a:r>
              <a:rPr b="1" i="1" lang="en-IN" sz="1800">
                <a:solidFill>
                  <a:schemeClr val="dk1"/>
                </a:solidFill>
                <a:latin typeface="Century Gothic"/>
                <a:ea typeface="Century Gothic"/>
                <a:cs typeface="Century Gothic"/>
                <a:sym typeface="Century Gothic"/>
              </a:rPr>
              <a:t>Then </a:t>
            </a:r>
            <a:endParaRPr/>
          </a:p>
          <a:p>
            <a:pPr indent="0" lvl="0" marL="0" marR="0" rtl="0" algn="l">
              <a:spcBef>
                <a:spcPts val="0"/>
              </a:spcBef>
              <a:spcAft>
                <a:spcPts val="0"/>
              </a:spcAft>
              <a:buNone/>
            </a:pPr>
            <a:r>
              <a:rPr b="1" i="1" lang="en-IN" sz="1800">
                <a:solidFill>
                  <a:schemeClr val="dk1"/>
                </a:solidFill>
                <a:latin typeface="Century Gothic"/>
                <a:ea typeface="Century Gothic"/>
                <a:cs typeface="Century Gothic"/>
                <a:sym typeface="Century Gothic"/>
              </a:rPr>
              <a:t>Ptr=ptr-&gt;link</a:t>
            </a:r>
            <a:endParaRPr/>
          </a:p>
          <a:p>
            <a:pPr indent="0" lvl="0" marL="0" marR="0" rtl="0" algn="l">
              <a:spcBef>
                <a:spcPts val="0"/>
              </a:spcBef>
              <a:spcAft>
                <a:spcPts val="0"/>
              </a:spcAft>
              <a:buNone/>
            </a:pPr>
            <a:r>
              <a:rPr b="1" i="1" lang="en-IN" sz="1800">
                <a:solidFill>
                  <a:schemeClr val="dk1"/>
                </a:solidFill>
                <a:latin typeface="Century Gothic"/>
                <a:ea typeface="Century Gothic"/>
                <a:cs typeface="Century Gothic"/>
                <a:sym typeface="Century Gothic"/>
              </a:rPr>
              <a:t>Ptr=2</a:t>
            </a:r>
            <a:r>
              <a:rPr b="1" baseline="30000" i="1" lang="en-IN" sz="1800">
                <a:solidFill>
                  <a:schemeClr val="dk1"/>
                </a:solidFill>
                <a:latin typeface="Century Gothic"/>
                <a:ea typeface="Century Gothic"/>
                <a:cs typeface="Century Gothic"/>
                <a:sym typeface="Century Gothic"/>
              </a:rPr>
              <a:t>nd</a:t>
            </a:r>
            <a:r>
              <a:rPr b="1" i="1" lang="en-IN" sz="1800">
                <a:solidFill>
                  <a:schemeClr val="dk1"/>
                </a:solidFill>
                <a:latin typeface="Century Gothic"/>
                <a:ea typeface="Century Gothic"/>
                <a:cs typeface="Century Gothic"/>
                <a:sym typeface="Century Gothic"/>
              </a:rPr>
              <a:t> node</a:t>
            </a:r>
            <a:endParaRPr/>
          </a:p>
          <a:p>
            <a:pPr indent="0" lvl="0" marL="0" marR="0" rtl="0" algn="l">
              <a:spcBef>
                <a:spcPts val="0"/>
              </a:spcBef>
              <a:spcAft>
                <a:spcPts val="0"/>
              </a:spcAft>
              <a:buNone/>
            </a:pPr>
            <a:r>
              <a:rPr b="1" i="1" lang="en-IN" sz="1800">
                <a:solidFill>
                  <a:schemeClr val="dk1"/>
                </a:solidFill>
                <a:latin typeface="Century Gothic"/>
                <a:ea typeface="Century Gothic"/>
                <a:cs typeface="Century Gothic"/>
                <a:sym typeface="Century Gothic"/>
              </a:rPr>
              <a:t>Check if ptr-&gt;link-&gt;expo&gt;ex</a:t>
            </a:r>
            <a:endParaRPr/>
          </a:p>
          <a:p>
            <a:pPr indent="0" lvl="0" marL="0" marR="0" rtl="0" algn="l">
              <a:spcBef>
                <a:spcPts val="0"/>
              </a:spcBef>
              <a:spcAft>
                <a:spcPts val="0"/>
              </a:spcAft>
              <a:buNone/>
            </a:pPr>
            <a:r>
              <a:rPr b="1" i="1" lang="en-IN" sz="1800">
                <a:solidFill>
                  <a:schemeClr val="dk1"/>
                </a:solidFill>
                <a:latin typeface="Century Gothic"/>
                <a:ea typeface="Century Gothic"/>
                <a:cs typeface="Century Gothic"/>
                <a:sym typeface="Century Gothic"/>
              </a:rPr>
              <a:t>Check if 3</a:t>
            </a:r>
            <a:r>
              <a:rPr b="1" baseline="30000" i="1" lang="en-IN" sz="1800">
                <a:solidFill>
                  <a:schemeClr val="dk1"/>
                </a:solidFill>
                <a:latin typeface="Century Gothic"/>
                <a:ea typeface="Century Gothic"/>
                <a:cs typeface="Century Gothic"/>
                <a:sym typeface="Century Gothic"/>
              </a:rPr>
              <a:t>rd</a:t>
            </a:r>
            <a:r>
              <a:rPr b="1" i="1" lang="en-IN" sz="1800">
                <a:solidFill>
                  <a:schemeClr val="dk1"/>
                </a:solidFill>
                <a:latin typeface="Century Gothic"/>
                <a:ea typeface="Century Gothic"/>
                <a:cs typeface="Century Gothic"/>
                <a:sym typeface="Century Gothic"/>
              </a:rPr>
              <a:t> node’s expo&gt;ex</a:t>
            </a:r>
            <a:endParaRPr/>
          </a:p>
          <a:p>
            <a:pPr indent="0" lvl="0" marL="0" marR="0" rtl="0" algn="l">
              <a:spcBef>
                <a:spcPts val="0"/>
              </a:spcBef>
              <a:spcAft>
                <a:spcPts val="0"/>
              </a:spcAft>
              <a:buNone/>
            </a:pPr>
            <a:r>
              <a:rPr b="1" i="1" lang="en-IN" sz="1800">
                <a:solidFill>
                  <a:schemeClr val="dk1"/>
                </a:solidFill>
                <a:latin typeface="Century Gothic"/>
                <a:ea typeface="Century Gothic"/>
                <a:cs typeface="Century Gothic"/>
                <a:sym typeface="Century Gothic"/>
              </a:rPr>
              <a:t>If 1&gt;2, no</a:t>
            </a:r>
            <a:endParaRPr/>
          </a:p>
          <a:p>
            <a:pPr indent="0" lvl="0" marL="0" marR="0" rtl="0" algn="l">
              <a:spcBef>
                <a:spcPts val="0"/>
              </a:spcBef>
              <a:spcAft>
                <a:spcPts val="0"/>
              </a:spcAft>
              <a:buNone/>
            </a:pPr>
            <a:r>
              <a:rPr b="1" i="1" lang="en-IN" sz="1800">
                <a:solidFill>
                  <a:schemeClr val="dk1"/>
                </a:solidFill>
                <a:latin typeface="Century Gothic"/>
                <a:ea typeface="Century Gothic"/>
                <a:cs typeface="Century Gothic"/>
                <a:sym typeface="Century Gothic"/>
              </a:rPr>
              <a:t>Insert the new node here</a:t>
            </a:r>
            <a:endParaRPr b="1" i="1"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b="1" i="1" lang="en-IN" sz="1800">
                <a:solidFill>
                  <a:schemeClr val="dk1"/>
                </a:solidFill>
                <a:latin typeface="Century Gothic"/>
                <a:ea typeface="Century Gothic"/>
                <a:cs typeface="Century Gothic"/>
                <a:sym typeface="Century Gothic"/>
              </a:rPr>
              <a:t> </a:t>
            </a:r>
            <a:endParaRPr sz="1800">
              <a:solidFill>
                <a:schemeClr val="dk1"/>
              </a:solidFill>
              <a:latin typeface="Century Gothic"/>
              <a:ea typeface="Century Gothic"/>
              <a:cs typeface="Century Gothic"/>
              <a:sym typeface="Century Gothic"/>
            </a:endParaRPr>
          </a:p>
        </p:txBody>
      </p:sp>
      <p:graphicFrame>
        <p:nvGraphicFramePr>
          <p:cNvPr id="1999" name="Google Shape;1999;p175"/>
          <p:cNvGraphicFramePr/>
          <p:nvPr/>
        </p:nvGraphicFramePr>
        <p:xfrm>
          <a:off x="4716016" y="4984552"/>
          <a:ext cx="3000000" cy="3000000"/>
        </p:xfrm>
        <a:graphic>
          <a:graphicData uri="http://schemas.openxmlformats.org/drawingml/2006/table">
            <a:tbl>
              <a:tblPr bandRow="1" firstRow="1">
                <a:noFill/>
                <a:tableStyleId>{40BDA5D4-ED71-4B3A-B446-2160A7B29074}</a:tableStyleId>
              </a:tblPr>
              <a:tblGrid>
                <a:gridCol w="276025"/>
                <a:gridCol w="276025"/>
                <a:gridCol w="276025"/>
              </a:tblGrid>
              <a:tr h="370850">
                <a:tc>
                  <a:txBody>
                    <a:bodyPr/>
                    <a:lstStyle/>
                    <a:p>
                      <a:pPr indent="0" lvl="0" marL="0" marR="0" rtl="0" algn="l">
                        <a:spcBef>
                          <a:spcPts val="0"/>
                        </a:spcBef>
                        <a:spcAft>
                          <a:spcPts val="0"/>
                        </a:spcAft>
                        <a:buNone/>
                      </a:pPr>
                      <a:r>
                        <a:rPr lang="en-IN" sz="1800"/>
                        <a:t>9</a:t>
                      </a:r>
                      <a:endParaRPr sz="1800"/>
                    </a:p>
                  </a:txBody>
                  <a:tcPr marT="45725" marB="45725" marR="91450" marL="91450"/>
                </a:tc>
                <a:tc>
                  <a:txBody>
                    <a:bodyPr/>
                    <a:lstStyle/>
                    <a:p>
                      <a:pPr indent="0" lvl="0" marL="0" marR="0" rtl="0" algn="l">
                        <a:spcBef>
                          <a:spcPts val="0"/>
                        </a:spcBef>
                        <a:spcAft>
                          <a:spcPts val="0"/>
                        </a:spcAft>
                        <a:buNone/>
                      </a:pPr>
                      <a:r>
                        <a:rPr lang="en-IN" sz="1800"/>
                        <a:t>2</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bl>
          </a:graphicData>
        </a:graphic>
      </p:graphicFrame>
      <p:sp>
        <p:nvSpPr>
          <p:cNvPr id="2000" name="Google Shape;2000;p175"/>
          <p:cNvSpPr/>
          <p:nvPr/>
        </p:nvSpPr>
        <p:spPr>
          <a:xfrm>
            <a:off x="4355976" y="5085184"/>
            <a:ext cx="360040" cy="360040"/>
          </a:xfrm>
          <a:prstGeom prst="bentArrow">
            <a:avLst>
              <a:gd fmla="val 25000" name="adj1"/>
              <a:gd fmla="val 25000" name="adj2"/>
              <a:gd fmla="val 25000" name="adj3"/>
              <a:gd fmla="val 43750" name="adj4"/>
            </a:avLst>
          </a:prstGeom>
          <a:solidFill>
            <a:schemeClr val="accent1"/>
          </a:solidFill>
          <a:ln cap="flat" cmpd="sng" w="15875">
            <a:solidFill>
              <a:srgbClr val="6C9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001" name="Google Shape;2001;p175"/>
          <p:cNvSpPr/>
          <p:nvPr/>
        </p:nvSpPr>
        <p:spPr>
          <a:xfrm rot="5400000">
            <a:off x="5508104" y="5109950"/>
            <a:ext cx="360040" cy="360040"/>
          </a:xfrm>
          <a:prstGeom prst="bentArrow">
            <a:avLst>
              <a:gd fmla="val 25000" name="adj1"/>
              <a:gd fmla="val 25000" name="adj2"/>
              <a:gd fmla="val 25000" name="adj3"/>
              <a:gd fmla="val 43750" name="adj4"/>
            </a:avLst>
          </a:prstGeom>
          <a:solidFill>
            <a:schemeClr val="accent1"/>
          </a:solidFill>
          <a:ln cap="flat" cmpd="sng" w="15875">
            <a:solidFill>
              <a:srgbClr val="6C9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002" name="Google Shape;2002;p175"/>
          <p:cNvSpPr txBox="1"/>
          <p:nvPr>
            <p:ph idx="1" type="body"/>
          </p:nvPr>
        </p:nvSpPr>
        <p:spPr>
          <a:xfrm>
            <a:off x="4851360" y="608274"/>
            <a:ext cx="4320480" cy="4681696"/>
          </a:xfrm>
          <a:prstGeom prst="rect">
            <a:avLst/>
          </a:prstGeom>
          <a:noFill/>
          <a:ln>
            <a:noFill/>
          </a:ln>
        </p:spPr>
        <p:txBody>
          <a:bodyPr anchorCtr="0" anchor="t" bIns="45700" lIns="91425" spcFirstLastPara="1" rIns="91425" wrap="square" tIns="45700">
            <a:normAutofit fontScale="70000" lnSpcReduction="20000"/>
          </a:bodyPr>
          <a:lstStyle/>
          <a:p>
            <a:pPr indent="0" lvl="0" marL="68580" rtl="0" algn="l">
              <a:spcBef>
                <a:spcPts val="0"/>
              </a:spcBef>
              <a:spcAft>
                <a:spcPts val="0"/>
              </a:spcAft>
              <a:buSzPct val="76000"/>
              <a:buNone/>
            </a:pPr>
            <a:r>
              <a:rPr b="1" i="1" lang="en-IN"/>
              <a:t>else</a:t>
            </a:r>
            <a:endParaRPr/>
          </a:p>
          <a:p>
            <a:pPr indent="0" lvl="0" marL="68580" rtl="0" algn="l">
              <a:spcBef>
                <a:spcPts val="336"/>
              </a:spcBef>
              <a:spcAft>
                <a:spcPts val="0"/>
              </a:spcAft>
              <a:buSzPct val="76000"/>
              <a:buNone/>
            </a:pPr>
            <a:r>
              <a:rPr b="1" i="1" lang="en-IN"/>
              <a:t>{ </a:t>
            </a:r>
            <a:endParaRPr/>
          </a:p>
          <a:p>
            <a:pPr indent="0" lvl="0" marL="68580" rtl="0" algn="l">
              <a:spcBef>
                <a:spcPts val="336"/>
              </a:spcBef>
              <a:spcAft>
                <a:spcPts val="0"/>
              </a:spcAft>
              <a:buSzPct val="76000"/>
              <a:buNone/>
            </a:pPr>
            <a:r>
              <a:rPr b="1" i="1" lang="en-IN"/>
              <a:t>               ptr=start;</a:t>
            </a:r>
            <a:endParaRPr/>
          </a:p>
          <a:p>
            <a:pPr indent="0" lvl="0" marL="68580" rtl="0" algn="l">
              <a:spcBef>
                <a:spcPts val="336"/>
              </a:spcBef>
              <a:spcAft>
                <a:spcPts val="0"/>
              </a:spcAft>
              <a:buSzPct val="76000"/>
              <a:buNone/>
            </a:pPr>
            <a:r>
              <a:rPr b="1" i="1" lang="en-IN"/>
              <a:t>              while(ptr-&gt;link!=NULL &amp;&amp; ptr-&gt;link-&gt;expo &gt; ex)</a:t>
            </a:r>
            <a:endParaRPr/>
          </a:p>
          <a:p>
            <a:pPr indent="0" lvl="0" marL="68580" rtl="0" algn="l">
              <a:spcBef>
                <a:spcPts val="336"/>
              </a:spcBef>
              <a:spcAft>
                <a:spcPts val="0"/>
              </a:spcAft>
              <a:buSzPct val="76000"/>
              <a:buNone/>
            </a:pPr>
            <a:r>
              <a:rPr b="1" i="1" lang="en-IN"/>
              <a:t>                         {</a:t>
            </a:r>
            <a:endParaRPr/>
          </a:p>
          <a:p>
            <a:pPr indent="0" lvl="0" marL="68580" rtl="0" algn="l">
              <a:spcBef>
                <a:spcPts val="336"/>
              </a:spcBef>
              <a:spcAft>
                <a:spcPts val="0"/>
              </a:spcAft>
              <a:buSzPct val="76000"/>
              <a:buNone/>
            </a:pPr>
            <a:r>
              <a:rPr b="1" i="1" lang="en-IN"/>
              <a:t>		 ptr=ptr-&gt;link;</a:t>
            </a:r>
            <a:endParaRPr/>
          </a:p>
          <a:p>
            <a:pPr indent="0" lvl="0" marL="68580" rtl="0" algn="l">
              <a:spcBef>
                <a:spcPts val="336"/>
              </a:spcBef>
              <a:spcAft>
                <a:spcPts val="0"/>
              </a:spcAft>
              <a:buSzPct val="76000"/>
              <a:buNone/>
            </a:pPr>
            <a:r>
              <a:rPr b="1" i="1" lang="en-IN"/>
              <a:t>    	         }</a:t>
            </a:r>
            <a:endParaRPr/>
          </a:p>
          <a:p>
            <a:pPr indent="0" lvl="0" marL="68580" rtl="0" algn="l">
              <a:spcBef>
                <a:spcPts val="336"/>
              </a:spcBef>
              <a:spcAft>
                <a:spcPts val="0"/>
              </a:spcAft>
              <a:buSzPct val="76000"/>
              <a:buNone/>
            </a:pPr>
            <a:r>
              <a:rPr b="1" i="1" lang="en-IN"/>
              <a:t>             tmp-&gt;link=ptr-&gt;link;</a:t>
            </a:r>
            <a:endParaRPr/>
          </a:p>
          <a:p>
            <a:pPr indent="0" lvl="0" marL="68580" rtl="0" algn="l">
              <a:spcBef>
                <a:spcPts val="336"/>
              </a:spcBef>
              <a:spcAft>
                <a:spcPts val="0"/>
              </a:spcAft>
              <a:buSzPct val="76000"/>
              <a:buNone/>
            </a:pPr>
            <a:r>
              <a:rPr b="1" i="1" lang="en-IN"/>
              <a:t>             ptr-&gt;link=tmp;</a:t>
            </a:r>
            <a:endParaRPr/>
          </a:p>
          <a:p>
            <a:pPr indent="0" lvl="0" marL="68580" rtl="0" algn="l">
              <a:spcBef>
                <a:spcPts val="336"/>
              </a:spcBef>
              <a:spcAft>
                <a:spcPts val="0"/>
              </a:spcAft>
              <a:buSzPct val="76000"/>
              <a:buNone/>
            </a:pPr>
            <a:r>
              <a:rPr b="1" i="1" lang="en-IN"/>
              <a:t>           </a:t>
            </a:r>
            <a:endParaRPr b="1" i="1"/>
          </a:p>
          <a:p>
            <a:pPr indent="0" lvl="0" marL="68580" rtl="0" algn="l">
              <a:spcBef>
                <a:spcPts val="336"/>
              </a:spcBef>
              <a:spcAft>
                <a:spcPts val="0"/>
              </a:spcAft>
              <a:buSzPct val="76000"/>
              <a:buNone/>
            </a:pPr>
            <a:r>
              <a:rPr b="1" i="1" lang="en-IN"/>
              <a:t>	</a:t>
            </a:r>
            <a:endParaRPr b="1" i="1"/>
          </a:p>
          <a:p>
            <a:pPr indent="0" lvl="0" marL="68580" rtl="0" algn="l">
              <a:spcBef>
                <a:spcPts val="336"/>
              </a:spcBef>
              <a:spcAft>
                <a:spcPts val="0"/>
              </a:spcAft>
              <a:buSzPct val="76000"/>
              <a:buNone/>
            </a:pPr>
            <a:r>
              <a:rPr b="1" i="1" lang="en-IN"/>
              <a:t>	</a:t>
            </a:r>
            <a:endParaRPr b="1" i="1"/>
          </a:p>
          <a:p>
            <a:pPr indent="0" lvl="0" marL="68580" rtl="0" algn="l">
              <a:spcBef>
                <a:spcPts val="336"/>
              </a:spcBef>
              <a:spcAft>
                <a:spcPts val="0"/>
              </a:spcAft>
              <a:buSzPct val="76000"/>
              <a:buNone/>
            </a:pPr>
            <a:r>
              <a:rPr b="1" i="1" lang="en-IN"/>
              <a:t>	 if(ptr-&gt;link==NULL) /* item to be added in the end */</a:t>
            </a:r>
            <a:endParaRPr/>
          </a:p>
          <a:p>
            <a:pPr indent="0" lvl="0" marL="68580" rtl="0" algn="l">
              <a:spcBef>
                <a:spcPts val="336"/>
              </a:spcBef>
              <a:spcAft>
                <a:spcPts val="0"/>
              </a:spcAft>
              <a:buSzPct val="76000"/>
              <a:buNone/>
            </a:pPr>
            <a:r>
              <a:rPr b="1" i="1" lang="en-IN"/>
              <a:t>                           tmp-&gt;link=NULL;</a:t>
            </a:r>
            <a:endParaRPr/>
          </a:p>
          <a:p>
            <a:pPr indent="0" lvl="0" marL="68580" rtl="0" algn="l">
              <a:spcBef>
                <a:spcPts val="336"/>
              </a:spcBef>
              <a:spcAft>
                <a:spcPts val="0"/>
              </a:spcAft>
              <a:buSzPct val="76000"/>
              <a:buNone/>
            </a:pPr>
            <a:r>
              <a:rPr b="1" i="1" lang="en-IN"/>
              <a:t>}</a:t>
            </a:r>
            <a:endParaRPr/>
          </a:p>
          <a:p>
            <a:pPr indent="0" lvl="0" marL="68580" rtl="0" algn="l">
              <a:spcBef>
                <a:spcPts val="336"/>
              </a:spcBef>
              <a:spcAft>
                <a:spcPts val="0"/>
              </a:spcAft>
              <a:buSzPct val="76000"/>
              <a:buNone/>
            </a:pPr>
            <a:r>
              <a:t/>
            </a:r>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6" name="Shape 2006"/>
        <p:cNvGrpSpPr/>
        <p:nvPr/>
      </p:nvGrpSpPr>
      <p:grpSpPr>
        <a:xfrm>
          <a:off x="0" y="0"/>
          <a:ext cx="0" cy="0"/>
          <a:chOff x="0" y="0"/>
          <a:chExt cx="0" cy="0"/>
        </a:xfrm>
      </p:grpSpPr>
      <p:sp>
        <p:nvSpPr>
          <p:cNvPr id="2007" name="Google Shape;2007;p176"/>
          <p:cNvSpPr txBox="1"/>
          <p:nvPr>
            <p:ph type="title"/>
          </p:nvPr>
        </p:nvSpPr>
        <p:spPr>
          <a:xfrm>
            <a:off x="467544" y="404664"/>
            <a:ext cx="7024744" cy="385112"/>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Century Gothic"/>
              <a:buNone/>
            </a:pPr>
            <a:r>
              <a:rPr b="1" i="1" lang="en-IN" sz="2400"/>
              <a:t>Creation of polynomial linked list</a:t>
            </a:r>
            <a:endParaRPr sz="2400"/>
          </a:p>
        </p:txBody>
      </p:sp>
      <p:sp>
        <p:nvSpPr>
          <p:cNvPr id="2008" name="Google Shape;2008;p176"/>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2009" name="Google Shape;2009;p176"/>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2010" name="Google Shape;2010;p176"/>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2011" name="Google Shape;2011;p176"/>
          <p:cNvSpPr txBox="1"/>
          <p:nvPr>
            <p:ph idx="1" type="body"/>
          </p:nvPr>
        </p:nvSpPr>
        <p:spPr>
          <a:xfrm>
            <a:off x="467544" y="1124744"/>
            <a:ext cx="4320480" cy="4681696"/>
          </a:xfrm>
          <a:prstGeom prst="rect">
            <a:avLst/>
          </a:prstGeom>
          <a:noFill/>
          <a:ln>
            <a:noFill/>
          </a:ln>
        </p:spPr>
        <p:txBody>
          <a:bodyPr anchorCtr="0" anchor="t" bIns="45700" lIns="91425" spcFirstLastPara="1" rIns="91425" wrap="square" tIns="45700">
            <a:normAutofit fontScale="70000" lnSpcReduction="20000"/>
          </a:bodyPr>
          <a:lstStyle/>
          <a:p>
            <a:pPr indent="0" lvl="0" marL="68580" rtl="0" algn="l">
              <a:spcBef>
                <a:spcPts val="0"/>
              </a:spcBef>
              <a:spcAft>
                <a:spcPts val="0"/>
              </a:spcAft>
              <a:buSzPct val="76000"/>
              <a:buNone/>
            </a:pPr>
            <a:r>
              <a:rPr b="1" i="1" lang="en-IN"/>
              <a:t>else</a:t>
            </a:r>
            <a:endParaRPr/>
          </a:p>
          <a:p>
            <a:pPr indent="0" lvl="0" marL="68580" rtl="0" algn="l">
              <a:spcBef>
                <a:spcPts val="336"/>
              </a:spcBef>
              <a:spcAft>
                <a:spcPts val="0"/>
              </a:spcAft>
              <a:buSzPct val="76000"/>
              <a:buNone/>
            </a:pPr>
            <a:r>
              <a:rPr b="1" i="1" lang="en-IN"/>
              <a:t>{ </a:t>
            </a:r>
            <a:endParaRPr/>
          </a:p>
          <a:p>
            <a:pPr indent="0" lvl="0" marL="68580" rtl="0" algn="l">
              <a:spcBef>
                <a:spcPts val="336"/>
              </a:spcBef>
              <a:spcAft>
                <a:spcPts val="0"/>
              </a:spcAft>
              <a:buSzPct val="76000"/>
              <a:buNone/>
            </a:pPr>
            <a:r>
              <a:rPr b="1" i="1" lang="en-IN"/>
              <a:t>               ptr=start;</a:t>
            </a:r>
            <a:endParaRPr/>
          </a:p>
          <a:p>
            <a:pPr indent="0" lvl="0" marL="68580" rtl="0" algn="l">
              <a:spcBef>
                <a:spcPts val="336"/>
              </a:spcBef>
              <a:spcAft>
                <a:spcPts val="0"/>
              </a:spcAft>
              <a:buSzPct val="76000"/>
              <a:buNone/>
            </a:pPr>
            <a:r>
              <a:rPr b="1" i="1" lang="en-IN"/>
              <a:t>              while(ptr-&gt;link!=NULL &amp;&amp; ptr-&gt;link-&gt;expo &gt; ex)</a:t>
            </a:r>
            <a:endParaRPr/>
          </a:p>
          <a:p>
            <a:pPr indent="0" lvl="0" marL="68580" rtl="0" algn="l">
              <a:spcBef>
                <a:spcPts val="336"/>
              </a:spcBef>
              <a:spcAft>
                <a:spcPts val="0"/>
              </a:spcAft>
              <a:buSzPct val="76000"/>
              <a:buNone/>
            </a:pPr>
            <a:r>
              <a:rPr b="1" i="1" lang="en-IN"/>
              <a:t>                         {</a:t>
            </a:r>
            <a:endParaRPr/>
          </a:p>
          <a:p>
            <a:pPr indent="0" lvl="0" marL="68580" rtl="0" algn="l">
              <a:spcBef>
                <a:spcPts val="336"/>
              </a:spcBef>
              <a:spcAft>
                <a:spcPts val="0"/>
              </a:spcAft>
              <a:buSzPct val="76000"/>
              <a:buNone/>
            </a:pPr>
            <a:r>
              <a:rPr b="1" i="1" lang="en-IN"/>
              <a:t>		 ptr=ptr-&gt;link;</a:t>
            </a:r>
            <a:endParaRPr/>
          </a:p>
          <a:p>
            <a:pPr indent="0" lvl="0" marL="68580" rtl="0" algn="l">
              <a:spcBef>
                <a:spcPts val="336"/>
              </a:spcBef>
              <a:spcAft>
                <a:spcPts val="0"/>
              </a:spcAft>
              <a:buSzPct val="76000"/>
              <a:buNone/>
            </a:pPr>
            <a:r>
              <a:rPr b="1" i="1" lang="en-IN"/>
              <a:t>    	         }</a:t>
            </a:r>
            <a:endParaRPr/>
          </a:p>
          <a:p>
            <a:pPr indent="0" lvl="0" marL="68580" rtl="0" algn="l">
              <a:spcBef>
                <a:spcPts val="336"/>
              </a:spcBef>
              <a:spcAft>
                <a:spcPts val="0"/>
              </a:spcAft>
              <a:buSzPct val="76000"/>
              <a:buNone/>
            </a:pPr>
            <a:r>
              <a:rPr b="1" i="1" lang="en-IN"/>
              <a:t>             tmp-&gt;link=ptr-&gt;link;</a:t>
            </a:r>
            <a:endParaRPr/>
          </a:p>
          <a:p>
            <a:pPr indent="0" lvl="0" marL="68580" rtl="0" algn="l">
              <a:spcBef>
                <a:spcPts val="336"/>
              </a:spcBef>
              <a:spcAft>
                <a:spcPts val="0"/>
              </a:spcAft>
              <a:buSzPct val="76000"/>
              <a:buNone/>
            </a:pPr>
            <a:r>
              <a:rPr b="1" i="1" lang="en-IN"/>
              <a:t>             ptr-&gt;link=tmp;</a:t>
            </a:r>
            <a:endParaRPr/>
          </a:p>
          <a:p>
            <a:pPr indent="0" lvl="0" marL="68580" rtl="0" algn="l">
              <a:spcBef>
                <a:spcPts val="336"/>
              </a:spcBef>
              <a:spcAft>
                <a:spcPts val="0"/>
              </a:spcAft>
              <a:buSzPct val="76000"/>
              <a:buNone/>
            </a:pPr>
            <a:r>
              <a:rPr b="1" i="1" lang="en-IN"/>
              <a:t>           </a:t>
            </a:r>
            <a:endParaRPr b="1" i="1"/>
          </a:p>
          <a:p>
            <a:pPr indent="0" lvl="0" marL="68580" rtl="0" algn="l">
              <a:spcBef>
                <a:spcPts val="336"/>
              </a:spcBef>
              <a:spcAft>
                <a:spcPts val="0"/>
              </a:spcAft>
              <a:buSzPct val="76000"/>
              <a:buNone/>
            </a:pPr>
            <a:r>
              <a:rPr b="1" i="1" lang="en-IN"/>
              <a:t>	</a:t>
            </a:r>
            <a:endParaRPr b="1" i="1"/>
          </a:p>
          <a:p>
            <a:pPr indent="0" lvl="0" marL="68580" rtl="0" algn="l">
              <a:spcBef>
                <a:spcPts val="336"/>
              </a:spcBef>
              <a:spcAft>
                <a:spcPts val="0"/>
              </a:spcAft>
              <a:buSzPct val="76000"/>
              <a:buNone/>
            </a:pPr>
            <a:r>
              <a:rPr b="1" i="1" lang="en-IN"/>
              <a:t>	</a:t>
            </a:r>
            <a:endParaRPr b="1" i="1"/>
          </a:p>
          <a:p>
            <a:pPr indent="0" lvl="0" marL="68580" rtl="0" algn="l">
              <a:spcBef>
                <a:spcPts val="336"/>
              </a:spcBef>
              <a:spcAft>
                <a:spcPts val="0"/>
              </a:spcAft>
              <a:buSzPct val="76000"/>
              <a:buNone/>
            </a:pPr>
            <a:r>
              <a:rPr b="1" i="1" lang="en-IN"/>
              <a:t>	 if(ptr-&gt;link==NULL) /* item to be added in the end */</a:t>
            </a:r>
            <a:endParaRPr/>
          </a:p>
          <a:p>
            <a:pPr indent="0" lvl="0" marL="68580" rtl="0" algn="l">
              <a:spcBef>
                <a:spcPts val="336"/>
              </a:spcBef>
              <a:spcAft>
                <a:spcPts val="0"/>
              </a:spcAft>
              <a:buSzPct val="76000"/>
              <a:buNone/>
            </a:pPr>
            <a:r>
              <a:rPr b="1" i="1" lang="en-IN"/>
              <a:t>                           tmp-&gt;link=NULL;</a:t>
            </a:r>
            <a:endParaRPr/>
          </a:p>
          <a:p>
            <a:pPr indent="0" lvl="0" marL="68580" rtl="0" algn="l">
              <a:spcBef>
                <a:spcPts val="336"/>
              </a:spcBef>
              <a:spcAft>
                <a:spcPts val="0"/>
              </a:spcAft>
              <a:buSzPct val="76000"/>
              <a:buNone/>
            </a:pPr>
            <a:r>
              <a:rPr b="1" i="1" lang="en-IN"/>
              <a:t>}</a:t>
            </a:r>
            <a:endParaRPr/>
          </a:p>
          <a:p>
            <a:pPr indent="0" lvl="0" marL="68580" rtl="0" algn="l">
              <a:spcBef>
                <a:spcPts val="336"/>
              </a:spcBef>
              <a:spcAft>
                <a:spcPts val="0"/>
              </a:spcAft>
              <a:buSzPct val="76000"/>
              <a:buNone/>
            </a:pPr>
            <a:r>
              <a:t/>
            </a:r>
            <a:endParaRPr/>
          </a:p>
        </p:txBody>
      </p:sp>
      <p:sp>
        <p:nvSpPr>
          <p:cNvPr id="2012" name="Google Shape;2012;p176"/>
          <p:cNvSpPr txBox="1"/>
          <p:nvPr>
            <p:ph idx="2" type="body"/>
          </p:nvPr>
        </p:nvSpPr>
        <p:spPr>
          <a:xfrm>
            <a:off x="5148064" y="1268760"/>
            <a:ext cx="3419856" cy="4609687"/>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368"/>
              <a:buChar char="🞇"/>
            </a:pPr>
            <a:r>
              <a:rPr i="1" lang="en-IN" sz="1800"/>
              <a:t>In else part </a:t>
            </a:r>
            <a:endParaRPr i="1" sz="1800"/>
          </a:p>
          <a:p>
            <a:pPr indent="-274320" lvl="1" marL="640080" rtl="0" algn="l">
              <a:spcBef>
                <a:spcPts val="360"/>
              </a:spcBef>
              <a:spcAft>
                <a:spcPts val="0"/>
              </a:spcAft>
              <a:buSzPts val="1368"/>
              <a:buChar char="🞇"/>
            </a:pPr>
            <a:r>
              <a:rPr i="1" lang="en-IN" sz="1800"/>
              <a:t>we traverse the list and </a:t>
            </a:r>
            <a:endParaRPr i="1" sz="1800"/>
          </a:p>
          <a:p>
            <a:pPr indent="-274320" lvl="1" marL="640080" rtl="0" algn="l">
              <a:spcBef>
                <a:spcPts val="360"/>
              </a:spcBef>
              <a:spcAft>
                <a:spcPts val="0"/>
              </a:spcAft>
              <a:buSzPts val="1368"/>
              <a:buChar char="🞇"/>
            </a:pPr>
            <a:r>
              <a:rPr i="1" lang="en-IN" sz="1800"/>
              <a:t>check the condition for exponent then </a:t>
            </a:r>
            <a:endParaRPr/>
          </a:p>
          <a:p>
            <a:pPr indent="-274320" lvl="1" marL="640080" rtl="0" algn="l">
              <a:spcBef>
                <a:spcPts val="360"/>
              </a:spcBef>
              <a:spcAft>
                <a:spcPts val="0"/>
              </a:spcAft>
              <a:buSzPts val="1368"/>
              <a:buChar char="🞇"/>
            </a:pPr>
            <a:r>
              <a:rPr i="1" lang="en-IN" sz="1800"/>
              <a:t>we add the node at proper place in list. </a:t>
            </a:r>
            <a:endParaRPr/>
          </a:p>
          <a:p>
            <a:pPr indent="-187452" lvl="0" marL="342900" rtl="0" algn="l">
              <a:spcBef>
                <a:spcPts val="360"/>
              </a:spcBef>
              <a:spcAft>
                <a:spcPts val="0"/>
              </a:spcAft>
              <a:buSzPts val="1368"/>
              <a:buNone/>
            </a:pPr>
            <a:r>
              <a:t/>
            </a:r>
            <a:endParaRPr i="1" sz="1800"/>
          </a:p>
          <a:p>
            <a:pPr indent="-187452" lvl="0" marL="342900" rtl="0" algn="l">
              <a:spcBef>
                <a:spcPts val="360"/>
              </a:spcBef>
              <a:spcAft>
                <a:spcPts val="0"/>
              </a:spcAft>
              <a:buSzPts val="1368"/>
              <a:buNone/>
            </a:pPr>
            <a:r>
              <a:t/>
            </a:r>
            <a:endParaRPr i="1" sz="1800"/>
          </a:p>
          <a:p>
            <a:pPr indent="-274320" lvl="0" marL="342900" rtl="0" algn="l">
              <a:spcBef>
                <a:spcPts val="360"/>
              </a:spcBef>
              <a:spcAft>
                <a:spcPts val="0"/>
              </a:spcAft>
              <a:buSzPts val="1368"/>
              <a:buChar char="🞇"/>
            </a:pPr>
            <a:r>
              <a:rPr b="1" i="1" lang="en-IN" sz="1800"/>
              <a:t>If node will be added at the end of list then </a:t>
            </a:r>
            <a:endParaRPr b="1" i="1" sz="1800"/>
          </a:p>
          <a:p>
            <a:pPr indent="-274320" lvl="1" marL="640080" rtl="0" algn="l">
              <a:spcBef>
                <a:spcPts val="320"/>
              </a:spcBef>
              <a:spcAft>
                <a:spcPts val="0"/>
              </a:spcAft>
              <a:buSzPts val="1216"/>
              <a:buChar char="🞇"/>
            </a:pPr>
            <a:r>
              <a:rPr i="1" lang="en-IN" sz="1600"/>
              <a:t>we assign NULL in link part of added node.</a:t>
            </a:r>
            <a:endParaRPr/>
          </a:p>
          <a:p>
            <a:pPr indent="-187452" lvl="0" marL="342900" rtl="0" algn="l">
              <a:spcBef>
                <a:spcPts val="360"/>
              </a:spcBef>
              <a:spcAft>
                <a:spcPts val="0"/>
              </a:spcAft>
              <a:buSzPts val="1368"/>
              <a:buNone/>
            </a:pPr>
            <a:r>
              <a:t/>
            </a:r>
            <a:endParaRPr sz="1800"/>
          </a:p>
        </p:txBody>
      </p:sp>
      <p:sp>
        <p:nvSpPr>
          <p:cNvPr id="2013" name="Google Shape;2013;p176"/>
          <p:cNvSpPr/>
          <p:nvPr/>
        </p:nvSpPr>
        <p:spPr>
          <a:xfrm rot="3515417">
            <a:off x="4846668" y="4358726"/>
            <a:ext cx="295950" cy="978444"/>
          </a:xfrm>
          <a:prstGeom prst="downArrow">
            <a:avLst>
              <a:gd fmla="val 50000" name="adj1"/>
              <a:gd fmla="val 50000" name="adj2"/>
            </a:avLst>
          </a:prstGeom>
          <a:solidFill>
            <a:schemeClr val="accent1"/>
          </a:solidFill>
          <a:ln cap="flat" cmpd="sng" w="15875">
            <a:solidFill>
              <a:srgbClr val="6C9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7" name="Shape 2017"/>
        <p:cNvGrpSpPr/>
        <p:nvPr/>
      </p:nvGrpSpPr>
      <p:grpSpPr>
        <a:xfrm>
          <a:off x="0" y="0"/>
          <a:ext cx="0" cy="0"/>
          <a:chOff x="0" y="0"/>
          <a:chExt cx="0" cy="0"/>
        </a:xfrm>
      </p:grpSpPr>
      <p:sp>
        <p:nvSpPr>
          <p:cNvPr id="2018" name="Google Shape;2018;p177"/>
          <p:cNvSpPr txBox="1"/>
          <p:nvPr>
            <p:ph idx="1" type="body"/>
          </p:nvPr>
        </p:nvSpPr>
        <p:spPr>
          <a:xfrm>
            <a:off x="1043492" y="1628800"/>
            <a:ext cx="6777317" cy="4203829"/>
          </a:xfrm>
          <a:prstGeom prst="rect">
            <a:avLst/>
          </a:prstGeom>
          <a:noFill/>
          <a:ln>
            <a:noFill/>
          </a:ln>
        </p:spPr>
        <p:txBody>
          <a:bodyPr anchorCtr="0" anchor="t" bIns="45700" lIns="91425" spcFirstLastPara="1" rIns="91425" wrap="square" tIns="45700">
            <a:normAutofit/>
          </a:bodyPr>
          <a:lstStyle/>
          <a:p>
            <a:pPr indent="0" lvl="0" marL="68580" rtl="0" algn="l">
              <a:spcBef>
                <a:spcPts val="0"/>
              </a:spcBef>
              <a:spcAft>
                <a:spcPts val="0"/>
              </a:spcAft>
              <a:buSzPts val="1824"/>
              <a:buNone/>
            </a:pPr>
            <a:r>
              <a:rPr lang="en-IN"/>
              <a:t>Input : </a:t>
            </a:r>
            <a:endParaRPr/>
          </a:p>
          <a:p>
            <a:pPr indent="0" lvl="0" marL="68580" rtl="0" algn="l">
              <a:spcBef>
                <a:spcPts val="480"/>
              </a:spcBef>
              <a:spcAft>
                <a:spcPts val="0"/>
              </a:spcAft>
              <a:buSzPts val="1824"/>
              <a:buNone/>
            </a:pPr>
            <a:r>
              <a:rPr lang="en-IN"/>
              <a:t>	p1= 13x</a:t>
            </a:r>
            <a:r>
              <a:rPr baseline="30000" lang="en-IN"/>
              <a:t>8</a:t>
            </a:r>
            <a:r>
              <a:rPr lang="en-IN"/>
              <a:t> + 7x</a:t>
            </a:r>
            <a:r>
              <a:rPr baseline="30000" lang="en-IN"/>
              <a:t>5</a:t>
            </a:r>
            <a:r>
              <a:rPr lang="en-IN"/>
              <a:t> + 32x</a:t>
            </a:r>
            <a:r>
              <a:rPr baseline="30000" lang="en-IN"/>
              <a:t>2</a:t>
            </a:r>
            <a:r>
              <a:rPr lang="en-IN"/>
              <a:t> + 54 </a:t>
            </a:r>
            <a:endParaRPr/>
          </a:p>
          <a:p>
            <a:pPr indent="0" lvl="0" marL="68580" rtl="0" algn="l">
              <a:spcBef>
                <a:spcPts val="480"/>
              </a:spcBef>
              <a:spcAft>
                <a:spcPts val="0"/>
              </a:spcAft>
              <a:buSzPts val="1824"/>
              <a:buNone/>
            </a:pPr>
            <a:r>
              <a:rPr lang="en-IN"/>
              <a:t>	p2= 3x</a:t>
            </a:r>
            <a:r>
              <a:rPr baseline="30000" lang="en-IN"/>
              <a:t>12</a:t>
            </a:r>
            <a:r>
              <a:rPr lang="en-IN"/>
              <a:t> + 17x</a:t>
            </a:r>
            <a:r>
              <a:rPr baseline="30000" lang="en-IN"/>
              <a:t>5</a:t>
            </a:r>
            <a:r>
              <a:rPr lang="en-IN"/>
              <a:t> + 3x</a:t>
            </a:r>
            <a:r>
              <a:rPr baseline="30000" lang="en-IN"/>
              <a:t>3</a:t>
            </a:r>
            <a:r>
              <a:rPr lang="en-IN"/>
              <a:t> + 98 </a:t>
            </a:r>
            <a:endParaRPr/>
          </a:p>
          <a:p>
            <a:pPr indent="0" lvl="0" marL="68580" rtl="0" algn="l">
              <a:spcBef>
                <a:spcPts val="480"/>
              </a:spcBef>
              <a:spcAft>
                <a:spcPts val="0"/>
              </a:spcAft>
              <a:buSzPts val="1824"/>
              <a:buNone/>
            </a:pPr>
            <a:r>
              <a:rPr lang="en-IN"/>
              <a:t>Output : 3x</a:t>
            </a:r>
            <a:r>
              <a:rPr baseline="30000" lang="en-IN"/>
              <a:t>12 </a:t>
            </a:r>
            <a:r>
              <a:rPr lang="en-IN"/>
              <a:t>+ 13x</a:t>
            </a:r>
            <a:r>
              <a:rPr baseline="30000" lang="en-IN"/>
              <a:t>8</a:t>
            </a:r>
            <a:r>
              <a:rPr lang="en-IN"/>
              <a:t> + 24x</a:t>
            </a:r>
            <a:r>
              <a:rPr baseline="30000" lang="en-IN"/>
              <a:t>5 </a:t>
            </a:r>
            <a:r>
              <a:rPr lang="en-IN"/>
              <a:t>+ 3x</a:t>
            </a:r>
            <a:r>
              <a:rPr baseline="30000" lang="en-IN"/>
              <a:t>3</a:t>
            </a:r>
            <a:r>
              <a:rPr lang="en-IN"/>
              <a:t> + 32x</a:t>
            </a:r>
            <a:r>
              <a:rPr baseline="30000" lang="en-IN"/>
              <a:t>2</a:t>
            </a:r>
            <a:r>
              <a:rPr lang="en-IN"/>
              <a:t> + 152</a:t>
            </a:r>
            <a:endParaRPr b="1" u="sng"/>
          </a:p>
        </p:txBody>
      </p:sp>
      <p:sp>
        <p:nvSpPr>
          <p:cNvPr id="2019" name="Google Shape;2019;p177"/>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2020" name="Google Shape;2020;p177"/>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2021" name="Google Shape;2021;p177"/>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2022" name="Google Shape;2022;p177"/>
          <p:cNvSpPr txBox="1"/>
          <p:nvPr>
            <p:ph type="title"/>
          </p:nvPr>
        </p:nvSpPr>
        <p:spPr>
          <a:xfrm>
            <a:off x="971600" y="692696"/>
            <a:ext cx="7024744" cy="529128"/>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800"/>
              <a:buFont typeface="Century Gothic"/>
              <a:buNone/>
            </a:pPr>
            <a:r>
              <a:rPr i="1" lang="en-IN" sz="2800"/>
              <a:t>Addition with polynomial linked list</a:t>
            </a:r>
            <a:endParaRPr sz="3200"/>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6" name="Shape 2026"/>
        <p:cNvGrpSpPr/>
        <p:nvPr/>
      </p:nvGrpSpPr>
      <p:grpSpPr>
        <a:xfrm>
          <a:off x="0" y="0"/>
          <a:ext cx="0" cy="0"/>
          <a:chOff x="0" y="0"/>
          <a:chExt cx="0" cy="0"/>
        </a:xfrm>
      </p:grpSpPr>
      <p:sp>
        <p:nvSpPr>
          <p:cNvPr id="2027" name="Google Shape;2027;p178"/>
          <p:cNvSpPr txBox="1"/>
          <p:nvPr>
            <p:ph idx="1" type="body"/>
          </p:nvPr>
        </p:nvSpPr>
        <p:spPr>
          <a:xfrm>
            <a:off x="1043492" y="1628800"/>
            <a:ext cx="6777317" cy="4203829"/>
          </a:xfrm>
          <a:prstGeom prst="rect">
            <a:avLst/>
          </a:prstGeom>
          <a:noFill/>
          <a:ln>
            <a:noFill/>
          </a:ln>
        </p:spPr>
        <p:txBody>
          <a:bodyPr anchorCtr="0" anchor="t" bIns="45700" lIns="91425" spcFirstLastPara="1" rIns="91425" wrap="square" tIns="45700">
            <a:normAutofit/>
          </a:bodyPr>
          <a:lstStyle/>
          <a:p>
            <a:pPr indent="-274320" lvl="0" marL="342900" rtl="0" algn="l">
              <a:spcBef>
                <a:spcPts val="0"/>
              </a:spcBef>
              <a:spcAft>
                <a:spcPts val="0"/>
              </a:spcAft>
              <a:buSzPts val="1520"/>
              <a:buChar char="🞇"/>
            </a:pPr>
            <a:r>
              <a:rPr lang="en-IN" sz="2000"/>
              <a:t>For addition of two polynomial linked list, we have a need to traverse the nodes of both the lists. </a:t>
            </a:r>
            <a:endParaRPr sz="2000"/>
          </a:p>
          <a:p>
            <a:pPr indent="-177800" lvl="1" marL="640080" rtl="0" algn="l">
              <a:spcBef>
                <a:spcPts val="400"/>
              </a:spcBef>
              <a:spcAft>
                <a:spcPts val="0"/>
              </a:spcAft>
              <a:buSzPts val="1520"/>
              <a:buNone/>
            </a:pPr>
            <a:r>
              <a:t/>
            </a:r>
            <a:endParaRPr sz="2000"/>
          </a:p>
          <a:p>
            <a:pPr indent="-274320" lvl="1" marL="640080" rtl="0" algn="l">
              <a:spcBef>
                <a:spcPts val="400"/>
              </a:spcBef>
              <a:spcAft>
                <a:spcPts val="0"/>
              </a:spcAft>
              <a:buSzPts val="1520"/>
              <a:buChar char="🞇"/>
            </a:pPr>
            <a:r>
              <a:rPr b="1" lang="en-IN" sz="2000"/>
              <a:t>If the node has exponent value higher than another, then </a:t>
            </a:r>
            <a:endParaRPr b="1" sz="2000"/>
          </a:p>
          <a:p>
            <a:pPr indent="-228600" lvl="2" marL="914400" rtl="0" algn="l">
              <a:spcBef>
                <a:spcPts val="400"/>
              </a:spcBef>
              <a:spcAft>
                <a:spcPts val="0"/>
              </a:spcAft>
              <a:buSzPts val="1520"/>
              <a:buChar char="🞇"/>
            </a:pPr>
            <a:r>
              <a:rPr lang="en-IN"/>
              <a:t>that node will be added to the resultant list </a:t>
            </a:r>
            <a:endParaRPr/>
          </a:p>
          <a:p>
            <a:pPr indent="0" lvl="2" marL="685800" rtl="0" algn="ctr">
              <a:spcBef>
                <a:spcPts val="400"/>
              </a:spcBef>
              <a:spcAft>
                <a:spcPts val="0"/>
              </a:spcAft>
              <a:buSzPts val="1520"/>
              <a:buNone/>
            </a:pPr>
            <a:r>
              <a:rPr lang="en-IN"/>
              <a:t>or </a:t>
            </a:r>
            <a:endParaRPr/>
          </a:p>
          <a:p>
            <a:pPr indent="-132080" lvl="2" marL="914400" rtl="0" algn="l">
              <a:spcBef>
                <a:spcPts val="400"/>
              </a:spcBef>
              <a:spcAft>
                <a:spcPts val="0"/>
              </a:spcAft>
              <a:buSzPts val="1520"/>
              <a:buNone/>
            </a:pPr>
            <a:r>
              <a:t/>
            </a:r>
            <a:endParaRPr b="1" u="sng"/>
          </a:p>
          <a:p>
            <a:pPr indent="-274320" lvl="1" marL="640080" rtl="0" algn="l">
              <a:spcBef>
                <a:spcPts val="440"/>
              </a:spcBef>
              <a:spcAft>
                <a:spcPts val="0"/>
              </a:spcAft>
              <a:buSzPts val="1672"/>
              <a:buChar char="🞇"/>
            </a:pPr>
            <a:r>
              <a:rPr b="1" lang="en-IN" u="sng"/>
              <a:t>Nodes which have unique exponent values in both the lists will be added in the resultant list. </a:t>
            </a:r>
            <a:endParaRPr b="1" u="sng"/>
          </a:p>
        </p:txBody>
      </p:sp>
      <p:sp>
        <p:nvSpPr>
          <p:cNvPr id="2028" name="Google Shape;2028;p178"/>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2029" name="Google Shape;2029;p178"/>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2030" name="Google Shape;2030;p178"/>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2031" name="Google Shape;2031;p178"/>
          <p:cNvSpPr txBox="1"/>
          <p:nvPr>
            <p:ph type="title"/>
          </p:nvPr>
        </p:nvSpPr>
        <p:spPr>
          <a:xfrm>
            <a:off x="971600" y="692696"/>
            <a:ext cx="7024744" cy="529128"/>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800"/>
              <a:buFont typeface="Century Gothic"/>
              <a:buNone/>
            </a:pPr>
            <a:r>
              <a:rPr i="1" lang="en-IN" sz="2800"/>
              <a:t>Addition with polynomial linked list</a:t>
            </a:r>
            <a:endParaRPr sz="3200"/>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5" name="Shape 2035"/>
        <p:cNvGrpSpPr/>
        <p:nvPr/>
      </p:nvGrpSpPr>
      <p:grpSpPr>
        <a:xfrm>
          <a:off x="0" y="0"/>
          <a:ext cx="0" cy="0"/>
          <a:chOff x="0" y="0"/>
          <a:chExt cx="0" cy="0"/>
        </a:xfrm>
      </p:grpSpPr>
      <p:sp>
        <p:nvSpPr>
          <p:cNvPr id="2036" name="Google Shape;2036;p179"/>
          <p:cNvSpPr txBox="1"/>
          <p:nvPr>
            <p:ph idx="1" type="body"/>
          </p:nvPr>
        </p:nvSpPr>
        <p:spPr>
          <a:xfrm>
            <a:off x="683568" y="836712"/>
            <a:ext cx="7776864" cy="4491861"/>
          </a:xfrm>
          <a:prstGeom prst="rect">
            <a:avLst/>
          </a:prstGeom>
          <a:noFill/>
          <a:ln>
            <a:noFill/>
          </a:ln>
        </p:spPr>
        <p:txBody>
          <a:bodyPr anchorCtr="0" anchor="t" bIns="45700" lIns="91425" spcFirstLastPara="1" rIns="91425" wrap="square" tIns="45700">
            <a:normAutofit/>
          </a:bodyPr>
          <a:lstStyle/>
          <a:p>
            <a:pPr indent="-177800" lvl="1" marL="640080" rtl="0" algn="l">
              <a:spcBef>
                <a:spcPts val="0"/>
              </a:spcBef>
              <a:spcAft>
                <a:spcPts val="0"/>
              </a:spcAft>
              <a:buSzPts val="1520"/>
              <a:buNone/>
            </a:pPr>
            <a:r>
              <a:t/>
            </a:r>
            <a:endParaRPr sz="2000"/>
          </a:p>
          <a:p>
            <a:pPr indent="-274320" lvl="1" marL="640080" rtl="0" algn="l">
              <a:spcBef>
                <a:spcPts val="400"/>
              </a:spcBef>
              <a:spcAft>
                <a:spcPts val="0"/>
              </a:spcAft>
              <a:buSzPts val="1520"/>
              <a:buChar char="🞇"/>
            </a:pPr>
            <a:r>
              <a:rPr lang="en-IN" sz="2000"/>
              <a:t>If the nodes have </a:t>
            </a:r>
            <a:r>
              <a:rPr b="1" lang="en-IN" sz="2000"/>
              <a:t>same exponent </a:t>
            </a:r>
            <a:r>
              <a:rPr lang="en-IN" sz="2000"/>
              <a:t>value then </a:t>
            </a:r>
            <a:endParaRPr sz="2000"/>
          </a:p>
          <a:p>
            <a:pPr indent="-228600" lvl="2" marL="914400" rtl="0" algn="l">
              <a:spcBef>
                <a:spcPts val="400"/>
              </a:spcBef>
              <a:spcAft>
                <a:spcPts val="0"/>
              </a:spcAft>
              <a:buSzPts val="1520"/>
              <a:buChar char="🞇"/>
            </a:pPr>
            <a:r>
              <a:rPr lang="en-IN"/>
              <a:t>first the coefficient of both nodes will be added </a:t>
            </a:r>
            <a:endParaRPr/>
          </a:p>
          <a:p>
            <a:pPr indent="-228600" lvl="2" marL="914400" rtl="0" algn="l">
              <a:spcBef>
                <a:spcPts val="400"/>
              </a:spcBef>
              <a:spcAft>
                <a:spcPts val="0"/>
              </a:spcAft>
              <a:buSzPts val="1520"/>
              <a:buChar char="🞇"/>
            </a:pPr>
            <a:r>
              <a:rPr lang="en-IN"/>
              <a:t>then the result will be added to the resultant list. </a:t>
            </a:r>
            <a:endParaRPr/>
          </a:p>
        </p:txBody>
      </p:sp>
      <p:sp>
        <p:nvSpPr>
          <p:cNvPr id="2037" name="Google Shape;2037;p179"/>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2038" name="Google Shape;2038;p179"/>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2039" name="Google Shape;2039;p179"/>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2040" name="Google Shape;2040;p179"/>
          <p:cNvSpPr txBox="1"/>
          <p:nvPr>
            <p:ph type="title"/>
          </p:nvPr>
        </p:nvSpPr>
        <p:spPr>
          <a:xfrm>
            <a:off x="467544" y="332656"/>
            <a:ext cx="7024744" cy="529128"/>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000"/>
              <a:buFont typeface="Century Gothic"/>
              <a:buNone/>
            </a:pPr>
            <a:r>
              <a:rPr b="1" i="1" lang="en-IN" sz="2000"/>
              <a:t>Addition with polynomial linked list</a:t>
            </a:r>
            <a:endParaRPr b="1" sz="2400"/>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4" name="Shape 2044"/>
        <p:cNvGrpSpPr/>
        <p:nvPr/>
      </p:nvGrpSpPr>
      <p:grpSpPr>
        <a:xfrm>
          <a:off x="0" y="0"/>
          <a:ext cx="0" cy="0"/>
          <a:chOff x="0" y="0"/>
          <a:chExt cx="0" cy="0"/>
        </a:xfrm>
      </p:grpSpPr>
      <p:sp>
        <p:nvSpPr>
          <p:cNvPr id="2045" name="Google Shape;2045;p180"/>
          <p:cNvSpPr txBox="1"/>
          <p:nvPr>
            <p:ph idx="1" type="body"/>
          </p:nvPr>
        </p:nvSpPr>
        <p:spPr>
          <a:xfrm>
            <a:off x="683568" y="836712"/>
            <a:ext cx="7776864" cy="4491861"/>
          </a:xfrm>
          <a:prstGeom prst="rect">
            <a:avLst/>
          </a:prstGeom>
          <a:noFill/>
          <a:ln>
            <a:noFill/>
          </a:ln>
        </p:spPr>
        <p:txBody>
          <a:bodyPr anchorCtr="0" anchor="t" bIns="45700" lIns="91425" spcFirstLastPara="1" rIns="91425" wrap="square" tIns="45700">
            <a:normAutofit/>
          </a:bodyPr>
          <a:lstStyle/>
          <a:p>
            <a:pPr indent="-274320" lvl="1" marL="640080" rtl="0" algn="l">
              <a:spcBef>
                <a:spcPts val="0"/>
              </a:spcBef>
              <a:spcAft>
                <a:spcPts val="0"/>
              </a:spcAft>
              <a:buSzPts val="1520"/>
              <a:buChar char="🞇"/>
            </a:pPr>
            <a:r>
              <a:rPr lang="en-IN" sz="2000"/>
              <a:t>Suppose in traversing one list is finished then </a:t>
            </a:r>
            <a:endParaRPr/>
          </a:p>
          <a:p>
            <a:pPr indent="-228600" lvl="2" marL="914400" rtl="0" algn="l">
              <a:spcBef>
                <a:spcPts val="400"/>
              </a:spcBef>
              <a:spcAft>
                <a:spcPts val="0"/>
              </a:spcAft>
              <a:buSzPts val="1520"/>
              <a:buChar char="🞇"/>
            </a:pPr>
            <a:r>
              <a:rPr b="1" lang="en-IN"/>
              <a:t>remaining node of the another list will be added to the resultant list</a:t>
            </a:r>
            <a:r>
              <a:rPr lang="en-IN"/>
              <a:t>.</a:t>
            </a:r>
            <a:br>
              <a:rPr lang="en-IN"/>
            </a:br>
            <a:endParaRPr/>
          </a:p>
        </p:txBody>
      </p:sp>
      <p:sp>
        <p:nvSpPr>
          <p:cNvPr id="2046" name="Google Shape;2046;p180"/>
          <p:cNvSpPr txBox="1"/>
          <p:nvPr>
            <p:ph idx="10" type="dt"/>
          </p:nvPr>
        </p:nvSpPr>
        <p:spPr>
          <a:xfrm>
            <a:off x="5997388" y="224492"/>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24-08-2023</a:t>
            </a:r>
            <a:endParaRPr/>
          </a:p>
        </p:txBody>
      </p:sp>
      <p:sp>
        <p:nvSpPr>
          <p:cNvPr id="2047" name="Google Shape;2047;p180"/>
          <p:cNvSpPr txBox="1"/>
          <p:nvPr>
            <p:ph idx="11" type="ftr"/>
          </p:nvPr>
        </p:nvSpPr>
        <p:spPr>
          <a:xfrm>
            <a:off x="4641448" y="5852160"/>
            <a:ext cx="3502152"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IN"/>
              <a:t>Prof. Shweta Dhawan Chachra</a:t>
            </a:r>
            <a:endParaRPr/>
          </a:p>
        </p:txBody>
      </p:sp>
      <p:sp>
        <p:nvSpPr>
          <p:cNvPr id="2048" name="Google Shape;2048;p180"/>
          <p:cNvSpPr txBox="1"/>
          <p:nvPr>
            <p:ph idx="12" type="sldNum"/>
          </p:nvPr>
        </p:nvSpPr>
        <p:spPr>
          <a:xfrm>
            <a:off x="4649096" y="224491"/>
            <a:ext cx="1332156"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IN"/>
              <a:t>‹#›</a:t>
            </a:fld>
            <a:endParaRPr/>
          </a:p>
        </p:txBody>
      </p:sp>
      <p:sp>
        <p:nvSpPr>
          <p:cNvPr id="2049" name="Google Shape;2049;p180"/>
          <p:cNvSpPr txBox="1"/>
          <p:nvPr>
            <p:ph type="title"/>
          </p:nvPr>
        </p:nvSpPr>
        <p:spPr>
          <a:xfrm>
            <a:off x="467544" y="332656"/>
            <a:ext cx="7024744" cy="529128"/>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000"/>
              <a:buFont typeface="Century Gothic"/>
              <a:buNone/>
            </a:pPr>
            <a:r>
              <a:rPr b="1" i="1" lang="en-IN" sz="2000"/>
              <a:t>Addition with polynomial linked list</a:t>
            </a:r>
            <a:endParaRPr b="1" sz="2400"/>
          </a:p>
        </p:txBody>
      </p:sp>
      <p:pic>
        <p:nvPicPr>
          <p:cNvPr id="2050" name="Google Shape;2050;p180"/>
          <p:cNvPicPr preferRelativeResize="0"/>
          <p:nvPr/>
        </p:nvPicPr>
        <p:blipFill rotWithShape="1">
          <a:blip r:embed="rId3">
            <a:alphaModFix/>
          </a:blip>
          <a:srcRect b="0" l="0" r="0" t="0"/>
          <a:stretch/>
        </p:blipFill>
        <p:spPr>
          <a:xfrm>
            <a:off x="1187624" y="1988840"/>
            <a:ext cx="6552728" cy="388843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Austin">
  <a:themeElements>
    <a:clrScheme name="Austin">
      <a:dk1>
        <a:srgbClr val="000000"/>
      </a:dk1>
      <a:lt1>
        <a:srgbClr val="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2020-07-14T06:20:56Z</dcterms:created>
  <dc:creator>Admin</dc:creator>
</cp:coreProperties>
</file>