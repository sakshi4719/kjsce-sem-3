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Lst>
  <p:sldSz cy="6858000" cx="9144000"/>
  <p:notesSz cx="6858000" cy="9144000"/>
  <p:embeddedFontLst>
    <p:embeddedFont>
      <p:font typeface="Century Gothic"/>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05" roundtripDataSignature="AMtx7mj33wgmHbK8pyxu0F3+FkPoP8hd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5" Type="http://customschemas.google.com/relationships/presentationmetadata" Target="metadata"/><Relationship Id="rId104" Type="http://schemas.openxmlformats.org/officeDocument/2006/relationships/font" Target="fonts/CenturyGothic-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CenturyGothic-italic.fntdata"/><Relationship Id="rId102" Type="http://schemas.openxmlformats.org/officeDocument/2006/relationships/font" Target="fonts/CenturyGothic-bold.fntdata"/><Relationship Id="rId101" Type="http://schemas.openxmlformats.org/officeDocument/2006/relationships/font" Target="fonts/CenturyGothic-regular.fntdata"/><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2" name="Google Shape;68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2" name="Google Shape;71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More like INSERTING A NODE AT THE END OF THE LL</a:t>
            </a:r>
            <a:endParaRPr/>
          </a:p>
          <a:p>
            <a:pPr indent="0" lvl="0" marL="0" rtl="0" algn="l">
              <a:spcBef>
                <a:spcPts val="0"/>
              </a:spcBef>
              <a:spcAft>
                <a:spcPts val="0"/>
              </a:spcAft>
              <a:buNone/>
            </a:pPr>
            <a:r>
              <a:rPr lang="en-IN"/>
              <a:t>Made a node, had a pre existing ll, searched for null in ll, </a:t>
            </a:r>
            <a:r>
              <a:rPr lang="en-IN"/>
              <a:t>pointer</a:t>
            </a:r>
            <a:r>
              <a:rPr lang="en-IN"/>
              <a:t> of null in ll points to new node temp</a:t>
            </a:r>
            <a:endParaRPr/>
          </a:p>
        </p:txBody>
      </p:sp>
      <p:sp>
        <p:nvSpPr>
          <p:cNvPr id="786" name="Google Shape;786;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q = q’s link</a:t>
            </a:r>
            <a:endParaRPr/>
          </a:p>
          <a:p>
            <a:pPr indent="0" lvl="0" marL="0" rtl="0" algn="l">
              <a:spcBef>
                <a:spcPts val="0"/>
              </a:spcBef>
              <a:spcAft>
                <a:spcPts val="0"/>
              </a:spcAft>
              <a:buNone/>
            </a:pPr>
            <a:r>
              <a:rPr lang="en-IN"/>
              <a:t>Computes q’s link and rewrites that as q’s new value</a:t>
            </a:r>
            <a:endParaRPr/>
          </a:p>
        </p:txBody>
      </p:sp>
      <p:sp>
        <p:nvSpPr>
          <p:cNvPr id="824" name="Google Shape;824;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3" name="Google Shape;843;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Difference in WHILE CONDITION code is bcoz of PRINT STATEMENT</a:t>
            </a:r>
            <a:endParaRPr/>
          </a:p>
        </p:txBody>
      </p:sp>
      <p:sp>
        <p:nvSpPr>
          <p:cNvPr id="844" name="Google Shape;844;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 name="Google Shape;85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4" name="Google Shape;894;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5" name="Google Shape;915;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 name="Google Shape;927;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1" name="Google Shape;951;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1" name="Google Shape;961;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2" name="Google Shape;962;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Allocate space with malloc or calloc</a:t>
            </a:r>
            <a:endParaRPr/>
          </a:p>
        </p:txBody>
      </p:sp>
      <p:sp>
        <p:nvSpPr>
          <p:cNvPr id="972" name="Google Shape;972;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 name="Google Shape;981;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2" name="Google Shape;982;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6" name="Google Shape;1006;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8" name="Google Shape;1058;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p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8" name="Google Shape;1088;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9" name="Google Shape;1089;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9" name="Google Shape;1099;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1" name="Google Shape;1111;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1" name="Google Shape;1121;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2" name="Google Shape;1122;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1" name="Google Shape;1131;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2" name="Google Shape;1132;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2" name="Google Shape;1142;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3" name="Google Shape;1143;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3" name="Google Shape;1153;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5" name="Google Shape;1175;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102"/>
          <p:cNvGrpSpPr/>
          <p:nvPr/>
        </p:nvGrpSpPr>
        <p:grpSpPr>
          <a:xfrm>
            <a:off x="-644959" y="0"/>
            <a:ext cx="10458653" cy="7117071"/>
            <a:chOff x="-644959" y="0"/>
            <a:chExt cx="10458653" cy="7117071"/>
          </a:xfrm>
        </p:grpSpPr>
        <p:grpSp>
          <p:nvGrpSpPr>
            <p:cNvPr id="59" name="Google Shape;59;p102"/>
            <p:cNvGrpSpPr/>
            <p:nvPr/>
          </p:nvGrpSpPr>
          <p:grpSpPr>
            <a:xfrm>
              <a:off x="0" y="0"/>
              <a:ext cx="9144000" cy="6858000"/>
              <a:chOff x="0" y="0"/>
              <a:chExt cx="9144000" cy="6858000"/>
            </a:xfrm>
          </p:grpSpPr>
          <p:grpSp>
            <p:nvGrpSpPr>
              <p:cNvPr id="60" name="Google Shape;60;p102"/>
              <p:cNvGrpSpPr/>
              <p:nvPr/>
            </p:nvGrpSpPr>
            <p:grpSpPr>
              <a:xfrm>
                <a:off x="0" y="0"/>
                <a:ext cx="2514600" cy="6858000"/>
                <a:chOff x="0" y="0"/>
                <a:chExt cx="2514600" cy="6858000"/>
              </a:xfrm>
            </p:grpSpPr>
            <p:sp>
              <p:nvSpPr>
                <p:cNvPr id="61" name="Google Shape;61;p10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2" name="Google Shape;62;p10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3" name="Google Shape;63;p10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4" name="Google Shape;64;p102"/>
              <p:cNvGrpSpPr/>
              <p:nvPr/>
            </p:nvGrpSpPr>
            <p:grpSpPr>
              <a:xfrm>
                <a:off x="422910" y="0"/>
                <a:ext cx="2514600" cy="6858000"/>
                <a:chOff x="0" y="0"/>
                <a:chExt cx="2514600" cy="6858000"/>
              </a:xfrm>
            </p:grpSpPr>
            <p:sp>
              <p:nvSpPr>
                <p:cNvPr id="65" name="Google Shape;65;p10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6" name="Google Shape;66;p10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7" name="Google Shape;67;p10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8" name="Google Shape;68;p102"/>
              <p:cNvGrpSpPr/>
              <p:nvPr/>
            </p:nvGrpSpPr>
            <p:grpSpPr>
              <a:xfrm rot="10800000">
                <a:off x="6629400" y="0"/>
                <a:ext cx="2514600" cy="6858000"/>
                <a:chOff x="0" y="0"/>
                <a:chExt cx="2514600" cy="6858000"/>
              </a:xfrm>
            </p:grpSpPr>
            <p:sp>
              <p:nvSpPr>
                <p:cNvPr id="69" name="Google Shape;69;p10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0" name="Google Shape;70;p10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1" name="Google Shape;71;p10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2" name="Google Shape;72;p102"/>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3" name="Google Shape;73;p102"/>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4" name="Google Shape;74;p102"/>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5" name="Google Shape;75;p102"/>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6" name="Google Shape;76;p102"/>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7" name="Google Shape;77;p102"/>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8" name="Google Shape;78;p102"/>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9" name="Google Shape;79;p102"/>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80" name="Google Shape;80;p102"/>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102"/>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2" name="Google Shape;82;p102"/>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3" name="Google Shape;83;p102"/>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4" name="Google Shape;84;p102"/>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5" name="Google Shape;85;p102"/>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6" name="Google Shape;86;p102"/>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7" name="Google Shape;87;p102"/>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102"/>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102"/>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0" name="Google Shape;90;p102"/>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1" name="Google Shape;91;p102"/>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2" name="Google Shape;92;p102"/>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3" name="Google Shape;93;p102"/>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4" name="Google Shape;94;p102"/>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5" name="Google Shape;95;p102"/>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6" name="Google Shape;96;p102"/>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97" name="Google Shape;97;p102"/>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8" name="Google Shape;98;p102"/>
          <p:cNvSpPr/>
          <p:nvPr/>
        </p:nvSpPr>
        <p:spPr>
          <a:xfrm>
            <a:off x="4649096" y="-21511"/>
            <a:ext cx="3505200" cy="23128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9" name="Google Shape;99;p10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02"/>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368"/>
              <a:buNone/>
              <a:defRPr sz="1800">
                <a:solidFill>
                  <a:srgbClr val="424242"/>
                </a:solidFill>
              </a:defRPr>
            </a:lvl1pPr>
            <a:lvl2pPr lvl="1" algn="ctr">
              <a:spcBef>
                <a:spcPts val="440"/>
              </a:spcBef>
              <a:spcAft>
                <a:spcPts val="0"/>
              </a:spcAft>
              <a:buSzPts val="1672"/>
              <a:buNone/>
              <a:defRPr>
                <a:solidFill>
                  <a:srgbClr val="888888"/>
                </a:solidFill>
              </a:defRPr>
            </a:lvl2pPr>
            <a:lvl3pPr lvl="2" algn="ctr">
              <a:spcBef>
                <a:spcPts val="400"/>
              </a:spcBef>
              <a:spcAft>
                <a:spcPts val="0"/>
              </a:spcAft>
              <a:buSzPts val="1520"/>
              <a:buNone/>
              <a:defRPr>
                <a:solidFill>
                  <a:srgbClr val="888888"/>
                </a:solidFill>
              </a:defRPr>
            </a:lvl3pPr>
            <a:lvl4pPr lvl="3" algn="ctr">
              <a:spcBef>
                <a:spcPts val="360"/>
              </a:spcBef>
              <a:spcAft>
                <a:spcPts val="0"/>
              </a:spcAft>
              <a:buSzPts val="1368"/>
              <a:buNone/>
              <a:defRPr>
                <a:solidFill>
                  <a:srgbClr val="888888"/>
                </a:solidFill>
              </a:defRPr>
            </a:lvl4pPr>
            <a:lvl5pPr lvl="4" algn="ctr">
              <a:spcBef>
                <a:spcPts val="320"/>
              </a:spcBef>
              <a:spcAft>
                <a:spcPts val="0"/>
              </a:spcAft>
              <a:buSzPts val="1216"/>
              <a:buNone/>
              <a:defRPr>
                <a:solidFill>
                  <a:srgbClr val="888888"/>
                </a:solidFill>
              </a:defRPr>
            </a:lvl5pPr>
            <a:lvl6pPr lvl="5" algn="ctr">
              <a:spcBef>
                <a:spcPts val="280"/>
              </a:spcBef>
              <a:spcAft>
                <a:spcPts val="0"/>
              </a:spcAft>
              <a:buSzPts val="1064"/>
              <a:buNone/>
              <a:defRPr>
                <a:solidFill>
                  <a:srgbClr val="888888"/>
                </a:solidFill>
              </a:defRPr>
            </a:lvl6pPr>
            <a:lvl7pPr lvl="6" algn="ctr">
              <a:spcBef>
                <a:spcPts val="280"/>
              </a:spcBef>
              <a:spcAft>
                <a:spcPts val="0"/>
              </a:spcAft>
              <a:buSzPts val="1064"/>
              <a:buNone/>
              <a:defRPr>
                <a:solidFill>
                  <a:srgbClr val="888888"/>
                </a:solidFill>
              </a:defRPr>
            </a:lvl7pPr>
            <a:lvl8pPr lvl="7" algn="ctr">
              <a:spcBef>
                <a:spcPts val="280"/>
              </a:spcBef>
              <a:spcAft>
                <a:spcPts val="0"/>
              </a:spcAft>
              <a:buSzPts val="1064"/>
              <a:buNone/>
              <a:defRPr>
                <a:solidFill>
                  <a:srgbClr val="888888"/>
                </a:solidFill>
              </a:defRPr>
            </a:lvl8pPr>
            <a:lvl9pPr lvl="8" algn="ctr">
              <a:spcBef>
                <a:spcPts val="280"/>
              </a:spcBef>
              <a:spcAft>
                <a:spcPts val="0"/>
              </a:spcAft>
              <a:buSzPts val="1064"/>
              <a:buNone/>
              <a:defRPr>
                <a:solidFill>
                  <a:srgbClr val="888888"/>
                </a:solidFill>
              </a:defRPr>
            </a:lvl9pPr>
          </a:lstStyle>
          <a:p/>
        </p:txBody>
      </p:sp>
      <p:sp>
        <p:nvSpPr>
          <p:cNvPr id="101" name="Google Shape;101;p102"/>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2"/>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102"/>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02"/>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Century Gothic"/>
                <a:ea typeface="Century Gothic"/>
                <a:cs typeface="Century Gothic"/>
                <a:sym typeface="Century Gothic"/>
              </a:defRPr>
            </a:lvl1pPr>
            <a:lvl2pPr indent="0" lvl="1" marL="0" algn="l">
              <a:spcBef>
                <a:spcPts val="0"/>
              </a:spcBef>
              <a:buNone/>
              <a:defRPr b="0" i="0" sz="1200" u="none" cap="none" strike="noStrike">
                <a:solidFill>
                  <a:schemeClr val="accent1"/>
                </a:solidFill>
                <a:latin typeface="Century Gothic"/>
                <a:ea typeface="Century Gothic"/>
                <a:cs typeface="Century Gothic"/>
                <a:sym typeface="Century Gothic"/>
              </a:defRPr>
            </a:lvl2pPr>
            <a:lvl3pPr indent="0" lvl="2" marL="0" algn="l">
              <a:spcBef>
                <a:spcPts val="0"/>
              </a:spcBef>
              <a:buNone/>
              <a:defRPr b="0" i="0" sz="1200" u="none" cap="none" strike="noStrike">
                <a:solidFill>
                  <a:schemeClr val="accent1"/>
                </a:solidFill>
                <a:latin typeface="Century Gothic"/>
                <a:ea typeface="Century Gothic"/>
                <a:cs typeface="Century Gothic"/>
                <a:sym typeface="Century Gothic"/>
              </a:defRPr>
            </a:lvl3pPr>
            <a:lvl4pPr indent="0" lvl="3" marL="0" algn="l">
              <a:spcBef>
                <a:spcPts val="0"/>
              </a:spcBef>
              <a:buNone/>
              <a:defRPr b="0" i="0" sz="1200" u="none" cap="none" strike="noStrike">
                <a:solidFill>
                  <a:schemeClr val="accent1"/>
                </a:solidFill>
                <a:latin typeface="Century Gothic"/>
                <a:ea typeface="Century Gothic"/>
                <a:cs typeface="Century Gothic"/>
                <a:sym typeface="Century Gothic"/>
              </a:defRPr>
            </a:lvl4pPr>
            <a:lvl5pPr indent="0" lvl="4" marL="0" algn="l">
              <a:spcBef>
                <a:spcPts val="0"/>
              </a:spcBef>
              <a:buNone/>
              <a:defRPr b="0" i="0" sz="1200" u="none" cap="none" strike="noStrike">
                <a:solidFill>
                  <a:schemeClr val="accent1"/>
                </a:solidFill>
                <a:latin typeface="Century Gothic"/>
                <a:ea typeface="Century Gothic"/>
                <a:cs typeface="Century Gothic"/>
                <a:sym typeface="Century Gothic"/>
              </a:defRPr>
            </a:lvl5pPr>
            <a:lvl6pPr indent="0" lvl="5" marL="0" algn="l">
              <a:spcBef>
                <a:spcPts val="0"/>
              </a:spcBef>
              <a:buNone/>
              <a:defRPr b="0" i="0" sz="1200" u="none" cap="none" strike="noStrike">
                <a:solidFill>
                  <a:schemeClr val="accent1"/>
                </a:solidFill>
                <a:latin typeface="Century Gothic"/>
                <a:ea typeface="Century Gothic"/>
                <a:cs typeface="Century Gothic"/>
                <a:sym typeface="Century Gothic"/>
              </a:defRPr>
            </a:lvl6pPr>
            <a:lvl7pPr indent="0" lvl="6" marL="0" algn="l">
              <a:spcBef>
                <a:spcPts val="0"/>
              </a:spcBef>
              <a:buNone/>
              <a:defRPr b="0" i="0" sz="1200" u="none" cap="none" strike="noStrike">
                <a:solidFill>
                  <a:schemeClr val="accent1"/>
                </a:solidFill>
                <a:latin typeface="Century Gothic"/>
                <a:ea typeface="Century Gothic"/>
                <a:cs typeface="Century Gothic"/>
                <a:sym typeface="Century Gothic"/>
              </a:defRPr>
            </a:lvl7pPr>
            <a:lvl8pPr indent="0" lvl="7" marL="0" algn="l">
              <a:spcBef>
                <a:spcPts val="0"/>
              </a:spcBef>
              <a:buNone/>
              <a:defRPr b="0" i="0" sz="1200" u="none" cap="none" strike="noStrike">
                <a:solidFill>
                  <a:schemeClr val="accent1"/>
                </a:solidFill>
                <a:latin typeface="Century Gothic"/>
                <a:ea typeface="Century Gothic"/>
                <a:cs typeface="Century Gothic"/>
                <a:sym typeface="Century Gothic"/>
              </a:defRPr>
            </a:lvl8pPr>
            <a:lvl9pPr indent="0" lvl="8" marL="0" algn="l">
              <a:spcBef>
                <a:spcPts val="0"/>
              </a:spcBef>
              <a:buNone/>
              <a:defRPr b="0" i="0" sz="1200" u="none" cap="none" strike="noStrike">
                <a:solidFill>
                  <a:schemeClr val="accent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
        <p:nvSpPr>
          <p:cNvPr id="105" name="Google Shape;105;p102"/>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103"/>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0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09" name="Google Shape;109;p10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0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0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104"/>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0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17" name="Google Shape;117;p104"/>
          <p:cNvSpPr txBox="1"/>
          <p:nvPr>
            <p:ph idx="1" type="body"/>
          </p:nvPr>
        </p:nvSpPr>
        <p:spPr>
          <a:xfrm>
            <a:off x="1042416" y="2313432"/>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18" name="Google Shape;118;p104"/>
          <p:cNvSpPr txBox="1"/>
          <p:nvPr>
            <p:ph idx="2" type="body"/>
          </p:nvPr>
        </p:nvSpPr>
        <p:spPr>
          <a:xfrm>
            <a:off x="4645152" y="2313431"/>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9" name="Shape 119"/>
        <p:cNvGrpSpPr/>
        <p:nvPr/>
      </p:nvGrpSpPr>
      <p:grpSpPr>
        <a:xfrm>
          <a:off x="0" y="0"/>
          <a:ext cx="0" cy="0"/>
          <a:chOff x="0" y="0"/>
          <a:chExt cx="0" cy="0"/>
        </a:xfrm>
      </p:grpSpPr>
      <p:grpSp>
        <p:nvGrpSpPr>
          <p:cNvPr id="120" name="Google Shape;120;p105"/>
          <p:cNvGrpSpPr/>
          <p:nvPr/>
        </p:nvGrpSpPr>
        <p:grpSpPr>
          <a:xfrm>
            <a:off x="-644959" y="0"/>
            <a:ext cx="10458653" cy="7117071"/>
            <a:chOff x="-644959" y="0"/>
            <a:chExt cx="10458653" cy="7117071"/>
          </a:xfrm>
        </p:grpSpPr>
        <p:grpSp>
          <p:nvGrpSpPr>
            <p:cNvPr id="121" name="Google Shape;121;p105"/>
            <p:cNvGrpSpPr/>
            <p:nvPr/>
          </p:nvGrpSpPr>
          <p:grpSpPr>
            <a:xfrm>
              <a:off x="0" y="0"/>
              <a:ext cx="9144000" cy="6858000"/>
              <a:chOff x="0" y="0"/>
              <a:chExt cx="9144000" cy="6858000"/>
            </a:xfrm>
          </p:grpSpPr>
          <p:grpSp>
            <p:nvGrpSpPr>
              <p:cNvPr id="122" name="Google Shape;122;p105"/>
              <p:cNvGrpSpPr/>
              <p:nvPr/>
            </p:nvGrpSpPr>
            <p:grpSpPr>
              <a:xfrm>
                <a:off x="0" y="0"/>
                <a:ext cx="2514600" cy="6858000"/>
                <a:chOff x="0" y="0"/>
                <a:chExt cx="2514600" cy="6858000"/>
              </a:xfrm>
            </p:grpSpPr>
            <p:sp>
              <p:nvSpPr>
                <p:cNvPr id="123" name="Google Shape;123;p10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4" name="Google Shape;124;p10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5" name="Google Shape;125;p10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26" name="Google Shape;126;p105"/>
              <p:cNvGrpSpPr/>
              <p:nvPr/>
            </p:nvGrpSpPr>
            <p:grpSpPr>
              <a:xfrm>
                <a:off x="422910" y="0"/>
                <a:ext cx="2514600" cy="6858000"/>
                <a:chOff x="0" y="0"/>
                <a:chExt cx="2514600" cy="6858000"/>
              </a:xfrm>
            </p:grpSpPr>
            <p:sp>
              <p:nvSpPr>
                <p:cNvPr id="127" name="Google Shape;127;p10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8" name="Google Shape;128;p10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9" name="Google Shape;129;p10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30" name="Google Shape;130;p105"/>
              <p:cNvGrpSpPr/>
              <p:nvPr/>
            </p:nvGrpSpPr>
            <p:grpSpPr>
              <a:xfrm rot="10800000">
                <a:off x="6629400" y="0"/>
                <a:ext cx="2514600" cy="6858000"/>
                <a:chOff x="0" y="0"/>
                <a:chExt cx="2514600" cy="6858000"/>
              </a:xfrm>
            </p:grpSpPr>
            <p:sp>
              <p:nvSpPr>
                <p:cNvPr id="131" name="Google Shape;131;p10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2" name="Google Shape;132;p10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3" name="Google Shape;133;p10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34" name="Google Shape;134;p105"/>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5" name="Google Shape;135;p105"/>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6" name="Google Shape;136;p105"/>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37" name="Google Shape;137;p105"/>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38" name="Google Shape;138;p105"/>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39" name="Google Shape;139;p105"/>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40" name="Google Shape;140;p105"/>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41" name="Google Shape;141;p105"/>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42" name="Google Shape;142;p105"/>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3" name="Google Shape;143;p105"/>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4" name="Google Shape;144;p105"/>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5" name="Google Shape;145;p105"/>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6" name="Google Shape;146;p105"/>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7" name="Google Shape;147;p105"/>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8" name="Google Shape;148;p105"/>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9" name="Google Shape;149;p105"/>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0" name="Google Shape;150;p105"/>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1" name="Google Shape;151;p105"/>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2" name="Google Shape;152;p105"/>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3" name="Google Shape;153;p105"/>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4" name="Google Shape;154;p105"/>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5" name="Google Shape;155;p105"/>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6" name="Google Shape;156;p105"/>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7" name="Google Shape;157;p105"/>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8" name="Google Shape;158;p105"/>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59" name="Google Shape;159;p105"/>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0" name="Google Shape;160;p105"/>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1" name="Google Shape;161;p105"/>
          <p:cNvSpPr/>
          <p:nvPr/>
        </p:nvSpPr>
        <p:spPr>
          <a:xfrm>
            <a:off x="905571" y="601883"/>
            <a:ext cx="3562257" cy="5648445"/>
          </a:xfrm>
          <a:prstGeom prst="rect">
            <a:avLst/>
          </a:prstGeom>
          <a:solidFill>
            <a:srgbClr val="FFFFFF"/>
          </a:solidFill>
          <a:ln cap="flat" cmpd="sng" w="9525">
            <a:solidFill>
              <a:srgbClr val="1E1E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2" name="Google Shape;162;p105"/>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3" name="Google Shape;163;p105"/>
          <p:cNvSpPr txBox="1"/>
          <p:nvPr>
            <p:ph type="title"/>
          </p:nvPr>
        </p:nvSpPr>
        <p:spPr>
          <a:xfrm>
            <a:off x="4734424" y="2660904"/>
            <a:ext cx="3300984" cy="146304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05"/>
          <p:cNvSpPr/>
          <p:nvPr>
            <p:ph idx="2" type="pic"/>
          </p:nvPr>
        </p:nvSpPr>
        <p:spPr>
          <a:xfrm>
            <a:off x="1005208" y="693795"/>
            <a:ext cx="3359623" cy="5468112"/>
          </a:xfrm>
          <a:prstGeom prst="rect">
            <a:avLst/>
          </a:prstGeom>
          <a:noFill/>
          <a:ln>
            <a:noFill/>
          </a:ln>
        </p:spPr>
      </p:sp>
      <p:sp>
        <p:nvSpPr>
          <p:cNvPr id="165" name="Google Shape;165;p105"/>
          <p:cNvSpPr txBox="1"/>
          <p:nvPr>
            <p:ph idx="1" type="body"/>
          </p:nvPr>
        </p:nvSpPr>
        <p:spPr>
          <a:xfrm>
            <a:off x="4734630" y="4133088"/>
            <a:ext cx="3300573" cy="151956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
        <p:nvSpPr>
          <p:cNvPr id="166" name="Google Shape;166;p10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105"/>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0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9" name="Shape 169"/>
        <p:cNvGrpSpPr/>
        <p:nvPr/>
      </p:nvGrpSpPr>
      <p:grpSpPr>
        <a:xfrm>
          <a:off x="0" y="0"/>
          <a:ext cx="0" cy="0"/>
          <a:chOff x="0" y="0"/>
          <a:chExt cx="0" cy="0"/>
        </a:xfrm>
      </p:grpSpPr>
      <p:sp>
        <p:nvSpPr>
          <p:cNvPr id="170" name="Google Shape;170;p106"/>
          <p:cNvSpPr txBox="1"/>
          <p:nvPr>
            <p:ph type="title"/>
          </p:nvPr>
        </p:nvSpPr>
        <p:spPr>
          <a:xfrm>
            <a:off x="1258645" y="2900829"/>
            <a:ext cx="6637468" cy="13620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06"/>
          <p:cNvSpPr txBox="1"/>
          <p:nvPr>
            <p:ph idx="1" type="body"/>
          </p:nvPr>
        </p:nvSpPr>
        <p:spPr>
          <a:xfrm>
            <a:off x="1258645" y="4267200"/>
            <a:ext cx="6637467" cy="1520413"/>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20"/>
              <a:buNone/>
              <a:defRPr sz="2000">
                <a:solidFill>
                  <a:srgbClr val="888888"/>
                </a:solidFill>
              </a:defRPr>
            </a:lvl1pPr>
            <a:lvl2pPr indent="-228600" lvl="1" marL="914400" algn="l">
              <a:spcBef>
                <a:spcPts val="360"/>
              </a:spcBef>
              <a:spcAft>
                <a:spcPts val="0"/>
              </a:spcAft>
              <a:buSzPts val="1368"/>
              <a:buNone/>
              <a:defRPr sz="1800">
                <a:solidFill>
                  <a:srgbClr val="888888"/>
                </a:solidFill>
              </a:defRPr>
            </a:lvl2pPr>
            <a:lvl3pPr indent="-228600" lvl="2" marL="1371600" algn="l">
              <a:spcBef>
                <a:spcPts val="320"/>
              </a:spcBef>
              <a:spcAft>
                <a:spcPts val="0"/>
              </a:spcAft>
              <a:buSzPts val="1216"/>
              <a:buNone/>
              <a:defRPr sz="1600">
                <a:solidFill>
                  <a:srgbClr val="888888"/>
                </a:solidFill>
              </a:defRPr>
            </a:lvl3pPr>
            <a:lvl4pPr indent="-228600" lvl="3" marL="1828800" algn="l">
              <a:spcBef>
                <a:spcPts val="280"/>
              </a:spcBef>
              <a:spcAft>
                <a:spcPts val="0"/>
              </a:spcAft>
              <a:buSzPts val="1064"/>
              <a:buNone/>
              <a:defRPr sz="1400">
                <a:solidFill>
                  <a:srgbClr val="888888"/>
                </a:solidFill>
              </a:defRPr>
            </a:lvl4pPr>
            <a:lvl5pPr indent="-228600" lvl="4" marL="2286000" algn="l">
              <a:spcBef>
                <a:spcPts val="280"/>
              </a:spcBef>
              <a:spcAft>
                <a:spcPts val="0"/>
              </a:spcAft>
              <a:buSzPts val="1064"/>
              <a:buNone/>
              <a:defRPr sz="1400">
                <a:solidFill>
                  <a:srgbClr val="888888"/>
                </a:solidFill>
              </a:defRPr>
            </a:lvl5pPr>
            <a:lvl6pPr indent="-228600" lvl="5" marL="2743200" algn="l">
              <a:spcBef>
                <a:spcPts val="280"/>
              </a:spcBef>
              <a:spcAft>
                <a:spcPts val="0"/>
              </a:spcAft>
              <a:buSzPts val="1064"/>
              <a:buNone/>
              <a:defRPr sz="1400">
                <a:solidFill>
                  <a:srgbClr val="888888"/>
                </a:solidFill>
              </a:defRPr>
            </a:lvl6pPr>
            <a:lvl7pPr indent="-228600" lvl="6" marL="3200400" algn="l">
              <a:spcBef>
                <a:spcPts val="280"/>
              </a:spcBef>
              <a:spcAft>
                <a:spcPts val="0"/>
              </a:spcAft>
              <a:buSzPts val="1064"/>
              <a:buNone/>
              <a:defRPr sz="1400">
                <a:solidFill>
                  <a:srgbClr val="888888"/>
                </a:solidFill>
              </a:defRPr>
            </a:lvl7pPr>
            <a:lvl8pPr indent="-228600" lvl="7" marL="3657600" algn="l">
              <a:spcBef>
                <a:spcPts val="280"/>
              </a:spcBef>
              <a:spcAft>
                <a:spcPts val="0"/>
              </a:spcAft>
              <a:buSzPts val="1064"/>
              <a:buNone/>
              <a:defRPr sz="1400">
                <a:solidFill>
                  <a:srgbClr val="888888"/>
                </a:solidFill>
              </a:defRPr>
            </a:lvl8pPr>
            <a:lvl9pPr indent="-228600" lvl="8" marL="4114800" algn="l">
              <a:spcBef>
                <a:spcPts val="280"/>
              </a:spcBef>
              <a:spcAft>
                <a:spcPts val="0"/>
              </a:spcAft>
              <a:buSzPts val="1064"/>
              <a:buNone/>
              <a:defRPr sz="1400">
                <a:solidFill>
                  <a:srgbClr val="888888"/>
                </a:solidFill>
              </a:defRPr>
            </a:lvl9pPr>
          </a:lstStyle>
          <a:p/>
        </p:txBody>
      </p:sp>
      <p:sp>
        <p:nvSpPr>
          <p:cNvPr id="172" name="Google Shape;172;p10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10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0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5" name="Shape 175"/>
        <p:cNvGrpSpPr/>
        <p:nvPr/>
      </p:nvGrpSpPr>
      <p:grpSpPr>
        <a:xfrm>
          <a:off x="0" y="0"/>
          <a:ext cx="0" cy="0"/>
          <a:chOff x="0" y="0"/>
          <a:chExt cx="0" cy="0"/>
        </a:xfrm>
      </p:grpSpPr>
      <p:sp>
        <p:nvSpPr>
          <p:cNvPr id="176" name="Google Shape;176;p107"/>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07"/>
          <p:cNvSpPr txBox="1"/>
          <p:nvPr>
            <p:ph idx="1" type="body"/>
          </p:nvPr>
        </p:nvSpPr>
        <p:spPr>
          <a:xfrm>
            <a:off x="1412111" y="2316009"/>
            <a:ext cx="305714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78" name="Google Shape;178;p107"/>
          <p:cNvSpPr txBox="1"/>
          <p:nvPr>
            <p:ph idx="2" type="body"/>
          </p:nvPr>
        </p:nvSpPr>
        <p:spPr>
          <a:xfrm>
            <a:off x="1041721"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79" name="Google Shape;179;p107"/>
          <p:cNvSpPr txBox="1"/>
          <p:nvPr>
            <p:ph idx="3" type="body"/>
          </p:nvPr>
        </p:nvSpPr>
        <p:spPr>
          <a:xfrm>
            <a:off x="5011837" y="2316010"/>
            <a:ext cx="30557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80" name="Google Shape;180;p107"/>
          <p:cNvSpPr txBox="1"/>
          <p:nvPr>
            <p:ph idx="4" type="body"/>
          </p:nvPr>
        </p:nvSpPr>
        <p:spPr>
          <a:xfrm>
            <a:off x="4645152"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81" name="Google Shape;181;p10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10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0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108"/>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10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10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0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9" name="Shape 189"/>
        <p:cNvGrpSpPr/>
        <p:nvPr/>
      </p:nvGrpSpPr>
      <p:grpSpPr>
        <a:xfrm>
          <a:off x="0" y="0"/>
          <a:ext cx="0" cy="0"/>
          <a:chOff x="0" y="0"/>
          <a:chExt cx="0" cy="0"/>
        </a:xfrm>
      </p:grpSpPr>
      <p:sp>
        <p:nvSpPr>
          <p:cNvPr id="190" name="Google Shape;190;p10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0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0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93" name="Shape 193"/>
        <p:cNvGrpSpPr/>
        <p:nvPr/>
      </p:nvGrpSpPr>
      <p:grpSpPr>
        <a:xfrm>
          <a:off x="0" y="0"/>
          <a:ext cx="0" cy="0"/>
          <a:chOff x="0" y="0"/>
          <a:chExt cx="0" cy="0"/>
        </a:xfrm>
      </p:grpSpPr>
      <p:grpSp>
        <p:nvGrpSpPr>
          <p:cNvPr id="194" name="Google Shape;194;p110"/>
          <p:cNvGrpSpPr/>
          <p:nvPr/>
        </p:nvGrpSpPr>
        <p:grpSpPr>
          <a:xfrm>
            <a:off x="-644959" y="0"/>
            <a:ext cx="10458653" cy="7117071"/>
            <a:chOff x="-644959" y="0"/>
            <a:chExt cx="10458653" cy="7117071"/>
          </a:xfrm>
        </p:grpSpPr>
        <p:grpSp>
          <p:nvGrpSpPr>
            <p:cNvPr id="195" name="Google Shape;195;p110"/>
            <p:cNvGrpSpPr/>
            <p:nvPr/>
          </p:nvGrpSpPr>
          <p:grpSpPr>
            <a:xfrm>
              <a:off x="0" y="0"/>
              <a:ext cx="9144000" cy="6858000"/>
              <a:chOff x="0" y="0"/>
              <a:chExt cx="9144000" cy="6858000"/>
            </a:xfrm>
          </p:grpSpPr>
          <p:grpSp>
            <p:nvGrpSpPr>
              <p:cNvPr id="196" name="Google Shape;196;p110"/>
              <p:cNvGrpSpPr/>
              <p:nvPr/>
            </p:nvGrpSpPr>
            <p:grpSpPr>
              <a:xfrm>
                <a:off x="0" y="0"/>
                <a:ext cx="2514600" cy="6858000"/>
                <a:chOff x="0" y="0"/>
                <a:chExt cx="2514600" cy="6858000"/>
              </a:xfrm>
            </p:grpSpPr>
            <p:sp>
              <p:nvSpPr>
                <p:cNvPr id="197" name="Google Shape;197;p110"/>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8" name="Google Shape;198;p110"/>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9" name="Google Shape;199;p110"/>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0" name="Google Shape;200;p110"/>
              <p:cNvGrpSpPr/>
              <p:nvPr/>
            </p:nvGrpSpPr>
            <p:grpSpPr>
              <a:xfrm>
                <a:off x="422910" y="0"/>
                <a:ext cx="2514600" cy="6858000"/>
                <a:chOff x="0" y="0"/>
                <a:chExt cx="2514600" cy="6858000"/>
              </a:xfrm>
            </p:grpSpPr>
            <p:sp>
              <p:nvSpPr>
                <p:cNvPr id="201" name="Google Shape;201;p110"/>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110"/>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3" name="Google Shape;203;p110"/>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4" name="Google Shape;204;p110"/>
              <p:cNvGrpSpPr/>
              <p:nvPr/>
            </p:nvGrpSpPr>
            <p:grpSpPr>
              <a:xfrm rot="10800000">
                <a:off x="6629400" y="0"/>
                <a:ext cx="2514600" cy="6858000"/>
                <a:chOff x="0" y="0"/>
                <a:chExt cx="2514600" cy="6858000"/>
              </a:xfrm>
            </p:grpSpPr>
            <p:sp>
              <p:nvSpPr>
                <p:cNvPr id="205" name="Google Shape;205;p110"/>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6" name="Google Shape;206;p110"/>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7" name="Google Shape;207;p110"/>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08" name="Google Shape;208;p110"/>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9" name="Google Shape;209;p110"/>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0" name="Google Shape;210;p110"/>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11" name="Google Shape;211;p110"/>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2" name="Google Shape;212;p110"/>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3" name="Google Shape;213;p110"/>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 name="Google Shape;214;p110"/>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5" name="Google Shape;215;p110"/>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6" name="Google Shape;216;p110"/>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110"/>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8" name="Google Shape;218;p110"/>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9" name="Google Shape;219;p110"/>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0" name="Google Shape;220;p110"/>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1" name="Google Shape;221;p110"/>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2" name="Google Shape;222;p110"/>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3" name="Google Shape;223;p110"/>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4" name="Google Shape;224;p110"/>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5" name="Google Shape;225;p110"/>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6" name="Google Shape;226;p110"/>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7" name="Google Shape;227;p110"/>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8" name="Google Shape;228;p110"/>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9" name="Google Shape;229;p110"/>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0" name="Google Shape;230;p110"/>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1" name="Google Shape;231;p110"/>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110"/>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33" name="Google Shape;233;p110"/>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4" name="Google Shape;234;p110"/>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5" name="Google Shape;235;p1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1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237" name="Google Shape;237;p110"/>
          <p:cNvSpPr/>
          <p:nvPr/>
        </p:nvSpPr>
        <p:spPr>
          <a:xfrm>
            <a:off x="905571" y="601883"/>
            <a:ext cx="3562257" cy="5648445"/>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8" name="Google Shape;238;p110"/>
          <p:cNvSpPr txBox="1"/>
          <p:nvPr>
            <p:ph idx="1" type="body"/>
          </p:nvPr>
        </p:nvSpPr>
        <p:spPr>
          <a:xfrm>
            <a:off x="1145894" y="856527"/>
            <a:ext cx="3090440" cy="5150734"/>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34772" lvl="1" marL="914400" algn="l">
              <a:spcBef>
                <a:spcPts val="440"/>
              </a:spcBef>
              <a:spcAft>
                <a:spcPts val="0"/>
              </a:spcAft>
              <a:buSzPts val="1672"/>
              <a:buChar char="🞇"/>
              <a:defRPr sz="2200"/>
            </a:lvl2pPr>
            <a:lvl3pPr indent="-325119" lvl="2" marL="1371600" algn="l">
              <a:spcBef>
                <a:spcPts val="400"/>
              </a:spcBef>
              <a:spcAft>
                <a:spcPts val="0"/>
              </a:spcAft>
              <a:buSzPts val="1520"/>
              <a:buChar char="🞇"/>
              <a:defRPr sz="2000"/>
            </a:lvl3pPr>
            <a:lvl4pPr indent="-315467" lvl="3" marL="1828800" algn="l">
              <a:spcBef>
                <a:spcPts val="360"/>
              </a:spcBef>
              <a:spcAft>
                <a:spcPts val="0"/>
              </a:spcAft>
              <a:buSzPts val="1368"/>
              <a:buChar char="🞇"/>
              <a:defRPr sz="1800"/>
            </a:lvl4pPr>
            <a:lvl5pPr indent="-305816" lvl="4" marL="2286000" algn="l">
              <a:spcBef>
                <a:spcPts val="320"/>
              </a:spcBef>
              <a:spcAft>
                <a:spcPts val="0"/>
              </a:spcAft>
              <a:buSzPts val="1216"/>
              <a:buChar char="🞇"/>
              <a:defRPr sz="1600"/>
            </a:lvl5pPr>
            <a:lvl6pPr indent="-325120" lvl="5" marL="2743200" algn="l">
              <a:spcBef>
                <a:spcPts val="400"/>
              </a:spcBef>
              <a:spcAft>
                <a:spcPts val="0"/>
              </a:spcAft>
              <a:buSzPts val="1520"/>
              <a:buChar char="🞇"/>
              <a:defRPr sz="2000"/>
            </a:lvl6pPr>
            <a:lvl7pPr indent="-325120" lvl="6" marL="3200400" algn="l">
              <a:spcBef>
                <a:spcPts val="400"/>
              </a:spcBef>
              <a:spcAft>
                <a:spcPts val="0"/>
              </a:spcAft>
              <a:buSzPts val="1520"/>
              <a:buChar char="🞇"/>
              <a:defRPr sz="2000"/>
            </a:lvl7pPr>
            <a:lvl8pPr indent="-325120" lvl="7" marL="3657600" algn="l">
              <a:spcBef>
                <a:spcPts val="400"/>
              </a:spcBef>
              <a:spcAft>
                <a:spcPts val="0"/>
              </a:spcAft>
              <a:buSzPts val="1520"/>
              <a:buChar char="🞇"/>
              <a:defRPr sz="2000"/>
            </a:lvl8pPr>
            <a:lvl9pPr indent="-325120" lvl="8" marL="4114800" algn="l">
              <a:spcBef>
                <a:spcPts val="400"/>
              </a:spcBef>
              <a:spcAft>
                <a:spcPts val="0"/>
              </a:spcAft>
              <a:buSzPts val="1520"/>
              <a:buChar char="🞇"/>
              <a:defRPr sz="2000"/>
            </a:lvl9pPr>
          </a:lstStyle>
          <a:p/>
        </p:txBody>
      </p:sp>
      <p:sp>
        <p:nvSpPr>
          <p:cNvPr id="239" name="Google Shape;239;p110"/>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0" name="Google Shape;240;p110"/>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110"/>
          <p:cNvSpPr txBox="1"/>
          <p:nvPr>
            <p:ph type="title"/>
          </p:nvPr>
        </p:nvSpPr>
        <p:spPr>
          <a:xfrm>
            <a:off x="4739833" y="2657434"/>
            <a:ext cx="3304572" cy="146315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110"/>
          <p:cNvSpPr txBox="1"/>
          <p:nvPr>
            <p:ph idx="2" type="body"/>
          </p:nvPr>
        </p:nvSpPr>
        <p:spPr>
          <a:xfrm>
            <a:off x="4736592" y="4136994"/>
            <a:ext cx="3298784" cy="1517904"/>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111"/>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111"/>
          <p:cNvSpPr txBox="1"/>
          <p:nvPr>
            <p:ph idx="1" type="body"/>
          </p:nvPr>
        </p:nvSpPr>
        <p:spPr>
          <a:xfrm rot="5400000">
            <a:off x="2677662" y="689482"/>
            <a:ext cx="3508977" cy="677731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46" name="Google Shape;246;p1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112"/>
          <p:cNvSpPr txBox="1"/>
          <p:nvPr>
            <p:ph type="title"/>
          </p:nvPr>
        </p:nvSpPr>
        <p:spPr>
          <a:xfrm rot="5400000">
            <a:off x="4981455" y="2678093"/>
            <a:ext cx="4780344" cy="14844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112"/>
          <p:cNvSpPr txBox="1"/>
          <p:nvPr>
            <p:ph idx="1" type="body"/>
          </p:nvPr>
        </p:nvSpPr>
        <p:spPr>
          <a:xfrm rot="5400000">
            <a:off x="1374976" y="708467"/>
            <a:ext cx="4780344" cy="5423704"/>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52" name="Google Shape;252;p11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11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11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1F15E"/>
            </a:gs>
            <a:gs pos="62000">
              <a:srgbClr val="90BA3F"/>
            </a:gs>
            <a:gs pos="100000">
              <a:srgbClr val="7FA03E"/>
            </a:gs>
          </a:gsLst>
          <a:lin ang="5400000" scaled="0"/>
        </a:gradFill>
      </p:bgPr>
    </p:bg>
    <p:spTree>
      <p:nvGrpSpPr>
        <p:cNvPr id="9" name="Shape 9"/>
        <p:cNvGrpSpPr/>
        <p:nvPr/>
      </p:nvGrpSpPr>
      <p:grpSpPr>
        <a:xfrm>
          <a:off x="0" y="0"/>
          <a:ext cx="0" cy="0"/>
          <a:chOff x="0" y="0"/>
          <a:chExt cx="0" cy="0"/>
        </a:xfrm>
      </p:grpSpPr>
      <p:grpSp>
        <p:nvGrpSpPr>
          <p:cNvPr id="10" name="Google Shape;10;p101"/>
          <p:cNvGrpSpPr/>
          <p:nvPr/>
        </p:nvGrpSpPr>
        <p:grpSpPr>
          <a:xfrm>
            <a:off x="-567355" y="0"/>
            <a:ext cx="10458653" cy="7117071"/>
            <a:chOff x="-644959" y="0"/>
            <a:chExt cx="10458653" cy="7117071"/>
          </a:xfrm>
        </p:grpSpPr>
        <p:grpSp>
          <p:nvGrpSpPr>
            <p:cNvPr id="11" name="Google Shape;11;p101"/>
            <p:cNvGrpSpPr/>
            <p:nvPr/>
          </p:nvGrpSpPr>
          <p:grpSpPr>
            <a:xfrm>
              <a:off x="0" y="0"/>
              <a:ext cx="9144000" cy="6858000"/>
              <a:chOff x="0" y="0"/>
              <a:chExt cx="9144000" cy="6858000"/>
            </a:xfrm>
          </p:grpSpPr>
          <p:grpSp>
            <p:nvGrpSpPr>
              <p:cNvPr id="12" name="Google Shape;12;p101"/>
              <p:cNvGrpSpPr/>
              <p:nvPr/>
            </p:nvGrpSpPr>
            <p:grpSpPr>
              <a:xfrm>
                <a:off x="0" y="0"/>
                <a:ext cx="2514600" cy="6858000"/>
                <a:chOff x="0" y="0"/>
                <a:chExt cx="2514600" cy="6858000"/>
              </a:xfrm>
            </p:grpSpPr>
            <p:sp>
              <p:nvSpPr>
                <p:cNvPr id="13" name="Google Shape;13;p101"/>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 name="Google Shape;14;p101"/>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 name="Google Shape;15;p101"/>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6" name="Google Shape;16;p101"/>
              <p:cNvGrpSpPr/>
              <p:nvPr/>
            </p:nvGrpSpPr>
            <p:grpSpPr>
              <a:xfrm>
                <a:off x="422910" y="0"/>
                <a:ext cx="2514600" cy="6858000"/>
                <a:chOff x="0" y="0"/>
                <a:chExt cx="2514600" cy="6858000"/>
              </a:xfrm>
            </p:grpSpPr>
            <p:sp>
              <p:nvSpPr>
                <p:cNvPr id="17" name="Google Shape;17;p101"/>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101"/>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 name="Google Shape;19;p101"/>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20" name="Google Shape;20;p101"/>
              <p:cNvGrpSpPr/>
              <p:nvPr/>
            </p:nvGrpSpPr>
            <p:grpSpPr>
              <a:xfrm rot="10800000">
                <a:off x="6629400" y="0"/>
                <a:ext cx="2514600" cy="6858000"/>
                <a:chOff x="0" y="0"/>
                <a:chExt cx="2514600" cy="6858000"/>
              </a:xfrm>
            </p:grpSpPr>
            <p:sp>
              <p:nvSpPr>
                <p:cNvPr id="21" name="Google Shape;21;p101"/>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101"/>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 name="Google Shape;23;p101"/>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4" name="Google Shape;24;p101"/>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5" name="Google Shape;25;p101"/>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6" name="Google Shape;26;p101"/>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7" name="Google Shape;27;p101"/>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8" name="Google Shape;28;p101"/>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9" name="Google Shape;29;p101"/>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0" name="Google Shape;30;p101"/>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1" name="Google Shape;31;p101"/>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2" name="Google Shape;32;p101"/>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3" name="Google Shape;33;p101"/>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4" name="Google Shape;34;p101"/>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101"/>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6" name="Google Shape;36;p101"/>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7" name="Google Shape;37;p101"/>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8" name="Google Shape;38;p101"/>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9" name="Google Shape;39;p101"/>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0" name="Google Shape;40;p101"/>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1" name="Google Shape;41;p101"/>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2" name="Google Shape;42;p101"/>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3" name="Google Shape;43;p101"/>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101"/>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5" name="Google Shape;45;p101"/>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6" name="Google Shape;46;p101"/>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7" name="Google Shape;47;p101"/>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8" name="Google Shape;48;p101"/>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49" name="Google Shape;49;p101"/>
          <p:cNvSpPr/>
          <p:nvPr/>
        </p:nvSpPr>
        <p:spPr>
          <a:xfrm>
            <a:off x="457200" y="333487"/>
            <a:ext cx="8229600" cy="6185647"/>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0" name="Google Shape;50;p101"/>
          <p:cNvSpPr/>
          <p:nvPr/>
        </p:nvSpPr>
        <p:spPr>
          <a:xfrm>
            <a:off x="4561242" y="-21511"/>
            <a:ext cx="3679116" cy="699244"/>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1" name="Google Shape;51;p101"/>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2" name="Google Shape;52;p101"/>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accent1"/>
              </a:buClr>
              <a:buSzPts val="4000"/>
              <a:buFont typeface="Century Gothic"/>
              <a:buNone/>
              <a:defRPr b="0" i="0" sz="4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101"/>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Century Gothic"/>
                <a:ea typeface="Century Gothic"/>
                <a:cs typeface="Century Gothic"/>
                <a:sym typeface="Century Gothic"/>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Century Gothic"/>
                <a:ea typeface="Century Gothic"/>
                <a:cs typeface="Century Gothic"/>
                <a:sym typeface="Century Gothic"/>
              </a:defRPr>
            </a:lvl2pPr>
            <a:lvl3pPr indent="-325119"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Century Gothic"/>
                <a:ea typeface="Century Gothic"/>
                <a:cs typeface="Century Gothic"/>
                <a:sym typeface="Century Gothic"/>
              </a:defRPr>
            </a:lvl3pPr>
            <a:lvl4pPr indent="-315467"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Century Gothic"/>
                <a:ea typeface="Century Gothic"/>
                <a:cs typeface="Century Gothic"/>
                <a:sym typeface="Century Gothic"/>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Century Gothic"/>
                <a:ea typeface="Century Gothic"/>
                <a:cs typeface="Century Gothic"/>
                <a:sym typeface="Century Gothic"/>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9pPr>
          </a:lstStyle>
          <a:p/>
        </p:txBody>
      </p:sp>
      <p:sp>
        <p:nvSpPr>
          <p:cNvPr id="54" name="Google Shape;54;p10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FEFEF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5" name="Google Shape;55;p10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6" name="Google Shape;56;p10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FEFEFE"/>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FEFEFE"/>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FEFEFE"/>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FEFEFE"/>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FEFEFE"/>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FEFEFE"/>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FEFEFE"/>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FEFEFE"/>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www.geeksforgeeks.org/difference-between-static-and-dynamic-memory-allocation-in-c/"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hyperlink" Target="http://../../FCP/material/structures.docx"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6.gi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6.g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6.gi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9.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9.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8.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8.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8.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2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5.png"/><Relationship Id="rId4" Type="http://schemas.openxmlformats.org/officeDocument/2006/relationships/image" Target="../media/image2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27.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2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Module 2.0</a:t>
            </a:r>
            <a:endParaRPr/>
          </a:p>
        </p:txBody>
      </p:sp>
      <p:sp>
        <p:nvSpPr>
          <p:cNvPr id="260" name="Google Shape;260;p1"/>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rPr lang="en-IN"/>
              <a:t>Linear Data Structure: Linked List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Memory Allocation &amp; Deallocation for Linked List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Memory Allocation</a:t>
            </a:r>
            <a:endParaRPr/>
          </a:p>
        </p:txBody>
      </p:sp>
      <p:sp>
        <p:nvSpPr>
          <p:cNvPr id="271" name="Google Shape;271;p3"/>
          <p:cNvSpPr txBox="1"/>
          <p:nvPr>
            <p:ph idx="1" type="body"/>
          </p:nvPr>
        </p:nvSpPr>
        <p:spPr>
          <a:xfrm>
            <a:off x="899592" y="1340768"/>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There are two types of Memory Allocation</a:t>
            </a:r>
            <a:endParaRPr/>
          </a:p>
          <a:p>
            <a:pPr indent="0" lvl="0" marL="6858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b="1" lang="en-IN" sz="2000"/>
              <a:t>Compile Time or Static Allocation</a:t>
            </a:r>
            <a:endParaRPr/>
          </a:p>
          <a:p>
            <a:pPr indent="-274320" lvl="0" marL="342900" rtl="0" algn="l">
              <a:spcBef>
                <a:spcPts val="400"/>
              </a:spcBef>
              <a:spcAft>
                <a:spcPts val="0"/>
              </a:spcAft>
              <a:buSzPts val="1520"/>
              <a:buChar char="🞇"/>
            </a:pPr>
            <a:r>
              <a:rPr b="1" lang="en-IN" sz="2000"/>
              <a:t>Runtime or Dynamic Allocation</a:t>
            </a:r>
            <a:endParaRPr/>
          </a:p>
          <a:p>
            <a:pPr indent="-177800" lvl="0" marL="342900" rtl="0" algn="l">
              <a:spcBef>
                <a:spcPts val="400"/>
              </a:spcBef>
              <a:spcAft>
                <a:spcPts val="0"/>
              </a:spcAft>
              <a:buSzPts val="1520"/>
              <a:buNone/>
            </a:pPr>
            <a:r>
              <a:t/>
            </a:r>
            <a:endParaRPr sz="2000"/>
          </a:p>
        </p:txBody>
      </p:sp>
      <p:sp>
        <p:nvSpPr>
          <p:cNvPr id="272" name="Google Shape;272;p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273" name="Google Shape;273;p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74" name="Google Shape;274;p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a:t>
            </a:r>
            <a:endParaRPr/>
          </a:p>
        </p:txBody>
      </p:sp>
      <p:sp>
        <p:nvSpPr>
          <p:cNvPr id="280" name="Google Shape;280;p4"/>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Memory allocated to the program element </a:t>
            </a:r>
            <a:endParaRPr/>
          </a:p>
          <a:p>
            <a:pPr indent="-274320" lvl="1" marL="640080" rtl="0" algn="l">
              <a:spcBef>
                <a:spcPts val="360"/>
              </a:spcBef>
              <a:spcAft>
                <a:spcPts val="0"/>
              </a:spcAft>
              <a:buSzPts val="1368"/>
              <a:buChar char="🞇"/>
            </a:pPr>
            <a:r>
              <a:rPr b="1" lang="en-IN" sz="1800"/>
              <a:t>at the start of the program.</a:t>
            </a:r>
            <a:endParaRPr/>
          </a:p>
          <a:p>
            <a:pPr indent="-274320" lvl="0" marL="342900" rtl="0" algn="l">
              <a:spcBef>
                <a:spcPts val="400"/>
              </a:spcBef>
              <a:spcAft>
                <a:spcPts val="0"/>
              </a:spcAft>
              <a:buSzPts val="1520"/>
              <a:buChar char="🞇"/>
            </a:pPr>
            <a:r>
              <a:rPr lang="en-IN" sz="2000"/>
              <a:t>Memory allocated </a:t>
            </a:r>
            <a:endParaRPr/>
          </a:p>
          <a:p>
            <a:pPr indent="-274320" lvl="1" marL="640080" rtl="0" algn="l">
              <a:spcBef>
                <a:spcPts val="360"/>
              </a:spcBef>
              <a:spcAft>
                <a:spcPts val="0"/>
              </a:spcAft>
              <a:buSzPts val="1368"/>
              <a:buChar char="🞇"/>
            </a:pPr>
            <a:r>
              <a:rPr b="1" lang="en-IN" sz="1800"/>
              <a:t>is fixed and determined by the compiler at compile time.</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Eg- float a[5] , </a:t>
            </a:r>
            <a:endParaRPr/>
          </a:p>
          <a:p>
            <a:pPr indent="0" lvl="0" marL="68580" rtl="0" algn="l">
              <a:spcBef>
                <a:spcPts val="400"/>
              </a:spcBef>
              <a:spcAft>
                <a:spcPts val="0"/>
              </a:spcAft>
              <a:buSzPts val="1520"/>
              <a:buNone/>
            </a:pPr>
            <a:r>
              <a:rPr lang="en-IN" sz="2000"/>
              <a:t>allocation of 20 bytes to the array, i.e. 5*4 bytes</a:t>
            </a:r>
            <a:endParaRPr/>
          </a:p>
        </p:txBody>
      </p:sp>
      <p:sp>
        <p:nvSpPr>
          <p:cNvPr id="281" name="Google Shape;281;p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282" name="Google Shape;282;p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83" name="Google Shape;283;p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Allocation-Disadvantages</a:t>
            </a:r>
            <a:endParaRPr b="1" sz="3200"/>
          </a:p>
        </p:txBody>
      </p:sp>
      <p:sp>
        <p:nvSpPr>
          <p:cNvPr id="289" name="Google Shape;289;p5"/>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b="1" lang="en-IN" sz="1800"/>
              <a:t>Inefficient Use of Memory-</a:t>
            </a:r>
            <a:endParaRPr/>
          </a:p>
          <a:p>
            <a:pPr indent="-274320" lvl="1" marL="640080" rtl="0" algn="l">
              <a:spcBef>
                <a:spcPts val="360"/>
              </a:spcBef>
              <a:spcAft>
                <a:spcPts val="0"/>
              </a:spcAft>
              <a:buSzPts val="1368"/>
              <a:buChar char="🞇"/>
            </a:pPr>
            <a:r>
              <a:rPr b="1" lang="en-IN" sz="1800"/>
              <a:t>Can cause under utilization of memory in case of over allocation</a:t>
            </a:r>
            <a:endParaRPr/>
          </a:p>
          <a:p>
            <a:pPr indent="-228600" lvl="2" marL="914400" rtl="0" algn="l">
              <a:spcBef>
                <a:spcPts val="360"/>
              </a:spcBef>
              <a:spcAft>
                <a:spcPts val="0"/>
              </a:spcAft>
              <a:buSzPts val="1368"/>
              <a:buChar char="🞇"/>
            </a:pPr>
            <a:r>
              <a:rPr lang="en-IN" sz="1800"/>
              <a:t>That is if you store less number of elements than the number for elements which you have declared memory.</a:t>
            </a:r>
            <a:endParaRPr/>
          </a:p>
          <a:p>
            <a:pPr indent="-228600" lvl="2" marL="914400" rtl="0" algn="l">
              <a:spcBef>
                <a:spcPts val="360"/>
              </a:spcBef>
              <a:spcAft>
                <a:spcPts val="0"/>
              </a:spcAft>
              <a:buSzPts val="1368"/>
              <a:buChar char="🞇"/>
            </a:pPr>
            <a:r>
              <a:rPr lang="en-IN" sz="1800"/>
              <a:t>Rest of the memory is wasted, as it is not available to other applications.</a:t>
            </a:r>
            <a:endParaRPr/>
          </a:p>
        </p:txBody>
      </p:sp>
      <p:sp>
        <p:nvSpPr>
          <p:cNvPr id="290" name="Google Shape;290;p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291" name="Google Shape;291;p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92" name="Google Shape;292;p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6"/>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a:t>
            </a:r>
            <a:endParaRPr/>
          </a:p>
        </p:txBody>
      </p:sp>
      <p:sp>
        <p:nvSpPr>
          <p:cNvPr id="298" name="Google Shape;298;p6"/>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b="1" lang="en-IN" sz="1800"/>
              <a:t>Inefficient Use of Memory-</a:t>
            </a:r>
            <a:endParaRPr/>
          </a:p>
          <a:p>
            <a:pPr indent="-274320" lvl="1" marL="640080" rtl="0" algn="l">
              <a:spcBef>
                <a:spcPts val="360"/>
              </a:spcBef>
              <a:spcAft>
                <a:spcPts val="0"/>
              </a:spcAft>
              <a:buSzPts val="1368"/>
              <a:buChar char="🞇"/>
            </a:pPr>
            <a:r>
              <a:rPr b="1" lang="en-IN" sz="1800"/>
              <a:t>Can cause Overflow in case of under allocation	</a:t>
            </a:r>
            <a:endParaRPr/>
          </a:p>
          <a:p>
            <a:pPr indent="-228600" lvl="2" marL="914400" rtl="0" algn="l">
              <a:spcBef>
                <a:spcPts val="360"/>
              </a:spcBef>
              <a:spcAft>
                <a:spcPts val="0"/>
              </a:spcAft>
              <a:buSzPts val="1368"/>
              <a:buChar char="🞇"/>
            </a:pPr>
            <a:r>
              <a:rPr lang="en-IN" sz="1800"/>
              <a:t>For float a[5];</a:t>
            </a:r>
            <a:endParaRPr/>
          </a:p>
          <a:p>
            <a:pPr indent="-228600" lvl="2" marL="914400" rtl="0" algn="l">
              <a:spcBef>
                <a:spcPts val="360"/>
              </a:spcBef>
              <a:spcAft>
                <a:spcPts val="0"/>
              </a:spcAft>
              <a:buSzPts val="1368"/>
              <a:buChar char="🞇"/>
            </a:pPr>
            <a:r>
              <a:rPr lang="en-IN" sz="1800"/>
              <a:t>No bound checking in C for array boundaries, if you are entering more than fives values, </a:t>
            </a:r>
            <a:endParaRPr/>
          </a:p>
          <a:p>
            <a:pPr indent="-228600" lvl="2" marL="914400" rtl="0" algn="l">
              <a:spcBef>
                <a:spcPts val="360"/>
              </a:spcBef>
              <a:spcAft>
                <a:spcPts val="0"/>
              </a:spcAft>
              <a:buSzPts val="1368"/>
              <a:buChar char="🞇"/>
            </a:pPr>
            <a:r>
              <a:rPr lang="en-IN" sz="1800"/>
              <a:t>It will  not give error but when these extra element will be accessed, the values will not be available.</a:t>
            </a:r>
            <a:endParaRPr/>
          </a:p>
          <a:p>
            <a:pPr indent="-187452" lvl="0" marL="342900" rtl="0" algn="l">
              <a:spcBef>
                <a:spcPts val="360"/>
              </a:spcBef>
              <a:spcAft>
                <a:spcPts val="0"/>
              </a:spcAft>
              <a:buSzPts val="1368"/>
              <a:buNone/>
            </a:pPr>
            <a:r>
              <a:t/>
            </a:r>
            <a:endParaRPr b="1" sz="1800"/>
          </a:p>
        </p:txBody>
      </p:sp>
      <p:sp>
        <p:nvSpPr>
          <p:cNvPr id="299" name="Google Shape;299;p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00" name="Google Shape;300;p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01" name="Google Shape;301;p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7"/>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a:t>
            </a:r>
            <a:endParaRPr/>
          </a:p>
        </p:txBody>
      </p:sp>
      <p:sp>
        <p:nvSpPr>
          <p:cNvPr id="307" name="Google Shape;307;p7"/>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t/>
            </a:r>
            <a:endParaRPr b="1" sz="1800"/>
          </a:p>
          <a:p>
            <a:pPr indent="-274320" lvl="0" marL="342900" rtl="0" algn="l">
              <a:spcBef>
                <a:spcPts val="360"/>
              </a:spcBef>
              <a:spcAft>
                <a:spcPts val="0"/>
              </a:spcAft>
              <a:buSzPts val="1368"/>
              <a:buChar char="🞇"/>
            </a:pPr>
            <a:r>
              <a:rPr b="1" lang="en-IN" sz="1800"/>
              <a:t>No reusability of allocated memory </a:t>
            </a:r>
            <a:endParaRPr/>
          </a:p>
          <a:p>
            <a:pPr indent="-187452" lvl="0" marL="342900" rtl="0" algn="l">
              <a:spcBef>
                <a:spcPts val="360"/>
              </a:spcBef>
              <a:spcAft>
                <a:spcPts val="0"/>
              </a:spcAft>
              <a:buSzPts val="1368"/>
              <a:buNone/>
            </a:pPr>
            <a:r>
              <a:t/>
            </a:r>
            <a:endParaRPr b="1" sz="1800"/>
          </a:p>
          <a:p>
            <a:pPr indent="-274320" lvl="0" marL="342900" rtl="0" algn="l">
              <a:spcBef>
                <a:spcPts val="360"/>
              </a:spcBef>
              <a:spcAft>
                <a:spcPts val="0"/>
              </a:spcAft>
              <a:buSzPts val="1368"/>
              <a:buChar char="🞇"/>
            </a:pPr>
            <a:r>
              <a:rPr b="1" lang="en-IN" sz="1800"/>
              <a:t>Difficult to guess the exact size of the data at the time of writing the program</a:t>
            </a:r>
            <a:endParaRPr/>
          </a:p>
        </p:txBody>
      </p:sp>
      <p:sp>
        <p:nvSpPr>
          <p:cNvPr id="308" name="Google Shape;308;p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09" name="Google Shape;309;p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10" name="Google Shape;310;p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8"/>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Runtime or Dynamic Allocation</a:t>
            </a:r>
            <a:endParaRPr/>
          </a:p>
        </p:txBody>
      </p:sp>
      <p:sp>
        <p:nvSpPr>
          <p:cNvPr id="316" name="Google Shape;316;p8"/>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All Linked Data Structures are preferably implemented through dynamic memory allocation.</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Dynamic data structures provide flexibility in </a:t>
            </a:r>
            <a:r>
              <a:rPr b="1" lang="en-IN" sz="2000"/>
              <a:t>adding, deleting or rearranging data objects at run time.</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Managed in C through a set of library functions:</a:t>
            </a:r>
            <a:endParaRPr/>
          </a:p>
          <a:p>
            <a:pPr indent="-274320" lvl="1" marL="640080" rtl="0" algn="l">
              <a:spcBef>
                <a:spcPts val="360"/>
              </a:spcBef>
              <a:spcAft>
                <a:spcPts val="0"/>
              </a:spcAft>
              <a:buSzPts val="1368"/>
              <a:buChar char="🞇"/>
            </a:pPr>
            <a:r>
              <a:rPr lang="en-IN" sz="1800"/>
              <a:t>malloc()</a:t>
            </a:r>
            <a:endParaRPr/>
          </a:p>
          <a:p>
            <a:pPr indent="-274320" lvl="1" marL="640080" rtl="0" algn="l">
              <a:spcBef>
                <a:spcPts val="360"/>
              </a:spcBef>
              <a:spcAft>
                <a:spcPts val="0"/>
              </a:spcAft>
              <a:buSzPts val="1368"/>
              <a:buChar char="🞇"/>
            </a:pPr>
            <a:r>
              <a:rPr lang="en-IN" sz="1800"/>
              <a:t>Calloc()</a:t>
            </a:r>
            <a:endParaRPr/>
          </a:p>
          <a:p>
            <a:pPr indent="-274320" lvl="1" marL="640080" rtl="0" algn="l">
              <a:spcBef>
                <a:spcPts val="360"/>
              </a:spcBef>
              <a:spcAft>
                <a:spcPts val="0"/>
              </a:spcAft>
              <a:buSzPts val="1368"/>
              <a:buChar char="🞇"/>
            </a:pPr>
            <a:r>
              <a:rPr lang="en-IN" sz="1800"/>
              <a:t>free()</a:t>
            </a:r>
            <a:endParaRPr/>
          </a:p>
          <a:p>
            <a:pPr indent="-274320" lvl="1" marL="640080" rtl="0" algn="l">
              <a:spcBef>
                <a:spcPts val="360"/>
              </a:spcBef>
              <a:spcAft>
                <a:spcPts val="0"/>
              </a:spcAft>
              <a:buSzPts val="1368"/>
              <a:buChar char="🞇"/>
            </a:pPr>
            <a:r>
              <a:rPr lang="en-IN" sz="1800"/>
              <a:t>Realloc()</a:t>
            </a:r>
            <a:endParaRPr/>
          </a:p>
        </p:txBody>
      </p:sp>
      <p:sp>
        <p:nvSpPr>
          <p:cNvPr id="317" name="Google Shape;317;p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18" name="Google Shape;318;p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19" name="Google Shape;319;p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9"/>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Runtime or Dynamic Allocation</a:t>
            </a:r>
            <a:endParaRPr/>
          </a:p>
        </p:txBody>
      </p:sp>
      <p:sp>
        <p:nvSpPr>
          <p:cNvPr id="325" name="Google Shape;325;p9"/>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Memory space required by Variables is </a:t>
            </a:r>
            <a:r>
              <a:rPr b="1" lang="en-IN" sz="2000"/>
              <a:t>calculated and allocated during execution</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Get Required chunk of memory at Run time or As the need arises</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Best Suited –</a:t>
            </a:r>
            <a:endParaRPr/>
          </a:p>
          <a:p>
            <a:pPr indent="-274320" lvl="1" marL="640080" rtl="0" algn="l">
              <a:spcBef>
                <a:spcPts val="360"/>
              </a:spcBef>
              <a:spcAft>
                <a:spcPts val="0"/>
              </a:spcAft>
              <a:buSzPts val="1368"/>
              <a:buChar char="🞇"/>
            </a:pPr>
            <a:r>
              <a:rPr b="1" lang="en-IN" sz="1800"/>
              <a:t>When we do not know the memory requirement in advance</a:t>
            </a:r>
            <a:r>
              <a:rPr lang="en-IN" sz="1800"/>
              <a:t>, which is the case in most of the real life problems.</a:t>
            </a:r>
            <a:endParaRPr/>
          </a:p>
          <a:p>
            <a:pPr indent="-177800" lvl="0" marL="342900" rtl="0" algn="l">
              <a:spcBef>
                <a:spcPts val="400"/>
              </a:spcBef>
              <a:spcAft>
                <a:spcPts val="0"/>
              </a:spcAft>
              <a:buSzPts val="1520"/>
              <a:buNone/>
            </a:pPr>
            <a:r>
              <a:t/>
            </a:r>
            <a:endParaRPr sz="2000"/>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326" name="Google Shape;326;p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27" name="Google Shape;327;p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28" name="Google Shape;328;p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0"/>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Runtime or Dynamic Allocation</a:t>
            </a:r>
            <a:endParaRPr/>
          </a:p>
        </p:txBody>
      </p:sp>
      <p:sp>
        <p:nvSpPr>
          <p:cNvPr id="334" name="Google Shape;334;p10"/>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Efficient use of Memory</a:t>
            </a:r>
            <a:endParaRPr/>
          </a:p>
          <a:p>
            <a:pPr indent="-274320" lvl="1" marL="640080" rtl="0" algn="l">
              <a:spcBef>
                <a:spcPts val="360"/>
              </a:spcBef>
              <a:spcAft>
                <a:spcPts val="0"/>
              </a:spcAft>
              <a:buSzPts val="1368"/>
              <a:buChar char="🞇"/>
            </a:pPr>
            <a:r>
              <a:rPr lang="en-IN" sz="1800"/>
              <a:t>Additional Space can be allocated at run time.</a:t>
            </a:r>
            <a:endParaRPr/>
          </a:p>
          <a:p>
            <a:pPr indent="-274320" lvl="1" marL="640080" rtl="0" algn="l">
              <a:spcBef>
                <a:spcPts val="360"/>
              </a:spcBef>
              <a:spcAft>
                <a:spcPts val="0"/>
              </a:spcAft>
              <a:buSzPts val="1368"/>
              <a:buChar char="🞇"/>
            </a:pPr>
            <a:r>
              <a:rPr lang="en-IN" sz="1800"/>
              <a:t>Unwanted Space can be released at run time.</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Reusability of Memory space</a:t>
            </a:r>
            <a:endParaRPr/>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335" name="Google Shape;335;p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36" name="Google Shape;336;p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37" name="Google Shape;337;p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1"/>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malloc() fn</a:t>
            </a:r>
            <a:endParaRPr b="1" sz="3200"/>
          </a:p>
        </p:txBody>
      </p:sp>
      <p:sp>
        <p:nvSpPr>
          <p:cNvPr id="343" name="Google Shape;343;p11"/>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Allocates a block of memory in bytes</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The user should </a:t>
            </a:r>
            <a:r>
              <a:rPr b="1" lang="en-IN" sz="2000"/>
              <a:t>explicitly give the block size </a:t>
            </a:r>
            <a:r>
              <a:rPr lang="en-IN" sz="2000"/>
              <a:t>needed.</a:t>
            </a:r>
            <a:endParaRPr/>
          </a:p>
        </p:txBody>
      </p:sp>
      <p:sp>
        <p:nvSpPr>
          <p:cNvPr id="344" name="Google Shape;344;p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45" name="Google Shape;345;p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46" name="Google Shape;346;p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2"/>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malloc() fn</a:t>
            </a:r>
            <a:endParaRPr b="1" sz="3200"/>
          </a:p>
        </p:txBody>
      </p:sp>
      <p:sp>
        <p:nvSpPr>
          <p:cNvPr id="352" name="Google Shape;352;p12"/>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Request to the RAM of the system to allocate memory</a:t>
            </a:r>
            <a:r>
              <a:rPr lang="en-IN" sz="2000"/>
              <a:t>,</a:t>
            </a:r>
            <a:endParaRPr/>
          </a:p>
          <a:p>
            <a:pPr indent="-177800" lvl="1" marL="640080" rtl="0" algn="l">
              <a:spcBef>
                <a:spcPts val="400"/>
              </a:spcBef>
              <a:spcAft>
                <a:spcPts val="0"/>
              </a:spcAft>
              <a:buSzPts val="1520"/>
              <a:buNone/>
            </a:pPr>
            <a:r>
              <a:t/>
            </a:r>
            <a:endParaRPr sz="2000"/>
          </a:p>
          <a:p>
            <a:pPr indent="-274320" lvl="1" marL="640080" rtl="0" algn="l">
              <a:spcBef>
                <a:spcPts val="400"/>
              </a:spcBef>
              <a:spcAft>
                <a:spcPts val="0"/>
              </a:spcAft>
              <a:buSzPts val="1520"/>
              <a:buChar char="🞇"/>
            </a:pPr>
            <a:r>
              <a:rPr lang="en-IN" sz="2000"/>
              <a:t>If request is granted returns a pointer to the first block of the memory</a:t>
            </a:r>
            <a:endParaRPr/>
          </a:p>
          <a:p>
            <a:pPr indent="-177800" lvl="1" marL="640080" rtl="0" algn="l">
              <a:spcBef>
                <a:spcPts val="400"/>
              </a:spcBef>
              <a:spcAft>
                <a:spcPts val="0"/>
              </a:spcAft>
              <a:buSzPts val="1520"/>
              <a:buNone/>
            </a:pPr>
            <a:r>
              <a:t/>
            </a:r>
            <a:endParaRPr sz="2000"/>
          </a:p>
          <a:p>
            <a:pPr indent="-274320" lvl="1" marL="640080" rtl="0" algn="l">
              <a:spcBef>
                <a:spcPts val="400"/>
              </a:spcBef>
              <a:spcAft>
                <a:spcPts val="0"/>
              </a:spcAft>
              <a:buSzPts val="1520"/>
              <a:buChar char="🞇"/>
            </a:pPr>
            <a:r>
              <a:rPr lang="en-IN" sz="2000"/>
              <a:t>If it fails, it returns NULL</a:t>
            </a:r>
            <a:endParaRPr/>
          </a:p>
        </p:txBody>
      </p:sp>
      <p:sp>
        <p:nvSpPr>
          <p:cNvPr id="353" name="Google Shape;353;p1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54" name="Google Shape;354;p1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55" name="Google Shape;355;p1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3"/>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malloc() fn</a:t>
            </a:r>
            <a:endParaRPr b="1" sz="3200"/>
          </a:p>
        </p:txBody>
      </p:sp>
      <p:sp>
        <p:nvSpPr>
          <p:cNvPr id="361" name="Google Shape;361;p13"/>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The type of pointer is Void, i.e. we can assign it any type of pointer.</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Available in header file alloc.h or stdlib.h</a:t>
            </a:r>
            <a:endParaRPr sz="2000"/>
          </a:p>
          <a:p>
            <a:pPr indent="-177800" lvl="0" marL="342900" rtl="0" algn="l">
              <a:spcBef>
                <a:spcPts val="400"/>
              </a:spcBef>
              <a:spcAft>
                <a:spcPts val="0"/>
              </a:spcAft>
              <a:buSzPts val="1520"/>
              <a:buNone/>
            </a:pPr>
            <a:r>
              <a:t/>
            </a:r>
            <a:endParaRPr sz="2000"/>
          </a:p>
        </p:txBody>
      </p:sp>
      <p:sp>
        <p:nvSpPr>
          <p:cNvPr id="362" name="Google Shape;362;p1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63" name="Google Shape;363;p1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64" name="Google Shape;364;p1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70" name="Google Shape;370;p14"/>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19" lvl="0" marL="342900" rtl="0" algn="l">
              <a:spcBef>
                <a:spcPts val="560"/>
              </a:spcBef>
              <a:spcAft>
                <a:spcPts val="0"/>
              </a:spcAft>
              <a:buSzPts val="2128"/>
              <a:buChar char="🞇"/>
            </a:pPr>
            <a:r>
              <a:rPr b="1" lang="en-IN" sz="2800"/>
              <a:t>Syntax-</a:t>
            </a:r>
            <a:endParaRPr/>
          </a:p>
          <a:p>
            <a:pPr indent="0" lvl="0" marL="68580" rtl="0" algn="l">
              <a:spcBef>
                <a:spcPts val="560"/>
              </a:spcBef>
              <a:spcAft>
                <a:spcPts val="0"/>
              </a:spcAft>
              <a:buSzPts val="2128"/>
              <a:buNone/>
            </a:pPr>
            <a:r>
              <a:rPr b="1" lang="en-IN" sz="2800"/>
              <a:t> 		ptr_var=(type_cast*)malloc(size)</a:t>
            </a:r>
            <a:endParaRPr/>
          </a:p>
          <a:p>
            <a:pPr indent="0" lvl="0" marL="68580" rtl="0" algn="l">
              <a:spcBef>
                <a:spcPts val="560"/>
              </a:spcBef>
              <a:spcAft>
                <a:spcPts val="0"/>
              </a:spcAft>
              <a:buSzPts val="2128"/>
              <a:buNone/>
            </a:pPr>
            <a:r>
              <a:t/>
            </a:r>
            <a:endParaRPr b="1" sz="2800"/>
          </a:p>
        </p:txBody>
      </p:sp>
      <p:sp>
        <p:nvSpPr>
          <p:cNvPr id="371" name="Google Shape;371;p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72" name="Google Shape;372;p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73" name="Google Shape;373;p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5"/>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79" name="Google Shape;379;p15"/>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Syntax-</a:t>
            </a:r>
            <a:endParaRPr/>
          </a:p>
          <a:p>
            <a:pPr indent="0" lvl="0" marL="68580" rtl="0" algn="l">
              <a:spcBef>
                <a:spcPts val="400"/>
              </a:spcBef>
              <a:spcAft>
                <a:spcPts val="0"/>
              </a:spcAft>
              <a:buSzPts val="1520"/>
              <a:buNone/>
            </a:pPr>
            <a:r>
              <a:rPr b="1" lang="en-IN" sz="2000"/>
              <a:t> 		ptr_var=(type_cast*)malloc(size)</a:t>
            </a:r>
            <a:endParaRPr/>
          </a:p>
          <a:p>
            <a:pPr indent="0" lvl="0" marL="68580" rtl="0" algn="l">
              <a:spcBef>
                <a:spcPts val="400"/>
              </a:spcBef>
              <a:spcAft>
                <a:spcPts val="0"/>
              </a:spcAft>
              <a:buSzPts val="1520"/>
              <a:buNone/>
            </a:pPr>
            <a:r>
              <a:t/>
            </a:r>
            <a:endParaRPr b="1" sz="2000"/>
          </a:p>
          <a:p>
            <a:pPr indent="-274320" lvl="0" marL="342900" rtl="0" algn="l">
              <a:spcBef>
                <a:spcPts val="360"/>
              </a:spcBef>
              <a:spcAft>
                <a:spcPts val="0"/>
              </a:spcAft>
              <a:buSzPts val="1368"/>
              <a:buChar char="🞇"/>
            </a:pPr>
            <a:r>
              <a:rPr lang="en-IN" sz="1800"/>
              <a:t>ptr_var = name of pointer that holds the starting address of allocated memory block</a:t>
            </a:r>
            <a:endParaRPr/>
          </a:p>
          <a:p>
            <a:pPr indent="-274320" lvl="0" marL="342900" rtl="0" algn="l">
              <a:spcBef>
                <a:spcPts val="360"/>
              </a:spcBef>
              <a:spcAft>
                <a:spcPts val="0"/>
              </a:spcAft>
              <a:buSzPts val="1368"/>
              <a:buChar char="🞇"/>
            </a:pPr>
            <a:r>
              <a:rPr lang="en-IN" sz="1800"/>
              <a:t>type_cast* = is the data type into which the returned pointer is to be converted</a:t>
            </a:r>
            <a:endParaRPr/>
          </a:p>
          <a:p>
            <a:pPr indent="-274320" lvl="0" marL="342900" rtl="0" algn="l">
              <a:spcBef>
                <a:spcPts val="360"/>
              </a:spcBef>
              <a:spcAft>
                <a:spcPts val="0"/>
              </a:spcAft>
              <a:buSzPts val="1368"/>
              <a:buChar char="🞇"/>
            </a:pPr>
            <a:r>
              <a:rPr lang="en-IN" sz="1800"/>
              <a:t>Size = size of allocated memory block in bytes</a:t>
            </a:r>
            <a:endParaRPr/>
          </a:p>
          <a:p>
            <a:pPr indent="-187452" lvl="0" marL="342900" rtl="0" algn="l">
              <a:spcBef>
                <a:spcPts val="360"/>
              </a:spcBef>
              <a:spcAft>
                <a:spcPts val="0"/>
              </a:spcAft>
              <a:buSzPts val="1368"/>
              <a:buNone/>
            </a:pPr>
            <a:r>
              <a:t/>
            </a:r>
            <a:endParaRPr sz="1800"/>
          </a:p>
        </p:txBody>
      </p:sp>
      <p:sp>
        <p:nvSpPr>
          <p:cNvPr id="380" name="Google Shape;380;p1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81" name="Google Shape;381;p1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82" name="Google Shape;382;p1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6"/>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88" name="Google Shape;388;p16"/>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80"/>
              </a:spcBef>
              <a:spcAft>
                <a:spcPts val="0"/>
              </a:spcAft>
              <a:buSzPts val="1824"/>
              <a:buNone/>
            </a:pPr>
            <a:r>
              <a:rPr b="1" lang="en-IN"/>
              <a:t>Eg-</a:t>
            </a:r>
            <a:endParaRPr/>
          </a:p>
          <a:p>
            <a:pPr indent="0" lvl="0" marL="68580" rtl="0" algn="l">
              <a:spcBef>
                <a:spcPts val="480"/>
              </a:spcBef>
              <a:spcAft>
                <a:spcPts val="0"/>
              </a:spcAft>
              <a:buSzPts val="1824"/>
              <a:buNone/>
            </a:pPr>
            <a:r>
              <a:rPr b="1" lang="en-IN"/>
              <a:t>		int *ptr;</a:t>
            </a:r>
            <a:endParaRPr/>
          </a:p>
          <a:p>
            <a:pPr indent="0" lvl="0" marL="68580" rtl="0" algn="l">
              <a:spcBef>
                <a:spcPts val="480"/>
              </a:spcBef>
              <a:spcAft>
                <a:spcPts val="0"/>
              </a:spcAft>
              <a:buSzPts val="1824"/>
              <a:buNone/>
            </a:pPr>
            <a:r>
              <a:rPr b="1" lang="en-IN"/>
              <a:t>		ptr=(int *)malloc(10*sizeof(int));</a:t>
            </a:r>
            <a:endParaRPr/>
          </a:p>
        </p:txBody>
      </p:sp>
      <p:sp>
        <p:nvSpPr>
          <p:cNvPr id="389" name="Google Shape;389;p1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90" name="Google Shape;390;p1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91" name="Google Shape;391;p1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7"/>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97" name="Google Shape;397;p17"/>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00"/>
              </a:spcBef>
              <a:spcAft>
                <a:spcPts val="0"/>
              </a:spcAft>
              <a:buSzPts val="1520"/>
              <a:buNone/>
            </a:pPr>
            <a:r>
              <a:rPr b="1" lang="en-IN" sz="2000"/>
              <a:t>Eg-</a:t>
            </a:r>
            <a:endParaRPr/>
          </a:p>
          <a:p>
            <a:pPr indent="0" lvl="0" marL="68580" rtl="0" algn="l">
              <a:spcBef>
                <a:spcPts val="400"/>
              </a:spcBef>
              <a:spcAft>
                <a:spcPts val="0"/>
              </a:spcAft>
              <a:buSzPts val="1520"/>
              <a:buNone/>
            </a:pPr>
            <a:r>
              <a:rPr b="1" lang="en-IN" sz="2000"/>
              <a:t>		int *ptr;</a:t>
            </a:r>
            <a:endParaRPr/>
          </a:p>
          <a:p>
            <a:pPr indent="0" lvl="0" marL="68580" rtl="0" algn="l">
              <a:spcBef>
                <a:spcPts val="400"/>
              </a:spcBef>
              <a:spcAft>
                <a:spcPts val="0"/>
              </a:spcAft>
              <a:buSzPts val="1520"/>
              <a:buNone/>
            </a:pPr>
            <a:r>
              <a:rPr b="1" lang="en-IN" sz="2000"/>
              <a:t>		ptr=(int *)malloc(10*sizeof(int));</a:t>
            </a:r>
            <a:endParaRPr/>
          </a:p>
          <a:p>
            <a:pPr indent="-187452" lvl="0" marL="342900" rtl="0" algn="l">
              <a:spcBef>
                <a:spcPts val="360"/>
              </a:spcBef>
              <a:spcAft>
                <a:spcPts val="0"/>
              </a:spcAft>
              <a:buSzPts val="1368"/>
              <a:buNone/>
            </a:pPr>
            <a:r>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Size of int=2bytes </a:t>
            </a:r>
            <a:endParaRPr/>
          </a:p>
          <a:p>
            <a:pPr indent="-274320" lvl="0" marL="342900" rtl="0" algn="l">
              <a:spcBef>
                <a:spcPts val="360"/>
              </a:spcBef>
              <a:spcAft>
                <a:spcPts val="0"/>
              </a:spcAft>
              <a:buSzPts val="1368"/>
              <a:buChar char="🞇"/>
            </a:pPr>
            <a:r>
              <a:rPr lang="en-IN" sz="1800"/>
              <a:t>So 20 bytes are allocated, </a:t>
            </a:r>
            <a:endParaRPr/>
          </a:p>
          <a:p>
            <a:pPr indent="-274320" lvl="0" marL="342900" rtl="0" algn="l">
              <a:spcBef>
                <a:spcPts val="360"/>
              </a:spcBef>
              <a:spcAft>
                <a:spcPts val="0"/>
              </a:spcAft>
              <a:buSzPts val="1368"/>
              <a:buChar char="🞇"/>
            </a:pPr>
            <a:r>
              <a:rPr lang="en-IN" sz="1800"/>
              <a:t>Void pointer is casted into int and assigned to ptr</a:t>
            </a:r>
            <a:endParaRPr sz="1800"/>
          </a:p>
        </p:txBody>
      </p:sp>
      <p:sp>
        <p:nvSpPr>
          <p:cNvPr id="398" name="Google Shape;398;p1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399" name="Google Shape;399;p1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00" name="Google Shape;400;p1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406" name="Google Shape;406;p18"/>
          <p:cNvSpPr txBox="1"/>
          <p:nvPr>
            <p:ph idx="1" type="body"/>
          </p:nvPr>
        </p:nvSpPr>
        <p:spPr>
          <a:xfrm>
            <a:off x="899592" y="1340768"/>
            <a:ext cx="7488832"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80"/>
              </a:spcBef>
              <a:spcAft>
                <a:spcPts val="0"/>
              </a:spcAft>
              <a:buSzPts val="1824"/>
              <a:buNone/>
            </a:pPr>
            <a:r>
              <a:rPr b="1" lang="en-IN"/>
              <a:t>Eg-</a:t>
            </a:r>
            <a:endParaRPr b="1"/>
          </a:p>
          <a:p>
            <a:pPr indent="0" lvl="0" marL="68580" rtl="0" algn="l">
              <a:spcBef>
                <a:spcPts val="480"/>
              </a:spcBef>
              <a:spcAft>
                <a:spcPts val="0"/>
              </a:spcAft>
              <a:buSzPts val="1824"/>
              <a:buNone/>
            </a:pPr>
            <a:r>
              <a:rPr b="1" lang="en-IN"/>
              <a:t>		char *ptr;</a:t>
            </a:r>
            <a:endParaRPr/>
          </a:p>
          <a:p>
            <a:pPr indent="0" lvl="0" marL="68580" rtl="0" algn="l">
              <a:spcBef>
                <a:spcPts val="480"/>
              </a:spcBef>
              <a:spcAft>
                <a:spcPts val="0"/>
              </a:spcAft>
              <a:buSzPts val="1824"/>
              <a:buNone/>
            </a:pPr>
            <a:r>
              <a:rPr b="1" lang="en-IN"/>
              <a:t>		ptr=(char *)malloc(10*sizeof(char));</a:t>
            </a:r>
            <a:endParaRPr/>
          </a:p>
        </p:txBody>
      </p:sp>
      <p:sp>
        <p:nvSpPr>
          <p:cNvPr id="407" name="Google Shape;407;p1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08" name="Google Shape;408;p1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09" name="Google Shape;409;p1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9"/>
          <p:cNvSpPr txBox="1"/>
          <p:nvPr>
            <p:ph type="title"/>
          </p:nvPr>
        </p:nvSpPr>
        <p:spPr>
          <a:xfrm>
            <a:off x="611560" y="1052736"/>
            <a:ext cx="7848872"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 Usage in Linked List</a:t>
            </a:r>
            <a:endParaRPr b="1" sz="3200"/>
          </a:p>
        </p:txBody>
      </p:sp>
      <p:sp>
        <p:nvSpPr>
          <p:cNvPr id="415" name="Google Shape;415;p19"/>
          <p:cNvSpPr txBox="1"/>
          <p:nvPr>
            <p:ph idx="1" type="body"/>
          </p:nvPr>
        </p:nvSpPr>
        <p:spPr>
          <a:xfrm>
            <a:off x="971600" y="1340768"/>
            <a:ext cx="7416824"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00"/>
              </a:spcBef>
              <a:spcAft>
                <a:spcPts val="0"/>
              </a:spcAft>
              <a:buSzPts val="1520"/>
              <a:buNone/>
            </a:pPr>
            <a:r>
              <a:rPr b="1" lang="en-IN" sz="2000"/>
              <a:t>Eg-</a:t>
            </a:r>
            <a:endParaRPr/>
          </a:p>
          <a:p>
            <a:pPr indent="0" lvl="0" marL="68580" rtl="0" algn="l">
              <a:spcBef>
                <a:spcPts val="400"/>
              </a:spcBef>
              <a:spcAft>
                <a:spcPts val="0"/>
              </a:spcAft>
              <a:buSzPts val="1520"/>
              <a:buNone/>
            </a:pPr>
            <a:r>
              <a:rPr b="1" lang="en-IN" sz="2000"/>
              <a:t>struct student;</a:t>
            </a:r>
            <a:endParaRPr/>
          </a:p>
          <a:p>
            <a:pPr indent="0" lvl="0" marL="68580" rtl="0" algn="l">
              <a:spcBef>
                <a:spcPts val="400"/>
              </a:spcBef>
              <a:spcAft>
                <a:spcPts val="0"/>
              </a:spcAft>
              <a:buSzPts val="1520"/>
              <a:buNone/>
            </a:pPr>
            <a:r>
              <a:rPr b="1" lang="en-IN" sz="2000"/>
              <a:t>{</a:t>
            </a:r>
            <a:endParaRPr/>
          </a:p>
          <a:p>
            <a:pPr indent="0" lvl="0" marL="68580" rtl="0" algn="l">
              <a:spcBef>
                <a:spcPts val="400"/>
              </a:spcBef>
              <a:spcAft>
                <a:spcPts val="0"/>
              </a:spcAft>
              <a:buSzPts val="1520"/>
              <a:buNone/>
            </a:pPr>
            <a:r>
              <a:rPr b="1" lang="en-IN" sz="2000"/>
              <a:t>	int roll_no;</a:t>
            </a:r>
            <a:endParaRPr/>
          </a:p>
          <a:p>
            <a:pPr indent="0" lvl="0" marL="68580" rtl="0" algn="l">
              <a:spcBef>
                <a:spcPts val="400"/>
              </a:spcBef>
              <a:spcAft>
                <a:spcPts val="0"/>
              </a:spcAft>
              <a:buSzPts val="1520"/>
              <a:buNone/>
            </a:pPr>
            <a:r>
              <a:rPr b="1" lang="en-IN" sz="2000"/>
              <a:t>	char name[30];</a:t>
            </a:r>
            <a:endParaRPr/>
          </a:p>
          <a:p>
            <a:pPr indent="0" lvl="0" marL="68580" rtl="0" algn="l">
              <a:spcBef>
                <a:spcPts val="400"/>
              </a:spcBef>
              <a:spcAft>
                <a:spcPts val="0"/>
              </a:spcAft>
              <a:buSzPts val="1520"/>
              <a:buNone/>
            </a:pPr>
            <a:r>
              <a:rPr b="1" lang="en-IN" sz="2000"/>
              <a:t>	float percentage;</a:t>
            </a:r>
            <a:endParaRPr/>
          </a:p>
          <a:p>
            <a:pPr indent="0" lvl="0" marL="68580" rtl="0" algn="l">
              <a:spcBef>
                <a:spcPts val="400"/>
              </a:spcBef>
              <a:spcAft>
                <a:spcPts val="0"/>
              </a:spcAft>
              <a:buSzPts val="1520"/>
              <a:buNone/>
            </a:pPr>
            <a:r>
              <a:rPr b="1" lang="en-IN" sz="2000"/>
              <a:t>};</a:t>
            </a:r>
            <a:endParaRPr/>
          </a:p>
          <a:p>
            <a:pPr indent="0" lvl="0" marL="68580" rtl="0" algn="l">
              <a:spcBef>
                <a:spcPts val="400"/>
              </a:spcBef>
              <a:spcAft>
                <a:spcPts val="0"/>
              </a:spcAft>
              <a:buSzPts val="1520"/>
              <a:buNone/>
            </a:pPr>
            <a:r>
              <a:rPr b="1" lang="en-IN" sz="2000"/>
              <a:t>struct student *st_ptr;</a:t>
            </a:r>
            <a:endParaRPr/>
          </a:p>
          <a:p>
            <a:pPr indent="0" lvl="0" marL="68580" rtl="0" algn="l">
              <a:spcBef>
                <a:spcPts val="400"/>
              </a:spcBef>
              <a:spcAft>
                <a:spcPts val="0"/>
              </a:spcAft>
              <a:buSzPts val="1520"/>
              <a:buNone/>
            </a:pPr>
            <a:r>
              <a:rPr b="1" lang="en-IN" sz="2000"/>
              <a:t>st_ptr=(struct student *)malloc(10*sizeof(struct student));</a:t>
            </a:r>
            <a:endParaRPr/>
          </a:p>
        </p:txBody>
      </p:sp>
      <p:sp>
        <p:nvSpPr>
          <p:cNvPr id="416" name="Google Shape;416;p1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17" name="Google Shape;417;p1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18" name="Google Shape;418;p1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0"/>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callloc() fn</a:t>
            </a:r>
            <a:endParaRPr b="1" sz="3200"/>
          </a:p>
        </p:txBody>
      </p:sp>
      <p:sp>
        <p:nvSpPr>
          <p:cNvPr id="424" name="Google Shape;424;p20"/>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Similar to malloc</a:t>
            </a:r>
            <a:endParaRPr sz="2000"/>
          </a:p>
          <a:p>
            <a:pPr indent="-274320" lvl="1" marL="640080" rtl="0" algn="l">
              <a:spcBef>
                <a:spcPts val="360"/>
              </a:spcBef>
              <a:spcAft>
                <a:spcPts val="0"/>
              </a:spcAft>
              <a:buSzPts val="1368"/>
              <a:buChar char="🞇"/>
            </a:pPr>
            <a:r>
              <a:rPr lang="en-IN" sz="1800"/>
              <a:t>It neds two arguments as against one argument in malloc() fn</a:t>
            </a:r>
            <a:endParaRPr sz="1800"/>
          </a:p>
          <a:p>
            <a:pPr indent="0" lvl="0" marL="68580" rtl="0" algn="l">
              <a:spcBef>
                <a:spcPts val="400"/>
              </a:spcBef>
              <a:spcAft>
                <a:spcPts val="0"/>
              </a:spcAft>
              <a:buSzPts val="1520"/>
              <a:buNone/>
            </a:pPr>
            <a:r>
              <a:rPr b="1" lang="en-IN" sz="2000"/>
              <a:t>Eg-</a:t>
            </a:r>
            <a:endParaRPr/>
          </a:p>
          <a:p>
            <a:pPr indent="0" lvl="0" marL="68580" rtl="0" algn="l">
              <a:spcBef>
                <a:spcPts val="400"/>
              </a:spcBef>
              <a:spcAft>
                <a:spcPts val="0"/>
              </a:spcAft>
              <a:buSzPts val="1520"/>
              <a:buNone/>
            </a:pPr>
            <a:r>
              <a:rPr b="1" lang="en-IN" sz="2000"/>
              <a:t>		int *ptr;</a:t>
            </a:r>
            <a:endParaRPr/>
          </a:p>
          <a:p>
            <a:pPr indent="0" lvl="0" marL="68580" rtl="0" algn="l">
              <a:spcBef>
                <a:spcPts val="400"/>
              </a:spcBef>
              <a:spcAft>
                <a:spcPts val="0"/>
              </a:spcAft>
              <a:buSzPts val="1520"/>
              <a:buNone/>
            </a:pPr>
            <a:r>
              <a:rPr b="1" lang="en-IN" sz="2000"/>
              <a:t>		ptr=(int *)calloc(10,2));</a:t>
            </a:r>
            <a:endParaRPr sz="2000"/>
          </a:p>
          <a:p>
            <a:pPr indent="0" lvl="0" marL="68580" rtl="0" algn="l">
              <a:spcBef>
                <a:spcPts val="400"/>
              </a:spcBef>
              <a:spcAft>
                <a:spcPts val="0"/>
              </a:spcAft>
              <a:buSzPts val="1520"/>
              <a:buNone/>
            </a:pPr>
            <a:r>
              <a:rPr lang="en-IN" sz="2000"/>
              <a:t>1</a:t>
            </a:r>
            <a:r>
              <a:rPr baseline="30000" lang="en-IN" sz="2000"/>
              <a:t>st</a:t>
            </a:r>
            <a:r>
              <a:rPr lang="en-IN" sz="2000"/>
              <a:t> argument=no of elements</a:t>
            </a:r>
            <a:endParaRPr/>
          </a:p>
          <a:p>
            <a:pPr indent="0" lvl="0" marL="68580" rtl="0" algn="l">
              <a:spcBef>
                <a:spcPts val="400"/>
              </a:spcBef>
              <a:spcAft>
                <a:spcPts val="0"/>
              </a:spcAft>
              <a:buSzPts val="1520"/>
              <a:buNone/>
            </a:pPr>
            <a:r>
              <a:rPr lang="en-IN" sz="2000"/>
              <a:t>2</a:t>
            </a:r>
            <a:r>
              <a:rPr baseline="30000" lang="en-IN" sz="2000"/>
              <a:t>nd</a:t>
            </a:r>
            <a:r>
              <a:rPr lang="en-IN" sz="2000"/>
              <a:t> argument=size of data type in bytes</a:t>
            </a:r>
            <a:endParaRPr/>
          </a:p>
          <a:p>
            <a:pPr indent="0" lvl="0" marL="68580" rtl="0" algn="l">
              <a:spcBef>
                <a:spcPts val="400"/>
              </a:spcBef>
              <a:spcAft>
                <a:spcPts val="0"/>
              </a:spcAft>
              <a:buSzPts val="1520"/>
              <a:buNone/>
            </a:pPr>
            <a:r>
              <a:t/>
            </a:r>
            <a:endParaRPr sz="2000"/>
          </a:p>
        </p:txBody>
      </p:sp>
      <p:sp>
        <p:nvSpPr>
          <p:cNvPr id="425" name="Google Shape;425;p2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26" name="Google Shape;426;p2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27" name="Google Shape;427;p2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1"/>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callloc() fn</a:t>
            </a:r>
            <a:endParaRPr b="1" sz="3200"/>
          </a:p>
        </p:txBody>
      </p:sp>
      <p:sp>
        <p:nvSpPr>
          <p:cNvPr id="433" name="Google Shape;433;p21"/>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sz="2000"/>
          </a:p>
          <a:p>
            <a:pPr indent="-274320" lvl="0" marL="342900" rtl="0" algn="l">
              <a:spcBef>
                <a:spcPts val="400"/>
              </a:spcBef>
              <a:spcAft>
                <a:spcPts val="0"/>
              </a:spcAft>
              <a:buSzPts val="1520"/>
              <a:buChar char="🞇"/>
            </a:pPr>
            <a:r>
              <a:rPr lang="en-IN" sz="2000"/>
              <a:t>Available in header file alloc.h or stdlib.h</a:t>
            </a:r>
            <a:endParaRPr sz="2000"/>
          </a:p>
          <a:p>
            <a:pPr indent="-177800" lvl="0" marL="342900" rtl="0" algn="l">
              <a:spcBef>
                <a:spcPts val="400"/>
              </a:spcBef>
              <a:spcAft>
                <a:spcPts val="0"/>
              </a:spcAft>
              <a:buSzPts val="1520"/>
              <a:buNone/>
            </a:pPr>
            <a:r>
              <a:t/>
            </a:r>
            <a:endParaRPr sz="2000"/>
          </a:p>
        </p:txBody>
      </p:sp>
      <p:sp>
        <p:nvSpPr>
          <p:cNvPr id="434" name="Google Shape;434;p2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35" name="Google Shape;435;p2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36" name="Google Shape;436;p2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2"/>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Malloc() vs callloc() fn</a:t>
            </a:r>
            <a:endParaRPr b="1" sz="3200"/>
          </a:p>
        </p:txBody>
      </p:sp>
      <p:sp>
        <p:nvSpPr>
          <p:cNvPr id="442" name="Google Shape;442;p22"/>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Initialization:</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 malloc() doesn’t initialize the allocated memory. </a:t>
            </a:r>
            <a:endParaRPr sz="2000"/>
          </a:p>
          <a:p>
            <a:pPr indent="-274320" lvl="1" marL="640080" rtl="0" algn="l">
              <a:spcBef>
                <a:spcPts val="360"/>
              </a:spcBef>
              <a:spcAft>
                <a:spcPts val="0"/>
              </a:spcAft>
              <a:buSzPts val="1368"/>
              <a:buChar char="🞇"/>
            </a:pPr>
            <a:r>
              <a:rPr lang="en-IN" sz="1800"/>
              <a:t>If we try to access the content of memory block(before initializing) then we’ll get segmentation fault error(or garbage values). </a:t>
            </a:r>
            <a:endParaRPr sz="18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calloc() allocates the memory and also initializes the allocated memory block to zero. </a:t>
            </a:r>
            <a:endParaRPr sz="2000"/>
          </a:p>
          <a:p>
            <a:pPr indent="-274320" lvl="1" marL="640080" rtl="0" algn="l">
              <a:spcBef>
                <a:spcPts val="360"/>
              </a:spcBef>
              <a:spcAft>
                <a:spcPts val="0"/>
              </a:spcAft>
              <a:buSzPts val="1368"/>
              <a:buChar char="🞇"/>
            </a:pPr>
            <a:r>
              <a:rPr lang="en-IN" sz="1800"/>
              <a:t>If we try to access the content of these blocks then we’ll get 0. </a:t>
            </a:r>
            <a:endParaRPr/>
          </a:p>
        </p:txBody>
      </p:sp>
      <p:sp>
        <p:nvSpPr>
          <p:cNvPr id="443" name="Google Shape;443;p2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44" name="Google Shape;444;p2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45" name="Google Shape;445;p2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3"/>
          <p:cNvSpPr txBox="1"/>
          <p:nvPr>
            <p:ph type="title"/>
          </p:nvPr>
        </p:nvSpPr>
        <p:spPr>
          <a:xfrm>
            <a:off x="467544" y="260648"/>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Malloc() vs callloc() fn</a:t>
            </a:r>
            <a:endParaRPr b="1" sz="2400"/>
          </a:p>
        </p:txBody>
      </p:sp>
      <p:sp>
        <p:nvSpPr>
          <p:cNvPr id="451" name="Google Shape;451;p23"/>
          <p:cNvSpPr txBox="1"/>
          <p:nvPr>
            <p:ph idx="1" type="body"/>
          </p:nvPr>
        </p:nvSpPr>
        <p:spPr>
          <a:xfrm>
            <a:off x="827584" y="872716"/>
            <a:ext cx="6777317" cy="5256584"/>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Malloc</a:t>
            </a:r>
            <a:endParaRPr sz="2000"/>
          </a:p>
          <a:p>
            <a:pPr indent="-274320" lvl="0" marL="342900" rtl="0" algn="l">
              <a:spcBef>
                <a:spcPts val="400"/>
              </a:spcBef>
              <a:spcAft>
                <a:spcPts val="0"/>
              </a:spcAft>
              <a:buSzPts val="1520"/>
              <a:buChar char="🞇"/>
            </a:pPr>
            <a:r>
              <a:rPr lang="en-IN" sz="2000"/>
              <a:t>allocate a single large block of memory with the specified size.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Calloc</a:t>
            </a:r>
            <a:endParaRPr sz="2000"/>
          </a:p>
          <a:p>
            <a:pPr indent="-274320" lvl="0" marL="342900" rtl="0" algn="l">
              <a:spcBef>
                <a:spcPts val="400"/>
              </a:spcBef>
              <a:spcAft>
                <a:spcPts val="0"/>
              </a:spcAft>
              <a:buSzPts val="1520"/>
              <a:buChar char="🞇"/>
            </a:pPr>
            <a:r>
              <a:rPr lang="en-IN" sz="2000"/>
              <a:t>allocate multiple blocks of memory</a:t>
            </a:r>
            <a:endParaRPr/>
          </a:p>
          <a:p>
            <a:pPr indent="-274320" lvl="0" marL="342900" rtl="0" algn="l">
              <a:spcBef>
                <a:spcPts val="400"/>
              </a:spcBef>
              <a:spcAft>
                <a:spcPts val="0"/>
              </a:spcAft>
              <a:buSzPts val="1520"/>
              <a:buChar char="🞇"/>
            </a:pPr>
            <a:r>
              <a:rPr lang="en-IN" sz="2000"/>
              <a:t>dynamically allocate the specified number of blocks of memory of the specified type.</a:t>
            </a:r>
            <a:endParaRPr sz="2000"/>
          </a:p>
          <a:p>
            <a:pPr indent="-187452" lvl="0" marL="342900" rtl="0" algn="l">
              <a:spcBef>
                <a:spcPts val="360"/>
              </a:spcBef>
              <a:spcAft>
                <a:spcPts val="0"/>
              </a:spcAft>
              <a:buSzPts val="1368"/>
              <a:buNone/>
            </a:pPr>
            <a:r>
              <a:t/>
            </a:r>
            <a:endParaRPr sz="1800"/>
          </a:p>
        </p:txBody>
      </p:sp>
      <p:sp>
        <p:nvSpPr>
          <p:cNvPr id="452" name="Google Shape;452;p2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53" name="Google Shape;453;p2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54" name="Google Shape;454;p2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455" name="Google Shape;455;p23"/>
          <p:cNvPicPr preferRelativeResize="0"/>
          <p:nvPr/>
        </p:nvPicPr>
        <p:blipFill rotWithShape="1">
          <a:blip r:embed="rId3">
            <a:alphaModFix/>
          </a:blip>
          <a:srcRect b="0" l="0" r="0" t="0"/>
          <a:stretch/>
        </p:blipFill>
        <p:spPr>
          <a:xfrm>
            <a:off x="971600" y="1916832"/>
            <a:ext cx="7488832" cy="1224136"/>
          </a:xfrm>
          <a:prstGeom prst="rect">
            <a:avLst/>
          </a:prstGeom>
          <a:noFill/>
          <a:ln>
            <a:noFill/>
          </a:ln>
        </p:spPr>
      </p:pic>
      <p:pic>
        <p:nvPicPr>
          <p:cNvPr id="456" name="Google Shape;456;p23"/>
          <p:cNvPicPr preferRelativeResize="0"/>
          <p:nvPr/>
        </p:nvPicPr>
        <p:blipFill rotWithShape="1">
          <a:blip r:embed="rId4">
            <a:alphaModFix/>
          </a:blip>
          <a:srcRect b="0" l="0" r="0" t="0"/>
          <a:stretch/>
        </p:blipFill>
        <p:spPr>
          <a:xfrm>
            <a:off x="899592" y="4863430"/>
            <a:ext cx="7488832" cy="158990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free() fn</a:t>
            </a:r>
            <a:endParaRPr b="1" sz="3200"/>
          </a:p>
        </p:txBody>
      </p:sp>
      <p:sp>
        <p:nvSpPr>
          <p:cNvPr id="462" name="Google Shape;462;p24"/>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Used to deallocate the previously allocated memory using malloc or calloc() fn</a:t>
            </a:r>
            <a:endParaRPr sz="2000"/>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Syntax-</a:t>
            </a:r>
            <a:endParaRPr/>
          </a:p>
          <a:p>
            <a:pPr indent="0" lvl="0" marL="68580" rtl="0" algn="l">
              <a:spcBef>
                <a:spcPts val="400"/>
              </a:spcBef>
              <a:spcAft>
                <a:spcPts val="0"/>
              </a:spcAft>
              <a:buSzPts val="1520"/>
              <a:buNone/>
            </a:pPr>
            <a:r>
              <a:rPr b="1" lang="en-IN" sz="2000"/>
              <a:t> 		free(ptr_var);</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ptr_var is the pointer in which the address of the allocated  memory block is assigned.</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Returns the allocated memory to the system RAM..</a:t>
            </a:r>
            <a:endParaRPr/>
          </a:p>
        </p:txBody>
      </p:sp>
      <p:sp>
        <p:nvSpPr>
          <p:cNvPr id="463" name="Google Shape;463;p2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64" name="Google Shape;464;p2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65" name="Google Shape;465;p2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26"/>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The memory allocated using malloc() is not de-allocated on its own.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So, “free()” method is used to de-allocate the memory.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But the free() method is not compulsory to use. </a:t>
            </a:r>
            <a:endParaRPr sz="1800"/>
          </a:p>
          <a:p>
            <a:pPr indent="-187452" lvl="0" marL="342900" rtl="0" algn="l">
              <a:spcBef>
                <a:spcPts val="360"/>
              </a:spcBef>
              <a:spcAft>
                <a:spcPts val="0"/>
              </a:spcAft>
              <a:buSzPts val="1368"/>
              <a:buNone/>
            </a:pPr>
            <a:r>
              <a:t/>
            </a:r>
            <a:endParaRPr sz="1800"/>
          </a:p>
        </p:txBody>
      </p:sp>
      <p:sp>
        <p:nvSpPr>
          <p:cNvPr id="471" name="Google Shape;471;p2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72" name="Google Shape;472;p2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73" name="Google Shape;473;p2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474" name="Google Shape;474;p26"/>
          <p:cNvSpPr txBox="1"/>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i="0" lang="en-IN" sz="2000" u="none" cap="none" strike="noStrike">
                <a:solidFill>
                  <a:schemeClr val="accent1"/>
                </a:solidFill>
                <a:latin typeface="Century Gothic"/>
                <a:ea typeface="Century Gothic"/>
                <a:cs typeface="Century Gothic"/>
                <a:sym typeface="Century Gothic"/>
              </a:rPr>
              <a:t>What happens when you don’t free memory after using malloc()</a:t>
            </a:r>
            <a:endParaRPr b="0" i="0" sz="2000" u="none" cap="none" strike="noStrike">
              <a:solidFill>
                <a:schemeClr val="accent1"/>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7"/>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free() is not used in a program </a:t>
            </a:r>
            <a:endParaRPr sz="2000"/>
          </a:p>
          <a:p>
            <a:pPr indent="-274320" lvl="1" marL="640080" rtl="0" algn="l">
              <a:spcBef>
                <a:spcPts val="400"/>
              </a:spcBef>
              <a:spcAft>
                <a:spcPts val="0"/>
              </a:spcAft>
              <a:buSzPts val="1520"/>
              <a:buChar char="🞇"/>
            </a:pPr>
            <a:r>
              <a:rPr lang="en-IN" sz="2000"/>
              <a:t>the memory allocated using malloc() will be de-allocated </a:t>
            </a:r>
            <a:endParaRPr sz="2000"/>
          </a:p>
          <a:p>
            <a:pPr indent="-274320" lvl="1" marL="640080" rtl="0" algn="l">
              <a:spcBef>
                <a:spcPts val="400"/>
              </a:spcBef>
              <a:spcAft>
                <a:spcPts val="0"/>
              </a:spcAft>
              <a:buSzPts val="1520"/>
              <a:buChar char="🞇"/>
            </a:pPr>
            <a:r>
              <a:rPr lang="en-IN" sz="2000"/>
              <a:t>after completion of the execution of the program </a:t>
            </a:r>
            <a:endParaRPr sz="2000"/>
          </a:p>
          <a:p>
            <a:pPr indent="-274320" lvl="1" marL="640080" rtl="0" algn="l">
              <a:spcBef>
                <a:spcPts val="400"/>
              </a:spcBef>
              <a:spcAft>
                <a:spcPts val="0"/>
              </a:spcAft>
              <a:buSzPts val="1520"/>
              <a:buChar char="🞇"/>
            </a:pPr>
            <a:r>
              <a:rPr lang="en-IN" sz="2000"/>
              <a:t>(included program execution time is relatively small and the program ends normally). </a:t>
            </a:r>
            <a:endParaRPr/>
          </a:p>
        </p:txBody>
      </p:sp>
      <p:sp>
        <p:nvSpPr>
          <p:cNvPr id="480" name="Google Shape;480;p2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81" name="Google Shape;481;p2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82" name="Google Shape;482;p2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483" name="Google Shape;483;p27"/>
          <p:cNvSpPr txBox="1"/>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i="0" lang="en-IN" sz="2000" u="none" cap="none" strike="noStrike">
                <a:solidFill>
                  <a:schemeClr val="accent1"/>
                </a:solidFill>
                <a:latin typeface="Century Gothic"/>
                <a:ea typeface="Century Gothic"/>
                <a:cs typeface="Century Gothic"/>
                <a:sym typeface="Century Gothic"/>
              </a:rPr>
              <a:t>What happens when you don’t free memory after using malloc()</a:t>
            </a:r>
            <a:endParaRPr b="0" i="0" sz="2000" u="none" cap="none" strike="noStrike">
              <a:solidFill>
                <a:schemeClr val="accent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8"/>
          <p:cNvSpPr txBox="1"/>
          <p:nvPr>
            <p:ph type="title"/>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What happens when you don’t free memory after using malloc()</a:t>
            </a:r>
            <a:endParaRPr sz="2000"/>
          </a:p>
        </p:txBody>
      </p:sp>
      <p:sp>
        <p:nvSpPr>
          <p:cNvPr id="489" name="Google Shape;489;p28"/>
          <p:cNvSpPr txBox="1"/>
          <p:nvPr>
            <p:ph idx="1" type="body"/>
          </p:nvPr>
        </p:nvSpPr>
        <p:spPr>
          <a:xfrm>
            <a:off x="899592" y="1484784"/>
            <a:ext cx="6777317" cy="3508977"/>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lang="en-IN" sz="1800"/>
              <a:t>Still, there are some important reasons to free() after using malloc():</a:t>
            </a:r>
            <a:endParaRPr/>
          </a:p>
          <a:p>
            <a:pPr indent="-187452" lvl="0" marL="342900" rtl="0" algn="l">
              <a:spcBef>
                <a:spcPts val="360"/>
              </a:spcBef>
              <a:spcAft>
                <a:spcPts val="0"/>
              </a:spcAft>
              <a:buSzPts val="1368"/>
              <a:buNone/>
            </a:pPr>
            <a:r>
              <a:t/>
            </a:r>
            <a:endParaRPr sz="1800"/>
          </a:p>
          <a:p>
            <a:pPr indent="-342900" lvl="1" marL="708660" rtl="0" algn="l">
              <a:spcBef>
                <a:spcPts val="360"/>
              </a:spcBef>
              <a:spcAft>
                <a:spcPts val="0"/>
              </a:spcAft>
              <a:buSzPts val="1368"/>
              <a:buFont typeface="Century Gothic"/>
              <a:buAutoNum type="arabicParenR"/>
            </a:pPr>
            <a:r>
              <a:rPr b="1" lang="en-IN" sz="1800"/>
              <a:t>Use of free after malloc is a good practice of programming.</a:t>
            </a:r>
            <a:endParaRPr/>
          </a:p>
          <a:p>
            <a:pPr indent="-342900" lvl="1" marL="708660" rtl="0" algn="l">
              <a:spcBef>
                <a:spcPts val="360"/>
              </a:spcBef>
              <a:spcAft>
                <a:spcPts val="0"/>
              </a:spcAft>
              <a:buSzPts val="1368"/>
              <a:buFont typeface="Century Gothic"/>
              <a:buAutoNum type="arabicParenR"/>
            </a:pPr>
            <a:r>
              <a:rPr b="1" lang="en-IN" sz="1800"/>
              <a:t>There are some programs like a digital clock, a listener that runs in the background for a long time and there are also such programs which allocate memory periodically. </a:t>
            </a:r>
            <a:endParaRPr/>
          </a:p>
        </p:txBody>
      </p:sp>
      <p:sp>
        <p:nvSpPr>
          <p:cNvPr id="490" name="Google Shape;490;p2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491" name="Google Shape;491;p2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92" name="Google Shape;492;p2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9"/>
          <p:cNvSpPr txBox="1"/>
          <p:nvPr>
            <p:ph type="title"/>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What happens when you don’t free memory after using malloc()</a:t>
            </a:r>
            <a:endParaRPr sz="2000"/>
          </a:p>
        </p:txBody>
      </p:sp>
      <p:sp>
        <p:nvSpPr>
          <p:cNvPr id="498" name="Google Shape;498;p29"/>
          <p:cNvSpPr txBox="1"/>
          <p:nvPr>
            <p:ph idx="1" type="body"/>
          </p:nvPr>
        </p:nvSpPr>
        <p:spPr>
          <a:xfrm>
            <a:off x="899592" y="1484784"/>
            <a:ext cx="6777317" cy="3508977"/>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lang="en-IN" sz="1800"/>
              <a:t>Still, there are some important reasons to free() after using malloc():</a:t>
            </a:r>
            <a:endParaRPr/>
          </a:p>
          <a:p>
            <a:pPr indent="-187452" lvl="0" marL="34290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In these cases, even small chunks of storage add up and create a problem. </a:t>
            </a:r>
            <a:endParaRPr/>
          </a:p>
          <a:p>
            <a:pPr indent="-274320" lvl="1" marL="640080" rtl="0" algn="l">
              <a:spcBef>
                <a:spcPts val="360"/>
              </a:spcBef>
              <a:spcAft>
                <a:spcPts val="0"/>
              </a:spcAft>
              <a:buSzPts val="1368"/>
              <a:buChar char="🞇"/>
            </a:pPr>
            <a:r>
              <a:rPr lang="en-IN" sz="1800"/>
              <a:t>Thus our usable space decreases. </a:t>
            </a:r>
            <a:endParaRPr/>
          </a:p>
          <a:p>
            <a:pPr indent="-274320" lvl="1" marL="640080" rtl="0" algn="l">
              <a:spcBef>
                <a:spcPts val="360"/>
              </a:spcBef>
              <a:spcAft>
                <a:spcPts val="0"/>
              </a:spcAft>
              <a:buSzPts val="1368"/>
              <a:buChar char="🞇"/>
            </a:pPr>
            <a:r>
              <a:rPr b="1" lang="en-IN" sz="1800"/>
              <a:t>This is also called “memory leak”. </a:t>
            </a:r>
            <a:endParaRPr/>
          </a:p>
          <a:p>
            <a:pPr indent="-274320" lvl="1" marL="640080" rtl="0" algn="l">
              <a:spcBef>
                <a:spcPts val="360"/>
              </a:spcBef>
              <a:spcAft>
                <a:spcPts val="0"/>
              </a:spcAft>
              <a:buSzPts val="1368"/>
              <a:buChar char="🞇"/>
            </a:pPr>
            <a:r>
              <a:rPr lang="en-IN" sz="1800"/>
              <a:t>It may also happen that our system goes out of memory if the de-allocation of memory does not take place at the right time.</a:t>
            </a:r>
            <a:endParaRPr/>
          </a:p>
          <a:p>
            <a:pPr indent="-177800" lvl="0" marL="342900" rtl="0" algn="l">
              <a:spcBef>
                <a:spcPts val="400"/>
              </a:spcBef>
              <a:spcAft>
                <a:spcPts val="0"/>
              </a:spcAft>
              <a:buSzPts val="1520"/>
              <a:buNone/>
            </a:pPr>
            <a:r>
              <a:t/>
            </a:r>
            <a:endParaRPr sz="2000"/>
          </a:p>
        </p:txBody>
      </p:sp>
      <p:sp>
        <p:nvSpPr>
          <p:cNvPr id="499" name="Google Shape;499;p2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00" name="Google Shape;500;p2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01" name="Google Shape;501;p2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0"/>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Memory Leak ?</a:t>
            </a:r>
            <a:endParaRPr b="1" sz="2400"/>
          </a:p>
        </p:txBody>
      </p:sp>
      <p:sp>
        <p:nvSpPr>
          <p:cNvPr id="507" name="Google Shape;507;p30"/>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b="1" lang="en-IN" sz="1800"/>
              <a:t>A memory leak is a type of resource leak </a:t>
            </a:r>
            <a:endParaRPr b="1" sz="1800"/>
          </a:p>
          <a:p>
            <a:pPr indent="-274320" lvl="0" marL="342900" rtl="0" algn="l">
              <a:spcBef>
                <a:spcPts val="360"/>
              </a:spcBef>
              <a:spcAft>
                <a:spcPts val="0"/>
              </a:spcAft>
              <a:buSzPts val="1368"/>
              <a:buChar char="🞇"/>
            </a:pPr>
            <a:r>
              <a:rPr b="1" lang="en-IN" sz="1800"/>
              <a:t>that occurs when a computer program incorrectly manages memory allocations </a:t>
            </a:r>
            <a:endParaRPr/>
          </a:p>
          <a:p>
            <a:pPr indent="-274320" lvl="0" marL="342900" rtl="0" algn="l">
              <a:spcBef>
                <a:spcPts val="360"/>
              </a:spcBef>
              <a:spcAft>
                <a:spcPts val="0"/>
              </a:spcAft>
              <a:buSzPts val="1368"/>
              <a:buChar char="🞇"/>
            </a:pPr>
            <a:r>
              <a:rPr b="1" lang="en-IN" sz="1800"/>
              <a:t>in a way that memory which is no longer needed is not released</a:t>
            </a:r>
            <a:endParaRPr/>
          </a:p>
        </p:txBody>
      </p:sp>
      <p:sp>
        <p:nvSpPr>
          <p:cNvPr id="508" name="Google Shape;508;p3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09" name="Google Shape;509;p3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10" name="Google Shape;510;p3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1"/>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realloc() fn</a:t>
            </a:r>
            <a:endParaRPr b="1" sz="3200"/>
          </a:p>
        </p:txBody>
      </p:sp>
      <p:sp>
        <p:nvSpPr>
          <p:cNvPr id="516" name="Google Shape;516;p31"/>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To resize the size of memory block, which is already allocated using malloc.</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Used in two situations:</a:t>
            </a:r>
            <a:endParaRPr/>
          </a:p>
          <a:p>
            <a:pPr indent="-274320" lvl="1" marL="640080" rtl="0" algn="l">
              <a:spcBef>
                <a:spcPts val="360"/>
              </a:spcBef>
              <a:spcAft>
                <a:spcPts val="0"/>
              </a:spcAft>
              <a:buSzPts val="1368"/>
              <a:buChar char="🞇"/>
            </a:pPr>
            <a:r>
              <a:rPr b="1" lang="en-IN" sz="1800"/>
              <a:t>If the allocated memory is insufficient for current application</a:t>
            </a:r>
            <a:endParaRPr/>
          </a:p>
          <a:p>
            <a:pPr indent="-274320" lvl="1" marL="640080" rtl="0" algn="l">
              <a:spcBef>
                <a:spcPts val="360"/>
              </a:spcBef>
              <a:spcAft>
                <a:spcPts val="0"/>
              </a:spcAft>
              <a:buSzPts val="1368"/>
              <a:buChar char="🞇"/>
            </a:pPr>
            <a:r>
              <a:rPr b="1" lang="en-IN" sz="1800"/>
              <a:t>If the allocated memory is much more than what is required by the current application</a:t>
            </a:r>
            <a:endParaRPr/>
          </a:p>
          <a:p>
            <a:pPr indent="-187452" lvl="0" marL="342900" rtl="0" algn="l">
              <a:spcBef>
                <a:spcPts val="360"/>
              </a:spcBef>
              <a:spcAft>
                <a:spcPts val="0"/>
              </a:spcAft>
              <a:buSzPts val="1368"/>
              <a:buNone/>
            </a:pPr>
            <a:r>
              <a:t/>
            </a:r>
            <a:endParaRPr b="1" sz="1800"/>
          </a:p>
        </p:txBody>
      </p:sp>
      <p:sp>
        <p:nvSpPr>
          <p:cNvPr id="517" name="Google Shape;517;p3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18" name="Google Shape;518;p3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19" name="Google Shape;519;p3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2"/>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realloc() fn</a:t>
            </a:r>
            <a:endParaRPr b="1" sz="3200"/>
          </a:p>
        </p:txBody>
      </p:sp>
      <p:sp>
        <p:nvSpPr>
          <p:cNvPr id="525" name="Google Shape;525;p32"/>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Syntax-</a:t>
            </a:r>
            <a:endParaRPr/>
          </a:p>
          <a:p>
            <a:pPr indent="0" lvl="0" marL="68580" rtl="0" algn="l">
              <a:spcBef>
                <a:spcPts val="400"/>
              </a:spcBef>
              <a:spcAft>
                <a:spcPts val="0"/>
              </a:spcAft>
              <a:buSzPts val="1520"/>
              <a:buNone/>
            </a:pPr>
            <a:r>
              <a:rPr lang="en-IN" sz="2000"/>
              <a:t>            </a:t>
            </a:r>
            <a:r>
              <a:rPr b="1" lang="en-IN" sz="2000"/>
              <a:t>ptr_var=realloc(ptr_var,new_size);</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ptr_var is the pointer holding the starting address of already allocated memory block.</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Available in header file&lt;stdlib.h&gt;</a:t>
            </a:r>
            <a:endParaRPr/>
          </a:p>
          <a:p>
            <a:pPr indent="-187452" lvl="0" marL="342900" rtl="0" algn="l">
              <a:spcBef>
                <a:spcPts val="360"/>
              </a:spcBef>
              <a:spcAft>
                <a:spcPts val="0"/>
              </a:spcAft>
              <a:buSzPts val="1368"/>
              <a:buNone/>
            </a:pPr>
            <a:r>
              <a:t/>
            </a:r>
            <a:endParaRPr b="1" sz="1800"/>
          </a:p>
          <a:p>
            <a:pPr indent="-274320" lvl="0" marL="342900" rtl="0" algn="l">
              <a:spcBef>
                <a:spcPts val="360"/>
              </a:spcBef>
              <a:spcAft>
                <a:spcPts val="0"/>
              </a:spcAft>
              <a:buSzPts val="1368"/>
              <a:buChar char="🞇"/>
            </a:pPr>
            <a:r>
              <a:rPr b="1" lang="en-IN" sz="1800"/>
              <a:t>Can resize memory allocated previously through malloc/calloc only.</a:t>
            </a:r>
            <a:endParaRPr/>
          </a:p>
        </p:txBody>
      </p:sp>
      <p:sp>
        <p:nvSpPr>
          <p:cNvPr id="526" name="Google Shape;526;p3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27" name="Google Shape;527;p3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28" name="Google Shape;528;p3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34" name="Google Shape;534;p3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35" name="Google Shape;535;p3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536" name="Google Shape;536;p33"/>
          <p:cNvSpPr txBox="1"/>
          <p:nvPr>
            <p:ph idx="1" type="body"/>
          </p:nvPr>
        </p:nvSpPr>
        <p:spPr>
          <a:xfrm>
            <a:off x="611560" y="1052736"/>
            <a:ext cx="7920880" cy="5328592"/>
          </a:xfrm>
          <a:prstGeom prst="rect">
            <a:avLst/>
          </a:prstGeom>
          <a:noFill/>
          <a:ln>
            <a:noFill/>
          </a:ln>
        </p:spPr>
        <p:txBody>
          <a:bodyPr anchorCtr="0" anchor="t" bIns="45700" lIns="91425" spcFirstLastPara="1" rIns="91425" wrap="square" tIns="45700">
            <a:normAutofit fontScale="85000" lnSpcReduction="20000"/>
          </a:bodyPr>
          <a:lstStyle/>
          <a:p>
            <a:pPr indent="0" lvl="0" marL="68580" rtl="0" algn="l">
              <a:spcBef>
                <a:spcPts val="0"/>
              </a:spcBef>
              <a:spcAft>
                <a:spcPts val="0"/>
              </a:spcAft>
              <a:buSzPct val="76000"/>
              <a:buNone/>
            </a:pPr>
            <a:r>
              <a:rPr b="1" lang="en-IN"/>
              <a:t>#include &lt;stdio.h&gt;</a:t>
            </a:r>
            <a:endParaRPr/>
          </a:p>
          <a:p>
            <a:pPr indent="0" lvl="0" marL="68580" rtl="0" algn="l">
              <a:spcBef>
                <a:spcPts val="408"/>
              </a:spcBef>
              <a:spcAft>
                <a:spcPts val="0"/>
              </a:spcAft>
              <a:buSzPct val="76000"/>
              <a:buNone/>
            </a:pPr>
            <a:r>
              <a:rPr b="1" lang="en-IN"/>
              <a:t>#include &lt;string.h&gt;</a:t>
            </a:r>
            <a:endParaRPr/>
          </a:p>
          <a:p>
            <a:pPr indent="0" lvl="0" marL="68580" rtl="0" algn="l">
              <a:spcBef>
                <a:spcPts val="408"/>
              </a:spcBef>
              <a:spcAft>
                <a:spcPts val="0"/>
              </a:spcAft>
              <a:buSzPct val="76000"/>
              <a:buNone/>
            </a:pPr>
            <a:r>
              <a:rPr b="1" lang="en-IN"/>
              <a:t>#include &lt;stdlib.h&gt;</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int main()</a:t>
            </a:r>
            <a:endParaRPr/>
          </a:p>
          <a:p>
            <a:pPr indent="0" lvl="0" marL="68580" rtl="0" algn="l">
              <a:spcBef>
                <a:spcPts val="408"/>
              </a:spcBef>
              <a:spcAft>
                <a:spcPts val="0"/>
              </a:spcAft>
              <a:buSzPct val="76000"/>
              <a:buNone/>
            </a:pPr>
            <a:r>
              <a:rPr b="1" lang="en-IN"/>
              <a:t>{</a:t>
            </a:r>
            <a:endParaRPr/>
          </a:p>
          <a:p>
            <a:pPr indent="0" lvl="0" marL="68580" rtl="0" algn="l">
              <a:spcBef>
                <a:spcPts val="408"/>
              </a:spcBef>
              <a:spcAft>
                <a:spcPts val="0"/>
              </a:spcAft>
              <a:buSzPct val="76000"/>
              <a:buNone/>
            </a:pPr>
            <a:r>
              <a:rPr b="1" lang="en-IN"/>
              <a:t>    char *mem_allocation;</a:t>
            </a:r>
            <a:endParaRPr/>
          </a:p>
          <a:p>
            <a:pPr indent="0" lvl="0" marL="68580" rtl="0" algn="l">
              <a:spcBef>
                <a:spcPts val="408"/>
              </a:spcBef>
              <a:spcAft>
                <a:spcPts val="0"/>
              </a:spcAft>
              <a:buSzPct val="76000"/>
              <a:buNone/>
            </a:pPr>
            <a:r>
              <a:rPr b="1" lang="en-IN"/>
              <a:t>    mem_allocation = (char *) malloc( 20 * sizeof(char) );</a:t>
            </a:r>
            <a:endParaRPr/>
          </a:p>
          <a:p>
            <a:pPr indent="0" lvl="0" marL="68580" rtl="0" algn="l">
              <a:spcBef>
                <a:spcPts val="408"/>
              </a:spcBef>
              <a:spcAft>
                <a:spcPts val="0"/>
              </a:spcAft>
              <a:buSzPct val="76000"/>
              <a:buNone/>
            </a:pPr>
            <a:r>
              <a:rPr b="1" lang="en-IN"/>
              <a:t>    </a:t>
            </a:r>
            <a:endParaRPr b="1"/>
          </a:p>
          <a:p>
            <a:pPr indent="0" lvl="0" marL="68580" rtl="0" algn="l">
              <a:spcBef>
                <a:spcPts val="408"/>
              </a:spcBef>
              <a:spcAft>
                <a:spcPts val="0"/>
              </a:spcAft>
              <a:buSzPct val="76000"/>
              <a:buNone/>
            </a:pPr>
            <a:r>
              <a:rPr b="1" lang="en-IN"/>
              <a:t>    if( mem_allocation == NULL )</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        printf("Couldn't able to allocate requested memory\n");</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    else</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       strcpy( mem_allocation,"fresh2refresh.com");</a:t>
            </a:r>
            <a:endParaRPr/>
          </a:p>
          <a:p>
            <a:pPr indent="0" lvl="0" marL="68580" rtl="0" algn="l">
              <a:spcBef>
                <a:spcPts val="408"/>
              </a:spcBef>
              <a:spcAft>
                <a:spcPts val="0"/>
              </a:spcAft>
              <a:buSzPct val="76000"/>
              <a:buNone/>
            </a:pPr>
            <a:r>
              <a:rPr b="1" lang="en-IN"/>
              <a:t>    }</a:t>
            </a:r>
            <a:endParaRPr b="1"/>
          </a:p>
        </p:txBody>
      </p:sp>
      <p:sp>
        <p:nvSpPr>
          <p:cNvPr id="537" name="Google Shape;537;p33"/>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Eg of mallloc() fn</a:t>
            </a:r>
            <a:endParaRPr b="1" sz="3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43" name="Google Shape;543;p3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44" name="Google Shape;544;p3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545" name="Google Shape;545;p34"/>
          <p:cNvSpPr txBox="1"/>
          <p:nvPr>
            <p:ph idx="2" type="body"/>
          </p:nvPr>
        </p:nvSpPr>
        <p:spPr>
          <a:xfrm>
            <a:off x="827584" y="1412776"/>
            <a:ext cx="7704856" cy="4896544"/>
          </a:xfrm>
          <a:prstGeom prst="rect">
            <a:avLst/>
          </a:prstGeom>
          <a:noFill/>
          <a:ln>
            <a:noFill/>
          </a:ln>
        </p:spPr>
        <p:txBody>
          <a:bodyPr anchorCtr="0" anchor="t" bIns="45700" lIns="91425" spcFirstLastPara="1" rIns="91425" wrap="square" tIns="45700">
            <a:normAutofit fontScale="77500" lnSpcReduction="20000"/>
          </a:bodyPr>
          <a:lstStyle/>
          <a:p>
            <a:pPr indent="0" lvl="0" marL="68580" rtl="0" algn="l">
              <a:spcBef>
                <a:spcPts val="0"/>
              </a:spcBef>
              <a:spcAft>
                <a:spcPts val="0"/>
              </a:spcAft>
              <a:buSzPct val="76000"/>
              <a:buNone/>
            </a:pPr>
            <a:r>
              <a:rPr b="1" lang="en-IN"/>
              <a:t>printf("Dynamically allocated memory content  : "%s\n", mem_allocation );</a:t>
            </a:r>
            <a:endParaRPr/>
          </a:p>
          <a:p>
            <a:pPr indent="0" lvl="0" marL="68580" rtl="0" algn="l">
              <a:spcBef>
                <a:spcPts val="372"/>
              </a:spcBef>
              <a:spcAft>
                <a:spcPts val="0"/>
              </a:spcAft>
              <a:buSzPct val="76000"/>
              <a:buNone/>
            </a:pPr>
            <a:r>
              <a:rPr b="1" lang="en-IN"/>
              <a:t>    mem_allocation=realloc(mem_allocation,100*sizeof(char));</a:t>
            </a:r>
            <a:endParaRPr/>
          </a:p>
          <a:p>
            <a:pPr indent="0" lvl="0" marL="68580" rtl="0" algn="l">
              <a:spcBef>
                <a:spcPts val="372"/>
              </a:spcBef>
              <a:spcAft>
                <a:spcPts val="0"/>
              </a:spcAft>
              <a:buSzPct val="76000"/>
              <a:buNone/>
            </a:pPr>
            <a:r>
              <a:rPr b="1" lang="en-IN"/>
              <a:t>    if( mem_allocation == NULL )</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printf("Couldn't able to allocate requested memory\n");</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else</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strcpy( mem_allocation,"space is extended upto 100 characters");</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printf("Resized memory : %s\n", mem_allocation );</a:t>
            </a:r>
            <a:endParaRPr/>
          </a:p>
          <a:p>
            <a:pPr indent="0" lvl="0" marL="68580" rtl="0" algn="l">
              <a:spcBef>
                <a:spcPts val="372"/>
              </a:spcBef>
              <a:spcAft>
                <a:spcPts val="0"/>
              </a:spcAft>
              <a:buSzPct val="76000"/>
              <a:buNone/>
            </a:pPr>
            <a:r>
              <a:rPr b="1" lang="en-IN"/>
              <a:t>    free(mem_allocation);</a:t>
            </a:r>
            <a:endParaRPr/>
          </a:p>
          <a:p>
            <a:pPr indent="0" lvl="0" marL="68580" rtl="0" algn="l">
              <a:spcBef>
                <a:spcPts val="372"/>
              </a:spcBef>
              <a:spcAft>
                <a:spcPts val="0"/>
              </a:spcAft>
              <a:buSzPct val="76000"/>
              <a:buNone/>
            </a:pPr>
            <a:r>
              <a:rPr b="1" lang="en-IN"/>
              <a:t>}</a:t>
            </a:r>
            <a:br>
              <a:rPr b="1" lang="en-IN"/>
            </a:br>
            <a:endParaRPr b="1"/>
          </a:p>
          <a:p>
            <a:pPr indent="-184556" lvl="0" marL="342900" rtl="0" algn="l">
              <a:spcBef>
                <a:spcPts val="372"/>
              </a:spcBef>
              <a:spcAft>
                <a:spcPts val="0"/>
              </a:spcAft>
              <a:buSzPct val="76000"/>
              <a:buNone/>
            </a:pPr>
            <a:r>
              <a:t/>
            </a:r>
            <a:endParaRPr b="1"/>
          </a:p>
        </p:txBody>
      </p:sp>
      <p:sp>
        <p:nvSpPr>
          <p:cNvPr id="546" name="Google Shape;546;p3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Eg of mallloc() fn</a:t>
            </a:r>
            <a:endParaRPr b="1" sz="3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5"/>
          <p:cNvSpPr txBox="1"/>
          <p:nvPr>
            <p:ph type="title"/>
          </p:nvPr>
        </p:nvSpPr>
        <p:spPr>
          <a:xfrm>
            <a:off x="1043490" y="1027664"/>
            <a:ext cx="7024744" cy="60113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Pointers and arrays</a:t>
            </a:r>
            <a:endParaRPr/>
          </a:p>
        </p:txBody>
      </p:sp>
      <p:sp>
        <p:nvSpPr>
          <p:cNvPr id="552" name="Google Shape;552;p3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fontScale="85000" lnSpcReduction="20000"/>
          </a:bodyPr>
          <a:lstStyle/>
          <a:p>
            <a:pPr indent="-274320" lvl="0" marL="342900" rtl="0" algn="l">
              <a:spcBef>
                <a:spcPts val="0"/>
              </a:spcBef>
              <a:spcAft>
                <a:spcPts val="0"/>
              </a:spcAft>
              <a:buSzPct val="76000"/>
              <a:buChar char="🞇"/>
            </a:pPr>
            <a:r>
              <a:rPr lang="en-IN"/>
              <a:t>Allocating individual integers isn't all that useful either. But malloc() can also allocate arrays. We will discuss the similarity of pointers and arrays in class, and the textbook discusses this in section 3.13. But essentially, a pointer can be used as an array, and you can index it just like an array, </a:t>
            </a:r>
            <a:r>
              <a:rPr b="1" lang="en-IN"/>
              <a:t>as long as it is pointing to enough memory</a:t>
            </a:r>
            <a:r>
              <a:rPr lang="en-IN"/>
              <a:t>. The following example demonstrates this:</a:t>
            </a:r>
            <a:endParaRPr/>
          </a:p>
          <a:p>
            <a:pPr indent="-274320" lvl="0" marL="342900" rtl="0" algn="l">
              <a:spcBef>
                <a:spcPts val="408"/>
              </a:spcBef>
              <a:spcAft>
                <a:spcPts val="0"/>
              </a:spcAft>
              <a:buSzPct val="76000"/>
              <a:buChar char="🞇"/>
            </a:pPr>
            <a:r>
              <a:rPr lang="en-IN"/>
              <a:t>int *ip;</a:t>
            </a:r>
            <a:br>
              <a:rPr lang="en-IN"/>
            </a:br>
            <a:r>
              <a:rPr lang="en-IN"/>
              <a:t>ip = (int *) malloc( sizeof(int)*10 ); // allocate 10 ints</a:t>
            </a:r>
            <a:br>
              <a:rPr lang="en-IN"/>
            </a:br>
            <a:r>
              <a:rPr lang="en-IN"/>
              <a:t>ip[6] = 42; // set the 7th element to 42</a:t>
            </a:r>
            <a:br>
              <a:rPr lang="en-IN"/>
            </a:br>
            <a:r>
              <a:rPr lang="en-IN"/>
              <a:t>ip[10] = 99; // WRONG: array only has 10 elements</a:t>
            </a:r>
            <a:br>
              <a:rPr lang="en-IN"/>
            </a:br>
            <a:r>
              <a:rPr lang="en-IN"/>
              <a:t>(this would corrupted memory!)</a:t>
            </a:r>
            <a:endParaRPr/>
          </a:p>
        </p:txBody>
      </p:sp>
      <p:sp>
        <p:nvSpPr>
          <p:cNvPr id="553" name="Google Shape;553;p3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54" name="Google Shape;554;p3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55" name="Google Shape;555;p3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6"/>
          <p:cNvSpPr txBox="1"/>
          <p:nvPr>
            <p:ph type="title"/>
          </p:nvPr>
        </p:nvSpPr>
        <p:spPr>
          <a:xfrm>
            <a:off x="899592" y="1268760"/>
            <a:ext cx="7024744" cy="198202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Which part of the memory is allocated when static memory allocation is used, for int,char,float,arrays,struct,unions…..?</a:t>
            </a:r>
            <a:br>
              <a:rPr b="1" lang="en-IN" sz="2000"/>
            </a:br>
            <a:br>
              <a:rPr b="1" lang="en-IN" sz="2000"/>
            </a:br>
            <a:r>
              <a:rPr b="1" lang="en-IN" sz="2000"/>
              <a:t>Which part of the memory is allocated when malloc and calloc are called for any variable?</a:t>
            </a:r>
            <a:endParaRPr/>
          </a:p>
        </p:txBody>
      </p:sp>
      <p:sp>
        <p:nvSpPr>
          <p:cNvPr id="561" name="Google Shape;561;p36"/>
          <p:cNvSpPr txBox="1"/>
          <p:nvPr>
            <p:ph idx="1" type="body"/>
          </p:nvPr>
        </p:nvSpPr>
        <p:spPr>
          <a:xfrm>
            <a:off x="1043492" y="3356992"/>
            <a:ext cx="6777317" cy="247563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a:t>
            </a:r>
            <a:endParaRPr/>
          </a:p>
          <a:p>
            <a:pPr indent="-245364" lvl="0" marL="342900" rtl="0" algn="l">
              <a:spcBef>
                <a:spcPts val="0"/>
              </a:spcBef>
              <a:spcAft>
                <a:spcPts val="0"/>
              </a:spcAft>
              <a:buSzPts val="1368"/>
              <a:buChar char="🞇"/>
            </a:pPr>
            <a:r>
              <a:rPr lang="en-IN" u="sng">
                <a:solidFill>
                  <a:schemeClr val="hlink"/>
                </a:solidFill>
                <a:hlinkClick r:id="rId3"/>
              </a:rPr>
              <a:t>https://www.geeksforgeeks.org/difference-between-static-and-dynamic-memory-allocation-in-c/</a:t>
            </a:r>
            <a:endParaRPr/>
          </a:p>
        </p:txBody>
      </p:sp>
      <p:sp>
        <p:nvSpPr>
          <p:cNvPr id="562" name="Google Shape;562;p3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63" name="Google Shape;563;p3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64" name="Google Shape;564;p3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7"/>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Stack and Heap </a:t>
            </a:r>
            <a:endParaRPr b="1" sz="3200"/>
          </a:p>
        </p:txBody>
      </p:sp>
      <p:sp>
        <p:nvSpPr>
          <p:cNvPr id="570" name="Google Shape;570;p37"/>
          <p:cNvSpPr txBox="1"/>
          <p:nvPr>
            <p:ph idx="1" type="body"/>
          </p:nvPr>
        </p:nvSpPr>
        <p:spPr>
          <a:xfrm>
            <a:off x="899592" y="1052736"/>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Stack and Heap both stored in the computer's RAM .</a:t>
            </a:r>
            <a:endParaRPr/>
          </a:p>
        </p:txBody>
      </p:sp>
      <p:sp>
        <p:nvSpPr>
          <p:cNvPr id="571" name="Google Shape;571;p3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72" name="Google Shape;572;p3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73" name="Google Shape;573;p3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574" name="Google Shape;574;p37"/>
          <p:cNvPicPr preferRelativeResize="0"/>
          <p:nvPr/>
        </p:nvPicPr>
        <p:blipFill rotWithShape="1">
          <a:blip r:embed="rId3">
            <a:alphaModFix/>
          </a:blip>
          <a:srcRect b="0" l="0" r="0" t="0"/>
          <a:stretch/>
        </p:blipFill>
        <p:spPr>
          <a:xfrm>
            <a:off x="1187624" y="2034231"/>
            <a:ext cx="3751287" cy="4187043"/>
          </a:xfrm>
          <a:prstGeom prst="rect">
            <a:avLst/>
          </a:prstGeom>
          <a:noFill/>
          <a:ln>
            <a:noFill/>
          </a:ln>
        </p:spPr>
      </p:pic>
      <p:pic>
        <p:nvPicPr>
          <p:cNvPr descr="https://courses.engr.illinois.edu/cs225/sp2022/assets/notes/stack_heap_memory/memory_layout.png" id="575" name="Google Shape;575;p37"/>
          <p:cNvPicPr preferRelativeResize="0"/>
          <p:nvPr/>
        </p:nvPicPr>
        <p:blipFill rotWithShape="1">
          <a:blip r:embed="rId4">
            <a:alphaModFix/>
          </a:blip>
          <a:srcRect b="0" l="0" r="0" t="0"/>
          <a:stretch/>
        </p:blipFill>
        <p:spPr>
          <a:xfrm>
            <a:off x="4938911" y="2132856"/>
            <a:ext cx="3409950" cy="3505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8"/>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Linked List</a:t>
            </a:r>
            <a:endParaRPr/>
          </a:p>
        </p:txBody>
      </p:sp>
      <p:sp>
        <p:nvSpPr>
          <p:cNvPr id="581" name="Google Shape;581;p38"/>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9"/>
          <p:cNvSpPr txBox="1"/>
          <p:nvPr>
            <p:ph type="title"/>
          </p:nvPr>
        </p:nvSpPr>
        <p:spPr>
          <a:xfrm>
            <a:off x="982984" y="692696"/>
            <a:ext cx="330098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a:t>Linked Lists</a:t>
            </a:r>
            <a:endParaRPr/>
          </a:p>
        </p:txBody>
      </p:sp>
      <p:sp>
        <p:nvSpPr>
          <p:cNvPr id="587" name="Google Shape;587;p39"/>
          <p:cNvSpPr/>
          <p:nvPr>
            <p:ph idx="2" type="pic"/>
          </p:nvPr>
        </p:nvSpPr>
        <p:spPr>
          <a:xfrm>
            <a:off x="4716016" y="764704"/>
            <a:ext cx="3359623" cy="5468112"/>
          </a:xfrm>
          <a:prstGeom prst="rect">
            <a:avLst/>
          </a:prstGeom>
          <a:noFill/>
          <a:ln>
            <a:noFill/>
          </a:ln>
        </p:spPr>
      </p:sp>
      <p:sp>
        <p:nvSpPr>
          <p:cNvPr id="588" name="Google Shape;588;p39"/>
          <p:cNvSpPr txBox="1"/>
          <p:nvPr>
            <p:ph idx="1" type="body"/>
          </p:nvPr>
        </p:nvSpPr>
        <p:spPr>
          <a:xfrm>
            <a:off x="971600" y="1268760"/>
            <a:ext cx="3437770" cy="489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520"/>
              <a:buFont typeface="Arial"/>
              <a:buChar char="•"/>
            </a:pPr>
            <a:r>
              <a:rPr b="1" lang="en-IN" sz="2000"/>
              <a:t>Linear Collection of data elements called Nodes </a:t>
            </a:r>
            <a:endParaRPr/>
          </a:p>
          <a:p>
            <a:pPr indent="-342900" lvl="0" marL="342900" rtl="0" algn="l">
              <a:spcBef>
                <a:spcPts val="400"/>
              </a:spcBef>
              <a:spcAft>
                <a:spcPts val="0"/>
              </a:spcAft>
              <a:buSzPts val="1520"/>
              <a:buFont typeface="Arial"/>
              <a:buChar char="•"/>
            </a:pPr>
            <a:r>
              <a:rPr b="1" lang="en-IN" sz="2000"/>
              <a:t>Linear order is given by means of pointers.</a:t>
            </a:r>
            <a:endParaRPr/>
          </a:p>
          <a:p>
            <a:pPr indent="-246380" lvl="0" marL="342900" rtl="0" algn="l">
              <a:spcBef>
                <a:spcPts val="400"/>
              </a:spcBef>
              <a:spcAft>
                <a:spcPts val="0"/>
              </a:spcAft>
              <a:buSzPts val="1520"/>
              <a:buFont typeface="Arial"/>
              <a:buNone/>
            </a:pPr>
            <a:r>
              <a:t/>
            </a:r>
            <a:endParaRPr b="1" sz="2000"/>
          </a:p>
        </p:txBody>
      </p:sp>
      <p:pic>
        <p:nvPicPr>
          <p:cNvPr descr="https://codeforwin.org/ezoimgfmt/secureservercdn.net/160.153.138.219/b79.d22.myftpupload.com/wp-content/uploads/2015/09/Singly-linked-list.png?ezimgfmt=rs:392x193/rscb1" id="589" name="Google Shape;589;p39"/>
          <p:cNvPicPr preferRelativeResize="0"/>
          <p:nvPr/>
        </p:nvPicPr>
        <p:blipFill rotWithShape="1">
          <a:blip r:embed="rId3">
            <a:alphaModFix/>
          </a:blip>
          <a:srcRect b="0" l="0" r="0" t="0"/>
          <a:stretch/>
        </p:blipFill>
        <p:spPr>
          <a:xfrm>
            <a:off x="4644008" y="1878707"/>
            <a:ext cx="3528392" cy="2774429"/>
          </a:xfrm>
          <a:prstGeom prst="rect">
            <a:avLst/>
          </a:prstGeom>
          <a:noFill/>
          <a:ln>
            <a:noFill/>
          </a:ln>
        </p:spPr>
      </p:pic>
      <p:sp>
        <p:nvSpPr>
          <p:cNvPr id="590" name="Google Shape;590;p3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591" name="Google Shape;591;p39"/>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592" name="Google Shape;592;p3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0"/>
          <p:cNvSpPr txBox="1"/>
          <p:nvPr>
            <p:ph type="title"/>
          </p:nvPr>
        </p:nvSpPr>
        <p:spPr>
          <a:xfrm>
            <a:off x="982984" y="692696"/>
            <a:ext cx="330098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a:t>Linked Lists</a:t>
            </a:r>
            <a:endParaRPr/>
          </a:p>
        </p:txBody>
      </p:sp>
      <p:sp>
        <p:nvSpPr>
          <p:cNvPr id="598" name="Google Shape;598;p40"/>
          <p:cNvSpPr/>
          <p:nvPr>
            <p:ph idx="2" type="pic"/>
          </p:nvPr>
        </p:nvSpPr>
        <p:spPr>
          <a:xfrm>
            <a:off x="4716016" y="764704"/>
            <a:ext cx="3359623" cy="5468112"/>
          </a:xfrm>
          <a:prstGeom prst="rect">
            <a:avLst/>
          </a:prstGeom>
          <a:noFill/>
          <a:ln>
            <a:noFill/>
          </a:ln>
        </p:spPr>
      </p:sp>
      <p:sp>
        <p:nvSpPr>
          <p:cNvPr id="599" name="Google Shape;599;p40"/>
          <p:cNvSpPr txBox="1"/>
          <p:nvPr>
            <p:ph idx="1" type="body"/>
          </p:nvPr>
        </p:nvSpPr>
        <p:spPr>
          <a:xfrm>
            <a:off x="971600" y="1268760"/>
            <a:ext cx="3437770" cy="489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368"/>
              <a:buFont typeface="Arial"/>
              <a:buChar char="•"/>
            </a:pPr>
            <a:r>
              <a:rPr b="1" lang="en-IN" sz="1800"/>
              <a:t>Each node may be divided into atleast two fields for :</a:t>
            </a:r>
            <a:endParaRPr/>
          </a:p>
          <a:p>
            <a:pPr indent="-342900" lvl="1" marL="800100" rtl="0" algn="l">
              <a:spcBef>
                <a:spcPts val="360"/>
              </a:spcBef>
              <a:spcAft>
                <a:spcPts val="0"/>
              </a:spcAft>
              <a:buSzPts val="1368"/>
              <a:buFont typeface="Arial"/>
              <a:buChar char="•"/>
            </a:pPr>
            <a:r>
              <a:rPr b="1" lang="en-IN" sz="1800"/>
              <a:t>Storing Data </a:t>
            </a:r>
            <a:endParaRPr/>
          </a:p>
          <a:p>
            <a:pPr indent="-342900" lvl="1" marL="800100" rtl="0" algn="l">
              <a:spcBef>
                <a:spcPts val="360"/>
              </a:spcBef>
              <a:spcAft>
                <a:spcPts val="0"/>
              </a:spcAft>
              <a:buSzPts val="1368"/>
              <a:buFont typeface="Arial"/>
              <a:buChar char="•"/>
            </a:pPr>
            <a:r>
              <a:rPr b="1" lang="en-IN" sz="1800"/>
              <a:t>Storing Address of next element.</a:t>
            </a:r>
            <a:endParaRPr/>
          </a:p>
          <a:p>
            <a:pPr indent="-256032" lvl="0" marL="342900" rtl="0" algn="l">
              <a:spcBef>
                <a:spcPts val="360"/>
              </a:spcBef>
              <a:spcAft>
                <a:spcPts val="0"/>
              </a:spcAft>
              <a:buSzPts val="1368"/>
              <a:buFont typeface="Arial"/>
              <a:buNone/>
            </a:pPr>
            <a:r>
              <a:t/>
            </a:r>
            <a:endParaRPr b="1" sz="1800"/>
          </a:p>
        </p:txBody>
      </p:sp>
      <p:pic>
        <p:nvPicPr>
          <p:cNvPr descr="https://codeforwin.org/ezoimgfmt/secureservercdn.net/160.153.138.219/b79.d22.myftpupload.com/wp-content/uploads/2015/09/Singly-linked-list.png?ezimgfmt=rs:392x193/rscb1" id="600" name="Google Shape;600;p40"/>
          <p:cNvPicPr preferRelativeResize="0"/>
          <p:nvPr/>
        </p:nvPicPr>
        <p:blipFill rotWithShape="1">
          <a:blip r:embed="rId3">
            <a:alphaModFix/>
          </a:blip>
          <a:srcRect b="0" l="0" r="0" t="0"/>
          <a:stretch/>
        </p:blipFill>
        <p:spPr>
          <a:xfrm>
            <a:off x="4644008" y="1878707"/>
            <a:ext cx="3528392" cy="2774429"/>
          </a:xfrm>
          <a:prstGeom prst="rect">
            <a:avLst/>
          </a:prstGeom>
          <a:noFill/>
          <a:ln>
            <a:noFill/>
          </a:ln>
        </p:spPr>
      </p:pic>
      <p:sp>
        <p:nvSpPr>
          <p:cNvPr id="601" name="Google Shape;601;p4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02" name="Google Shape;602;p40"/>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03" name="Google Shape;603;p4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1"/>
          <p:cNvSpPr txBox="1"/>
          <p:nvPr>
            <p:ph type="title"/>
          </p:nvPr>
        </p:nvSpPr>
        <p:spPr>
          <a:xfrm>
            <a:off x="982984" y="692696"/>
            <a:ext cx="330098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a:t>Linked Lists</a:t>
            </a:r>
            <a:endParaRPr/>
          </a:p>
        </p:txBody>
      </p:sp>
      <p:sp>
        <p:nvSpPr>
          <p:cNvPr id="609" name="Google Shape;609;p41"/>
          <p:cNvSpPr/>
          <p:nvPr>
            <p:ph idx="2" type="pic"/>
          </p:nvPr>
        </p:nvSpPr>
        <p:spPr>
          <a:xfrm>
            <a:off x="4716016" y="764704"/>
            <a:ext cx="3359623" cy="5468112"/>
          </a:xfrm>
          <a:prstGeom prst="rect">
            <a:avLst/>
          </a:prstGeom>
          <a:noFill/>
          <a:ln>
            <a:noFill/>
          </a:ln>
        </p:spPr>
      </p:sp>
      <p:sp>
        <p:nvSpPr>
          <p:cNvPr id="610" name="Google Shape;610;p41"/>
          <p:cNvSpPr txBox="1"/>
          <p:nvPr>
            <p:ph idx="1" type="body"/>
          </p:nvPr>
        </p:nvSpPr>
        <p:spPr>
          <a:xfrm>
            <a:off x="971600" y="1268760"/>
            <a:ext cx="3437770" cy="489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520"/>
              <a:buFont typeface="Arial"/>
              <a:buChar char="•"/>
            </a:pPr>
            <a:r>
              <a:rPr b="1" lang="en-IN" sz="2000"/>
              <a:t>The Last node’s Address field contains Null rather than a valid address. </a:t>
            </a:r>
            <a:endParaRPr/>
          </a:p>
          <a:p>
            <a:pPr indent="-246380" lvl="0" marL="342900" rtl="0" algn="l">
              <a:spcBef>
                <a:spcPts val="400"/>
              </a:spcBef>
              <a:spcAft>
                <a:spcPts val="0"/>
              </a:spcAft>
              <a:buSzPts val="1520"/>
              <a:buFont typeface="Arial"/>
              <a:buNone/>
            </a:pPr>
            <a:r>
              <a:t/>
            </a:r>
            <a:endParaRPr b="1" sz="2000"/>
          </a:p>
          <a:p>
            <a:pPr indent="-342900" lvl="0" marL="342900" rtl="0" algn="l">
              <a:spcBef>
                <a:spcPts val="400"/>
              </a:spcBef>
              <a:spcAft>
                <a:spcPts val="0"/>
              </a:spcAft>
              <a:buSzPts val="1520"/>
              <a:buFont typeface="Arial"/>
              <a:buChar char="•"/>
            </a:pPr>
            <a:r>
              <a:rPr b="1" lang="en-IN" sz="2000"/>
              <a:t>It’s a NULL Pointer and indicates the end of the list.</a:t>
            </a:r>
            <a:endParaRPr b="1" sz="2000"/>
          </a:p>
        </p:txBody>
      </p:sp>
      <p:pic>
        <p:nvPicPr>
          <p:cNvPr descr="https://codeforwin.org/ezoimgfmt/secureservercdn.net/160.153.138.219/b79.d22.myftpupload.com/wp-content/uploads/2015/09/Singly-linked-list.png?ezimgfmt=rs:392x193/rscb1" id="611" name="Google Shape;611;p41"/>
          <p:cNvPicPr preferRelativeResize="0"/>
          <p:nvPr/>
        </p:nvPicPr>
        <p:blipFill rotWithShape="1">
          <a:blip r:embed="rId3">
            <a:alphaModFix/>
          </a:blip>
          <a:srcRect b="0" l="0" r="0" t="0"/>
          <a:stretch/>
        </p:blipFill>
        <p:spPr>
          <a:xfrm>
            <a:off x="4644008" y="1878707"/>
            <a:ext cx="3528392" cy="2774429"/>
          </a:xfrm>
          <a:prstGeom prst="rect">
            <a:avLst/>
          </a:prstGeom>
          <a:noFill/>
          <a:ln>
            <a:noFill/>
          </a:ln>
        </p:spPr>
      </p:pic>
      <p:sp>
        <p:nvSpPr>
          <p:cNvPr id="612" name="Google Shape;612;p4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13" name="Google Shape;613;p41"/>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14" name="Google Shape;614;p4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4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Comparison between Array and Linked List</a:t>
            </a:r>
            <a:endParaRPr/>
          </a:p>
        </p:txBody>
      </p:sp>
      <p:sp>
        <p:nvSpPr>
          <p:cNvPr id="620" name="Google Shape;620;p42"/>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621" name="Google Shape;621;p42"/>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21-08-2023</a:t>
            </a:r>
            <a:endParaRPr/>
          </a:p>
        </p:txBody>
      </p:sp>
      <p:sp>
        <p:nvSpPr>
          <p:cNvPr id="622" name="Google Shape;622;p42"/>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23" name="Google Shape;623;p42"/>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3"/>
          <p:cNvSpPr txBox="1"/>
          <p:nvPr>
            <p:ph type="title"/>
          </p:nvPr>
        </p:nvSpPr>
        <p:spPr>
          <a:xfrm>
            <a:off x="539552" y="404664"/>
            <a:ext cx="7024744" cy="60113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Advantages of Linked List</a:t>
            </a:r>
            <a:endParaRPr/>
          </a:p>
        </p:txBody>
      </p:sp>
      <p:sp>
        <p:nvSpPr>
          <p:cNvPr id="629" name="Google Shape;629;p43"/>
          <p:cNvSpPr txBox="1"/>
          <p:nvPr>
            <p:ph idx="1" type="body"/>
          </p:nvPr>
        </p:nvSpPr>
        <p:spPr>
          <a:xfrm>
            <a:off x="1043492" y="1268760"/>
            <a:ext cx="7272924" cy="4563869"/>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b="1" lang="en-IN" sz="2000"/>
              <a:t>Linked are Dynamic Data Structures</a:t>
            </a:r>
            <a:endParaRPr/>
          </a:p>
          <a:p>
            <a:pPr indent="-274320" lvl="1" marL="640080" rtl="0" algn="l">
              <a:spcBef>
                <a:spcPts val="400"/>
              </a:spcBef>
              <a:spcAft>
                <a:spcPts val="0"/>
              </a:spcAft>
              <a:buSzPts val="1520"/>
              <a:buChar char="🞇"/>
            </a:pPr>
            <a:r>
              <a:rPr lang="en-IN" sz="2000"/>
              <a:t>Grow and shrink during execution of the program</a:t>
            </a:r>
            <a:endParaRPr/>
          </a:p>
          <a:p>
            <a:pPr indent="-274320" lvl="0" marL="342900" rtl="0" algn="l">
              <a:spcBef>
                <a:spcPts val="400"/>
              </a:spcBef>
              <a:spcAft>
                <a:spcPts val="0"/>
              </a:spcAft>
              <a:buSzPts val="1520"/>
              <a:buChar char="🞇"/>
            </a:pPr>
            <a:r>
              <a:rPr b="1" lang="en-IN" sz="2000"/>
              <a:t>Efficient Memory Utilization</a:t>
            </a:r>
            <a:endParaRPr/>
          </a:p>
          <a:p>
            <a:pPr indent="-274320" lvl="1" marL="640080" rtl="0" algn="l">
              <a:spcBef>
                <a:spcPts val="400"/>
              </a:spcBef>
              <a:spcAft>
                <a:spcPts val="0"/>
              </a:spcAft>
              <a:buSzPts val="1520"/>
              <a:buChar char="🞇"/>
            </a:pPr>
            <a:r>
              <a:rPr lang="en-IN" sz="2000"/>
              <a:t>As memory is not preallocated.</a:t>
            </a:r>
            <a:endParaRPr/>
          </a:p>
          <a:p>
            <a:pPr indent="-274320" lvl="1" marL="640080" rtl="0" algn="l">
              <a:spcBef>
                <a:spcPts val="400"/>
              </a:spcBef>
              <a:spcAft>
                <a:spcPts val="0"/>
              </a:spcAft>
              <a:buSzPts val="1520"/>
              <a:buChar char="🞇"/>
            </a:pPr>
            <a:r>
              <a:rPr lang="en-IN" sz="2000"/>
              <a:t>Memory can be allocated whenever required and deallocated when not needed.</a:t>
            </a:r>
            <a:endParaRPr/>
          </a:p>
          <a:p>
            <a:pPr indent="-274320" lvl="0" marL="342900" rtl="0" algn="l">
              <a:spcBef>
                <a:spcPts val="400"/>
              </a:spcBef>
              <a:spcAft>
                <a:spcPts val="0"/>
              </a:spcAft>
              <a:buSzPts val="1520"/>
              <a:buChar char="🞇"/>
            </a:pPr>
            <a:r>
              <a:rPr b="1" lang="en-IN" sz="2000"/>
              <a:t>Insertion and deletions are easier and efficient</a:t>
            </a:r>
            <a:endParaRPr/>
          </a:p>
          <a:p>
            <a:pPr indent="-274320" lvl="1" marL="640080" rtl="0" algn="l">
              <a:spcBef>
                <a:spcPts val="400"/>
              </a:spcBef>
              <a:spcAft>
                <a:spcPts val="0"/>
              </a:spcAft>
              <a:buSzPts val="1520"/>
              <a:buChar char="🞇"/>
            </a:pPr>
            <a:r>
              <a:rPr lang="en-IN" sz="2000"/>
              <a:t>Provide flexibility in inserting a data item at a specified position and deletion of a data item from the given position</a:t>
            </a:r>
            <a:endParaRPr/>
          </a:p>
          <a:p>
            <a:pPr indent="-274320" lvl="0" marL="342900" rtl="0" algn="l">
              <a:spcBef>
                <a:spcPts val="400"/>
              </a:spcBef>
              <a:spcAft>
                <a:spcPts val="0"/>
              </a:spcAft>
              <a:buSzPts val="1520"/>
              <a:buChar char="🞇"/>
            </a:pPr>
            <a:r>
              <a:rPr b="1" lang="en-IN" sz="2000"/>
              <a:t>Many complex applications can be easily carried out with linked lists</a:t>
            </a:r>
            <a:endParaRPr b="1" sz="2000"/>
          </a:p>
        </p:txBody>
      </p:sp>
      <p:sp>
        <p:nvSpPr>
          <p:cNvPr id="630" name="Google Shape;630;p4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31" name="Google Shape;631;p4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32" name="Google Shape;632;p4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4"/>
          <p:cNvSpPr txBox="1"/>
          <p:nvPr>
            <p:ph type="title"/>
          </p:nvPr>
        </p:nvSpPr>
        <p:spPr>
          <a:xfrm>
            <a:off x="539552" y="404664"/>
            <a:ext cx="7024744" cy="60113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Disadvantages of Linked List</a:t>
            </a:r>
            <a:endParaRPr/>
          </a:p>
        </p:txBody>
      </p:sp>
      <p:sp>
        <p:nvSpPr>
          <p:cNvPr id="638" name="Google Shape;638;p44"/>
          <p:cNvSpPr txBox="1"/>
          <p:nvPr>
            <p:ph idx="1" type="body"/>
          </p:nvPr>
        </p:nvSpPr>
        <p:spPr>
          <a:xfrm>
            <a:off x="1043492" y="1268760"/>
            <a:ext cx="7272924" cy="4563869"/>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Access to an arbitary data item is little bit cumbersome and also time consuming</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More memory</a:t>
            </a:r>
            <a:endParaRPr/>
          </a:p>
          <a:p>
            <a:pPr indent="-274320" lvl="1" marL="640080" rtl="0" algn="l">
              <a:spcBef>
                <a:spcPts val="360"/>
              </a:spcBef>
              <a:spcAft>
                <a:spcPts val="0"/>
              </a:spcAft>
              <a:buSzPts val="1368"/>
              <a:buChar char="🞇"/>
            </a:pPr>
            <a:r>
              <a:rPr lang="en-IN" sz="1800"/>
              <a:t>If the number of fields are more, then more memory space is needed.</a:t>
            </a:r>
            <a:endParaRPr sz="1800"/>
          </a:p>
        </p:txBody>
      </p:sp>
      <p:sp>
        <p:nvSpPr>
          <p:cNvPr id="639" name="Google Shape;639;p4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40" name="Google Shape;640;p4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41" name="Google Shape;641;p4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45"/>
          <p:cNvSpPr txBox="1"/>
          <p:nvPr>
            <p:ph type="title"/>
          </p:nvPr>
        </p:nvSpPr>
        <p:spPr>
          <a:xfrm>
            <a:off x="611560" y="476672"/>
            <a:ext cx="702474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lang="en-IN" sz="2400"/>
              <a:t>Advantages of Arrays</a:t>
            </a:r>
            <a:endParaRPr sz="2400"/>
          </a:p>
        </p:txBody>
      </p:sp>
      <p:sp>
        <p:nvSpPr>
          <p:cNvPr id="647" name="Google Shape;647;p45"/>
          <p:cNvSpPr txBox="1"/>
          <p:nvPr>
            <p:ph idx="1" type="body"/>
          </p:nvPr>
        </p:nvSpPr>
        <p:spPr>
          <a:xfrm>
            <a:off x="755576" y="1196752"/>
            <a:ext cx="7488832" cy="4824536"/>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Simple to use and define</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Supported by almost all programming languages</a:t>
            </a:r>
            <a:endParaRPr/>
          </a:p>
          <a:p>
            <a:pPr indent="-187452" lvl="0" marL="342900" rtl="0" algn="l">
              <a:spcBef>
                <a:spcPts val="360"/>
              </a:spcBef>
              <a:spcAft>
                <a:spcPts val="0"/>
              </a:spcAft>
              <a:buSzPts val="1368"/>
              <a:buNone/>
            </a:pPr>
            <a:r>
              <a:t/>
            </a:r>
            <a:endParaRPr b="1" sz="1800"/>
          </a:p>
          <a:p>
            <a:pPr indent="-274320" lvl="0" marL="342900" rtl="0" algn="l">
              <a:spcBef>
                <a:spcPts val="360"/>
              </a:spcBef>
              <a:spcAft>
                <a:spcPts val="0"/>
              </a:spcAft>
              <a:buSzPts val="1368"/>
              <a:buChar char="🞇"/>
            </a:pPr>
            <a:r>
              <a:rPr b="1" lang="en-IN" sz="1800"/>
              <a:t>Constant access time</a:t>
            </a:r>
            <a:endParaRPr/>
          </a:p>
          <a:p>
            <a:pPr indent="-274320" lvl="1" marL="640080" rtl="0" algn="l">
              <a:spcBef>
                <a:spcPts val="360"/>
              </a:spcBef>
              <a:spcAft>
                <a:spcPts val="0"/>
              </a:spcAft>
              <a:buSzPts val="1368"/>
              <a:buChar char="🞇"/>
            </a:pPr>
            <a:r>
              <a:rPr lang="en-IN" sz="1800"/>
              <a:t>Array element can be accessed a[i]</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Mapping by compiler</a:t>
            </a:r>
            <a:endParaRPr/>
          </a:p>
          <a:p>
            <a:pPr indent="-274320" lvl="1" marL="640080" rtl="0" algn="l">
              <a:spcBef>
                <a:spcPts val="360"/>
              </a:spcBef>
              <a:spcAft>
                <a:spcPts val="0"/>
              </a:spcAft>
              <a:buSzPts val="1368"/>
              <a:buChar char="🞇"/>
            </a:pPr>
            <a:r>
              <a:rPr lang="en-IN" sz="1800"/>
              <a:t>Compiler maps a[i] to its physical location in memory.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b="1" lang="en-IN" sz="1800"/>
              <a:t>This mapping is carried out in constant time, irrespective of which element is accessed</a:t>
            </a:r>
            <a:endParaRPr/>
          </a:p>
          <a:p>
            <a:pPr indent="-168148" lvl="1" marL="640080" rtl="0" algn="l">
              <a:spcBef>
                <a:spcPts val="440"/>
              </a:spcBef>
              <a:spcAft>
                <a:spcPts val="0"/>
              </a:spcAft>
              <a:buSzPts val="1672"/>
              <a:buNone/>
            </a:pPr>
            <a:r>
              <a:t/>
            </a:r>
            <a:endParaRPr b="1"/>
          </a:p>
        </p:txBody>
      </p:sp>
      <p:sp>
        <p:nvSpPr>
          <p:cNvPr id="648" name="Google Shape;648;p4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49" name="Google Shape;649;p4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50" name="Google Shape;650;p4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6"/>
          <p:cNvSpPr txBox="1"/>
          <p:nvPr>
            <p:ph type="title"/>
          </p:nvPr>
        </p:nvSpPr>
        <p:spPr>
          <a:xfrm>
            <a:off x="1043490" y="1628800"/>
            <a:ext cx="7024744" cy="54186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lang="en-IN" sz="2400"/>
              <a:t>Arrays suffer from some severe limitations</a:t>
            </a:r>
            <a:endParaRPr sz="2400"/>
          </a:p>
        </p:txBody>
      </p:sp>
      <p:sp>
        <p:nvSpPr>
          <p:cNvPr id="656" name="Google Shape;656;p4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Static Data Structure-</a:t>
            </a:r>
            <a:endParaRPr/>
          </a:p>
          <a:p>
            <a:pPr indent="-274320" lvl="1" marL="640080" rtl="0" algn="l">
              <a:spcBef>
                <a:spcPts val="360"/>
              </a:spcBef>
              <a:spcAft>
                <a:spcPts val="0"/>
              </a:spcAft>
              <a:buSzPts val="1368"/>
              <a:buChar char="🞇"/>
            </a:pPr>
            <a:r>
              <a:rPr b="1" lang="en-IN" sz="1800"/>
              <a:t>Size of an array is defined at the time of programming</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b="1" lang="en-IN" sz="2000"/>
              <a:t>Insertion and Deletion is time consuming</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Requires Contiguous memory</a:t>
            </a:r>
            <a:endParaRPr sz="2000"/>
          </a:p>
        </p:txBody>
      </p:sp>
      <p:sp>
        <p:nvSpPr>
          <p:cNvPr id="657" name="Google Shape;657;p46"/>
          <p:cNvSpPr txBox="1"/>
          <p:nvPr/>
        </p:nvSpPr>
        <p:spPr>
          <a:xfrm>
            <a:off x="827584" y="764704"/>
            <a:ext cx="7024744" cy="5715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0" i="0" lang="en-IN" sz="2800" u="none" cap="none" strike="noStrike">
                <a:solidFill>
                  <a:schemeClr val="accent1"/>
                </a:solidFill>
                <a:latin typeface="Century Gothic"/>
                <a:ea typeface="Century Gothic"/>
                <a:cs typeface="Century Gothic"/>
                <a:sym typeface="Century Gothic"/>
              </a:rPr>
              <a:t>Disadvantages of Arrays</a:t>
            </a:r>
            <a:endParaRPr b="0" i="0" sz="2800" u="none" cap="none" strike="noStrike">
              <a:solidFill>
                <a:schemeClr val="accent1"/>
              </a:solidFill>
              <a:latin typeface="Century Gothic"/>
              <a:ea typeface="Century Gothic"/>
              <a:cs typeface="Century Gothic"/>
              <a:sym typeface="Century Gothic"/>
            </a:endParaRPr>
          </a:p>
        </p:txBody>
      </p:sp>
      <p:sp>
        <p:nvSpPr>
          <p:cNvPr id="658" name="Google Shape;658;p4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59" name="Google Shape;659;p4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60" name="Google Shape;660;p4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47"/>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lang="en-IN"/>
              <a:t>Types of Linked List</a:t>
            </a:r>
            <a:endParaRPr/>
          </a:p>
        </p:txBody>
      </p:sp>
      <p:sp>
        <p:nvSpPr>
          <p:cNvPr id="666" name="Google Shape;666;p47"/>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Singly Linked List</a:t>
            </a:r>
            <a:endParaRPr/>
          </a:p>
          <a:p>
            <a:pPr indent="-274319" lvl="0" marL="342900" rtl="0" algn="l">
              <a:spcBef>
                <a:spcPts val="480"/>
              </a:spcBef>
              <a:spcAft>
                <a:spcPts val="0"/>
              </a:spcAft>
              <a:buSzPts val="1824"/>
              <a:buChar char="🞇"/>
            </a:pPr>
            <a:r>
              <a:rPr lang="en-IN"/>
              <a:t>Doubly Linked List</a:t>
            </a:r>
            <a:endParaRPr/>
          </a:p>
          <a:p>
            <a:pPr indent="-274319" lvl="0" marL="342900" rtl="0" algn="l">
              <a:spcBef>
                <a:spcPts val="480"/>
              </a:spcBef>
              <a:spcAft>
                <a:spcPts val="0"/>
              </a:spcAft>
              <a:buSzPts val="1824"/>
              <a:buChar char="🞇"/>
            </a:pPr>
            <a:r>
              <a:rPr lang="en-IN"/>
              <a:t>Circular Linked List</a:t>
            </a:r>
            <a:endParaRPr/>
          </a:p>
        </p:txBody>
      </p:sp>
      <p:sp>
        <p:nvSpPr>
          <p:cNvPr id="667" name="Google Shape;667;p4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68" name="Google Shape;668;p4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69" name="Google Shape;669;p4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48"/>
          <p:cNvSpPr txBox="1"/>
          <p:nvPr>
            <p:ph type="title"/>
          </p:nvPr>
        </p:nvSpPr>
        <p:spPr>
          <a:xfrm>
            <a:off x="539552"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Singly Linked List</a:t>
            </a:r>
            <a:endParaRPr/>
          </a:p>
        </p:txBody>
      </p:sp>
      <p:sp>
        <p:nvSpPr>
          <p:cNvPr id="675" name="Google Shape;675;p48"/>
          <p:cNvSpPr txBox="1"/>
          <p:nvPr>
            <p:ph idx="1" type="body"/>
          </p:nvPr>
        </p:nvSpPr>
        <p:spPr>
          <a:xfrm>
            <a:off x="755576" y="1268760"/>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672"/>
              <a:buChar char="🞇"/>
            </a:pPr>
            <a:r>
              <a:rPr lang="en-IN" sz="2200"/>
              <a:t>All nodes are linked in sequential manner</a:t>
            </a:r>
            <a:endParaRPr/>
          </a:p>
          <a:p>
            <a:pPr indent="-274319" lvl="0" marL="342900" rtl="0" algn="l">
              <a:spcBef>
                <a:spcPts val="440"/>
              </a:spcBef>
              <a:spcAft>
                <a:spcPts val="0"/>
              </a:spcAft>
              <a:buSzPts val="1672"/>
              <a:buChar char="🞇"/>
            </a:pPr>
            <a:r>
              <a:rPr lang="en-IN" sz="2200"/>
              <a:t>Linear Linked List</a:t>
            </a:r>
            <a:endParaRPr/>
          </a:p>
          <a:p>
            <a:pPr indent="-274319" lvl="0" marL="342900" rtl="0" algn="l">
              <a:spcBef>
                <a:spcPts val="440"/>
              </a:spcBef>
              <a:spcAft>
                <a:spcPts val="0"/>
              </a:spcAft>
              <a:buSzPts val="1672"/>
              <a:buChar char="🞇"/>
            </a:pPr>
            <a:r>
              <a:rPr lang="en-IN" sz="2200"/>
              <a:t>One way chain</a:t>
            </a:r>
            <a:endParaRPr/>
          </a:p>
          <a:p>
            <a:pPr indent="-274319" lvl="0" marL="342900" rtl="0" algn="l">
              <a:spcBef>
                <a:spcPts val="440"/>
              </a:spcBef>
              <a:spcAft>
                <a:spcPts val="0"/>
              </a:spcAft>
              <a:buSzPts val="1672"/>
              <a:buChar char="🞇"/>
            </a:pPr>
            <a:r>
              <a:rPr lang="en-IN" sz="2200"/>
              <a:t>It has beginning and end</a:t>
            </a:r>
            <a:endParaRPr/>
          </a:p>
        </p:txBody>
      </p:sp>
      <p:pic>
        <p:nvPicPr>
          <p:cNvPr descr="DS Singly Linked List" id="676" name="Google Shape;676;p48"/>
          <p:cNvPicPr preferRelativeResize="0"/>
          <p:nvPr/>
        </p:nvPicPr>
        <p:blipFill rotWithShape="1">
          <a:blip r:embed="rId3">
            <a:alphaModFix/>
          </a:blip>
          <a:srcRect b="0" l="0" r="0" t="0"/>
          <a:stretch/>
        </p:blipFill>
        <p:spPr>
          <a:xfrm>
            <a:off x="1187624" y="4639022"/>
            <a:ext cx="5772150" cy="1238250"/>
          </a:xfrm>
          <a:prstGeom prst="rect">
            <a:avLst/>
          </a:prstGeom>
          <a:noFill/>
          <a:ln>
            <a:noFill/>
          </a:ln>
        </p:spPr>
      </p:pic>
      <p:sp>
        <p:nvSpPr>
          <p:cNvPr id="677" name="Google Shape;677;p4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78" name="Google Shape;678;p4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79" name="Google Shape;679;p4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49"/>
          <p:cNvSpPr txBox="1"/>
          <p:nvPr>
            <p:ph type="title"/>
          </p:nvPr>
        </p:nvSpPr>
        <p:spPr>
          <a:xfrm>
            <a:off x="539552"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Singly Linked List</a:t>
            </a:r>
            <a:endParaRPr/>
          </a:p>
        </p:txBody>
      </p:sp>
      <p:sp>
        <p:nvSpPr>
          <p:cNvPr id="685" name="Google Shape;685;p49"/>
          <p:cNvSpPr txBox="1"/>
          <p:nvPr>
            <p:ph idx="1" type="body"/>
          </p:nvPr>
        </p:nvSpPr>
        <p:spPr>
          <a:xfrm>
            <a:off x="755576" y="1268760"/>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672"/>
              <a:buChar char="🞇"/>
            </a:pPr>
            <a:r>
              <a:rPr lang="en-IN" sz="2200"/>
              <a:t>Problem-</a:t>
            </a:r>
            <a:endParaRPr/>
          </a:p>
          <a:p>
            <a:pPr indent="-274320" lvl="1" marL="640080" rtl="0" algn="l">
              <a:spcBef>
                <a:spcPts val="440"/>
              </a:spcBef>
              <a:spcAft>
                <a:spcPts val="0"/>
              </a:spcAft>
              <a:buSzPts val="1672"/>
              <a:buChar char="🞇"/>
            </a:pPr>
            <a:r>
              <a:rPr lang="en-IN"/>
              <a:t>The predecessor of a node cannot be accessed from the current node.</a:t>
            </a:r>
            <a:endParaRPr/>
          </a:p>
          <a:p>
            <a:pPr indent="-274320" lvl="1" marL="640080" rtl="0" algn="l">
              <a:spcBef>
                <a:spcPts val="440"/>
              </a:spcBef>
              <a:spcAft>
                <a:spcPts val="0"/>
              </a:spcAft>
              <a:buSzPts val="1672"/>
              <a:buChar char="🞇"/>
            </a:pPr>
            <a:r>
              <a:rPr lang="en-IN"/>
              <a:t>This can be overcome in doubly linked list.</a:t>
            </a:r>
            <a:endParaRPr/>
          </a:p>
        </p:txBody>
      </p:sp>
      <p:pic>
        <p:nvPicPr>
          <p:cNvPr descr="DS Singly Linked List" id="686" name="Google Shape;686;p49"/>
          <p:cNvPicPr preferRelativeResize="0"/>
          <p:nvPr/>
        </p:nvPicPr>
        <p:blipFill rotWithShape="1">
          <a:blip r:embed="rId3">
            <a:alphaModFix/>
          </a:blip>
          <a:srcRect b="0" l="0" r="0" t="0"/>
          <a:stretch/>
        </p:blipFill>
        <p:spPr>
          <a:xfrm>
            <a:off x="1187624" y="4639022"/>
            <a:ext cx="5772150" cy="1238250"/>
          </a:xfrm>
          <a:prstGeom prst="rect">
            <a:avLst/>
          </a:prstGeom>
          <a:noFill/>
          <a:ln>
            <a:noFill/>
          </a:ln>
        </p:spPr>
      </p:pic>
      <p:sp>
        <p:nvSpPr>
          <p:cNvPr id="687" name="Google Shape;687;p4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88" name="Google Shape;688;p4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89" name="Google Shape;689;p4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0"/>
          <p:cNvSpPr txBox="1"/>
          <p:nvPr>
            <p:ph type="title"/>
          </p:nvPr>
        </p:nvSpPr>
        <p:spPr>
          <a:xfrm>
            <a:off x="53955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Doubly Linked List</a:t>
            </a:r>
            <a:endParaRPr/>
          </a:p>
        </p:txBody>
      </p:sp>
      <p:sp>
        <p:nvSpPr>
          <p:cNvPr id="695" name="Google Shape;695;p50"/>
          <p:cNvSpPr txBox="1"/>
          <p:nvPr>
            <p:ph idx="1" type="body"/>
          </p:nvPr>
        </p:nvSpPr>
        <p:spPr>
          <a:xfrm>
            <a:off x="614001" y="1215288"/>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672"/>
              <a:buChar char="🞇"/>
            </a:pPr>
            <a:r>
              <a:rPr lang="en-IN" sz="2200"/>
              <a:t>Linked List holds two pointer fields</a:t>
            </a:r>
            <a:endParaRPr/>
          </a:p>
          <a:p>
            <a:pPr indent="-274319" lvl="0" marL="342900" rtl="0" algn="l">
              <a:spcBef>
                <a:spcPts val="440"/>
              </a:spcBef>
              <a:spcAft>
                <a:spcPts val="0"/>
              </a:spcAft>
              <a:buSzPts val="1672"/>
              <a:buChar char="🞇"/>
            </a:pPr>
            <a:r>
              <a:rPr lang="en-IN" sz="2200"/>
              <a:t>Addresses of next as well as preceding elements are linked with current node.</a:t>
            </a:r>
            <a:endParaRPr/>
          </a:p>
          <a:p>
            <a:pPr indent="-274319" lvl="0" marL="342900" rtl="0" algn="l">
              <a:spcBef>
                <a:spcPts val="440"/>
              </a:spcBef>
              <a:spcAft>
                <a:spcPts val="0"/>
              </a:spcAft>
              <a:buSzPts val="1672"/>
              <a:buChar char="🞇"/>
            </a:pPr>
            <a:r>
              <a:rPr lang="en-IN" sz="2200"/>
              <a:t>This helps to traverse in both Forward or Backward direction</a:t>
            </a:r>
            <a:endParaRPr/>
          </a:p>
        </p:txBody>
      </p:sp>
      <p:pic>
        <p:nvPicPr>
          <p:cNvPr descr="https://static.javatpoint.com/ds/images/doubly-linked-list2.png" id="696" name="Google Shape;696;p50"/>
          <p:cNvPicPr preferRelativeResize="0"/>
          <p:nvPr/>
        </p:nvPicPr>
        <p:blipFill rotWithShape="1">
          <a:blip r:embed="rId3">
            <a:alphaModFix/>
          </a:blip>
          <a:srcRect b="0" l="0" r="0" t="0"/>
          <a:stretch/>
        </p:blipFill>
        <p:spPr>
          <a:xfrm>
            <a:off x="1115616" y="3717032"/>
            <a:ext cx="6696075" cy="1924051"/>
          </a:xfrm>
          <a:prstGeom prst="rect">
            <a:avLst/>
          </a:prstGeom>
          <a:noFill/>
          <a:ln>
            <a:noFill/>
          </a:ln>
        </p:spPr>
      </p:pic>
      <p:sp>
        <p:nvSpPr>
          <p:cNvPr id="697" name="Google Shape;697;p5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698" name="Google Shape;698;p5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99" name="Google Shape;699;p5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51"/>
          <p:cNvSpPr txBox="1"/>
          <p:nvPr>
            <p:ph type="title"/>
          </p:nvPr>
        </p:nvSpPr>
        <p:spPr>
          <a:xfrm>
            <a:off x="611560" y="548680"/>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Circular Linked List</a:t>
            </a:r>
            <a:endParaRPr/>
          </a:p>
        </p:txBody>
      </p:sp>
      <p:sp>
        <p:nvSpPr>
          <p:cNvPr id="705" name="Google Shape;705;p51"/>
          <p:cNvSpPr txBox="1"/>
          <p:nvPr>
            <p:ph idx="1" type="body"/>
          </p:nvPr>
        </p:nvSpPr>
        <p:spPr>
          <a:xfrm>
            <a:off x="683568" y="11967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The first and last elements are adjacent.</a:t>
            </a:r>
            <a:endParaRPr/>
          </a:p>
          <a:p>
            <a:pPr indent="-274319" lvl="0" marL="342900" rtl="0" algn="l">
              <a:spcBef>
                <a:spcPts val="480"/>
              </a:spcBef>
              <a:spcAft>
                <a:spcPts val="0"/>
              </a:spcAft>
              <a:buSzPts val="1824"/>
              <a:buChar char="🞇"/>
            </a:pPr>
            <a:r>
              <a:rPr lang="en-IN"/>
              <a:t>A linked list can be made circular by </a:t>
            </a:r>
            <a:endParaRPr/>
          </a:p>
          <a:p>
            <a:pPr indent="-274320" lvl="1" marL="640080" rtl="0" algn="l">
              <a:spcBef>
                <a:spcPts val="440"/>
              </a:spcBef>
              <a:spcAft>
                <a:spcPts val="0"/>
              </a:spcAft>
              <a:buSzPts val="1672"/>
              <a:buChar char="🞇"/>
            </a:pPr>
            <a:r>
              <a:rPr lang="en-IN"/>
              <a:t>Storing the address of the first node in the link field of the last node.</a:t>
            </a:r>
            <a:endParaRPr/>
          </a:p>
        </p:txBody>
      </p:sp>
      <p:pic>
        <p:nvPicPr>
          <p:cNvPr descr="https://static.javatpoint.com/ds/images/circular-singly-linked-list.png" id="706" name="Google Shape;706;p51"/>
          <p:cNvPicPr preferRelativeResize="0"/>
          <p:nvPr/>
        </p:nvPicPr>
        <p:blipFill rotWithShape="1">
          <a:blip r:embed="rId3">
            <a:alphaModFix/>
          </a:blip>
          <a:srcRect b="0" l="0" r="0" t="0"/>
          <a:stretch/>
        </p:blipFill>
        <p:spPr>
          <a:xfrm>
            <a:off x="966129" y="3429000"/>
            <a:ext cx="7315200" cy="1692796"/>
          </a:xfrm>
          <a:prstGeom prst="rect">
            <a:avLst/>
          </a:prstGeom>
          <a:noFill/>
          <a:ln>
            <a:noFill/>
          </a:ln>
        </p:spPr>
      </p:pic>
      <p:sp>
        <p:nvSpPr>
          <p:cNvPr id="707" name="Google Shape;707;p5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08" name="Google Shape;708;p5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09" name="Google Shape;709;p5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2"/>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b="1" lang="en-IN"/>
              <a:t>Linked List Operations</a:t>
            </a:r>
            <a:endParaRPr b="1"/>
          </a:p>
        </p:txBody>
      </p:sp>
      <p:sp>
        <p:nvSpPr>
          <p:cNvPr id="715" name="Google Shape;715;p52"/>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b="1" lang="en-IN"/>
              <a:t>Creation</a:t>
            </a:r>
            <a:endParaRPr/>
          </a:p>
          <a:p>
            <a:pPr indent="-274319" lvl="0" marL="342900" rtl="0" algn="l">
              <a:spcBef>
                <a:spcPts val="480"/>
              </a:spcBef>
              <a:spcAft>
                <a:spcPts val="0"/>
              </a:spcAft>
              <a:buSzPts val="1824"/>
              <a:buChar char="🞇"/>
            </a:pPr>
            <a:r>
              <a:rPr b="1" lang="en-IN"/>
              <a:t>Insertion</a:t>
            </a:r>
            <a:endParaRPr/>
          </a:p>
          <a:p>
            <a:pPr indent="-274319" lvl="0" marL="342900" rtl="0" algn="l">
              <a:spcBef>
                <a:spcPts val="480"/>
              </a:spcBef>
              <a:spcAft>
                <a:spcPts val="0"/>
              </a:spcAft>
              <a:buSzPts val="1824"/>
              <a:buChar char="🞇"/>
            </a:pPr>
            <a:r>
              <a:rPr b="1" lang="en-IN"/>
              <a:t>Deletion</a:t>
            </a:r>
            <a:endParaRPr/>
          </a:p>
          <a:p>
            <a:pPr indent="-274319" lvl="0" marL="342900" rtl="0" algn="l">
              <a:spcBef>
                <a:spcPts val="480"/>
              </a:spcBef>
              <a:spcAft>
                <a:spcPts val="0"/>
              </a:spcAft>
              <a:buSzPts val="1824"/>
              <a:buChar char="🞇"/>
            </a:pPr>
            <a:r>
              <a:rPr b="1" lang="en-IN"/>
              <a:t>Traversal</a:t>
            </a:r>
            <a:endParaRPr/>
          </a:p>
          <a:p>
            <a:pPr indent="-274319" lvl="0" marL="342900" rtl="0" algn="l">
              <a:spcBef>
                <a:spcPts val="480"/>
              </a:spcBef>
              <a:spcAft>
                <a:spcPts val="0"/>
              </a:spcAft>
              <a:buSzPts val="1824"/>
              <a:buChar char="🞇"/>
            </a:pPr>
            <a:r>
              <a:rPr b="1" lang="en-IN"/>
              <a:t>Searching</a:t>
            </a:r>
            <a:endParaRPr b="1"/>
          </a:p>
        </p:txBody>
      </p:sp>
      <p:sp>
        <p:nvSpPr>
          <p:cNvPr id="716" name="Google Shape;716;p5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17" name="Google Shape;717;p5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18" name="Google Shape;718;p5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53"/>
          <p:cNvSpPr txBox="1"/>
          <p:nvPr/>
        </p:nvSpPr>
        <p:spPr>
          <a:xfrm>
            <a:off x="643600"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0" i="0" lang="en-IN" sz="4000" u="none" cap="none" strike="noStrike">
                <a:solidFill>
                  <a:schemeClr val="accent1"/>
                </a:solidFill>
                <a:latin typeface="Century Gothic"/>
                <a:ea typeface="Century Gothic"/>
                <a:cs typeface="Century Gothic"/>
                <a:sym typeface="Century Gothic"/>
              </a:rPr>
              <a:t>Implementation of Linked Lists</a:t>
            </a:r>
            <a:endParaRPr b="0" i="0" sz="4000" u="none" cap="none" strike="noStrike">
              <a:solidFill>
                <a:schemeClr val="accent1"/>
              </a:solidFill>
              <a:latin typeface="Century Gothic"/>
              <a:ea typeface="Century Gothic"/>
              <a:cs typeface="Century Gothic"/>
              <a:sym typeface="Century Gothic"/>
            </a:endParaRPr>
          </a:p>
        </p:txBody>
      </p:sp>
      <p:sp>
        <p:nvSpPr>
          <p:cNvPr id="724" name="Google Shape;724;p53"/>
          <p:cNvSpPr txBox="1"/>
          <p:nvPr>
            <p:ph idx="1" type="body"/>
          </p:nvPr>
        </p:nvSpPr>
        <p:spPr>
          <a:xfrm>
            <a:off x="767313" y="11967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Clr>
                <a:schemeClr val="accent1"/>
              </a:buClr>
              <a:buSzPts val="1520"/>
              <a:buFont typeface="Noto Sans Symbols"/>
              <a:buChar char="🞇"/>
            </a:pPr>
            <a:r>
              <a:rPr b="0" i="0" lang="en-IN" sz="2000" u="none" cap="none" strike="noStrike">
                <a:solidFill>
                  <a:schemeClr val="dk2"/>
                </a:solidFill>
                <a:latin typeface="Century Gothic"/>
                <a:ea typeface="Century Gothic"/>
                <a:cs typeface="Century Gothic"/>
                <a:sym typeface="Century Gothic"/>
              </a:rPr>
              <a:t>Structures in C are used to define a node</a:t>
            </a:r>
            <a:endParaRPr/>
          </a:p>
          <a:p>
            <a:pPr indent="-177800" lvl="0" marL="342900" rtl="0" algn="l">
              <a:spcBef>
                <a:spcPts val="400"/>
              </a:spcBef>
              <a:spcAft>
                <a:spcPts val="0"/>
              </a:spcAft>
              <a:buClr>
                <a:schemeClr val="accent1"/>
              </a:buClr>
              <a:buSzPts val="1520"/>
              <a:buFont typeface="Noto Sans Symbols"/>
              <a:buNone/>
            </a:pPr>
            <a:r>
              <a:t/>
            </a:r>
            <a:endParaRPr b="0" i="0" sz="2000" u="none" cap="none" strike="noStrike">
              <a:solidFill>
                <a:schemeClr val="dk2"/>
              </a:solidFill>
              <a:latin typeface="Century Gothic"/>
              <a:ea typeface="Century Gothic"/>
              <a:cs typeface="Century Gothic"/>
              <a:sym typeface="Century Gothic"/>
            </a:endParaRPr>
          </a:p>
          <a:p>
            <a:pPr indent="-274320" lvl="0" marL="342900" rtl="0" algn="l">
              <a:spcBef>
                <a:spcPts val="400"/>
              </a:spcBef>
              <a:spcAft>
                <a:spcPts val="0"/>
              </a:spcAft>
              <a:buClr>
                <a:schemeClr val="accent1"/>
              </a:buClr>
              <a:buSzPts val="1520"/>
              <a:buFont typeface="Noto Sans Symbols"/>
              <a:buChar char="🞇"/>
            </a:pPr>
            <a:r>
              <a:rPr b="0" i="0" lang="en-IN" sz="2000" u="none" cap="none" strike="noStrike">
                <a:solidFill>
                  <a:schemeClr val="dk2"/>
                </a:solidFill>
                <a:latin typeface="Century Gothic"/>
                <a:ea typeface="Century Gothic"/>
                <a:cs typeface="Century Gothic"/>
                <a:sym typeface="Century Gothic"/>
              </a:rPr>
              <a:t>Address of a successor node can be stored in a pointer type variable</a:t>
            </a:r>
            <a:endParaRPr b="0" i="0" sz="2000" u="none" cap="none" strike="noStrike">
              <a:solidFill>
                <a:schemeClr val="dk2"/>
              </a:solidFill>
              <a:latin typeface="Century Gothic"/>
              <a:ea typeface="Century Gothic"/>
              <a:cs typeface="Century Gothic"/>
              <a:sym typeface="Century Gothic"/>
            </a:endParaRPr>
          </a:p>
        </p:txBody>
      </p:sp>
      <p:sp>
        <p:nvSpPr>
          <p:cNvPr id="725" name="Google Shape;725;p5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26" name="Google Shape;726;p5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27" name="Google Shape;727;p5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4"/>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Linked Lists</a:t>
            </a:r>
            <a:endParaRPr/>
          </a:p>
        </p:txBody>
      </p:sp>
      <p:sp>
        <p:nvSpPr>
          <p:cNvPr id="734" name="Google Shape;734;p54"/>
          <p:cNvSpPr txBox="1"/>
          <p:nvPr>
            <p:ph idx="1" type="body"/>
          </p:nvPr>
        </p:nvSpPr>
        <p:spPr>
          <a:xfrm>
            <a:off x="755576" y="1412776"/>
            <a:ext cx="6777317" cy="350897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IN" sz="2200" u="sng">
                <a:solidFill>
                  <a:schemeClr val="hlink"/>
                </a:solidFill>
                <a:hlinkClick r:id="rId3"/>
              </a:rPr>
              <a:t>Struct Basics</a:t>
            </a:r>
            <a:endParaRPr sz="2200"/>
          </a:p>
          <a:p>
            <a:pPr indent="0" lvl="0" marL="0" rtl="0" algn="l">
              <a:spcBef>
                <a:spcPts val="440"/>
              </a:spcBef>
              <a:spcAft>
                <a:spcPts val="0"/>
              </a:spcAft>
              <a:buSzPts val="1672"/>
              <a:buNone/>
            </a:pPr>
            <a:r>
              <a:rPr lang="en-IN" sz="2200"/>
              <a:t>Struct Syntax</a:t>
            </a:r>
            <a:endParaRPr/>
          </a:p>
          <a:p>
            <a:pPr indent="0" lvl="0" marL="0" rtl="0" algn="l">
              <a:spcBef>
                <a:spcPts val="440"/>
              </a:spcBef>
              <a:spcAft>
                <a:spcPts val="0"/>
              </a:spcAft>
              <a:buSzPts val="1672"/>
              <a:buNone/>
            </a:pPr>
            <a:r>
              <a:rPr lang="en-IN" sz="2200"/>
              <a:t>Struct examples</a:t>
            </a:r>
            <a:endParaRPr/>
          </a:p>
          <a:p>
            <a:pPr indent="0" lvl="0" marL="0" rtl="0" algn="l">
              <a:spcBef>
                <a:spcPts val="440"/>
              </a:spcBef>
              <a:spcAft>
                <a:spcPts val="0"/>
              </a:spcAft>
              <a:buSzPts val="1672"/>
              <a:buNone/>
            </a:pPr>
            <a:r>
              <a:rPr lang="en-IN" sz="2200"/>
              <a:t>Pointer to structure</a:t>
            </a:r>
            <a:endParaRPr/>
          </a:p>
          <a:p>
            <a:pPr indent="0" lvl="0" marL="0" rtl="0" algn="l">
              <a:spcBef>
                <a:spcPts val="440"/>
              </a:spcBef>
              <a:spcAft>
                <a:spcPts val="0"/>
              </a:spcAft>
              <a:buSzPts val="1672"/>
              <a:buNone/>
            </a:pPr>
            <a:r>
              <a:rPr lang="en-IN" sz="2200"/>
              <a:t>Sample Programs for Pointer to structures</a:t>
            </a:r>
            <a:endParaRPr/>
          </a:p>
          <a:p>
            <a:pPr indent="0" lvl="0" marL="0" rtl="0" algn="l">
              <a:spcBef>
                <a:spcPts val="440"/>
              </a:spcBef>
              <a:spcAft>
                <a:spcPts val="0"/>
              </a:spcAft>
              <a:buSzPts val="1672"/>
              <a:buNone/>
            </a:pPr>
            <a:r>
              <a:rPr lang="en-IN" sz="2200"/>
              <a:t>Initialization of Pointers to Structures</a:t>
            </a:r>
            <a:endParaRPr/>
          </a:p>
          <a:p>
            <a:pPr indent="0" lvl="0" marL="0" rtl="0" algn="l">
              <a:spcBef>
                <a:spcPts val="440"/>
              </a:spcBef>
              <a:spcAft>
                <a:spcPts val="0"/>
              </a:spcAft>
              <a:buSzPts val="1672"/>
              <a:buNone/>
            </a:pPr>
            <a:r>
              <a:t/>
            </a:r>
            <a:endParaRPr sz="2200"/>
          </a:p>
        </p:txBody>
      </p:sp>
      <p:sp>
        <p:nvSpPr>
          <p:cNvPr id="735" name="Google Shape;735;p5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36" name="Google Shape;736;p5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37" name="Google Shape;737;p5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5"/>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Linked Lists</a:t>
            </a:r>
            <a:endParaRPr/>
          </a:p>
        </p:txBody>
      </p:sp>
      <p:sp>
        <p:nvSpPr>
          <p:cNvPr id="744" name="Google Shape;744;p55"/>
          <p:cNvSpPr txBox="1"/>
          <p:nvPr>
            <p:ph idx="1" type="body"/>
          </p:nvPr>
        </p:nvSpPr>
        <p:spPr>
          <a:xfrm>
            <a:off x="755576" y="1315540"/>
            <a:ext cx="6777317" cy="350897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IN" sz="2200"/>
              <a:t>struct node</a:t>
            </a:r>
            <a:endParaRPr/>
          </a:p>
          <a:p>
            <a:pPr indent="0" lvl="0" marL="0" rtl="0" algn="l">
              <a:spcBef>
                <a:spcPts val="440"/>
              </a:spcBef>
              <a:spcAft>
                <a:spcPts val="0"/>
              </a:spcAft>
              <a:buSzPts val="1672"/>
              <a:buNone/>
            </a:pPr>
            <a:r>
              <a:rPr lang="en-IN" sz="2200"/>
              <a:t>{</a:t>
            </a:r>
            <a:endParaRPr/>
          </a:p>
          <a:p>
            <a:pPr indent="0" lvl="0" marL="0" rtl="0" algn="l">
              <a:spcBef>
                <a:spcPts val="440"/>
              </a:spcBef>
              <a:spcAft>
                <a:spcPts val="0"/>
              </a:spcAft>
              <a:buSzPts val="1672"/>
              <a:buNone/>
            </a:pPr>
            <a:r>
              <a:rPr lang="en-IN" sz="2200"/>
              <a:t>    int info;</a:t>
            </a:r>
            <a:endParaRPr/>
          </a:p>
          <a:p>
            <a:pPr indent="0" lvl="0" marL="0" rtl="0" algn="l">
              <a:spcBef>
                <a:spcPts val="440"/>
              </a:spcBef>
              <a:spcAft>
                <a:spcPts val="0"/>
              </a:spcAft>
              <a:buSzPts val="1672"/>
              <a:buNone/>
            </a:pPr>
            <a:r>
              <a:rPr lang="en-IN" sz="2200"/>
              <a:t>    struct node *link;</a:t>
            </a:r>
            <a:endParaRPr/>
          </a:p>
          <a:p>
            <a:pPr indent="0" lvl="0" marL="0" rtl="0" algn="l">
              <a:spcBef>
                <a:spcPts val="440"/>
              </a:spcBef>
              <a:spcAft>
                <a:spcPts val="0"/>
              </a:spcAft>
              <a:buSzPts val="1672"/>
              <a:buNone/>
            </a:pPr>
            <a:r>
              <a:rPr lang="en-IN" sz="2200"/>
              <a:t>}</a:t>
            </a:r>
            <a:endParaRPr/>
          </a:p>
          <a:p>
            <a:pPr indent="0" lvl="0" marL="0" rtl="0" algn="l">
              <a:spcBef>
                <a:spcPts val="440"/>
              </a:spcBef>
              <a:spcAft>
                <a:spcPts val="0"/>
              </a:spcAft>
              <a:buSzPts val="1672"/>
              <a:buNone/>
            </a:pPr>
            <a:r>
              <a:t/>
            </a:r>
            <a:endParaRPr sz="2200"/>
          </a:p>
          <a:p>
            <a:pPr indent="0" lvl="0" marL="0" rtl="0" algn="l">
              <a:spcBef>
                <a:spcPts val="440"/>
              </a:spcBef>
              <a:spcAft>
                <a:spcPts val="0"/>
              </a:spcAft>
              <a:buSzPts val="1672"/>
              <a:buNone/>
            </a:pPr>
            <a:r>
              <a:rPr lang="en-IN" sz="2200"/>
              <a:t> </a:t>
            </a:r>
            <a:endParaRPr/>
          </a:p>
        </p:txBody>
      </p:sp>
      <p:sp>
        <p:nvSpPr>
          <p:cNvPr id="745" name="Google Shape;745;p55"/>
          <p:cNvSpPr/>
          <p:nvPr/>
        </p:nvSpPr>
        <p:spPr>
          <a:xfrm>
            <a:off x="3780028" y="2708920"/>
            <a:ext cx="1512168" cy="288032"/>
          </a:xfrm>
          <a:prstGeom prst="right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46" name="Google Shape;746;p55"/>
          <p:cNvSpPr/>
          <p:nvPr/>
        </p:nvSpPr>
        <p:spPr>
          <a:xfrm>
            <a:off x="5389131" y="2529770"/>
            <a:ext cx="292740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Century Gothic"/>
                <a:ea typeface="Century Gothic"/>
                <a:cs typeface="Century Gothic"/>
                <a:sym typeface="Century Gothic"/>
              </a:rPr>
              <a:t>Pointer that points to the structure itself,</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Thus Linked List.</a:t>
            </a:r>
            <a:endParaRPr sz="1800">
              <a:solidFill>
                <a:schemeClr val="dk1"/>
              </a:solidFill>
              <a:latin typeface="Century Gothic"/>
              <a:ea typeface="Century Gothic"/>
              <a:cs typeface="Century Gothic"/>
              <a:sym typeface="Century Gothic"/>
            </a:endParaRPr>
          </a:p>
        </p:txBody>
      </p:sp>
      <p:sp>
        <p:nvSpPr>
          <p:cNvPr id="747" name="Google Shape;747;p55"/>
          <p:cNvSpPr/>
          <p:nvPr/>
        </p:nvSpPr>
        <p:spPr>
          <a:xfrm>
            <a:off x="5541531" y="1124744"/>
            <a:ext cx="29274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Information field</a:t>
            </a:r>
            <a:endParaRPr sz="1800">
              <a:solidFill>
                <a:schemeClr val="dk1"/>
              </a:solidFill>
              <a:latin typeface="Century Gothic"/>
              <a:ea typeface="Century Gothic"/>
              <a:cs typeface="Century Gothic"/>
              <a:sym typeface="Century Gothic"/>
            </a:endParaRPr>
          </a:p>
        </p:txBody>
      </p:sp>
      <p:sp>
        <p:nvSpPr>
          <p:cNvPr id="748" name="Google Shape;748;p55"/>
          <p:cNvSpPr/>
          <p:nvPr/>
        </p:nvSpPr>
        <p:spPr>
          <a:xfrm rot="-959109">
            <a:off x="2083024" y="1784792"/>
            <a:ext cx="3499324" cy="194888"/>
          </a:xfrm>
          <a:prstGeom prst="right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49" name="Google Shape;749;p5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50" name="Google Shape;750;p5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51" name="Google Shape;751;p5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6"/>
          <p:cNvSpPr txBox="1"/>
          <p:nvPr>
            <p:ph type="ctrTitle"/>
          </p:nvPr>
        </p:nvSpPr>
        <p:spPr>
          <a:xfrm>
            <a:off x="4733365" y="2708476"/>
            <a:ext cx="3367027"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200"/>
              <a:buFont typeface="Century Gothic"/>
              <a:buNone/>
            </a:pPr>
            <a:r>
              <a:rPr b="1" lang="en-IN" sz="3200"/>
              <a:t>Singly Linked List</a:t>
            </a:r>
            <a:endParaRPr b="1" sz="3200"/>
          </a:p>
        </p:txBody>
      </p:sp>
      <p:sp>
        <p:nvSpPr>
          <p:cNvPr id="757" name="Google Shape;757;p56"/>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758" name="Google Shape;758;p56"/>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21-08-2023</a:t>
            </a:r>
            <a:endParaRPr/>
          </a:p>
        </p:txBody>
      </p:sp>
      <p:sp>
        <p:nvSpPr>
          <p:cNvPr id="759" name="Google Shape;759;p56"/>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760" name="Google Shape;760;p56"/>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57"/>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Creation of a new node</a:t>
            </a:r>
            <a:endParaRPr/>
          </a:p>
        </p:txBody>
      </p:sp>
      <p:sp>
        <p:nvSpPr>
          <p:cNvPr id="767" name="Google Shape;767;p5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68" name="Google Shape;768;p5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69" name="Google Shape;769;p5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770" name="Google Shape;770;p57"/>
          <p:cNvPicPr preferRelativeResize="0"/>
          <p:nvPr>
            <p:ph idx="1" type="body"/>
          </p:nvPr>
        </p:nvPicPr>
        <p:blipFill rotWithShape="1">
          <a:blip r:embed="rId3">
            <a:alphaModFix/>
          </a:blip>
          <a:srcRect b="0" l="0" r="0" t="0"/>
          <a:stretch/>
        </p:blipFill>
        <p:spPr>
          <a:xfrm>
            <a:off x="971600" y="1124744"/>
            <a:ext cx="5472608" cy="1844799"/>
          </a:xfrm>
          <a:prstGeom prst="rect">
            <a:avLst/>
          </a:prstGeom>
          <a:noFill/>
          <a:ln>
            <a:noFill/>
          </a:ln>
        </p:spPr>
      </p:pic>
      <p:pic>
        <p:nvPicPr>
          <p:cNvPr id="771" name="Google Shape;771;p57"/>
          <p:cNvPicPr preferRelativeResize="0"/>
          <p:nvPr/>
        </p:nvPicPr>
        <p:blipFill rotWithShape="1">
          <a:blip r:embed="rId4">
            <a:alphaModFix/>
          </a:blip>
          <a:srcRect b="0" l="0" r="0" t="0"/>
          <a:stretch/>
        </p:blipFill>
        <p:spPr>
          <a:xfrm>
            <a:off x="971600" y="3140968"/>
            <a:ext cx="6192688" cy="1440160"/>
          </a:xfrm>
          <a:prstGeom prst="rect">
            <a:avLst/>
          </a:prstGeom>
          <a:noFill/>
          <a:ln>
            <a:noFill/>
          </a:ln>
        </p:spPr>
      </p:pic>
      <p:pic>
        <p:nvPicPr>
          <p:cNvPr id="772" name="Google Shape;772;p57"/>
          <p:cNvPicPr preferRelativeResize="0"/>
          <p:nvPr/>
        </p:nvPicPr>
        <p:blipFill rotWithShape="1">
          <a:blip r:embed="rId5">
            <a:alphaModFix/>
          </a:blip>
          <a:srcRect b="0" l="0" r="0" t="0"/>
          <a:stretch/>
        </p:blipFill>
        <p:spPr>
          <a:xfrm>
            <a:off x="946127" y="4949079"/>
            <a:ext cx="3672408" cy="41329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58"/>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Creation of a new node</a:t>
            </a:r>
            <a:endParaRPr/>
          </a:p>
        </p:txBody>
      </p:sp>
      <p:sp>
        <p:nvSpPr>
          <p:cNvPr id="779" name="Google Shape;779;p58"/>
          <p:cNvSpPr txBox="1"/>
          <p:nvPr>
            <p:ph idx="1" type="body"/>
          </p:nvPr>
        </p:nvSpPr>
        <p:spPr>
          <a:xfrm>
            <a:off x="755576" y="1315540"/>
            <a:ext cx="7560840" cy="470574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New node=temp</a:t>
            </a:r>
            <a:endParaRPr/>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	</a:t>
            </a:r>
            <a:r>
              <a:rPr b="1" lang="en-IN" sz="2000"/>
              <a:t>struct node *tmp;</a:t>
            </a:r>
            <a:endParaRPr b="1" sz="2000"/>
          </a:p>
          <a:p>
            <a:pPr indent="0" lvl="0" marL="68580" rtl="0" algn="l">
              <a:spcBef>
                <a:spcPts val="400"/>
              </a:spcBef>
              <a:spcAft>
                <a:spcPts val="0"/>
              </a:spcAft>
              <a:buSzPts val="1520"/>
              <a:buNone/>
            </a:pPr>
            <a:r>
              <a:rPr b="1" lang="en-IN" sz="2000"/>
              <a:t>	tmp= (struct node *) malloc(sizeof(struct node));</a:t>
            </a:r>
            <a:endParaRPr b="1" sz="2000"/>
          </a:p>
          <a:p>
            <a:pPr indent="0" lvl="0" marL="68580" rtl="0" algn="l">
              <a:spcBef>
                <a:spcPts val="400"/>
              </a:spcBef>
              <a:spcAft>
                <a:spcPts val="0"/>
              </a:spcAft>
              <a:buSzPts val="1520"/>
              <a:buNone/>
            </a:pPr>
            <a:r>
              <a:rPr b="1" lang="en-IN" sz="2000"/>
              <a:t>	tmp-&gt;info=data;</a:t>
            </a:r>
            <a:endParaRPr b="1" sz="2000"/>
          </a:p>
          <a:p>
            <a:pPr indent="0" lvl="0" marL="68580" rtl="0" algn="l">
              <a:spcBef>
                <a:spcPts val="400"/>
              </a:spcBef>
              <a:spcAft>
                <a:spcPts val="0"/>
              </a:spcAft>
              <a:buSzPts val="1520"/>
              <a:buNone/>
            </a:pPr>
            <a:r>
              <a:rPr b="1" lang="en-IN" sz="2000"/>
              <a:t>	tmp-&gt;link=NULL;</a:t>
            </a:r>
            <a:endParaRPr b="1" sz="2000"/>
          </a:p>
          <a:p>
            <a:pPr indent="0" lvl="0" marL="68580" rtl="0" algn="l">
              <a:spcBef>
                <a:spcPts val="400"/>
              </a:spcBef>
              <a:spcAft>
                <a:spcPts val="0"/>
              </a:spcAft>
              <a:buSzPts val="1520"/>
              <a:buNone/>
            </a:pPr>
            <a:r>
              <a:rPr b="1" lang="en-IN" sz="2000"/>
              <a:t> </a:t>
            </a:r>
            <a:endParaRPr b="1" sz="2000"/>
          </a:p>
        </p:txBody>
      </p:sp>
      <p:sp>
        <p:nvSpPr>
          <p:cNvPr id="780" name="Google Shape;780;p5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81" name="Google Shape;781;p5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82" name="Google Shape;782;p5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5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Creating a Linked List</a:t>
            </a:r>
            <a:endParaRPr/>
          </a:p>
        </p:txBody>
      </p:sp>
      <p:sp>
        <p:nvSpPr>
          <p:cNvPr id="789" name="Google Shape;789;p59"/>
          <p:cNvSpPr txBox="1"/>
          <p:nvPr>
            <p:ph idx="1" type="body"/>
          </p:nvPr>
        </p:nvSpPr>
        <p:spPr>
          <a:xfrm>
            <a:off x="755576" y="1315540"/>
            <a:ext cx="6777317" cy="4705748"/>
          </a:xfrm>
          <a:prstGeom prst="rect">
            <a:avLst/>
          </a:prstGeom>
          <a:noFill/>
          <a:ln>
            <a:noFill/>
          </a:ln>
        </p:spPr>
        <p:txBody>
          <a:bodyPr anchorCtr="0" anchor="t" bIns="45700" lIns="91425" spcFirstLastPara="1" rIns="91425" wrap="square" tIns="45700">
            <a:normAutofit fontScale="70000" lnSpcReduction="20000"/>
          </a:bodyPr>
          <a:lstStyle/>
          <a:p>
            <a:pPr indent="0" lvl="0" marL="68580" rtl="0" algn="l">
              <a:spcBef>
                <a:spcPts val="0"/>
              </a:spcBef>
              <a:spcAft>
                <a:spcPts val="0"/>
              </a:spcAft>
              <a:buSzPct val="76000"/>
              <a:buNone/>
            </a:pPr>
            <a:r>
              <a:rPr lang="en-IN" sz="2000"/>
              <a:t>create_list(int data)</a:t>
            </a:r>
            <a:endParaRPr sz="2000"/>
          </a:p>
          <a:p>
            <a:pPr indent="0" lvl="0" marL="68580" rtl="0" algn="l">
              <a:spcBef>
                <a:spcPts val="280"/>
              </a:spcBef>
              <a:spcAft>
                <a:spcPts val="0"/>
              </a:spcAft>
              <a:buSzPct val="76000"/>
              <a:buNone/>
            </a:pPr>
            <a:r>
              <a:rPr lang="en-IN" sz="2000"/>
              <a:t>{</a:t>
            </a:r>
            <a:endParaRPr sz="2000"/>
          </a:p>
          <a:p>
            <a:pPr indent="0" lvl="0" marL="68580" rtl="0" algn="l">
              <a:spcBef>
                <a:spcPts val="280"/>
              </a:spcBef>
              <a:spcAft>
                <a:spcPts val="0"/>
              </a:spcAft>
              <a:buSzPct val="76000"/>
              <a:buNone/>
            </a:pPr>
            <a:r>
              <a:rPr lang="en-IN" sz="2000"/>
              <a:t>	struct node *q,*tmp;</a:t>
            </a:r>
            <a:endParaRPr sz="2000"/>
          </a:p>
          <a:p>
            <a:pPr indent="0" lvl="0" marL="68580" rtl="0" algn="l">
              <a:spcBef>
                <a:spcPts val="280"/>
              </a:spcBef>
              <a:spcAft>
                <a:spcPts val="0"/>
              </a:spcAft>
              <a:buSzPct val="76000"/>
              <a:buNone/>
            </a:pPr>
            <a:r>
              <a:rPr lang="en-IN" sz="2000"/>
              <a:t>	tmp= (struct node *) malloc(sizeof(struct node));</a:t>
            </a:r>
            <a:endParaRPr sz="2000"/>
          </a:p>
          <a:p>
            <a:pPr indent="0" lvl="0" marL="68580" rtl="0" algn="l">
              <a:spcBef>
                <a:spcPts val="280"/>
              </a:spcBef>
              <a:spcAft>
                <a:spcPts val="0"/>
              </a:spcAft>
              <a:buSzPct val="76000"/>
              <a:buNone/>
            </a:pPr>
            <a:r>
              <a:rPr lang="en-IN" sz="2000"/>
              <a:t>	tmp-&gt;info=data;</a:t>
            </a:r>
            <a:endParaRPr sz="2000"/>
          </a:p>
          <a:p>
            <a:pPr indent="0" lvl="0" marL="68580" rtl="0" algn="l">
              <a:spcBef>
                <a:spcPts val="280"/>
              </a:spcBef>
              <a:spcAft>
                <a:spcPts val="0"/>
              </a:spcAft>
              <a:buSzPct val="76000"/>
              <a:buNone/>
            </a:pPr>
            <a:r>
              <a:rPr lang="en-IN" sz="2000"/>
              <a:t>	tmp-&gt;link=NULL;</a:t>
            </a:r>
            <a:endParaRPr sz="2000"/>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	if(start==NULL) /*If list is empty */</a:t>
            </a:r>
            <a:endParaRPr sz="2000"/>
          </a:p>
          <a:p>
            <a:pPr indent="0" lvl="0" marL="68580" rtl="0" algn="l">
              <a:spcBef>
                <a:spcPts val="280"/>
              </a:spcBef>
              <a:spcAft>
                <a:spcPts val="0"/>
              </a:spcAft>
              <a:buSzPct val="76000"/>
              <a:buNone/>
            </a:pPr>
            <a:r>
              <a:rPr lang="en-IN" sz="2000"/>
              <a:t>	{	</a:t>
            </a:r>
            <a:endParaRPr sz="2000"/>
          </a:p>
          <a:p>
            <a:pPr indent="0" lvl="0" marL="68580" rtl="0" algn="l">
              <a:spcBef>
                <a:spcPts val="280"/>
              </a:spcBef>
              <a:spcAft>
                <a:spcPts val="0"/>
              </a:spcAft>
              <a:buSzPct val="76000"/>
              <a:buNone/>
            </a:pPr>
            <a:r>
              <a:rPr lang="en-IN" sz="2000"/>
              <a:t>		start=tmp;</a:t>
            </a:r>
            <a:endParaRPr/>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	else</a:t>
            </a:r>
            <a:endParaRPr sz="2000"/>
          </a:p>
          <a:p>
            <a:pPr indent="0" lvl="0" marL="68580" rtl="0" algn="l">
              <a:spcBef>
                <a:spcPts val="280"/>
              </a:spcBef>
              <a:spcAft>
                <a:spcPts val="0"/>
              </a:spcAft>
              <a:buSzPct val="76000"/>
              <a:buNone/>
            </a:pPr>
            <a:r>
              <a:rPr lang="en-IN" sz="2000"/>
              <a:t>	{       /*Element inserted at the end */</a:t>
            </a:r>
            <a:endParaRPr sz="2000"/>
          </a:p>
          <a:p>
            <a:pPr indent="0" lvl="0" marL="68580" rtl="0" algn="l">
              <a:spcBef>
                <a:spcPts val="280"/>
              </a:spcBef>
              <a:spcAft>
                <a:spcPts val="0"/>
              </a:spcAft>
              <a:buSzPct val="76000"/>
              <a:buNone/>
            </a:pPr>
            <a:r>
              <a:rPr lang="en-IN" sz="2000"/>
              <a:t>		q=start;</a:t>
            </a:r>
            <a:endParaRPr sz="2000"/>
          </a:p>
          <a:p>
            <a:pPr indent="0" lvl="0" marL="68580" rtl="0" algn="l">
              <a:spcBef>
                <a:spcPts val="280"/>
              </a:spcBef>
              <a:spcAft>
                <a:spcPts val="0"/>
              </a:spcAft>
              <a:buSzPct val="76000"/>
              <a:buNone/>
            </a:pPr>
            <a:r>
              <a:rPr lang="en-IN" sz="2000"/>
              <a:t>		while(q-&gt;link!=NULL)</a:t>
            </a:r>
            <a:endParaRPr sz="2000"/>
          </a:p>
          <a:p>
            <a:pPr indent="0" lvl="0" marL="68580" rtl="0" algn="l">
              <a:spcBef>
                <a:spcPts val="280"/>
              </a:spcBef>
              <a:spcAft>
                <a:spcPts val="0"/>
              </a:spcAft>
              <a:buSzPct val="76000"/>
              <a:buNone/>
            </a:pPr>
            <a:r>
              <a:rPr lang="en-IN" sz="2000"/>
              <a:t>			{</a:t>
            </a:r>
            <a:endParaRPr/>
          </a:p>
          <a:p>
            <a:pPr indent="0" lvl="0" marL="68580" rtl="0" algn="l">
              <a:spcBef>
                <a:spcPts val="280"/>
              </a:spcBef>
              <a:spcAft>
                <a:spcPts val="0"/>
              </a:spcAft>
              <a:buSzPct val="76000"/>
              <a:buNone/>
            </a:pPr>
            <a:r>
              <a:rPr lang="en-IN" sz="2000"/>
              <a:t>			q=q-&gt;link;</a:t>
            </a:r>
            <a:endParaRPr/>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		q-&gt;link=tmp;</a:t>
            </a:r>
            <a:endParaRPr sz="2000"/>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}/*End of create_list()*/</a:t>
            </a:r>
            <a:endParaRPr sz="2000"/>
          </a:p>
        </p:txBody>
      </p:sp>
      <p:sp>
        <p:nvSpPr>
          <p:cNvPr id="790" name="Google Shape;790;p5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91" name="Google Shape;791;p5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92" name="Google Shape;792;p5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0"/>
          <p:cNvSpPr txBox="1"/>
          <p:nvPr>
            <p:ph type="title"/>
          </p:nvPr>
        </p:nvSpPr>
        <p:spPr>
          <a:xfrm>
            <a:off x="539552" y="620688"/>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lang="en-IN" sz="2000"/>
              <a:t>Explanation-</a:t>
            </a:r>
            <a:endParaRPr sz="2000"/>
          </a:p>
        </p:txBody>
      </p:sp>
      <p:sp>
        <p:nvSpPr>
          <p:cNvPr id="798" name="Google Shape;798;p6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799" name="Google Shape;799;p6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00" name="Google Shape;800;p6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801" name="Google Shape;801;p60"/>
          <p:cNvSpPr txBox="1"/>
          <p:nvPr>
            <p:ph idx="1" type="body"/>
          </p:nvPr>
        </p:nvSpPr>
        <p:spPr>
          <a:xfrm>
            <a:off x="1115616" y="1268760"/>
            <a:ext cx="6768752" cy="46358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if(start==NULL) /*If list is empty */</a:t>
            </a:r>
            <a:endParaRPr b="1" sz="2000"/>
          </a:p>
          <a:p>
            <a:pPr indent="0" lvl="0" marL="68580" rtl="0" algn="l">
              <a:spcBef>
                <a:spcPts val="400"/>
              </a:spcBef>
              <a:spcAft>
                <a:spcPts val="0"/>
              </a:spcAft>
              <a:buSzPts val="1520"/>
              <a:buNone/>
            </a:pPr>
            <a:r>
              <a:rPr b="1" lang="en-IN" sz="2000"/>
              <a:t>	{	</a:t>
            </a:r>
            <a:endParaRPr/>
          </a:p>
          <a:p>
            <a:pPr indent="0" lvl="0" marL="68580" rtl="0" algn="l">
              <a:spcBef>
                <a:spcPts val="400"/>
              </a:spcBef>
              <a:spcAft>
                <a:spcPts val="0"/>
              </a:spcAft>
              <a:buSzPts val="1520"/>
              <a:buNone/>
            </a:pPr>
            <a:r>
              <a:rPr b="1" lang="en-IN" sz="2000"/>
              <a:t>	start=tmp;</a:t>
            </a:r>
            <a:endParaRPr/>
          </a:p>
          <a:p>
            <a:pPr indent="0" lvl="0" marL="68580" rtl="0" algn="l">
              <a:spcBef>
                <a:spcPts val="400"/>
              </a:spcBef>
              <a:spcAft>
                <a:spcPts val="0"/>
              </a:spcAft>
              <a:buSzPts val="1520"/>
              <a:buNone/>
            </a:pPr>
            <a:r>
              <a:rPr b="1" lang="en-IN" sz="2000"/>
              <a:t>	}</a:t>
            </a:r>
            <a:endParaRPr b="1" sz="2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61"/>
          <p:cNvSpPr txBox="1"/>
          <p:nvPr>
            <p:ph type="title"/>
          </p:nvPr>
        </p:nvSpPr>
        <p:spPr>
          <a:xfrm>
            <a:off x="539552" y="620688"/>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lang="en-IN" sz="2000"/>
              <a:t>Explanation-</a:t>
            </a:r>
            <a:endParaRPr sz="2000"/>
          </a:p>
        </p:txBody>
      </p:sp>
      <p:sp>
        <p:nvSpPr>
          <p:cNvPr id="807" name="Google Shape;807;p6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08" name="Google Shape;808;p6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09" name="Google Shape;809;p6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810" name="Google Shape;810;p61"/>
          <p:cNvSpPr txBox="1"/>
          <p:nvPr>
            <p:ph idx="1" type="body"/>
          </p:nvPr>
        </p:nvSpPr>
        <p:spPr>
          <a:xfrm>
            <a:off x="1115616" y="1268760"/>
            <a:ext cx="6768752" cy="46358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else</a:t>
            </a:r>
            <a:endParaRPr/>
          </a:p>
          <a:p>
            <a:pPr indent="0" lvl="0" marL="68580" rtl="0" algn="l">
              <a:spcBef>
                <a:spcPts val="400"/>
              </a:spcBef>
              <a:spcAft>
                <a:spcPts val="0"/>
              </a:spcAft>
              <a:buSzPts val="1520"/>
              <a:buNone/>
            </a:pPr>
            <a:r>
              <a:rPr b="1" lang="en-IN" sz="2000"/>
              <a:t>	{       /*Element inserted at the end */</a:t>
            </a:r>
            <a:endParaRPr/>
          </a:p>
          <a:p>
            <a:pPr indent="0" lvl="0" marL="68580" rtl="0" algn="l">
              <a:spcBef>
                <a:spcPts val="400"/>
              </a:spcBef>
              <a:spcAft>
                <a:spcPts val="0"/>
              </a:spcAft>
              <a:buSzPts val="1520"/>
              <a:buNone/>
            </a:pPr>
            <a:r>
              <a:rPr b="1" lang="en-IN" sz="2000"/>
              <a:t>	q=start;</a:t>
            </a:r>
            <a:endParaRPr/>
          </a:p>
          <a:p>
            <a:pPr indent="0" lvl="0" marL="68580" rtl="0" algn="l">
              <a:spcBef>
                <a:spcPts val="400"/>
              </a:spcBef>
              <a:spcAft>
                <a:spcPts val="0"/>
              </a:spcAft>
              <a:buSzPts val="1520"/>
              <a:buNone/>
            </a:pPr>
            <a:r>
              <a:rPr b="1" lang="en-IN" sz="2000"/>
              <a:t>	while(q-&gt;link!=NULL)</a:t>
            </a:r>
            <a:endParaRPr/>
          </a:p>
          <a:p>
            <a:pPr indent="0" lvl="0" marL="68580" rtl="0" algn="l">
              <a:spcBef>
                <a:spcPts val="400"/>
              </a:spcBef>
              <a:spcAft>
                <a:spcPts val="0"/>
              </a:spcAft>
              <a:buSzPts val="1520"/>
              <a:buNone/>
            </a:pPr>
            <a:r>
              <a:rPr b="1" lang="en-IN" sz="2000"/>
              <a:t>		{</a:t>
            </a:r>
            <a:endParaRPr/>
          </a:p>
          <a:p>
            <a:pPr indent="0" lvl="0" marL="68580" rtl="0" algn="l">
              <a:spcBef>
                <a:spcPts val="400"/>
              </a:spcBef>
              <a:spcAft>
                <a:spcPts val="0"/>
              </a:spcAft>
              <a:buSzPts val="1520"/>
              <a:buNone/>
            </a:pPr>
            <a:r>
              <a:rPr b="1" lang="en-IN" sz="2000"/>
              <a:t>		q=q-&gt;link;</a:t>
            </a:r>
            <a:endParaRPr/>
          </a:p>
          <a:p>
            <a:pPr indent="0" lvl="0" marL="68580" rtl="0" algn="l">
              <a:spcBef>
                <a:spcPts val="400"/>
              </a:spcBef>
              <a:spcAft>
                <a:spcPts val="0"/>
              </a:spcAft>
              <a:buSzPts val="1520"/>
              <a:buNone/>
            </a:pPr>
            <a:r>
              <a:rPr b="1" lang="en-IN" sz="2000"/>
              <a:t>		}</a:t>
            </a:r>
            <a:endParaRPr b="1" sz="2000"/>
          </a:p>
          <a:p>
            <a:pPr indent="0" lvl="0" marL="68580" rtl="0" algn="l">
              <a:spcBef>
                <a:spcPts val="400"/>
              </a:spcBef>
              <a:spcAft>
                <a:spcPts val="0"/>
              </a:spcAft>
              <a:buSzPts val="1520"/>
              <a:buNone/>
            </a:pPr>
            <a:r>
              <a:rPr b="1" lang="en-IN" sz="2000"/>
              <a:t>	q-&gt;link=tmp;</a:t>
            </a:r>
            <a:endParaRPr/>
          </a:p>
          <a:p>
            <a:pPr indent="0" lvl="0" marL="68580" rtl="0" algn="l">
              <a:spcBef>
                <a:spcPts val="400"/>
              </a:spcBef>
              <a:spcAft>
                <a:spcPts val="0"/>
              </a:spcAft>
              <a:buSzPts val="1520"/>
              <a:buNone/>
            </a:pPr>
            <a:r>
              <a:rPr b="1" lang="en-IN" sz="2000"/>
              <a:t>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2"/>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Traversing a Linked List</a:t>
            </a:r>
            <a:endParaRPr/>
          </a:p>
        </p:txBody>
      </p:sp>
      <p:sp>
        <p:nvSpPr>
          <p:cNvPr id="817" name="Google Shape;817;p62"/>
          <p:cNvSpPr txBox="1"/>
          <p:nvPr>
            <p:ph idx="1" type="body"/>
          </p:nvPr>
        </p:nvSpPr>
        <p:spPr>
          <a:xfrm>
            <a:off x="611560" y="1124744"/>
            <a:ext cx="7992888" cy="470574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Visit the node and print the data value</a:t>
            </a:r>
            <a:endParaRPr b="1" sz="2000"/>
          </a:p>
          <a:p>
            <a:pPr indent="-177800" lvl="1" marL="640080" rtl="0" algn="l">
              <a:spcBef>
                <a:spcPts val="400"/>
              </a:spcBef>
              <a:spcAft>
                <a:spcPts val="0"/>
              </a:spcAft>
              <a:buSzPts val="1520"/>
              <a:buNone/>
            </a:pPr>
            <a:r>
              <a:t/>
            </a:r>
            <a:endParaRPr sz="2000"/>
          </a:p>
        </p:txBody>
      </p:sp>
      <p:sp>
        <p:nvSpPr>
          <p:cNvPr id="818" name="Google Shape;818;p6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19" name="Google Shape;819;p6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20" name="Google Shape;820;p6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6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Traversing a Linked List</a:t>
            </a:r>
            <a:endParaRPr/>
          </a:p>
        </p:txBody>
      </p:sp>
      <p:sp>
        <p:nvSpPr>
          <p:cNvPr id="827" name="Google Shape;827;p63"/>
          <p:cNvSpPr txBox="1"/>
          <p:nvPr>
            <p:ph idx="1" type="body"/>
          </p:nvPr>
        </p:nvSpPr>
        <p:spPr>
          <a:xfrm>
            <a:off x="611560" y="1124744"/>
            <a:ext cx="7992888" cy="470574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Assign the Value of start to another pointer say q</a:t>
            </a:r>
            <a:endParaRPr/>
          </a:p>
          <a:p>
            <a:pPr indent="0" lvl="8" marL="1892807" rtl="0" algn="l">
              <a:spcBef>
                <a:spcPts val="400"/>
              </a:spcBef>
              <a:spcAft>
                <a:spcPts val="0"/>
              </a:spcAft>
              <a:buSzPts val="1520"/>
              <a:buNone/>
            </a:pPr>
            <a:r>
              <a:rPr b="1" lang="en-IN" sz="2000"/>
              <a:t>struct node *q=start;</a:t>
            </a:r>
            <a:endParaRPr b="1" sz="2000"/>
          </a:p>
          <a:p>
            <a:pPr indent="-274320" lvl="0" marL="342900" rtl="0" algn="l">
              <a:spcBef>
                <a:spcPts val="400"/>
              </a:spcBef>
              <a:spcAft>
                <a:spcPts val="0"/>
              </a:spcAft>
              <a:buSzPts val="1520"/>
              <a:buChar char="🞇"/>
            </a:pPr>
            <a:r>
              <a:rPr lang="en-IN" sz="2000"/>
              <a:t>Now q also points to the first element of linked list.</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For processing the next element, we assign the address of the next element to the pointer q as-</a:t>
            </a:r>
            <a:endParaRPr/>
          </a:p>
          <a:p>
            <a:pPr indent="0" lvl="1" marL="365760" rtl="0" algn="l">
              <a:spcBef>
                <a:spcPts val="400"/>
              </a:spcBef>
              <a:spcAft>
                <a:spcPts val="0"/>
              </a:spcAft>
              <a:buSzPts val="1520"/>
              <a:buNone/>
            </a:pPr>
            <a:r>
              <a:rPr lang="en-IN" sz="2000"/>
              <a:t>		</a:t>
            </a:r>
            <a:r>
              <a:rPr b="1" lang="en-IN" sz="2000"/>
              <a:t>q=q-&gt;link;</a:t>
            </a:r>
            <a:endParaRPr/>
          </a:p>
          <a:p>
            <a:pPr indent="-274320" lvl="0" marL="342900" rtl="0" algn="l">
              <a:spcBef>
                <a:spcPts val="400"/>
              </a:spcBef>
              <a:spcAft>
                <a:spcPts val="0"/>
              </a:spcAft>
              <a:buSzPts val="1520"/>
              <a:buChar char="🞇"/>
            </a:pPr>
            <a:r>
              <a:rPr lang="en-IN" sz="2000"/>
              <a:t>Traverse each element of the Linked list through this assignment until pointer q  has NULL address, which is link part of last element.</a:t>
            </a:r>
            <a:endParaRPr/>
          </a:p>
          <a:p>
            <a:pPr indent="0" lvl="7" marL="1645920" rtl="0" algn="l">
              <a:spcBef>
                <a:spcPts val="400"/>
              </a:spcBef>
              <a:spcAft>
                <a:spcPts val="0"/>
              </a:spcAft>
              <a:buSzPts val="1520"/>
              <a:buNone/>
            </a:pPr>
            <a:r>
              <a:rPr b="1" lang="en-IN" sz="2000"/>
              <a:t>while(q-&gt;link !=NULL)</a:t>
            </a:r>
            <a:endParaRPr b="1" sz="2000"/>
          </a:p>
          <a:p>
            <a:pPr indent="0" lvl="7" marL="1645920" rtl="0" algn="l">
              <a:spcBef>
                <a:spcPts val="400"/>
              </a:spcBef>
              <a:spcAft>
                <a:spcPts val="0"/>
              </a:spcAft>
              <a:buSzPts val="1520"/>
              <a:buNone/>
            </a:pPr>
            <a:r>
              <a:rPr b="1" lang="en-IN" sz="2000"/>
              <a:t>	{</a:t>
            </a:r>
            <a:endParaRPr b="1" sz="2000"/>
          </a:p>
          <a:p>
            <a:pPr indent="0" lvl="7" marL="1645920" rtl="0" algn="l">
              <a:spcBef>
                <a:spcPts val="400"/>
              </a:spcBef>
              <a:spcAft>
                <a:spcPts val="0"/>
              </a:spcAft>
              <a:buSzPts val="1520"/>
              <a:buNone/>
            </a:pPr>
            <a:r>
              <a:rPr b="1" lang="en-IN" sz="2000"/>
              <a:t>		q=q-&gt;link;</a:t>
            </a:r>
            <a:endParaRPr b="1" sz="2000"/>
          </a:p>
          <a:p>
            <a:pPr indent="0" lvl="7" marL="1645920" rtl="0" algn="l">
              <a:spcBef>
                <a:spcPts val="400"/>
              </a:spcBef>
              <a:spcAft>
                <a:spcPts val="0"/>
              </a:spcAft>
              <a:buSzPts val="1520"/>
              <a:buNone/>
            </a:pPr>
            <a:r>
              <a:rPr b="1" lang="en-IN" sz="2000"/>
              <a:t>	}</a:t>
            </a:r>
            <a:endParaRPr b="1" sz="2000"/>
          </a:p>
          <a:p>
            <a:pPr indent="-177800" lvl="1" marL="640080" rtl="0" algn="l">
              <a:spcBef>
                <a:spcPts val="400"/>
              </a:spcBef>
              <a:spcAft>
                <a:spcPts val="0"/>
              </a:spcAft>
              <a:buSzPts val="1520"/>
              <a:buNone/>
            </a:pPr>
            <a:r>
              <a:t/>
            </a:r>
            <a:endParaRPr sz="2000"/>
          </a:p>
        </p:txBody>
      </p:sp>
      <p:sp>
        <p:nvSpPr>
          <p:cNvPr id="828" name="Google Shape;828;p6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29" name="Google Shape;829;p6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30" name="Google Shape;830;p6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64"/>
          <p:cNvSpPr txBox="1"/>
          <p:nvPr>
            <p:ph idx="1" type="body"/>
          </p:nvPr>
        </p:nvSpPr>
        <p:spPr>
          <a:xfrm>
            <a:off x="611560" y="1124744"/>
            <a:ext cx="7992888" cy="4705748"/>
          </a:xfrm>
          <a:prstGeom prst="rect">
            <a:avLst/>
          </a:prstGeom>
          <a:noFill/>
          <a:ln>
            <a:noFill/>
          </a:ln>
        </p:spPr>
        <p:txBody>
          <a:bodyPr anchorCtr="0" anchor="t" bIns="45700" lIns="91425" spcFirstLastPara="1" rIns="91425" wrap="square" tIns="45700">
            <a:noAutofit/>
          </a:bodyPr>
          <a:lstStyle/>
          <a:p>
            <a:pPr indent="0" lvl="8" marL="1371600" rtl="0" algn="l">
              <a:spcBef>
                <a:spcPts val="400"/>
              </a:spcBef>
              <a:spcAft>
                <a:spcPts val="0"/>
              </a:spcAft>
              <a:buSzPts val="1520"/>
              <a:buNone/>
            </a:pPr>
            <a:r>
              <a:rPr b="1" lang="en-IN" sz="2000"/>
              <a:t> </a:t>
            </a:r>
            <a:r>
              <a:rPr b="1" lang="en-IN" sz="2000"/>
              <a:t>struct node *q=start;</a:t>
            </a:r>
            <a:endParaRPr b="1" sz="2000"/>
          </a:p>
          <a:p>
            <a:pPr indent="0" lvl="6" marL="1444752" rtl="0" algn="l">
              <a:spcBef>
                <a:spcPts val="0"/>
              </a:spcBef>
              <a:spcAft>
                <a:spcPts val="0"/>
              </a:spcAft>
              <a:buSzPts val="1520"/>
              <a:buNone/>
            </a:pPr>
            <a:r>
              <a:rPr b="1" lang="en-IN" sz="2000"/>
              <a:t>while(q</a:t>
            </a:r>
            <a:r>
              <a:rPr b="1" baseline="30000" lang="en-IN" sz="2000"/>
              <a:t>  </a:t>
            </a:r>
            <a:r>
              <a:rPr b="1" lang="en-IN" sz="2000"/>
              <a:t>!=NULL)</a:t>
            </a:r>
            <a:endParaRPr b="1" sz="2000"/>
          </a:p>
          <a:p>
            <a:pPr indent="0" lvl="6" marL="1444752" rtl="0" algn="l">
              <a:spcBef>
                <a:spcPts val="400"/>
              </a:spcBef>
              <a:spcAft>
                <a:spcPts val="0"/>
              </a:spcAft>
              <a:buSzPts val="1520"/>
              <a:buNone/>
            </a:pPr>
            <a:r>
              <a:rPr b="1" lang="en-IN" sz="2000"/>
              <a:t>	{</a:t>
            </a:r>
            <a:endParaRPr b="1" sz="2000"/>
          </a:p>
          <a:p>
            <a:pPr indent="0" lvl="6" marL="1444752" rtl="0" algn="l">
              <a:spcBef>
                <a:spcPts val="400"/>
              </a:spcBef>
              <a:spcAft>
                <a:spcPts val="0"/>
              </a:spcAft>
              <a:buSzPts val="1520"/>
              <a:buNone/>
            </a:pPr>
            <a:r>
              <a:rPr b="1" lang="en-IN" sz="2000"/>
              <a:t>		q=q-&gt;link;</a:t>
            </a:r>
            <a:endParaRPr b="1" sz="2000"/>
          </a:p>
          <a:p>
            <a:pPr indent="0" lvl="6" marL="1444752" rtl="0" algn="l">
              <a:spcBef>
                <a:spcPts val="400"/>
              </a:spcBef>
              <a:spcAft>
                <a:spcPts val="0"/>
              </a:spcAft>
              <a:buSzPts val="1520"/>
              <a:buNone/>
            </a:pPr>
            <a:r>
              <a:rPr b="1" lang="en-IN" sz="2000"/>
              <a:t>	}</a:t>
            </a:r>
            <a:endParaRPr b="1" sz="2000"/>
          </a:p>
          <a:p>
            <a:pPr indent="-158496" lvl="0" marL="342900" rtl="0" algn="l">
              <a:spcBef>
                <a:spcPts val="480"/>
              </a:spcBef>
              <a:spcAft>
                <a:spcPts val="0"/>
              </a:spcAft>
              <a:buSzPts val="1824"/>
              <a:buNone/>
            </a:pPr>
            <a:r>
              <a:t/>
            </a:r>
            <a:endParaRPr/>
          </a:p>
        </p:txBody>
      </p:sp>
      <p:sp>
        <p:nvSpPr>
          <p:cNvPr id="837" name="Google Shape;837;p6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38" name="Google Shape;838;p6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39" name="Google Shape;839;p6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840" name="Google Shape;840;p64"/>
          <p:cNvSpPr txBox="1"/>
          <p:nvPr/>
        </p:nvSpPr>
        <p:spPr>
          <a:xfrm>
            <a:off x="539552" y="620688"/>
            <a:ext cx="7024744" cy="38511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lang="en-IN" sz="2000">
                <a:solidFill>
                  <a:schemeClr val="accent1"/>
                </a:solidFill>
                <a:latin typeface="Century Gothic"/>
                <a:ea typeface="Century Gothic"/>
                <a:cs typeface="Century Gothic"/>
                <a:sym typeface="Century Gothic"/>
              </a:rPr>
              <a:t>Explanation-</a:t>
            </a:r>
            <a:endParaRPr sz="2000">
              <a:solidFill>
                <a:schemeClr val="accent1"/>
              </a:solidFill>
              <a:latin typeface="Century Gothic"/>
              <a:ea typeface="Century Gothic"/>
              <a:cs typeface="Century Gothic"/>
              <a:sym typeface="Century Gothic"/>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66"/>
          <p:cNvSpPr txBox="1"/>
          <p:nvPr>
            <p:ph type="title"/>
          </p:nvPr>
        </p:nvSpPr>
        <p:spPr>
          <a:xfrm>
            <a:off x="611560" y="955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Traversing a Linked List</a:t>
            </a:r>
            <a:endParaRPr b="1" sz="2400"/>
          </a:p>
        </p:txBody>
      </p:sp>
      <p:sp>
        <p:nvSpPr>
          <p:cNvPr id="847" name="Google Shape;847;p66"/>
          <p:cNvSpPr txBox="1"/>
          <p:nvPr>
            <p:ph idx="1" type="body"/>
          </p:nvPr>
        </p:nvSpPr>
        <p:spPr>
          <a:xfrm>
            <a:off x="611560" y="1484784"/>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1:[INITIALIZE] SET PTR=START</a:t>
            </a:r>
            <a:endParaRPr/>
          </a:p>
          <a:p>
            <a:pPr indent="0" lvl="0" marL="68580" rtl="0" algn="l">
              <a:spcBef>
                <a:spcPts val="400"/>
              </a:spcBef>
              <a:spcAft>
                <a:spcPts val="0"/>
              </a:spcAft>
              <a:buSzPts val="1520"/>
              <a:buNone/>
            </a:pPr>
            <a:r>
              <a:rPr b="1" lang="en-IN" sz="2000"/>
              <a:t>Step 2: Repeat Steps 3 and 4 while PTR!=NULL</a:t>
            </a:r>
            <a:br>
              <a:rPr b="1" lang="en-IN" sz="2000"/>
            </a:br>
            <a:r>
              <a:rPr b="1" lang="en-IN" sz="2000"/>
              <a:t>Step 3:		Print PTR-&gt;INFO</a:t>
            </a:r>
            <a:endParaRPr/>
          </a:p>
          <a:p>
            <a:pPr indent="0" lvl="0" marL="68580" rtl="0" algn="l">
              <a:spcBef>
                <a:spcPts val="400"/>
              </a:spcBef>
              <a:spcAft>
                <a:spcPts val="0"/>
              </a:spcAft>
              <a:buSzPts val="1520"/>
              <a:buNone/>
            </a:pPr>
            <a:r>
              <a:rPr b="1" lang="en-IN" sz="2000"/>
              <a:t>Step 4:		Set PTR=PTR-&gt;LINK</a:t>
            </a:r>
            <a:endParaRPr/>
          </a:p>
          <a:p>
            <a:pPr indent="0" lvl="0" marL="68580" rtl="0" algn="l">
              <a:spcBef>
                <a:spcPts val="400"/>
              </a:spcBef>
              <a:spcAft>
                <a:spcPts val="0"/>
              </a:spcAft>
              <a:buSzPts val="1520"/>
              <a:buNone/>
            </a:pPr>
            <a:r>
              <a:rPr b="1" lang="en-IN" sz="2000"/>
              <a:t>[End of Loop]</a:t>
            </a:r>
            <a:br>
              <a:rPr b="1" lang="en-IN" sz="2000"/>
            </a:br>
            <a:r>
              <a:rPr b="1" lang="en-IN" sz="2000"/>
              <a:t>Step 5 :EXIT</a:t>
            </a:r>
            <a:endParaRPr/>
          </a:p>
        </p:txBody>
      </p:sp>
      <p:sp>
        <p:nvSpPr>
          <p:cNvPr id="848" name="Google Shape;848;p6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49" name="Google Shape;849;p6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50" name="Google Shape;850;p6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68"/>
          <p:cNvSpPr txBox="1"/>
          <p:nvPr>
            <p:ph type="title"/>
          </p:nvPr>
        </p:nvSpPr>
        <p:spPr>
          <a:xfrm>
            <a:off x="611560" y="105273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Counting the number of elements in a Linked List</a:t>
            </a:r>
            <a:endParaRPr b="1" sz="2400"/>
          </a:p>
        </p:txBody>
      </p:sp>
      <p:sp>
        <p:nvSpPr>
          <p:cNvPr id="857" name="Google Shape;857;p68"/>
          <p:cNvSpPr txBox="1"/>
          <p:nvPr>
            <p:ph idx="1" type="body"/>
          </p:nvPr>
        </p:nvSpPr>
        <p:spPr>
          <a:xfrm>
            <a:off x="611560" y="1916832"/>
            <a:ext cx="7992888" cy="3913660"/>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1:[INITIALIZE] SET COUNT=0</a:t>
            </a:r>
            <a:endParaRPr b="1" sz="2000"/>
          </a:p>
          <a:p>
            <a:pPr indent="0" lvl="0" marL="68580" rtl="0" algn="l">
              <a:spcBef>
                <a:spcPts val="400"/>
              </a:spcBef>
              <a:spcAft>
                <a:spcPts val="0"/>
              </a:spcAft>
              <a:buSzPts val="1520"/>
              <a:buNone/>
            </a:pPr>
            <a:r>
              <a:rPr b="1" lang="en-IN" sz="2000"/>
              <a:t>Step 2:[INITIALIZE] SET PTR=START</a:t>
            </a:r>
            <a:endParaRPr/>
          </a:p>
          <a:p>
            <a:pPr indent="0" lvl="0" marL="68580" rtl="0" algn="l">
              <a:spcBef>
                <a:spcPts val="400"/>
              </a:spcBef>
              <a:spcAft>
                <a:spcPts val="0"/>
              </a:spcAft>
              <a:buSzPts val="1520"/>
              <a:buNone/>
            </a:pPr>
            <a:r>
              <a:rPr b="1" lang="en-IN" sz="2000"/>
              <a:t>Step 3: Repeat Steps 4 and 5 while PTR!=NULL</a:t>
            </a:r>
            <a:br>
              <a:rPr b="1" lang="en-IN" sz="2000"/>
            </a:br>
            <a:r>
              <a:rPr b="1" lang="en-IN" sz="2000"/>
              <a:t>Step 4:		Set COUNT=COUNT +1</a:t>
            </a:r>
            <a:endParaRPr/>
          </a:p>
          <a:p>
            <a:pPr indent="0" lvl="0" marL="68580" rtl="0" algn="l">
              <a:spcBef>
                <a:spcPts val="400"/>
              </a:spcBef>
              <a:spcAft>
                <a:spcPts val="0"/>
              </a:spcAft>
              <a:buSzPts val="1520"/>
              <a:buNone/>
            </a:pPr>
            <a:r>
              <a:rPr b="1" lang="en-IN" sz="2000"/>
              <a:t>Step 5:		Set PTR=PTR-&gt;LINK</a:t>
            </a:r>
            <a:endParaRPr/>
          </a:p>
          <a:p>
            <a:pPr indent="0" lvl="0" marL="68580" rtl="0" algn="l">
              <a:spcBef>
                <a:spcPts val="400"/>
              </a:spcBef>
              <a:spcAft>
                <a:spcPts val="0"/>
              </a:spcAft>
              <a:buSzPts val="1520"/>
              <a:buNone/>
            </a:pPr>
            <a:r>
              <a:rPr b="1" lang="en-IN" sz="2000"/>
              <a:t>[End of Loop]</a:t>
            </a:r>
            <a:br>
              <a:rPr b="1" lang="en-IN" sz="2000"/>
            </a:br>
            <a:r>
              <a:rPr b="1" lang="en-IN" sz="2000"/>
              <a:t>Step 6:Print COUNT</a:t>
            </a:r>
            <a:endParaRPr/>
          </a:p>
          <a:p>
            <a:pPr indent="0" lvl="0" marL="68580" rtl="0" algn="l">
              <a:spcBef>
                <a:spcPts val="400"/>
              </a:spcBef>
              <a:spcAft>
                <a:spcPts val="0"/>
              </a:spcAft>
              <a:buSzPts val="1520"/>
              <a:buNone/>
            </a:pPr>
            <a:r>
              <a:rPr b="1" lang="en-IN" sz="2000"/>
              <a:t>Step 7:EXIT</a:t>
            </a:r>
            <a:endParaRPr b="1" sz="2000"/>
          </a:p>
          <a:p>
            <a:pPr indent="0" lvl="0" marL="68580" rtl="0" algn="l">
              <a:spcBef>
                <a:spcPts val="400"/>
              </a:spcBef>
              <a:spcAft>
                <a:spcPts val="0"/>
              </a:spcAft>
              <a:buSzPts val="1520"/>
              <a:buNone/>
            </a:pPr>
            <a:r>
              <a:t/>
            </a:r>
            <a:endParaRPr b="1" sz="2000"/>
          </a:p>
        </p:txBody>
      </p:sp>
      <p:sp>
        <p:nvSpPr>
          <p:cNvPr id="858" name="Google Shape;858;p6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59" name="Google Shape;859;p6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60" name="Google Shape;860;p6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6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Searching a Linked List</a:t>
            </a:r>
            <a:endParaRPr/>
          </a:p>
        </p:txBody>
      </p:sp>
      <p:sp>
        <p:nvSpPr>
          <p:cNvPr id="867" name="Google Shape;867;p69"/>
          <p:cNvSpPr txBox="1"/>
          <p:nvPr>
            <p:ph idx="1" type="body"/>
          </p:nvPr>
        </p:nvSpPr>
        <p:spPr>
          <a:xfrm>
            <a:off x="755576" y="1315540"/>
            <a:ext cx="6777317"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First traverse the linked list </a:t>
            </a:r>
            <a:endParaRPr/>
          </a:p>
          <a:p>
            <a:pPr indent="-274320" lvl="0" marL="342900" rtl="0" algn="l">
              <a:spcBef>
                <a:spcPts val="400"/>
              </a:spcBef>
              <a:spcAft>
                <a:spcPts val="0"/>
              </a:spcAft>
              <a:buSzPts val="1520"/>
              <a:buChar char="🞇"/>
            </a:pPr>
            <a:r>
              <a:rPr lang="en-IN" sz="2000"/>
              <a:t>While traversing compare the info part of each element with the given element</a:t>
            </a:r>
            <a:endParaRPr sz="2000"/>
          </a:p>
        </p:txBody>
      </p:sp>
      <p:sp>
        <p:nvSpPr>
          <p:cNvPr id="868" name="Google Shape;868;p6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69" name="Google Shape;869;p6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70" name="Google Shape;870;p6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70"/>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Searching a Linked List</a:t>
            </a:r>
            <a:endParaRPr/>
          </a:p>
        </p:txBody>
      </p:sp>
      <p:sp>
        <p:nvSpPr>
          <p:cNvPr id="877" name="Google Shape;877;p70"/>
          <p:cNvSpPr txBox="1"/>
          <p:nvPr>
            <p:ph idx="1" type="body"/>
          </p:nvPr>
        </p:nvSpPr>
        <p:spPr>
          <a:xfrm>
            <a:off x="539552" y="1315540"/>
            <a:ext cx="8424936" cy="4705748"/>
          </a:xfrm>
          <a:prstGeom prst="rect">
            <a:avLst/>
          </a:prstGeom>
          <a:noFill/>
          <a:ln>
            <a:noFill/>
          </a:ln>
        </p:spPr>
        <p:txBody>
          <a:bodyPr anchorCtr="0" anchor="t" bIns="45700" lIns="91425" spcFirstLastPara="1" rIns="91425" wrap="square" tIns="45700">
            <a:normAutofit fontScale="85000" lnSpcReduction="20000"/>
          </a:bodyPr>
          <a:lstStyle/>
          <a:p>
            <a:pPr indent="0" lvl="0" marL="68580" rtl="0" algn="l">
              <a:spcBef>
                <a:spcPts val="0"/>
              </a:spcBef>
              <a:spcAft>
                <a:spcPts val="0"/>
              </a:spcAft>
              <a:buSzPct val="76000"/>
              <a:buNone/>
            </a:pPr>
            <a:r>
              <a:rPr b="1" lang="en-IN" sz="2000"/>
              <a:t>search(int data)</a:t>
            </a:r>
            <a:endParaRPr/>
          </a:p>
          <a:p>
            <a:pPr indent="0" lvl="0" marL="68580" rtl="0" algn="l">
              <a:spcBef>
                <a:spcPts val="340"/>
              </a:spcBef>
              <a:spcAft>
                <a:spcPts val="0"/>
              </a:spcAft>
              <a:buSzPct val="76000"/>
              <a:buNone/>
            </a:pPr>
            <a:r>
              <a:rPr b="1" lang="en-IN" sz="2000"/>
              <a:t>{</a:t>
            </a:r>
            <a:endParaRPr/>
          </a:p>
          <a:p>
            <a:pPr indent="0" lvl="0" marL="68580" rtl="0" algn="l">
              <a:spcBef>
                <a:spcPts val="340"/>
              </a:spcBef>
              <a:spcAft>
                <a:spcPts val="0"/>
              </a:spcAft>
              <a:buSzPct val="76000"/>
              <a:buNone/>
            </a:pPr>
            <a:r>
              <a:rPr b="1" lang="en-IN" sz="2000"/>
              <a:t>	struct node *ptr = start;</a:t>
            </a:r>
            <a:endParaRPr/>
          </a:p>
          <a:p>
            <a:pPr indent="0" lvl="0" marL="68580" rtl="0" algn="l">
              <a:spcBef>
                <a:spcPts val="340"/>
              </a:spcBef>
              <a:spcAft>
                <a:spcPts val="0"/>
              </a:spcAft>
              <a:buSzPct val="76000"/>
              <a:buNone/>
            </a:pPr>
            <a:r>
              <a:rPr b="1" lang="en-IN" sz="2000"/>
              <a:t>	int pos = 1;</a:t>
            </a:r>
            <a:endParaRPr/>
          </a:p>
          <a:p>
            <a:pPr indent="0" lvl="0" marL="68580" rtl="0" algn="l">
              <a:spcBef>
                <a:spcPts val="340"/>
              </a:spcBef>
              <a:spcAft>
                <a:spcPts val="0"/>
              </a:spcAft>
              <a:buSzPct val="76000"/>
              <a:buNone/>
            </a:pPr>
            <a:r>
              <a:rPr b="1" lang="en-IN" sz="2000"/>
              <a:t>	while(ptr!=NULL)</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if(ptr-&gt;info==data)</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printf("Item %d found at position %d\n",data,pos);</a:t>
            </a:r>
            <a:endParaRPr/>
          </a:p>
          <a:p>
            <a:pPr indent="0" lvl="0" marL="68580" rtl="0" algn="l">
              <a:spcBef>
                <a:spcPts val="340"/>
              </a:spcBef>
              <a:spcAft>
                <a:spcPts val="0"/>
              </a:spcAft>
              <a:buSzPct val="76000"/>
              <a:buNone/>
            </a:pPr>
            <a:r>
              <a:rPr b="1" lang="en-IN" sz="2000"/>
              <a:t>			return;</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ptr = ptr-&gt;link;</a:t>
            </a:r>
            <a:endParaRPr/>
          </a:p>
          <a:p>
            <a:pPr indent="0" lvl="0" marL="68580" rtl="0" algn="l">
              <a:spcBef>
                <a:spcPts val="340"/>
              </a:spcBef>
              <a:spcAft>
                <a:spcPts val="0"/>
              </a:spcAft>
              <a:buSzPct val="76000"/>
              <a:buNone/>
            </a:pPr>
            <a:r>
              <a:rPr b="1" lang="en-IN" sz="2000"/>
              <a:t>		pos++;</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if(ptr == NULL)</a:t>
            </a:r>
            <a:endParaRPr/>
          </a:p>
          <a:p>
            <a:pPr indent="0" lvl="0" marL="68580" rtl="0" algn="l">
              <a:spcBef>
                <a:spcPts val="340"/>
              </a:spcBef>
              <a:spcAft>
                <a:spcPts val="0"/>
              </a:spcAft>
              <a:buSzPct val="76000"/>
              <a:buNone/>
            </a:pPr>
            <a:r>
              <a:rPr b="1" lang="en-IN" sz="2000"/>
              <a:t>		printf("Item %d not found in list\n",data);</a:t>
            </a:r>
            <a:endParaRPr/>
          </a:p>
          <a:p>
            <a:pPr indent="0" lvl="0" marL="68580" rtl="0" algn="l">
              <a:spcBef>
                <a:spcPts val="340"/>
              </a:spcBef>
              <a:spcAft>
                <a:spcPts val="0"/>
              </a:spcAft>
              <a:buSzPct val="76000"/>
              <a:buNone/>
            </a:pPr>
            <a:r>
              <a:rPr b="1" lang="en-IN" sz="2000"/>
              <a:t>}/*End of search()*/</a:t>
            </a:r>
            <a:endParaRPr/>
          </a:p>
          <a:p>
            <a:pPr indent="0" lvl="0" marL="68580" rtl="0" algn="l">
              <a:spcBef>
                <a:spcPts val="340"/>
              </a:spcBef>
              <a:spcAft>
                <a:spcPts val="0"/>
              </a:spcAft>
              <a:buSzPct val="76000"/>
              <a:buNone/>
            </a:pPr>
            <a:r>
              <a:t/>
            </a:r>
            <a:endParaRPr b="1" sz="2000"/>
          </a:p>
        </p:txBody>
      </p:sp>
      <p:sp>
        <p:nvSpPr>
          <p:cNvPr id="878" name="Google Shape;878;p7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79" name="Google Shape;879;p7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80" name="Google Shape;880;p7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1"/>
          <p:cNvSpPr txBox="1"/>
          <p:nvPr>
            <p:ph type="title"/>
          </p:nvPr>
        </p:nvSpPr>
        <p:spPr>
          <a:xfrm>
            <a:off x="611560" y="69269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Searching a Linked List</a:t>
            </a:r>
            <a:endParaRPr b="1" sz="2400"/>
          </a:p>
        </p:txBody>
      </p:sp>
      <p:sp>
        <p:nvSpPr>
          <p:cNvPr id="887" name="Google Shape;887;p71"/>
          <p:cNvSpPr txBox="1"/>
          <p:nvPr>
            <p:ph idx="1" type="body"/>
          </p:nvPr>
        </p:nvSpPr>
        <p:spPr>
          <a:xfrm>
            <a:off x="611560" y="1268760"/>
            <a:ext cx="7992888" cy="3913660"/>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1:[INITIALIZE] SET POSITION=1</a:t>
            </a:r>
            <a:endParaRPr b="1" sz="2000"/>
          </a:p>
          <a:p>
            <a:pPr indent="0" lvl="0" marL="68580" rtl="0" algn="l">
              <a:spcBef>
                <a:spcPts val="400"/>
              </a:spcBef>
              <a:spcAft>
                <a:spcPts val="0"/>
              </a:spcAft>
              <a:buSzPts val="1520"/>
              <a:buNone/>
            </a:pPr>
            <a:r>
              <a:rPr b="1" lang="en-IN" sz="2000"/>
              <a:t>Step 2:[INITIALIZE] SET PTR=START</a:t>
            </a:r>
            <a:endParaRPr/>
          </a:p>
          <a:p>
            <a:pPr indent="0" lvl="0" marL="68580" rtl="0" algn="l">
              <a:spcBef>
                <a:spcPts val="400"/>
              </a:spcBef>
              <a:spcAft>
                <a:spcPts val="0"/>
              </a:spcAft>
              <a:buSzPts val="1520"/>
              <a:buNone/>
            </a:pPr>
            <a:r>
              <a:rPr b="1" lang="en-IN" sz="2000"/>
              <a:t>Step 3: Repeat Step 4 while PTR!=NULL</a:t>
            </a:r>
            <a:br>
              <a:rPr b="1" lang="en-IN" sz="2000"/>
            </a:br>
            <a:r>
              <a:rPr b="1" lang="en-IN" sz="2000"/>
              <a:t>Step 4:		If DATA=PTR-&gt;INFO</a:t>
            </a:r>
            <a:endParaRPr/>
          </a:p>
          <a:p>
            <a:pPr indent="0" lvl="0" marL="68580" rtl="0" algn="l">
              <a:spcBef>
                <a:spcPts val="400"/>
              </a:spcBef>
              <a:spcAft>
                <a:spcPts val="0"/>
              </a:spcAft>
              <a:buSzPts val="1520"/>
              <a:buNone/>
            </a:pPr>
            <a:r>
              <a:rPr b="1" lang="en-IN" sz="2000"/>
              <a:t>			Print POSITION</a:t>
            </a:r>
            <a:endParaRPr/>
          </a:p>
          <a:p>
            <a:pPr indent="0" lvl="0" marL="68580" rtl="0" algn="l">
              <a:spcBef>
                <a:spcPts val="400"/>
              </a:spcBef>
              <a:spcAft>
                <a:spcPts val="0"/>
              </a:spcAft>
              <a:buSzPts val="1520"/>
              <a:buNone/>
            </a:pPr>
            <a:r>
              <a:rPr b="1" lang="en-IN" sz="2000"/>
              <a:t>			Exit</a:t>
            </a:r>
            <a:endParaRPr/>
          </a:p>
          <a:p>
            <a:pPr indent="0" lvl="0" marL="68580" rtl="0" algn="l">
              <a:spcBef>
                <a:spcPts val="400"/>
              </a:spcBef>
              <a:spcAft>
                <a:spcPts val="0"/>
              </a:spcAft>
              <a:buSzPts val="1520"/>
              <a:buNone/>
            </a:pPr>
            <a:r>
              <a:rPr b="1" lang="en-IN" sz="2000"/>
              <a:t>		[End of If]</a:t>
            </a:r>
            <a:endParaRPr/>
          </a:p>
          <a:p>
            <a:pPr indent="0" lvl="0" marL="68580" rtl="0" algn="l">
              <a:spcBef>
                <a:spcPts val="400"/>
              </a:spcBef>
              <a:spcAft>
                <a:spcPts val="0"/>
              </a:spcAft>
              <a:buSzPts val="1520"/>
              <a:buNone/>
            </a:pPr>
            <a:r>
              <a:rPr b="1" lang="en-IN" sz="2000"/>
              <a:t>		Set PTR=PTR-&gt;LINK</a:t>
            </a:r>
            <a:endParaRPr/>
          </a:p>
          <a:p>
            <a:pPr indent="0" lvl="0" marL="68580" rtl="0" algn="l">
              <a:spcBef>
                <a:spcPts val="400"/>
              </a:spcBef>
              <a:spcAft>
                <a:spcPts val="0"/>
              </a:spcAft>
              <a:buSzPts val="1520"/>
              <a:buNone/>
            </a:pPr>
            <a:r>
              <a:rPr b="1" lang="en-IN" sz="2000"/>
              <a:t>		Set POSITION=POSITION +1</a:t>
            </a:r>
            <a:endParaRPr/>
          </a:p>
          <a:p>
            <a:pPr indent="0" lvl="0" marL="68580" rtl="0" algn="l">
              <a:spcBef>
                <a:spcPts val="400"/>
              </a:spcBef>
              <a:spcAft>
                <a:spcPts val="0"/>
              </a:spcAft>
              <a:buSzPts val="1520"/>
              <a:buNone/>
            </a:pPr>
            <a:r>
              <a:rPr b="1" lang="en-IN" sz="2000"/>
              <a:t>	[End of Loop]</a:t>
            </a:r>
            <a:br>
              <a:rPr b="1" lang="en-IN" sz="2000"/>
            </a:br>
            <a:r>
              <a:rPr b="1" lang="en-IN" sz="2000"/>
              <a:t>Step 5:If PTR=NULL</a:t>
            </a:r>
            <a:endParaRPr/>
          </a:p>
          <a:p>
            <a:pPr indent="0" lvl="0" marL="68580" rtl="0" algn="l">
              <a:spcBef>
                <a:spcPts val="400"/>
              </a:spcBef>
              <a:spcAft>
                <a:spcPts val="0"/>
              </a:spcAft>
              <a:buSzPts val="1520"/>
              <a:buNone/>
            </a:pPr>
            <a:r>
              <a:rPr b="1" lang="en-IN" sz="2000"/>
              <a:t>		Print Search Unsuccessful</a:t>
            </a:r>
            <a:endParaRPr/>
          </a:p>
          <a:p>
            <a:pPr indent="0" lvl="0" marL="68580" rtl="0" algn="l">
              <a:spcBef>
                <a:spcPts val="400"/>
              </a:spcBef>
              <a:spcAft>
                <a:spcPts val="0"/>
              </a:spcAft>
              <a:buSzPts val="1520"/>
              <a:buNone/>
            </a:pPr>
            <a:r>
              <a:rPr b="1" lang="en-IN" sz="2000"/>
              <a:t>	[End of If]</a:t>
            </a:r>
            <a:endParaRPr/>
          </a:p>
          <a:p>
            <a:pPr indent="0" lvl="0" marL="68580" rtl="0" algn="l">
              <a:spcBef>
                <a:spcPts val="400"/>
              </a:spcBef>
              <a:spcAft>
                <a:spcPts val="0"/>
              </a:spcAft>
              <a:buSzPts val="1520"/>
              <a:buNone/>
            </a:pPr>
            <a:r>
              <a:rPr b="1" lang="en-IN" sz="2000"/>
              <a:t>Step 6: Exit</a:t>
            </a:r>
            <a:endParaRPr/>
          </a:p>
        </p:txBody>
      </p:sp>
      <p:sp>
        <p:nvSpPr>
          <p:cNvPr id="888" name="Google Shape;888;p7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89" name="Google Shape;889;p7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90" name="Google Shape;890;p7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2"/>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Insertion into a Linked List</a:t>
            </a:r>
            <a:endParaRPr/>
          </a:p>
        </p:txBody>
      </p:sp>
      <p:sp>
        <p:nvSpPr>
          <p:cNvPr id="897" name="Google Shape;897;p72"/>
          <p:cNvSpPr txBox="1"/>
          <p:nvPr>
            <p:ph idx="1" type="body"/>
          </p:nvPr>
        </p:nvSpPr>
        <p:spPr>
          <a:xfrm>
            <a:off x="755576" y="1315540"/>
            <a:ext cx="6777317"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Insertion is possible in two ways:</a:t>
            </a:r>
            <a:endParaRPr/>
          </a:p>
          <a:p>
            <a:pPr indent="-274320" lvl="1" marL="640080" rtl="0" algn="l">
              <a:spcBef>
                <a:spcPts val="360"/>
              </a:spcBef>
              <a:spcAft>
                <a:spcPts val="0"/>
              </a:spcAft>
              <a:buSzPts val="1368"/>
              <a:buChar char="🞇"/>
            </a:pPr>
            <a:r>
              <a:rPr lang="en-IN" sz="1800"/>
              <a:t>Insertion at Beginning</a:t>
            </a:r>
            <a:endParaRPr/>
          </a:p>
          <a:p>
            <a:pPr indent="-274320" lvl="1" marL="640080" rtl="0" algn="l">
              <a:spcBef>
                <a:spcPts val="360"/>
              </a:spcBef>
              <a:spcAft>
                <a:spcPts val="0"/>
              </a:spcAft>
              <a:buSzPts val="1368"/>
              <a:buChar char="🞇"/>
            </a:pPr>
            <a:r>
              <a:rPr lang="en-IN" sz="1800"/>
              <a:t>Insertion in Between</a:t>
            </a:r>
            <a:endParaRPr sz="1800"/>
          </a:p>
        </p:txBody>
      </p:sp>
      <p:sp>
        <p:nvSpPr>
          <p:cNvPr id="898" name="Google Shape;898;p7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899" name="Google Shape;899;p7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00" name="Google Shape;900;p7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7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1- Insertion at Beginning</a:t>
            </a:r>
            <a:endParaRPr b="1"/>
          </a:p>
        </p:txBody>
      </p:sp>
      <p:sp>
        <p:nvSpPr>
          <p:cNvPr id="907" name="Google Shape;907;p73"/>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t/>
            </a:r>
            <a:endParaRPr b="1" sz="1800"/>
          </a:p>
        </p:txBody>
      </p:sp>
      <p:pic>
        <p:nvPicPr>
          <p:cNvPr id="908" name="Google Shape;908;p73"/>
          <p:cNvPicPr preferRelativeResize="0"/>
          <p:nvPr/>
        </p:nvPicPr>
        <p:blipFill rotWithShape="1">
          <a:blip r:embed="rId3">
            <a:alphaModFix/>
          </a:blip>
          <a:srcRect b="0" l="0" r="0" t="0"/>
          <a:stretch/>
        </p:blipFill>
        <p:spPr>
          <a:xfrm>
            <a:off x="995139" y="1988840"/>
            <a:ext cx="7249269" cy="3384376"/>
          </a:xfrm>
          <a:prstGeom prst="rect">
            <a:avLst/>
          </a:prstGeom>
          <a:noFill/>
          <a:ln>
            <a:noFill/>
          </a:ln>
        </p:spPr>
      </p:pic>
      <p:sp>
        <p:nvSpPr>
          <p:cNvPr id="909" name="Google Shape;909;p7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10" name="Google Shape;910;p7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11" name="Google Shape;911;p7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74"/>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1- Insertion at Beginning</a:t>
            </a:r>
            <a:endParaRPr b="1"/>
          </a:p>
        </p:txBody>
      </p:sp>
      <p:sp>
        <p:nvSpPr>
          <p:cNvPr id="918" name="Google Shape;918;p74"/>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t/>
            </a:r>
            <a:endParaRPr b="1" sz="1800"/>
          </a:p>
        </p:txBody>
      </p:sp>
      <p:pic>
        <p:nvPicPr>
          <p:cNvPr id="919" name="Google Shape;919;p74"/>
          <p:cNvPicPr preferRelativeResize="0"/>
          <p:nvPr/>
        </p:nvPicPr>
        <p:blipFill rotWithShape="1">
          <a:blip r:embed="rId3">
            <a:alphaModFix/>
          </a:blip>
          <a:srcRect b="0" l="0" r="0" t="0"/>
          <a:stretch/>
        </p:blipFill>
        <p:spPr>
          <a:xfrm>
            <a:off x="827584" y="1302320"/>
            <a:ext cx="7249269" cy="1944216"/>
          </a:xfrm>
          <a:prstGeom prst="rect">
            <a:avLst/>
          </a:prstGeom>
          <a:noFill/>
          <a:ln>
            <a:noFill/>
          </a:ln>
        </p:spPr>
      </p:pic>
      <p:sp>
        <p:nvSpPr>
          <p:cNvPr id="920" name="Google Shape;920;p7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21" name="Google Shape;921;p7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22" name="Google Shape;922;p7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23" name="Google Shape;923;p74"/>
          <p:cNvSpPr/>
          <p:nvPr/>
        </p:nvSpPr>
        <p:spPr>
          <a:xfrm>
            <a:off x="397069" y="3573016"/>
            <a:ext cx="8493031" cy="18158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CREATE THE NEW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NEW NODE TO THE OLD FIRST NODE </a:t>
            </a:r>
            <a:endParaRPr b="1" sz="2800" cap="none">
              <a:solidFill>
                <a:schemeClr val="accent1"/>
              </a:solidFill>
              <a:latin typeface="Century Gothic"/>
              <a:ea typeface="Century Gothic"/>
              <a:cs typeface="Century Gothic"/>
              <a:sym typeface="Century Gothic"/>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THE START POINTER TO THE NEW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75"/>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Case 1- Insertion at Beginning</a:t>
            </a:r>
            <a:endParaRPr b="1" sz="2800"/>
          </a:p>
        </p:txBody>
      </p:sp>
      <p:pic>
        <p:nvPicPr>
          <p:cNvPr descr="https://codeoptimus.files.wordpress.com/2013/01/313.gif" id="930" name="Google Shape;930;p75"/>
          <p:cNvPicPr preferRelativeResize="0"/>
          <p:nvPr/>
        </p:nvPicPr>
        <p:blipFill rotWithShape="1">
          <a:blip r:embed="rId3">
            <a:alphaModFix/>
          </a:blip>
          <a:srcRect b="29306" l="0" r="0" t="0"/>
          <a:stretch/>
        </p:blipFill>
        <p:spPr>
          <a:xfrm>
            <a:off x="683568" y="908720"/>
            <a:ext cx="5976664" cy="1942415"/>
          </a:xfrm>
          <a:prstGeom prst="rect">
            <a:avLst/>
          </a:prstGeom>
          <a:noFill/>
          <a:ln>
            <a:noFill/>
          </a:ln>
        </p:spPr>
      </p:pic>
      <p:sp>
        <p:nvSpPr>
          <p:cNvPr id="931" name="Google Shape;931;p7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32" name="Google Shape;932;p7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33" name="Google Shape;933;p7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34" name="Google Shape;934;p75"/>
          <p:cNvSpPr txBox="1"/>
          <p:nvPr>
            <p:ph idx="1" type="body"/>
          </p:nvPr>
        </p:nvSpPr>
        <p:spPr>
          <a:xfrm>
            <a:off x="899592" y="2851135"/>
            <a:ext cx="6777317" cy="11074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b="1" lang="en-IN"/>
              <a:t>Order?</a:t>
            </a:r>
            <a:endParaRPr b="1"/>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76"/>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Case 1- Insertion at Beginning</a:t>
            </a:r>
            <a:endParaRPr b="1" sz="2800"/>
          </a:p>
        </p:txBody>
      </p:sp>
      <p:pic>
        <p:nvPicPr>
          <p:cNvPr descr="https://codeoptimus.files.wordpress.com/2013/01/313.gif" id="941" name="Google Shape;941;p76"/>
          <p:cNvPicPr preferRelativeResize="0"/>
          <p:nvPr/>
        </p:nvPicPr>
        <p:blipFill rotWithShape="1">
          <a:blip r:embed="rId3">
            <a:alphaModFix/>
          </a:blip>
          <a:srcRect b="29306" l="0" r="0" t="0"/>
          <a:stretch/>
        </p:blipFill>
        <p:spPr>
          <a:xfrm>
            <a:off x="683568" y="908720"/>
            <a:ext cx="5976664" cy="1942415"/>
          </a:xfrm>
          <a:prstGeom prst="rect">
            <a:avLst/>
          </a:prstGeom>
          <a:noFill/>
          <a:ln>
            <a:noFill/>
          </a:ln>
        </p:spPr>
      </p:pic>
      <p:sp>
        <p:nvSpPr>
          <p:cNvPr id="942" name="Google Shape;942;p7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43" name="Google Shape;943;p7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44" name="Google Shape;944;p7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45" name="Google Shape;945;p76"/>
          <p:cNvSpPr txBox="1"/>
          <p:nvPr>
            <p:ph idx="1" type="body"/>
          </p:nvPr>
        </p:nvSpPr>
        <p:spPr>
          <a:xfrm>
            <a:off x="899592" y="2851135"/>
            <a:ext cx="6777317" cy="11074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b="1" lang="en-IN"/>
              <a:t>Order?</a:t>
            </a:r>
            <a:endParaRPr b="1"/>
          </a:p>
        </p:txBody>
      </p:sp>
      <p:sp>
        <p:nvSpPr>
          <p:cNvPr id="946" name="Google Shape;946;p76"/>
          <p:cNvSpPr txBox="1"/>
          <p:nvPr/>
        </p:nvSpPr>
        <p:spPr>
          <a:xfrm>
            <a:off x="2555776" y="177281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1</a:t>
            </a:r>
            <a:endParaRPr b="1" sz="2400">
              <a:solidFill>
                <a:schemeClr val="accent6"/>
              </a:solidFill>
              <a:latin typeface="Century Gothic"/>
              <a:ea typeface="Century Gothic"/>
              <a:cs typeface="Century Gothic"/>
              <a:sym typeface="Century Gothic"/>
            </a:endParaRPr>
          </a:p>
        </p:txBody>
      </p:sp>
      <p:sp>
        <p:nvSpPr>
          <p:cNvPr id="947" name="Google Shape;947;p76"/>
          <p:cNvSpPr txBox="1"/>
          <p:nvPr/>
        </p:nvSpPr>
        <p:spPr>
          <a:xfrm>
            <a:off x="539552" y="177281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2</a:t>
            </a:r>
            <a:endParaRPr b="1" sz="2400">
              <a:solidFill>
                <a:schemeClr val="accent6"/>
              </a:solidFill>
              <a:latin typeface="Century Gothic"/>
              <a:ea typeface="Century Gothic"/>
              <a:cs typeface="Century Gothic"/>
              <a:sym typeface="Century Gothic"/>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7"/>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1- Insertion at Beginning</a:t>
            </a:r>
            <a:endParaRPr b="1"/>
          </a:p>
        </p:txBody>
      </p:sp>
      <p:sp>
        <p:nvSpPr>
          <p:cNvPr id="954" name="Google Shape;954;p77"/>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Lets say tmp is the pointer which points to the node that has to be inserted</a:t>
            </a:r>
            <a:endParaRPr/>
          </a:p>
          <a:p>
            <a:pPr indent="-274320" lvl="0" marL="342900" rtl="0" algn="l">
              <a:spcBef>
                <a:spcPts val="400"/>
              </a:spcBef>
              <a:spcAft>
                <a:spcPts val="0"/>
              </a:spcAft>
              <a:buSzPts val="1520"/>
              <a:buChar char="🞇"/>
            </a:pPr>
            <a:r>
              <a:rPr lang="en-IN" sz="2000"/>
              <a:t>Assign data to the new node</a:t>
            </a:r>
            <a:endParaRPr/>
          </a:p>
          <a:p>
            <a:pPr indent="0" lvl="0" marL="68580" rtl="0" algn="l">
              <a:spcBef>
                <a:spcPts val="400"/>
              </a:spcBef>
              <a:spcAft>
                <a:spcPts val="0"/>
              </a:spcAft>
              <a:buSzPts val="1520"/>
              <a:buNone/>
            </a:pPr>
            <a:r>
              <a:rPr lang="en-IN" sz="2000"/>
              <a:t>		</a:t>
            </a:r>
            <a:r>
              <a:rPr lang="en-IN" sz="1800"/>
              <a:t> </a:t>
            </a:r>
            <a:r>
              <a:rPr b="1" lang="en-IN" sz="1800"/>
              <a:t>tmp-&gt;info=data;</a:t>
            </a:r>
            <a:endParaRPr b="1" sz="1800"/>
          </a:p>
          <a:p>
            <a:pPr indent="-274320" lvl="0" marL="342900" rtl="0" algn="l">
              <a:spcBef>
                <a:spcPts val="360"/>
              </a:spcBef>
              <a:spcAft>
                <a:spcPts val="0"/>
              </a:spcAft>
              <a:buSzPts val="1368"/>
              <a:buChar char="🞇"/>
            </a:pPr>
            <a:r>
              <a:rPr lang="en-IN" sz="1800"/>
              <a:t>Start points to the first element of linked list </a:t>
            </a:r>
            <a:endParaRPr/>
          </a:p>
          <a:p>
            <a:pPr indent="-274320" lvl="0" marL="342900" rtl="0" algn="l">
              <a:spcBef>
                <a:spcPts val="360"/>
              </a:spcBef>
              <a:spcAft>
                <a:spcPts val="0"/>
              </a:spcAft>
              <a:buSzPts val="1368"/>
              <a:buChar char="🞇"/>
            </a:pPr>
            <a:r>
              <a:rPr lang="en-IN" sz="1800"/>
              <a:t>Assign the value of start to the link part of the inserted node as</a:t>
            </a:r>
            <a:endParaRPr sz="1600"/>
          </a:p>
          <a:p>
            <a:pPr indent="0" lvl="0" marL="68580" rtl="0" algn="l">
              <a:spcBef>
                <a:spcPts val="360"/>
              </a:spcBef>
              <a:spcAft>
                <a:spcPts val="0"/>
              </a:spcAft>
              <a:buSzPts val="1368"/>
              <a:buNone/>
            </a:pPr>
            <a:r>
              <a:rPr lang="en-IN" sz="1800"/>
              <a:t>		</a:t>
            </a:r>
            <a:r>
              <a:rPr b="1" lang="en-IN" sz="1800"/>
              <a:t>tmp-&gt;link=start;</a:t>
            </a:r>
            <a:endParaRPr/>
          </a:p>
          <a:p>
            <a:pPr indent="-274320" lvl="0" marL="342900" rtl="0" algn="l">
              <a:spcBef>
                <a:spcPts val="360"/>
              </a:spcBef>
              <a:spcAft>
                <a:spcPts val="0"/>
              </a:spcAft>
              <a:buSzPts val="1368"/>
              <a:buChar char="🞇"/>
            </a:pPr>
            <a:r>
              <a:rPr lang="en-IN" sz="1800"/>
              <a:t>Now inserted node points beginning of the linked list.</a:t>
            </a:r>
            <a:endParaRPr/>
          </a:p>
          <a:p>
            <a:pPr indent="-274320" lvl="0" marL="342900" rtl="0" algn="l">
              <a:spcBef>
                <a:spcPts val="360"/>
              </a:spcBef>
              <a:spcAft>
                <a:spcPts val="0"/>
              </a:spcAft>
              <a:buSzPts val="1368"/>
              <a:buChar char="🞇"/>
            </a:pPr>
            <a:r>
              <a:rPr lang="en-IN" sz="1800"/>
              <a:t>To make  the newly inserted node the first node of the linked list:</a:t>
            </a:r>
            <a:endParaRPr/>
          </a:p>
          <a:p>
            <a:pPr indent="0" lvl="0" marL="68580" rtl="0" algn="l">
              <a:spcBef>
                <a:spcPts val="360"/>
              </a:spcBef>
              <a:spcAft>
                <a:spcPts val="0"/>
              </a:spcAft>
              <a:buSzPts val="1368"/>
              <a:buNone/>
            </a:pPr>
            <a:r>
              <a:rPr b="1" lang="en-IN" sz="1800"/>
              <a:t>		start=temp</a:t>
            </a:r>
            <a:endParaRPr/>
          </a:p>
        </p:txBody>
      </p:sp>
      <p:pic>
        <p:nvPicPr>
          <p:cNvPr descr="https://codeoptimus.files.wordpress.com/2013/01/313.gif" id="955" name="Google Shape;955;p77"/>
          <p:cNvPicPr preferRelativeResize="0"/>
          <p:nvPr/>
        </p:nvPicPr>
        <p:blipFill rotWithShape="1">
          <a:blip r:embed="rId3">
            <a:alphaModFix/>
          </a:blip>
          <a:srcRect b="29306" l="0" r="0" t="0"/>
          <a:stretch/>
        </p:blipFill>
        <p:spPr>
          <a:xfrm>
            <a:off x="1115616" y="5182197"/>
            <a:ext cx="5760639" cy="983107"/>
          </a:xfrm>
          <a:prstGeom prst="rect">
            <a:avLst/>
          </a:prstGeom>
          <a:noFill/>
          <a:ln>
            <a:noFill/>
          </a:ln>
        </p:spPr>
      </p:pic>
      <p:sp>
        <p:nvSpPr>
          <p:cNvPr id="956" name="Google Shape;956;p7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57" name="Google Shape;957;p7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58" name="Google Shape;958;p7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8"/>
          <p:cNvSpPr txBox="1"/>
          <p:nvPr>
            <p:ph type="title"/>
          </p:nvPr>
        </p:nvSpPr>
        <p:spPr>
          <a:xfrm>
            <a:off x="611560" y="955656"/>
            <a:ext cx="770485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Insertion at Beginning in a Linked List</a:t>
            </a:r>
            <a:endParaRPr b="1" sz="2400"/>
          </a:p>
        </p:txBody>
      </p:sp>
      <p:sp>
        <p:nvSpPr>
          <p:cNvPr id="965" name="Google Shape;965;p78"/>
          <p:cNvSpPr txBox="1"/>
          <p:nvPr>
            <p:ph idx="1" type="body"/>
          </p:nvPr>
        </p:nvSpPr>
        <p:spPr>
          <a:xfrm>
            <a:off x="1043608" y="1556792"/>
            <a:ext cx="6984776" cy="434570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b="1" lang="en-IN" sz="2000"/>
              <a:t>First check whether Memory is available  for the new node.</a:t>
            </a:r>
            <a:endParaRPr/>
          </a:p>
          <a:p>
            <a:pPr indent="-274320" lvl="0" marL="342900" rtl="0" algn="l">
              <a:spcBef>
                <a:spcPts val="400"/>
              </a:spcBef>
              <a:spcAft>
                <a:spcPts val="0"/>
              </a:spcAft>
              <a:buSzPts val="1520"/>
              <a:buChar char="🞇"/>
            </a:pPr>
            <a:r>
              <a:rPr b="1" lang="en-IN" sz="2000"/>
              <a:t>If the memory has exhausted then an Overflow message is printed</a:t>
            </a:r>
            <a:endParaRPr b="1" sz="2000"/>
          </a:p>
          <a:p>
            <a:pPr indent="-274320" lvl="0" marL="342900" rtl="0" algn="l">
              <a:spcBef>
                <a:spcPts val="400"/>
              </a:spcBef>
              <a:spcAft>
                <a:spcPts val="0"/>
              </a:spcAft>
              <a:buSzPts val="1520"/>
              <a:buChar char="🞇"/>
            </a:pPr>
            <a:r>
              <a:rPr b="1" lang="en-IN" sz="2000"/>
              <a:t>Else We allocate memory for the new node</a:t>
            </a:r>
            <a:endParaRPr b="1" sz="2000"/>
          </a:p>
        </p:txBody>
      </p:sp>
      <p:sp>
        <p:nvSpPr>
          <p:cNvPr id="966" name="Google Shape;966;p7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67" name="Google Shape;967;p7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68" name="Google Shape;968;p7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79"/>
          <p:cNvSpPr txBox="1"/>
          <p:nvPr>
            <p:ph type="title"/>
          </p:nvPr>
        </p:nvSpPr>
        <p:spPr>
          <a:xfrm>
            <a:off x="611560" y="955656"/>
            <a:ext cx="770485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Insertion at Beginning in a Linked List</a:t>
            </a:r>
            <a:endParaRPr b="1" sz="2400"/>
          </a:p>
        </p:txBody>
      </p:sp>
      <p:sp>
        <p:nvSpPr>
          <p:cNvPr id="975" name="Google Shape;975;p79"/>
          <p:cNvSpPr txBox="1"/>
          <p:nvPr>
            <p:ph idx="1" type="body"/>
          </p:nvPr>
        </p:nvSpPr>
        <p:spPr>
          <a:xfrm>
            <a:off x="611560" y="1484784"/>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 Allocate space to TEMP</a:t>
            </a:r>
            <a:endParaRPr b="1" sz="2000"/>
          </a:p>
          <a:p>
            <a:pPr indent="0" lvl="0" marL="68580" rtl="0" algn="l">
              <a:spcBef>
                <a:spcPts val="0"/>
              </a:spcBef>
              <a:spcAft>
                <a:spcPts val="0"/>
              </a:spcAft>
              <a:buSzPts val="1520"/>
              <a:buNone/>
            </a:pPr>
            <a:r>
              <a:rPr b="1" lang="en-IN" sz="2000"/>
              <a:t>Step 2: If TEMP=NULL Then</a:t>
            </a:r>
            <a:endParaRPr/>
          </a:p>
          <a:p>
            <a:pPr indent="0" lvl="0" marL="68580" rtl="0" algn="l">
              <a:spcBef>
                <a:spcPts val="400"/>
              </a:spcBef>
              <a:spcAft>
                <a:spcPts val="0"/>
              </a:spcAft>
              <a:buSzPts val="1520"/>
              <a:buNone/>
            </a:pPr>
            <a:r>
              <a:rPr b="1" lang="en-IN" sz="2000"/>
              <a:t>	WRITE OVERFLOW</a:t>
            </a:r>
            <a:endParaRPr/>
          </a:p>
          <a:p>
            <a:pPr indent="0" lvl="0" marL="68580" rtl="0" algn="l">
              <a:spcBef>
                <a:spcPts val="400"/>
              </a:spcBef>
              <a:spcAft>
                <a:spcPts val="0"/>
              </a:spcAft>
              <a:buSzPts val="1520"/>
              <a:buNone/>
            </a:pPr>
            <a:r>
              <a:rPr b="1" lang="en-IN" sz="2000"/>
              <a:t>	Go to Step 6</a:t>
            </a:r>
            <a:endParaRPr/>
          </a:p>
          <a:p>
            <a:pPr indent="0" lvl="0" marL="68580" rtl="0" algn="l">
              <a:spcBef>
                <a:spcPts val="400"/>
              </a:spcBef>
              <a:spcAft>
                <a:spcPts val="0"/>
              </a:spcAft>
              <a:buSzPts val="1520"/>
              <a:buNone/>
            </a:pPr>
            <a:r>
              <a:rPr b="1" lang="en-IN" sz="2000"/>
              <a:t>	[End of If] </a:t>
            </a:r>
            <a:endParaRPr/>
          </a:p>
          <a:p>
            <a:pPr indent="0" lvl="0" marL="68580" rtl="0" algn="l">
              <a:spcBef>
                <a:spcPts val="400"/>
              </a:spcBef>
              <a:spcAft>
                <a:spcPts val="0"/>
              </a:spcAft>
              <a:buSzPts val="1520"/>
              <a:buNone/>
            </a:pPr>
            <a:r>
              <a:rPr b="1" lang="en-IN" sz="2000"/>
              <a:t>Step 3: Set TEMP-&gt;INFO=DATA</a:t>
            </a:r>
            <a:endParaRPr/>
          </a:p>
          <a:p>
            <a:pPr indent="0" lvl="0" marL="68580" rtl="0" algn="l">
              <a:spcBef>
                <a:spcPts val="400"/>
              </a:spcBef>
              <a:spcAft>
                <a:spcPts val="0"/>
              </a:spcAft>
              <a:buSzPts val="1520"/>
              <a:buNone/>
            </a:pPr>
            <a:r>
              <a:rPr b="1" lang="en-IN" sz="2000"/>
              <a:t>Step 4: Set TEMP-&gt;LINK=START</a:t>
            </a:r>
            <a:endParaRPr/>
          </a:p>
          <a:p>
            <a:pPr indent="0" lvl="0" marL="68580" rtl="0" algn="l">
              <a:spcBef>
                <a:spcPts val="400"/>
              </a:spcBef>
              <a:spcAft>
                <a:spcPts val="0"/>
              </a:spcAft>
              <a:buSzPts val="1520"/>
              <a:buNone/>
            </a:pPr>
            <a:r>
              <a:rPr b="1" lang="en-IN" sz="2000"/>
              <a:t>Step 5 : Set START=TEMP</a:t>
            </a:r>
            <a:endParaRPr/>
          </a:p>
          <a:p>
            <a:pPr indent="0" lvl="0" marL="68580" rtl="0" algn="l">
              <a:spcBef>
                <a:spcPts val="400"/>
              </a:spcBef>
              <a:spcAft>
                <a:spcPts val="0"/>
              </a:spcAft>
              <a:buSzPts val="1520"/>
              <a:buNone/>
            </a:pPr>
            <a:r>
              <a:rPr b="1" lang="en-IN" sz="2000"/>
              <a:t>Step 6 :EXIT</a:t>
            </a:r>
            <a:endParaRPr/>
          </a:p>
          <a:p>
            <a:pPr indent="0" lvl="0" marL="68580" rtl="0" algn="l">
              <a:spcBef>
                <a:spcPts val="400"/>
              </a:spcBef>
              <a:spcAft>
                <a:spcPts val="0"/>
              </a:spcAft>
              <a:buSzPts val="1520"/>
              <a:buNone/>
            </a:pPr>
            <a:r>
              <a:t/>
            </a:r>
            <a:endParaRPr b="1" sz="2000"/>
          </a:p>
        </p:txBody>
      </p:sp>
      <p:sp>
        <p:nvSpPr>
          <p:cNvPr id="976" name="Google Shape;976;p7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77" name="Google Shape;977;p7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78" name="Google Shape;978;p7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81"/>
          <p:cNvSpPr txBox="1"/>
          <p:nvPr>
            <p:ph type="title"/>
          </p:nvPr>
        </p:nvSpPr>
        <p:spPr>
          <a:xfrm>
            <a:off x="643600" y="66762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pic>
        <p:nvPicPr>
          <p:cNvPr descr="https://cdn.slidesharecdn.com/ss_thumbnails/insertioninsinglylinkedlist-170509164604-thumbnail-4.jpg?cb=1494348551" id="985" name="Google Shape;985;p81"/>
          <p:cNvPicPr preferRelativeResize="0"/>
          <p:nvPr>
            <p:ph idx="1" type="body"/>
          </p:nvPr>
        </p:nvPicPr>
        <p:blipFill rotWithShape="1">
          <a:blip r:embed="rId3">
            <a:alphaModFix/>
          </a:blip>
          <a:srcRect b="13773" l="17711" r="16899" t="48009"/>
          <a:stretch/>
        </p:blipFill>
        <p:spPr>
          <a:xfrm>
            <a:off x="1331640" y="1556792"/>
            <a:ext cx="6840760" cy="3888432"/>
          </a:xfrm>
          <a:prstGeom prst="rect">
            <a:avLst/>
          </a:prstGeom>
          <a:noFill/>
          <a:ln>
            <a:noFill/>
          </a:ln>
        </p:spPr>
      </p:pic>
      <p:sp>
        <p:nvSpPr>
          <p:cNvPr id="986" name="Google Shape;986;p8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987" name="Google Shape;987;p8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88" name="Google Shape;988;p8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89" name="Google Shape;989;p81"/>
          <p:cNvSpPr txBox="1"/>
          <p:nvPr/>
        </p:nvSpPr>
        <p:spPr>
          <a:xfrm>
            <a:off x="899592" y="4841795"/>
            <a:ext cx="6777317" cy="1107485"/>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dk2"/>
                </a:solidFill>
                <a:latin typeface="Century Gothic"/>
                <a:ea typeface="Century Gothic"/>
                <a:cs typeface="Century Gothic"/>
                <a:sym typeface="Century Gothic"/>
              </a:rPr>
              <a:t>Order?</a:t>
            </a:r>
            <a:endParaRPr b="1" sz="2400">
              <a:solidFill>
                <a:schemeClr val="dk2"/>
              </a:solidFill>
              <a:latin typeface="Century Gothic"/>
              <a:ea typeface="Century Gothic"/>
              <a:cs typeface="Century Gothic"/>
              <a:sym typeface="Century Gothic"/>
            </a:endParaRPr>
          </a:p>
        </p:txBody>
      </p:sp>
      <p:sp>
        <p:nvSpPr>
          <p:cNvPr id="990" name="Google Shape;990;p81"/>
          <p:cNvSpPr txBox="1"/>
          <p:nvPr/>
        </p:nvSpPr>
        <p:spPr>
          <a:xfrm>
            <a:off x="5508104" y="376347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1</a:t>
            </a:r>
            <a:endParaRPr b="1" sz="2400">
              <a:solidFill>
                <a:schemeClr val="accent6"/>
              </a:solidFill>
              <a:latin typeface="Century Gothic"/>
              <a:ea typeface="Century Gothic"/>
              <a:cs typeface="Century Gothic"/>
              <a:sym typeface="Century Gothic"/>
            </a:endParaRPr>
          </a:p>
        </p:txBody>
      </p:sp>
      <p:sp>
        <p:nvSpPr>
          <p:cNvPr id="991" name="Google Shape;991;p81"/>
          <p:cNvSpPr txBox="1"/>
          <p:nvPr/>
        </p:nvSpPr>
        <p:spPr>
          <a:xfrm>
            <a:off x="3491880" y="376347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2</a:t>
            </a:r>
            <a:endParaRPr b="1" sz="2400">
              <a:solidFill>
                <a:schemeClr val="accent6"/>
              </a:solidFill>
              <a:latin typeface="Century Gothic"/>
              <a:ea typeface="Century Gothic"/>
              <a:cs typeface="Century Gothic"/>
              <a:sym typeface="Century Gothic"/>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82"/>
          <p:cNvSpPr txBox="1"/>
          <p:nvPr>
            <p:ph type="title"/>
          </p:nvPr>
        </p:nvSpPr>
        <p:spPr>
          <a:xfrm>
            <a:off x="643600" y="66762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pic>
        <p:nvPicPr>
          <p:cNvPr descr="https://cdn.slidesharecdn.com/ss_thumbnails/insertioninsinglylinkedlist-170509164604-thumbnail-4.jpg?cb=1494348551" id="998" name="Google Shape;998;p82"/>
          <p:cNvPicPr preferRelativeResize="0"/>
          <p:nvPr>
            <p:ph idx="1" type="body"/>
          </p:nvPr>
        </p:nvPicPr>
        <p:blipFill rotWithShape="1">
          <a:blip r:embed="rId3">
            <a:alphaModFix/>
          </a:blip>
          <a:srcRect b="13773" l="17711" r="16899" t="48009"/>
          <a:stretch/>
        </p:blipFill>
        <p:spPr>
          <a:xfrm>
            <a:off x="1331640" y="1628800"/>
            <a:ext cx="6840760" cy="1440160"/>
          </a:xfrm>
          <a:prstGeom prst="rect">
            <a:avLst/>
          </a:prstGeom>
          <a:noFill/>
          <a:ln>
            <a:noFill/>
          </a:ln>
        </p:spPr>
      </p:pic>
      <p:sp>
        <p:nvSpPr>
          <p:cNvPr id="999" name="Google Shape;999;p8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00" name="Google Shape;1000;p8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01" name="Google Shape;1001;p8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002" name="Google Shape;1002;p82"/>
          <p:cNvSpPr/>
          <p:nvPr/>
        </p:nvSpPr>
        <p:spPr>
          <a:xfrm>
            <a:off x="296102" y="3861048"/>
            <a:ext cx="8220520" cy="18158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CREATE THE NEW NODE ,</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THE NEW NODE TO THE NEXT NODE </a:t>
            </a:r>
            <a:endParaRPr b="1" sz="2800" cap="none">
              <a:solidFill>
                <a:schemeClr val="accent1"/>
              </a:solidFill>
              <a:latin typeface="Century Gothic"/>
              <a:ea typeface="Century Gothic"/>
              <a:cs typeface="Century Gothic"/>
              <a:sym typeface="Century Gothic"/>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THE PREVIOUS TO THE NEW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sp>
        <p:nvSpPr>
          <p:cNvPr id="1009" name="Google Shape;1009;p83"/>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First we traverse the linked list for obtaining the node after which we want to insert the element</a:t>
            </a:r>
            <a:endParaRPr/>
          </a:p>
          <a:p>
            <a:pPr indent="0" lvl="1" marL="365760" rtl="0" algn="l">
              <a:spcBef>
                <a:spcPts val="320"/>
              </a:spcBef>
              <a:spcAft>
                <a:spcPts val="0"/>
              </a:spcAft>
              <a:buSzPts val="1216"/>
              <a:buNone/>
            </a:pPr>
            <a:r>
              <a:rPr b="1" lang="en-IN" sz="1600"/>
              <a:t>q=start;</a:t>
            </a:r>
            <a:endParaRPr/>
          </a:p>
          <a:p>
            <a:pPr indent="0" lvl="1" marL="365760" rtl="0" algn="l">
              <a:spcBef>
                <a:spcPts val="320"/>
              </a:spcBef>
              <a:spcAft>
                <a:spcPts val="0"/>
              </a:spcAft>
              <a:buSzPts val="1216"/>
              <a:buNone/>
            </a:pPr>
            <a:r>
              <a:rPr b="1" lang="en-IN" sz="1600"/>
              <a:t>for(i=0;i&lt;pos-1;i++)</a:t>
            </a:r>
            <a:endParaRPr/>
          </a:p>
          <a:p>
            <a:pPr indent="0" lvl="1" marL="365760" rtl="0" algn="l">
              <a:spcBef>
                <a:spcPts val="320"/>
              </a:spcBef>
              <a:spcAft>
                <a:spcPts val="0"/>
              </a:spcAft>
              <a:buSzPts val="1216"/>
              <a:buNone/>
            </a:pPr>
            <a:r>
              <a:rPr b="1" lang="en-IN" sz="1600"/>
              <a:t>	{</a:t>
            </a:r>
            <a:endParaRPr/>
          </a:p>
          <a:p>
            <a:pPr indent="0" lvl="1" marL="365760" rtl="0" algn="l">
              <a:spcBef>
                <a:spcPts val="320"/>
              </a:spcBef>
              <a:spcAft>
                <a:spcPts val="0"/>
              </a:spcAft>
              <a:buSzPts val="1216"/>
              <a:buNone/>
            </a:pPr>
            <a:r>
              <a:rPr b="1" lang="en-IN" sz="1600"/>
              <a:t>		q=q-&gt;link;</a:t>
            </a:r>
            <a:endParaRPr/>
          </a:p>
          <a:p>
            <a:pPr indent="0" lvl="1" marL="365760" rtl="0" algn="l">
              <a:spcBef>
                <a:spcPts val="320"/>
              </a:spcBef>
              <a:spcAft>
                <a:spcPts val="0"/>
              </a:spcAft>
              <a:buSzPts val="1216"/>
              <a:buNone/>
            </a:pPr>
            <a:r>
              <a:rPr b="1" lang="en-IN" sz="1600"/>
              <a:t>		if(q==NULL)</a:t>
            </a:r>
            <a:endParaRPr/>
          </a:p>
          <a:p>
            <a:pPr indent="0" lvl="1" marL="365760" rtl="0" algn="l">
              <a:spcBef>
                <a:spcPts val="320"/>
              </a:spcBef>
              <a:spcAft>
                <a:spcPts val="0"/>
              </a:spcAft>
              <a:buSzPts val="1216"/>
              <a:buNone/>
            </a:pPr>
            <a:r>
              <a:rPr b="1" lang="en-IN" sz="1600"/>
              <a:t>		{</a:t>
            </a:r>
            <a:endParaRPr/>
          </a:p>
          <a:p>
            <a:pPr indent="0" lvl="1" marL="365760" rtl="0" algn="l">
              <a:spcBef>
                <a:spcPts val="320"/>
              </a:spcBef>
              <a:spcAft>
                <a:spcPts val="0"/>
              </a:spcAft>
              <a:buSzPts val="1216"/>
              <a:buNone/>
            </a:pPr>
            <a:r>
              <a:rPr b="1" lang="en-IN" sz="1600"/>
              <a:t>			printf("There are less than %d elements",pos);</a:t>
            </a:r>
            <a:endParaRPr/>
          </a:p>
          <a:p>
            <a:pPr indent="0" lvl="1" marL="365760" rtl="0" algn="l">
              <a:spcBef>
                <a:spcPts val="320"/>
              </a:spcBef>
              <a:spcAft>
                <a:spcPts val="0"/>
              </a:spcAft>
              <a:buSzPts val="1216"/>
              <a:buNone/>
            </a:pPr>
            <a:r>
              <a:rPr b="1" lang="en-IN" sz="1600"/>
              <a:t>			return;</a:t>
            </a:r>
            <a:endParaRPr/>
          </a:p>
          <a:p>
            <a:pPr indent="0" lvl="1" marL="365760" rtl="0" algn="l">
              <a:spcBef>
                <a:spcPts val="320"/>
              </a:spcBef>
              <a:spcAft>
                <a:spcPts val="0"/>
              </a:spcAft>
              <a:buSzPts val="1216"/>
              <a:buNone/>
            </a:pPr>
            <a:r>
              <a:rPr b="1" lang="en-IN" sz="1600"/>
              <a:t>		}</a:t>
            </a:r>
            <a:endParaRPr/>
          </a:p>
          <a:p>
            <a:pPr indent="0" lvl="1" marL="365760" rtl="0" algn="l">
              <a:spcBef>
                <a:spcPts val="320"/>
              </a:spcBef>
              <a:spcAft>
                <a:spcPts val="0"/>
              </a:spcAft>
              <a:buSzPts val="1216"/>
              <a:buNone/>
            </a:pPr>
            <a:r>
              <a:rPr b="1" lang="en-IN" sz="1600"/>
              <a:t>	}/*End of for*/</a:t>
            </a:r>
            <a:endParaRPr/>
          </a:p>
          <a:p>
            <a:pPr indent="-197104" lvl="0" marL="342900" rtl="0" algn="l">
              <a:spcBef>
                <a:spcPts val="320"/>
              </a:spcBef>
              <a:spcAft>
                <a:spcPts val="0"/>
              </a:spcAft>
              <a:buSzPts val="1216"/>
              <a:buNone/>
            </a:pPr>
            <a:r>
              <a:t/>
            </a:r>
            <a:endParaRPr b="1" sz="1600"/>
          </a:p>
        </p:txBody>
      </p:sp>
      <p:pic>
        <p:nvPicPr>
          <p:cNvPr descr="https://1.bp.blogspot.com/-Axv_5p_Ldi4/XAaqQRHX6II/AAAAAAAAFZM/tEiHtiPPMkEzQqx_UViOIREC-aINXhrtgCLcBGAs/s400/New%2BDoc%2B2018-12-04%2B10.16.54_7.jpg" id="1010" name="Google Shape;1010;p83"/>
          <p:cNvPicPr preferRelativeResize="0"/>
          <p:nvPr/>
        </p:nvPicPr>
        <p:blipFill rotWithShape="1">
          <a:blip r:embed="rId3">
            <a:alphaModFix/>
          </a:blip>
          <a:srcRect b="0" l="0" r="0" t="0"/>
          <a:stretch/>
        </p:blipFill>
        <p:spPr>
          <a:xfrm>
            <a:off x="4211960" y="4178778"/>
            <a:ext cx="4176464" cy="2232248"/>
          </a:xfrm>
          <a:prstGeom prst="rect">
            <a:avLst/>
          </a:prstGeom>
          <a:noFill/>
          <a:ln>
            <a:noFill/>
          </a:ln>
        </p:spPr>
      </p:pic>
      <p:sp>
        <p:nvSpPr>
          <p:cNvPr id="1011" name="Google Shape;1011;p8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12" name="Google Shape;1012;p8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13" name="Google Shape;1013;p8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84"/>
          <p:cNvSpPr txBox="1"/>
          <p:nvPr>
            <p:ph type="title"/>
          </p:nvPr>
        </p:nvSpPr>
        <p:spPr>
          <a:xfrm>
            <a:off x="539552" y="404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Explanation-</a:t>
            </a:r>
            <a:endParaRPr b="1" sz="2000"/>
          </a:p>
        </p:txBody>
      </p:sp>
      <p:sp>
        <p:nvSpPr>
          <p:cNvPr id="1019" name="Google Shape;1019;p84"/>
          <p:cNvSpPr txBox="1"/>
          <p:nvPr>
            <p:ph idx="1" type="body"/>
          </p:nvPr>
        </p:nvSpPr>
        <p:spPr>
          <a:xfrm>
            <a:off x="539552" y="737339"/>
            <a:ext cx="7344816" cy="3195717"/>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1" marL="365760" rtl="0" algn="l">
              <a:spcBef>
                <a:spcPts val="0"/>
              </a:spcBef>
              <a:spcAft>
                <a:spcPts val="0"/>
              </a:spcAft>
              <a:buSzPts val="1216"/>
              <a:buNone/>
            </a:pPr>
            <a:r>
              <a:rPr b="1" lang="en-IN" sz="1600">
                <a:solidFill>
                  <a:schemeClr val="dk1"/>
                </a:solidFill>
                <a:latin typeface="Century Gothic"/>
                <a:ea typeface="Century Gothic"/>
                <a:cs typeface="Century Gothic"/>
                <a:sym typeface="Century Gothic"/>
              </a:rPr>
              <a:t>q=start;</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for(i=0;i&lt;pos-1;i++)</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q=q-&gt;link;</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if(q==NULL)</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printf("There are less than %d elements",pos);</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return;</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}/*End of for*/</a:t>
            </a:r>
            <a:endParaRPr sz="3200"/>
          </a:p>
        </p:txBody>
      </p:sp>
      <p:sp>
        <p:nvSpPr>
          <p:cNvPr id="1020" name="Google Shape;1020;p8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21" name="Google Shape;1021;p8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22" name="Google Shape;1022;p8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86"/>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sp>
        <p:nvSpPr>
          <p:cNvPr id="1029" name="Google Shape;1029;p86"/>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Then we add the new node by adjusting address fields</a:t>
            </a:r>
            <a:endParaRPr/>
          </a:p>
          <a:p>
            <a:pPr indent="0" lvl="5" marL="1243584" rtl="0" algn="l">
              <a:spcBef>
                <a:spcPts val="400"/>
              </a:spcBef>
              <a:spcAft>
                <a:spcPts val="0"/>
              </a:spcAft>
              <a:buSzPts val="1520"/>
              <a:buNone/>
            </a:pPr>
            <a:r>
              <a:rPr b="1" lang="en-IN" sz="2000"/>
              <a:t>tmp-&gt;info=data;</a:t>
            </a:r>
            <a:endParaRPr/>
          </a:p>
          <a:p>
            <a:pPr indent="0" lvl="5" marL="1243584" rtl="0" algn="l">
              <a:spcBef>
                <a:spcPts val="400"/>
              </a:spcBef>
              <a:spcAft>
                <a:spcPts val="0"/>
              </a:spcAft>
              <a:buSzPts val="1520"/>
              <a:buNone/>
            </a:pPr>
            <a:r>
              <a:rPr b="1" lang="en-IN" sz="2000"/>
              <a:t>tmp-&gt;link=q-&gt;link;</a:t>
            </a:r>
            <a:endParaRPr b="1" sz="2000"/>
          </a:p>
          <a:p>
            <a:pPr indent="0" lvl="5" marL="1243584" rtl="0" algn="l">
              <a:spcBef>
                <a:spcPts val="400"/>
              </a:spcBef>
              <a:spcAft>
                <a:spcPts val="0"/>
              </a:spcAft>
              <a:buSzPts val="1520"/>
              <a:buNone/>
            </a:pPr>
            <a:r>
              <a:rPr b="1" lang="en-IN" sz="2000"/>
              <a:t>q-&gt;link=tmp;</a:t>
            </a:r>
            <a:endParaRPr b="1" sz="2000"/>
          </a:p>
          <a:p>
            <a:pPr indent="-197104" lvl="0" marL="342900" rtl="0" algn="l">
              <a:spcBef>
                <a:spcPts val="320"/>
              </a:spcBef>
              <a:spcAft>
                <a:spcPts val="0"/>
              </a:spcAft>
              <a:buSzPts val="1216"/>
              <a:buNone/>
            </a:pPr>
            <a:r>
              <a:t/>
            </a:r>
            <a:endParaRPr b="1" sz="1600"/>
          </a:p>
        </p:txBody>
      </p:sp>
      <p:pic>
        <p:nvPicPr>
          <p:cNvPr descr="https://1.bp.blogspot.com/-Axv_5p_Ldi4/XAaqQRHX6II/AAAAAAAAFZM/tEiHtiPPMkEzQqx_UViOIREC-aINXhrtgCLcBGAs/s400/New%2BDoc%2B2018-12-04%2B10.16.54_7.jpg" id="1030" name="Google Shape;1030;p86"/>
          <p:cNvPicPr preferRelativeResize="0"/>
          <p:nvPr/>
        </p:nvPicPr>
        <p:blipFill rotWithShape="1">
          <a:blip r:embed="rId3">
            <a:alphaModFix/>
          </a:blip>
          <a:srcRect b="0" l="0" r="0" t="0"/>
          <a:stretch/>
        </p:blipFill>
        <p:spPr>
          <a:xfrm>
            <a:off x="971600" y="3140968"/>
            <a:ext cx="6984776" cy="2773263"/>
          </a:xfrm>
          <a:prstGeom prst="rect">
            <a:avLst/>
          </a:prstGeom>
          <a:noFill/>
          <a:ln>
            <a:noFill/>
          </a:ln>
        </p:spPr>
      </p:pic>
      <p:sp>
        <p:nvSpPr>
          <p:cNvPr id="1031" name="Google Shape;1031;p8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32" name="Google Shape;1032;p8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33" name="Google Shape;1033;p8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87"/>
          <p:cNvSpPr txBox="1"/>
          <p:nvPr>
            <p:ph type="title"/>
          </p:nvPr>
        </p:nvSpPr>
        <p:spPr>
          <a:xfrm>
            <a:off x="4932040" y="91560"/>
            <a:ext cx="338437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1800"/>
              <a:buFont typeface="Century Gothic"/>
              <a:buNone/>
            </a:pPr>
            <a:r>
              <a:rPr b="1" lang="en-IN" sz="1800"/>
              <a:t>Algorithm for Insertion in Between</a:t>
            </a:r>
            <a:endParaRPr b="1" sz="1800"/>
          </a:p>
        </p:txBody>
      </p:sp>
      <p:sp>
        <p:nvSpPr>
          <p:cNvPr id="1040" name="Google Shape;1040;p87"/>
          <p:cNvSpPr txBox="1"/>
          <p:nvPr>
            <p:ph idx="1" type="body"/>
          </p:nvPr>
        </p:nvSpPr>
        <p:spPr>
          <a:xfrm>
            <a:off x="467544" y="332656"/>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b="1" lang="en-IN" sz="1600"/>
              <a:t>Step 1: Allocate space to TEMP</a:t>
            </a:r>
            <a:endParaRPr b="1" sz="1600"/>
          </a:p>
          <a:p>
            <a:pPr indent="0" lvl="0" marL="68580" rtl="0" algn="l">
              <a:spcBef>
                <a:spcPts val="0"/>
              </a:spcBef>
              <a:spcAft>
                <a:spcPts val="0"/>
              </a:spcAft>
              <a:buSzPts val="1216"/>
              <a:buNone/>
            </a:pPr>
            <a:r>
              <a:rPr b="1" lang="en-IN" sz="1600"/>
              <a:t>Step 2: :If TEMP=NULL Then</a:t>
            </a:r>
            <a:endParaRPr/>
          </a:p>
          <a:p>
            <a:pPr indent="0" lvl="0" marL="68580" rtl="0" algn="l">
              <a:spcBef>
                <a:spcPts val="320"/>
              </a:spcBef>
              <a:spcAft>
                <a:spcPts val="0"/>
              </a:spcAft>
              <a:buSzPts val="1216"/>
              <a:buNone/>
            </a:pPr>
            <a:r>
              <a:rPr b="1" lang="en-IN" sz="1600"/>
              <a:t>	WRITE OVERFLOW</a:t>
            </a:r>
            <a:endParaRPr/>
          </a:p>
          <a:p>
            <a:pPr indent="0" lvl="0" marL="68580" rtl="0" algn="l">
              <a:spcBef>
                <a:spcPts val="320"/>
              </a:spcBef>
              <a:spcAft>
                <a:spcPts val="0"/>
              </a:spcAft>
              <a:buSzPts val="1216"/>
              <a:buNone/>
            </a:pPr>
            <a:r>
              <a:rPr b="1" lang="en-IN" sz="1600"/>
              <a:t>	Go to Step 13</a:t>
            </a:r>
            <a:endParaRPr/>
          </a:p>
          <a:p>
            <a:pPr indent="0" lvl="0" marL="68580" rtl="0" algn="l">
              <a:spcBef>
                <a:spcPts val="320"/>
              </a:spcBef>
              <a:spcAft>
                <a:spcPts val="0"/>
              </a:spcAft>
              <a:buSzPts val="1216"/>
              <a:buNone/>
            </a:pPr>
            <a:r>
              <a:rPr b="1" lang="en-IN" sz="1600"/>
              <a:t>           [End of If] </a:t>
            </a:r>
            <a:br>
              <a:rPr b="1" lang="en-IN" sz="1600"/>
            </a:br>
            <a:r>
              <a:rPr b="1" lang="en-IN" sz="1600"/>
              <a:t>Step 3: Set TEMP-&gt;INFO=DATA</a:t>
            </a:r>
            <a:endParaRPr/>
          </a:p>
          <a:p>
            <a:pPr indent="0" lvl="0" marL="68580" rtl="0" algn="l">
              <a:spcBef>
                <a:spcPts val="320"/>
              </a:spcBef>
              <a:spcAft>
                <a:spcPts val="0"/>
              </a:spcAft>
              <a:buSzPts val="1216"/>
              <a:buNone/>
            </a:pPr>
            <a:r>
              <a:rPr b="1" lang="en-IN" sz="1600"/>
              <a:t>Step 4: Set TEMP-&gt;LINK=NULL</a:t>
            </a:r>
            <a:endParaRPr/>
          </a:p>
          <a:p>
            <a:pPr indent="0" lvl="0" marL="68580" rtl="0" algn="l">
              <a:spcBef>
                <a:spcPts val="320"/>
              </a:spcBef>
              <a:spcAft>
                <a:spcPts val="0"/>
              </a:spcAft>
              <a:buSzPts val="1216"/>
              <a:buNone/>
            </a:pPr>
            <a:r>
              <a:rPr b="1" lang="en-IN" sz="1600"/>
              <a:t>Step 5 : Read POSITION from User</a:t>
            </a:r>
            <a:endParaRPr/>
          </a:p>
          <a:p>
            <a:pPr indent="0" lvl="0" marL="68580" rtl="0" algn="l">
              <a:spcBef>
                <a:spcPts val="320"/>
              </a:spcBef>
              <a:spcAft>
                <a:spcPts val="0"/>
              </a:spcAft>
              <a:buSzPts val="1216"/>
              <a:buNone/>
            </a:pPr>
            <a:r>
              <a:rPr b="1" lang="en-IN" sz="1600"/>
              <a:t>Step 6 : Set Q=START</a:t>
            </a:r>
            <a:endParaRPr/>
          </a:p>
          <a:p>
            <a:pPr indent="0" lvl="0" marL="68580" rtl="0" algn="l">
              <a:spcBef>
                <a:spcPts val="320"/>
              </a:spcBef>
              <a:spcAft>
                <a:spcPts val="0"/>
              </a:spcAft>
              <a:buSzPts val="1216"/>
              <a:buNone/>
            </a:pPr>
            <a:r>
              <a:rPr b="1" lang="en-IN" sz="1600"/>
              <a:t>Step 7 : Set I=0</a:t>
            </a:r>
            <a:endParaRPr b="1" sz="1600"/>
          </a:p>
          <a:p>
            <a:pPr indent="0" lvl="0" marL="68580" rtl="0" algn="l">
              <a:spcBef>
                <a:spcPts val="320"/>
              </a:spcBef>
              <a:spcAft>
                <a:spcPts val="0"/>
              </a:spcAft>
              <a:buSzPts val="1216"/>
              <a:buNone/>
            </a:pPr>
            <a:r>
              <a:rPr b="1" lang="en-IN" sz="1600"/>
              <a:t>Step 8 : Repeat step 9 till I&lt;POS-1</a:t>
            </a:r>
            <a:endParaRPr/>
          </a:p>
          <a:p>
            <a:pPr indent="0" lvl="0" marL="68580" rtl="0" algn="l">
              <a:spcBef>
                <a:spcPts val="320"/>
              </a:spcBef>
              <a:spcAft>
                <a:spcPts val="0"/>
              </a:spcAft>
              <a:buSzPts val="1216"/>
              <a:buNone/>
            </a:pPr>
            <a:r>
              <a:rPr b="1" lang="en-IN" sz="1600"/>
              <a:t>Step 9: 		Set Q=Q-&gt;LINK</a:t>
            </a:r>
            <a:endParaRPr/>
          </a:p>
          <a:p>
            <a:pPr indent="0" lvl="0" marL="68580" rtl="0" algn="l">
              <a:spcBef>
                <a:spcPts val="320"/>
              </a:spcBef>
              <a:spcAft>
                <a:spcPts val="0"/>
              </a:spcAft>
              <a:buSzPts val="1216"/>
              <a:buNone/>
            </a:pPr>
            <a:r>
              <a:rPr b="1" lang="en-IN" sz="1600"/>
              <a:t>		If Q=NULL</a:t>
            </a:r>
            <a:br>
              <a:rPr b="1" lang="en-IN" sz="1600"/>
            </a:br>
            <a:r>
              <a:rPr b="1" lang="en-IN" sz="1600"/>
              <a:t>			Print Less Number of Elements</a:t>
            </a:r>
            <a:endParaRPr/>
          </a:p>
          <a:p>
            <a:pPr indent="0" lvl="0" marL="68580" rtl="0" algn="l">
              <a:spcBef>
                <a:spcPts val="320"/>
              </a:spcBef>
              <a:spcAft>
                <a:spcPts val="0"/>
              </a:spcAft>
              <a:buSzPts val="1216"/>
              <a:buNone/>
            </a:pPr>
            <a:r>
              <a:rPr b="1" lang="en-IN" sz="1600"/>
              <a:t>			Exit</a:t>
            </a:r>
            <a:endParaRPr/>
          </a:p>
          <a:p>
            <a:pPr indent="0" lvl="0" marL="68580" rtl="0" algn="l">
              <a:spcBef>
                <a:spcPts val="320"/>
              </a:spcBef>
              <a:spcAft>
                <a:spcPts val="0"/>
              </a:spcAft>
              <a:buSzPts val="1216"/>
              <a:buNone/>
            </a:pPr>
            <a:r>
              <a:rPr b="1" lang="en-IN" sz="1600"/>
              <a:t>		[ End of If ]</a:t>
            </a:r>
            <a:endParaRPr/>
          </a:p>
          <a:p>
            <a:pPr indent="0" lvl="0" marL="68580" rtl="0" algn="l">
              <a:spcBef>
                <a:spcPts val="320"/>
              </a:spcBef>
              <a:spcAft>
                <a:spcPts val="0"/>
              </a:spcAft>
              <a:buSzPts val="1216"/>
              <a:buNone/>
            </a:pPr>
            <a:r>
              <a:rPr b="1" lang="en-IN" sz="1600"/>
              <a:t>		SET I=I+1</a:t>
            </a:r>
            <a:endParaRPr/>
          </a:p>
          <a:p>
            <a:pPr indent="0" lvl="0" marL="68580" rtl="0" algn="l">
              <a:spcBef>
                <a:spcPts val="320"/>
              </a:spcBef>
              <a:spcAft>
                <a:spcPts val="0"/>
              </a:spcAft>
              <a:buSzPts val="1216"/>
              <a:buNone/>
            </a:pPr>
            <a:r>
              <a:rPr b="1" lang="en-IN" sz="1600"/>
              <a:t>	[End of Loop]</a:t>
            </a:r>
            <a:endParaRPr/>
          </a:p>
          <a:p>
            <a:pPr indent="0" lvl="0" marL="68580" rtl="0" algn="l">
              <a:spcBef>
                <a:spcPts val="320"/>
              </a:spcBef>
              <a:spcAft>
                <a:spcPts val="0"/>
              </a:spcAft>
              <a:buSzPts val="1216"/>
              <a:buNone/>
            </a:pPr>
            <a:r>
              <a:rPr b="1" lang="en-IN" sz="1600"/>
              <a:t>Step 10:Set TEMP-&gt;LINK=Q-&gt;LINK </a:t>
            </a:r>
            <a:endParaRPr b="1" sz="1600"/>
          </a:p>
          <a:p>
            <a:pPr indent="0" lvl="0" marL="68580" rtl="0" algn="l">
              <a:spcBef>
                <a:spcPts val="320"/>
              </a:spcBef>
              <a:spcAft>
                <a:spcPts val="0"/>
              </a:spcAft>
              <a:buSzPts val="1216"/>
              <a:buNone/>
            </a:pPr>
            <a:r>
              <a:rPr b="1" lang="en-IN" sz="1600"/>
              <a:t>Step 11:Set Q-&gt;LINK=TEMP </a:t>
            </a:r>
            <a:endParaRPr/>
          </a:p>
          <a:p>
            <a:pPr indent="0" lvl="0" marL="68580" rtl="0" algn="l">
              <a:spcBef>
                <a:spcPts val="320"/>
              </a:spcBef>
              <a:spcAft>
                <a:spcPts val="0"/>
              </a:spcAft>
              <a:buSzPts val="1216"/>
              <a:buNone/>
            </a:pPr>
            <a:r>
              <a:rPr b="1" lang="en-IN" sz="1600"/>
              <a:t>Step 12:Exit</a:t>
            </a:r>
            <a:endParaRPr b="1" sz="16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rPr b="1" lang="en-IN" sz="2000"/>
              <a:t>Step 7 :EXIT</a:t>
            </a:r>
            <a:endParaRPr/>
          </a:p>
          <a:p>
            <a:pPr indent="0" lvl="0" marL="68580" rtl="0" algn="l">
              <a:spcBef>
                <a:spcPts val="400"/>
              </a:spcBef>
              <a:spcAft>
                <a:spcPts val="0"/>
              </a:spcAft>
              <a:buSzPts val="1520"/>
              <a:buNone/>
            </a:pPr>
            <a:r>
              <a:t/>
            </a:r>
            <a:endParaRPr b="1" sz="2000"/>
          </a:p>
        </p:txBody>
      </p:sp>
      <p:sp>
        <p:nvSpPr>
          <p:cNvPr id="1041" name="Google Shape;1041;p8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42" name="Google Shape;1042;p87"/>
          <p:cNvSpPr txBox="1"/>
          <p:nvPr>
            <p:ph idx="11" type="ftr"/>
          </p:nvPr>
        </p:nvSpPr>
        <p:spPr>
          <a:xfrm>
            <a:off x="4788024" y="6567654"/>
            <a:ext cx="3502152" cy="276983"/>
          </a:xfrm>
          <a:prstGeom prst="rect">
            <a:avLst/>
          </a:prstGeom>
          <a:solidFill>
            <a:schemeClr val="dk1"/>
          </a:solid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r>
              <a:rPr lang="en-IN">
                <a:solidFill>
                  <a:schemeClr val="lt1"/>
                </a:solidFill>
                <a:latin typeface="Century Gothic"/>
                <a:ea typeface="Century Gothic"/>
                <a:cs typeface="Century Gothic"/>
                <a:sym typeface="Century Gothic"/>
              </a:rPr>
              <a:t>Prof. Shweta Dhawan Chachra</a:t>
            </a:r>
            <a:endParaRPr/>
          </a:p>
        </p:txBody>
      </p:sp>
      <p:sp>
        <p:nvSpPr>
          <p:cNvPr id="1043" name="Google Shape;1043;p8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044" name="Google Shape;1044;p87"/>
          <p:cNvSpPr txBox="1"/>
          <p:nvPr/>
        </p:nvSpPr>
        <p:spPr>
          <a:xfrm>
            <a:off x="5724128" y="829727"/>
            <a:ext cx="2952328" cy="3247345"/>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0" lvl="1" marL="365760" marR="0" rtl="0" algn="l">
              <a:spcBef>
                <a:spcPts val="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q=start;</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for(i=0;i&lt;pos-1;i++)</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q=q-&gt;link;</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if(q==NULL)</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printf("There are less than %d elements",pos);</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return;</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}/*End of for*/</a:t>
            </a:r>
            <a:endParaRPr/>
          </a:p>
          <a:p>
            <a:pPr indent="-158496" lvl="0" marL="342900" marR="0" rtl="0" algn="l">
              <a:spcBef>
                <a:spcPts val="480"/>
              </a:spcBef>
              <a:spcAft>
                <a:spcPts val="0"/>
              </a:spcAft>
              <a:buClr>
                <a:schemeClr val="accent1"/>
              </a:buClr>
              <a:buSzPts val="1824"/>
              <a:buFont typeface="Noto Sans Symbols"/>
              <a:buNone/>
            </a:pPr>
            <a:r>
              <a:t/>
            </a:r>
            <a:endParaRPr sz="2400">
              <a:solidFill>
                <a:schemeClr val="dk2"/>
              </a:solidFill>
              <a:latin typeface="Century Gothic"/>
              <a:ea typeface="Century Gothic"/>
              <a:cs typeface="Century Gothic"/>
              <a:sym typeface="Century Gothic"/>
            </a:endParaRPr>
          </a:p>
        </p:txBody>
      </p:sp>
      <p:pic>
        <p:nvPicPr>
          <p:cNvPr descr="https://1.bp.blogspot.com/-Axv_5p_Ldi4/XAaqQRHX6II/AAAAAAAAFZM/tEiHtiPPMkEzQqx_UViOIREC-aINXhrtgCLcBGAs/s400/New%2BDoc%2B2018-12-04%2B10.16.54_7.jpg" id="1045" name="Google Shape;1045;p87"/>
          <p:cNvPicPr preferRelativeResize="0"/>
          <p:nvPr/>
        </p:nvPicPr>
        <p:blipFill rotWithShape="1">
          <a:blip r:embed="rId3">
            <a:alphaModFix/>
          </a:blip>
          <a:srcRect b="0" l="0" r="0" t="0"/>
          <a:stretch/>
        </p:blipFill>
        <p:spPr>
          <a:xfrm>
            <a:off x="5330624" y="4797152"/>
            <a:ext cx="3312552" cy="1770502"/>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8"/>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3- Insertion at the end</a:t>
            </a:r>
            <a:endParaRPr b="1"/>
          </a:p>
        </p:txBody>
      </p:sp>
      <p:sp>
        <p:nvSpPr>
          <p:cNvPr id="1052" name="Google Shape;1052;p88"/>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Without Using Position ?</a:t>
            </a:r>
            <a:endParaRPr/>
          </a:p>
          <a:p>
            <a:pPr indent="-274320" lvl="0" marL="342900" rtl="0" algn="l">
              <a:spcBef>
                <a:spcPts val="400"/>
              </a:spcBef>
              <a:spcAft>
                <a:spcPts val="0"/>
              </a:spcAft>
              <a:buSzPts val="1520"/>
              <a:buChar char="🞇"/>
            </a:pPr>
            <a:r>
              <a:rPr b="1" lang="en-IN" sz="2000"/>
              <a:t>At the end?</a:t>
            </a:r>
            <a:endParaRPr b="1" sz="1600"/>
          </a:p>
          <a:p>
            <a:pPr indent="-197104" lvl="0" marL="342900" rtl="0" algn="l">
              <a:spcBef>
                <a:spcPts val="320"/>
              </a:spcBef>
              <a:spcAft>
                <a:spcPts val="0"/>
              </a:spcAft>
              <a:buSzPts val="1216"/>
              <a:buNone/>
            </a:pPr>
            <a:r>
              <a:t/>
            </a:r>
            <a:endParaRPr b="1" sz="1600"/>
          </a:p>
        </p:txBody>
      </p:sp>
      <p:sp>
        <p:nvSpPr>
          <p:cNvPr id="1053" name="Google Shape;1053;p8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54" name="Google Shape;1054;p8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55" name="Google Shape;1055;p8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8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3- Insertion at the end</a:t>
            </a:r>
            <a:endParaRPr b="1"/>
          </a:p>
        </p:txBody>
      </p:sp>
      <p:sp>
        <p:nvSpPr>
          <p:cNvPr id="1062" name="Google Shape;1062;p89"/>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Then we add the new node by adjusting address fields</a:t>
            </a:r>
            <a:endParaRPr/>
          </a:p>
          <a:p>
            <a:pPr indent="0" lvl="5" marL="1243584" rtl="0" algn="l">
              <a:spcBef>
                <a:spcPts val="400"/>
              </a:spcBef>
              <a:spcAft>
                <a:spcPts val="0"/>
              </a:spcAft>
              <a:buSzPts val="1520"/>
              <a:buNone/>
            </a:pPr>
            <a:r>
              <a:rPr b="1" lang="en-IN" sz="2000"/>
              <a:t>tmp-&gt;info=data;</a:t>
            </a:r>
            <a:endParaRPr/>
          </a:p>
          <a:p>
            <a:pPr indent="0" lvl="5" marL="1243584" rtl="0" algn="l">
              <a:spcBef>
                <a:spcPts val="400"/>
              </a:spcBef>
              <a:spcAft>
                <a:spcPts val="0"/>
              </a:spcAft>
              <a:buSzPts val="1520"/>
              <a:buNone/>
            </a:pPr>
            <a:r>
              <a:rPr b="1" lang="en-IN" sz="2000"/>
              <a:t>tmp-&gt;link=NULL;</a:t>
            </a:r>
            <a:endParaRPr b="1" sz="2000"/>
          </a:p>
          <a:p>
            <a:pPr indent="0" lvl="5" marL="1243584" rtl="0" algn="l">
              <a:spcBef>
                <a:spcPts val="400"/>
              </a:spcBef>
              <a:spcAft>
                <a:spcPts val="0"/>
              </a:spcAft>
              <a:buSzPts val="1520"/>
              <a:buNone/>
            </a:pPr>
            <a:r>
              <a:rPr b="1" lang="en-IN" sz="2000"/>
              <a:t>q-&gt;link=tmp;</a:t>
            </a:r>
            <a:endParaRPr b="1" sz="2000"/>
          </a:p>
          <a:p>
            <a:pPr indent="-197104" lvl="0" marL="342900" rtl="0" algn="l">
              <a:spcBef>
                <a:spcPts val="320"/>
              </a:spcBef>
              <a:spcAft>
                <a:spcPts val="0"/>
              </a:spcAft>
              <a:buSzPts val="1216"/>
              <a:buNone/>
            </a:pPr>
            <a:r>
              <a:t/>
            </a:r>
            <a:endParaRPr b="1" sz="1600"/>
          </a:p>
        </p:txBody>
      </p:sp>
      <p:sp>
        <p:nvSpPr>
          <p:cNvPr id="1063" name="Google Shape;1063;p8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64" name="Google Shape;1064;p8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65" name="Google Shape;1065;p8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90"/>
          <p:cNvSpPr txBox="1"/>
          <p:nvPr>
            <p:ph type="title"/>
          </p:nvPr>
        </p:nvSpPr>
        <p:spPr>
          <a:xfrm>
            <a:off x="611560" y="955656"/>
            <a:ext cx="770485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Insertion at the end of a Linked List</a:t>
            </a:r>
            <a:endParaRPr b="1" sz="2400"/>
          </a:p>
        </p:txBody>
      </p:sp>
      <p:sp>
        <p:nvSpPr>
          <p:cNvPr id="1072" name="Google Shape;1072;p90"/>
          <p:cNvSpPr txBox="1"/>
          <p:nvPr>
            <p:ph idx="1" type="body"/>
          </p:nvPr>
        </p:nvSpPr>
        <p:spPr>
          <a:xfrm>
            <a:off x="611560" y="1484784"/>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 allocate space to TEMP</a:t>
            </a:r>
            <a:endParaRPr b="1" sz="2000"/>
          </a:p>
          <a:p>
            <a:pPr indent="0" lvl="0" marL="68580" rtl="0" algn="l">
              <a:spcBef>
                <a:spcPts val="0"/>
              </a:spcBef>
              <a:spcAft>
                <a:spcPts val="0"/>
              </a:spcAft>
              <a:buSzPts val="1520"/>
              <a:buNone/>
            </a:pPr>
            <a:r>
              <a:rPr b="1" lang="en-IN" sz="2000"/>
              <a:t>Step 2: If TEMP=NULL Then</a:t>
            </a:r>
            <a:endParaRPr/>
          </a:p>
          <a:p>
            <a:pPr indent="0" lvl="0" marL="68580" rtl="0" algn="l">
              <a:spcBef>
                <a:spcPts val="400"/>
              </a:spcBef>
              <a:spcAft>
                <a:spcPts val="0"/>
              </a:spcAft>
              <a:buSzPts val="1520"/>
              <a:buNone/>
            </a:pPr>
            <a:r>
              <a:rPr b="1" lang="en-IN" sz="2000"/>
              <a:t>	WRITE OVERFLOW</a:t>
            </a:r>
            <a:endParaRPr/>
          </a:p>
          <a:p>
            <a:pPr indent="0" lvl="0" marL="68580" rtl="0" algn="l">
              <a:spcBef>
                <a:spcPts val="400"/>
              </a:spcBef>
              <a:spcAft>
                <a:spcPts val="0"/>
              </a:spcAft>
              <a:buSzPts val="1520"/>
              <a:buNone/>
            </a:pPr>
            <a:r>
              <a:rPr b="1" lang="en-IN" sz="2000"/>
              <a:t>	Go to Step 10</a:t>
            </a:r>
            <a:endParaRPr/>
          </a:p>
          <a:p>
            <a:pPr indent="0" lvl="0" marL="68580" rtl="0" algn="l">
              <a:spcBef>
                <a:spcPts val="400"/>
              </a:spcBef>
              <a:spcAft>
                <a:spcPts val="0"/>
              </a:spcAft>
              <a:buSzPts val="1520"/>
              <a:buNone/>
            </a:pPr>
            <a:r>
              <a:rPr b="1" lang="en-IN" sz="2000"/>
              <a:t>	[End of If] </a:t>
            </a:r>
            <a:br>
              <a:rPr lang="en-IN"/>
            </a:br>
            <a:r>
              <a:rPr b="1" lang="en-IN" sz="2000"/>
              <a:t>Step 3:	 Set TEMP-&gt;INFO=DATA</a:t>
            </a:r>
            <a:endParaRPr/>
          </a:p>
          <a:p>
            <a:pPr indent="0" lvl="0" marL="68580" rtl="0" algn="l">
              <a:spcBef>
                <a:spcPts val="400"/>
              </a:spcBef>
              <a:spcAft>
                <a:spcPts val="0"/>
              </a:spcAft>
              <a:buSzPts val="1520"/>
              <a:buNone/>
            </a:pPr>
            <a:r>
              <a:rPr b="1" lang="en-IN" sz="2000"/>
              <a:t>Step 4: Set TEMP-&gt;LINK=NULL</a:t>
            </a:r>
            <a:endParaRPr/>
          </a:p>
          <a:p>
            <a:pPr indent="0" lvl="0" marL="68580" rtl="0" algn="l">
              <a:spcBef>
                <a:spcPts val="400"/>
              </a:spcBef>
              <a:spcAft>
                <a:spcPts val="0"/>
              </a:spcAft>
              <a:buSzPts val="1520"/>
              <a:buNone/>
            </a:pPr>
            <a:r>
              <a:rPr b="1" lang="en-IN" sz="2000"/>
              <a:t>Step 5 : Set Q=START</a:t>
            </a:r>
            <a:endParaRPr/>
          </a:p>
          <a:p>
            <a:pPr indent="0" lvl="0" marL="68580" rtl="0" algn="l">
              <a:spcBef>
                <a:spcPts val="400"/>
              </a:spcBef>
              <a:spcAft>
                <a:spcPts val="0"/>
              </a:spcAft>
              <a:buSzPts val="1520"/>
              <a:buNone/>
            </a:pPr>
            <a:r>
              <a:rPr b="1" lang="en-IN" sz="2000"/>
              <a:t>Step 6 : Repeat step 7 while Q-&gt;LINK!=NULL</a:t>
            </a:r>
            <a:endParaRPr/>
          </a:p>
          <a:p>
            <a:pPr indent="0" lvl="0" marL="68580" rtl="0" algn="l">
              <a:spcBef>
                <a:spcPts val="400"/>
              </a:spcBef>
              <a:spcAft>
                <a:spcPts val="0"/>
              </a:spcAft>
              <a:buSzPts val="1520"/>
              <a:buNone/>
            </a:pPr>
            <a:r>
              <a:rPr b="1" lang="en-IN" sz="2000"/>
              <a:t>Step 7: 	SET Q=Q-&gt;LINK</a:t>
            </a:r>
            <a:endParaRPr/>
          </a:p>
          <a:p>
            <a:pPr indent="0" lvl="0" marL="68580" rtl="0" algn="l">
              <a:spcBef>
                <a:spcPts val="400"/>
              </a:spcBef>
              <a:spcAft>
                <a:spcPts val="0"/>
              </a:spcAft>
              <a:buSzPts val="1520"/>
              <a:buNone/>
            </a:pPr>
            <a:r>
              <a:rPr b="1" lang="en-IN" sz="2000"/>
              <a:t>	[End of Loop]</a:t>
            </a:r>
            <a:endParaRPr/>
          </a:p>
          <a:p>
            <a:pPr indent="0" lvl="0" marL="68580" rtl="0" algn="l">
              <a:spcBef>
                <a:spcPts val="400"/>
              </a:spcBef>
              <a:spcAft>
                <a:spcPts val="0"/>
              </a:spcAft>
              <a:buSzPts val="1520"/>
              <a:buNone/>
            </a:pPr>
            <a:r>
              <a:rPr b="1" lang="en-IN" sz="2000"/>
              <a:t>Step 8 : SET Q-&gt;LINK=TEMP</a:t>
            </a:r>
            <a:endParaRPr/>
          </a:p>
          <a:p>
            <a:pPr indent="0" lvl="0" marL="68580" rtl="0" algn="l">
              <a:spcBef>
                <a:spcPts val="400"/>
              </a:spcBef>
              <a:spcAft>
                <a:spcPts val="0"/>
              </a:spcAft>
              <a:buSzPts val="1520"/>
              <a:buNone/>
            </a:pPr>
            <a:r>
              <a:rPr b="1" lang="en-IN" sz="2000"/>
              <a:t>Step 9 : EXIT</a:t>
            </a:r>
            <a:endParaRPr b="1" sz="2000"/>
          </a:p>
          <a:p>
            <a:pPr indent="0" lvl="0" marL="68580" rtl="0" algn="l">
              <a:spcBef>
                <a:spcPts val="400"/>
              </a:spcBef>
              <a:spcAft>
                <a:spcPts val="0"/>
              </a:spcAft>
              <a:buSzPts val="1520"/>
              <a:buNone/>
            </a:pPr>
            <a:r>
              <a:t/>
            </a:r>
            <a:endParaRPr b="1" sz="2000"/>
          </a:p>
        </p:txBody>
      </p:sp>
      <p:sp>
        <p:nvSpPr>
          <p:cNvPr id="1073" name="Google Shape;1073;p9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74" name="Google Shape;1074;p9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75" name="Google Shape;1075;p9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91"/>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from a Linked List</a:t>
            </a:r>
            <a:endParaRPr/>
          </a:p>
        </p:txBody>
      </p:sp>
      <p:sp>
        <p:nvSpPr>
          <p:cNvPr id="1082" name="Google Shape;1082;p91"/>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For deleting the node from a linked list, first we traverse the linked list and compare with each element. </a:t>
            </a:r>
            <a:endParaRPr sz="20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After finding the element there may be two cases for deletion-</a:t>
            </a:r>
            <a:endParaRPr/>
          </a:p>
          <a:p>
            <a:pPr indent="-274320" lvl="1" marL="640080" rtl="0" algn="l">
              <a:spcBef>
                <a:spcPts val="360"/>
              </a:spcBef>
              <a:spcAft>
                <a:spcPts val="0"/>
              </a:spcAft>
              <a:buSzPts val="1368"/>
              <a:buChar char="🞇"/>
            </a:pPr>
            <a:r>
              <a:rPr b="1" lang="en-IN" sz="1800"/>
              <a:t>Deletion in beginning</a:t>
            </a:r>
            <a:endParaRPr/>
          </a:p>
          <a:p>
            <a:pPr indent="-274320" lvl="1" marL="640080" rtl="0" algn="l">
              <a:spcBef>
                <a:spcPts val="360"/>
              </a:spcBef>
              <a:spcAft>
                <a:spcPts val="0"/>
              </a:spcAft>
              <a:buSzPts val="1368"/>
              <a:buChar char="🞇"/>
            </a:pPr>
            <a:r>
              <a:rPr b="1" lang="en-IN" sz="1800"/>
              <a:t>Deletion in between</a:t>
            </a:r>
            <a:endParaRPr/>
          </a:p>
        </p:txBody>
      </p:sp>
      <p:sp>
        <p:nvSpPr>
          <p:cNvPr id="1083" name="Google Shape;1083;p9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84" name="Google Shape;1084;p9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85" name="Google Shape;1085;p9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92"/>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beginning</a:t>
            </a:r>
            <a:endParaRPr/>
          </a:p>
        </p:txBody>
      </p:sp>
      <p:sp>
        <p:nvSpPr>
          <p:cNvPr id="1092" name="Google Shape;1092;p92"/>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187452" lvl="0" marL="342900" rtl="0" algn="l">
              <a:spcBef>
                <a:spcPts val="0"/>
              </a:spcBef>
              <a:spcAft>
                <a:spcPts val="0"/>
              </a:spcAft>
              <a:buSzPts val="1368"/>
              <a:buNone/>
            </a:pPr>
            <a:r>
              <a:t/>
            </a:r>
            <a:endParaRPr b="1" sz="1800"/>
          </a:p>
        </p:txBody>
      </p:sp>
      <p:pic>
        <p:nvPicPr>
          <p:cNvPr descr="https://static.javatpoint.com/ds/images/deletion-in-singly-linked-list-at-beginning.png" id="1093" name="Google Shape;1093;p92"/>
          <p:cNvPicPr preferRelativeResize="0"/>
          <p:nvPr/>
        </p:nvPicPr>
        <p:blipFill rotWithShape="1">
          <a:blip r:embed="rId3">
            <a:alphaModFix/>
          </a:blip>
          <a:srcRect b="50000" l="0" r="0" t="0"/>
          <a:stretch/>
        </p:blipFill>
        <p:spPr>
          <a:xfrm>
            <a:off x="1259632" y="1412776"/>
            <a:ext cx="6753225" cy="3600399"/>
          </a:xfrm>
          <a:prstGeom prst="rect">
            <a:avLst/>
          </a:prstGeom>
          <a:noFill/>
          <a:ln>
            <a:noFill/>
          </a:ln>
        </p:spPr>
      </p:pic>
      <p:sp>
        <p:nvSpPr>
          <p:cNvPr id="1094" name="Google Shape;1094;p9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095" name="Google Shape;1095;p9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96" name="Google Shape;1096;p9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9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beginning</a:t>
            </a:r>
            <a:endParaRPr/>
          </a:p>
        </p:txBody>
      </p:sp>
      <p:pic>
        <p:nvPicPr>
          <p:cNvPr descr="https://static.javatpoint.com/ds/images/deletion-in-singly-linked-list-at-beginning.png" id="1103" name="Google Shape;1103;p93"/>
          <p:cNvPicPr preferRelativeResize="0"/>
          <p:nvPr/>
        </p:nvPicPr>
        <p:blipFill rotWithShape="1">
          <a:blip r:embed="rId3">
            <a:alphaModFix/>
          </a:blip>
          <a:srcRect b="50000" l="0" r="0" t="0"/>
          <a:stretch/>
        </p:blipFill>
        <p:spPr>
          <a:xfrm>
            <a:off x="1259632" y="1412777"/>
            <a:ext cx="6753225" cy="1008111"/>
          </a:xfrm>
          <a:prstGeom prst="rect">
            <a:avLst/>
          </a:prstGeom>
          <a:noFill/>
          <a:ln>
            <a:noFill/>
          </a:ln>
        </p:spPr>
      </p:pic>
      <p:sp>
        <p:nvSpPr>
          <p:cNvPr id="1104" name="Google Shape;1104;p9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05" name="Google Shape;1105;p9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06" name="Google Shape;1106;p9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107" name="Google Shape;1107;p93"/>
          <p:cNvSpPr/>
          <p:nvPr/>
        </p:nvSpPr>
        <p:spPr>
          <a:xfrm>
            <a:off x="997393" y="3246536"/>
            <a:ext cx="7292381"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START POINTER TO THE SECOND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DELETE THE FIRST NODE</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94"/>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beginning</a:t>
            </a:r>
            <a:endParaRPr/>
          </a:p>
        </p:txBody>
      </p:sp>
      <p:sp>
        <p:nvSpPr>
          <p:cNvPr id="1114" name="Google Shape;1114;p94"/>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Start points to the first element of linked list. </a:t>
            </a:r>
            <a:endParaRPr/>
          </a:p>
          <a:p>
            <a:pPr indent="-274320" lvl="0" marL="342900" rtl="0" algn="l">
              <a:spcBef>
                <a:spcPts val="360"/>
              </a:spcBef>
              <a:spcAft>
                <a:spcPts val="0"/>
              </a:spcAft>
              <a:buSzPts val="1368"/>
              <a:buChar char="🞇"/>
            </a:pPr>
            <a:r>
              <a:rPr lang="en-IN" sz="1800"/>
              <a:t>If element to be deleted is the first element of linked list then we assign the value of start to tmp as-</a:t>
            </a:r>
            <a:endParaRPr/>
          </a:p>
          <a:p>
            <a:pPr indent="0" lvl="0" marL="68580" rtl="0" algn="l">
              <a:spcBef>
                <a:spcPts val="360"/>
              </a:spcBef>
              <a:spcAft>
                <a:spcPts val="0"/>
              </a:spcAft>
              <a:buSzPts val="1368"/>
              <a:buNone/>
            </a:pPr>
            <a:r>
              <a:rPr b="1" i="1" lang="en-IN" sz="1800"/>
              <a:t>                                tmp = start;</a:t>
            </a:r>
            <a:endParaRPr/>
          </a:p>
          <a:p>
            <a:pPr indent="-274320" lvl="0" marL="342900" rtl="0" algn="l">
              <a:spcBef>
                <a:spcPts val="360"/>
              </a:spcBef>
              <a:spcAft>
                <a:spcPts val="0"/>
              </a:spcAft>
              <a:buSzPts val="1368"/>
              <a:buChar char="🞇"/>
            </a:pPr>
            <a:r>
              <a:rPr lang="en-IN" sz="1800"/>
              <a:t>So tmp points to the first node which has to be deleted.</a:t>
            </a:r>
            <a:endParaRPr/>
          </a:p>
          <a:p>
            <a:pPr indent="-274320" lvl="0" marL="342900" rtl="0" algn="l">
              <a:spcBef>
                <a:spcPts val="360"/>
              </a:spcBef>
              <a:spcAft>
                <a:spcPts val="0"/>
              </a:spcAft>
              <a:buSzPts val="1368"/>
              <a:buChar char="🞇"/>
            </a:pPr>
            <a:r>
              <a:rPr lang="en-IN" sz="1800"/>
              <a:t>Now assign the link part of the deleted node to start as-</a:t>
            </a:r>
            <a:endParaRPr/>
          </a:p>
          <a:p>
            <a:pPr indent="0" lvl="0" marL="68580" rtl="0" algn="l">
              <a:spcBef>
                <a:spcPts val="360"/>
              </a:spcBef>
              <a:spcAft>
                <a:spcPts val="0"/>
              </a:spcAft>
              <a:buSzPts val="1368"/>
              <a:buNone/>
            </a:pPr>
            <a:r>
              <a:rPr lang="en-IN" sz="1800"/>
              <a:t>                               </a:t>
            </a:r>
            <a:r>
              <a:rPr b="1" lang="en-IN" sz="1800"/>
              <a:t>start=start-&gt;link;</a:t>
            </a:r>
            <a:endParaRPr/>
          </a:p>
          <a:p>
            <a:pPr indent="-274320" lvl="0" marL="342900" rtl="0" algn="l">
              <a:spcBef>
                <a:spcPts val="360"/>
              </a:spcBef>
              <a:spcAft>
                <a:spcPts val="0"/>
              </a:spcAft>
              <a:buSzPts val="1368"/>
              <a:buChar char="🞇"/>
            </a:pPr>
            <a:r>
              <a:rPr b="1" lang="en-IN" sz="1800" u="sng"/>
              <a:t>Since start points to the first element of linked list, so start-&gt;link will point to the second element of linked list. </a:t>
            </a:r>
            <a:endParaRPr b="1" sz="1800" u="sng"/>
          </a:p>
          <a:p>
            <a:pPr indent="-274320" lvl="0" marL="342900" rtl="0" algn="l">
              <a:spcBef>
                <a:spcPts val="360"/>
              </a:spcBef>
              <a:spcAft>
                <a:spcPts val="0"/>
              </a:spcAft>
              <a:buSzPts val="1368"/>
              <a:buChar char="🞇"/>
            </a:pPr>
            <a:r>
              <a:rPr lang="en-IN" sz="1800"/>
              <a:t>Now we should free the element to be deleted which is pointed by tmp.</a:t>
            </a:r>
            <a:r>
              <a:rPr b="1" lang="en-IN" sz="1800"/>
              <a:t>                free( tmp );</a:t>
            </a:r>
            <a:endParaRPr/>
          </a:p>
        </p:txBody>
      </p:sp>
      <p:pic>
        <p:nvPicPr>
          <p:cNvPr id="1115" name="Google Shape;1115;p94"/>
          <p:cNvPicPr preferRelativeResize="0"/>
          <p:nvPr/>
        </p:nvPicPr>
        <p:blipFill rotWithShape="1">
          <a:blip r:embed="rId3">
            <a:alphaModFix/>
          </a:blip>
          <a:srcRect b="0" l="0" r="0" t="0"/>
          <a:stretch/>
        </p:blipFill>
        <p:spPr>
          <a:xfrm>
            <a:off x="1043608" y="4581128"/>
            <a:ext cx="7344816" cy="1872208"/>
          </a:xfrm>
          <a:prstGeom prst="rect">
            <a:avLst/>
          </a:prstGeom>
          <a:noFill/>
          <a:ln>
            <a:noFill/>
          </a:ln>
        </p:spPr>
      </p:pic>
      <p:sp>
        <p:nvSpPr>
          <p:cNvPr id="1116" name="Google Shape;1116;p9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17" name="Google Shape;1117;p9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18" name="Google Shape;1118;p9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95"/>
          <p:cNvSpPr txBox="1"/>
          <p:nvPr>
            <p:ph type="title"/>
          </p:nvPr>
        </p:nvSpPr>
        <p:spPr>
          <a:xfrm>
            <a:off x="467544" y="1052736"/>
            <a:ext cx="8352928"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Deletion in the beginning of the Linked List</a:t>
            </a:r>
            <a:endParaRPr b="1" sz="2400"/>
          </a:p>
        </p:txBody>
      </p:sp>
      <p:sp>
        <p:nvSpPr>
          <p:cNvPr id="1125" name="Google Shape;1125;p95"/>
          <p:cNvSpPr txBox="1"/>
          <p:nvPr>
            <p:ph idx="1" type="body"/>
          </p:nvPr>
        </p:nvSpPr>
        <p:spPr>
          <a:xfrm>
            <a:off x="611560" y="1916832"/>
            <a:ext cx="7992888" cy="3913660"/>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1:If START=NULL</a:t>
            </a:r>
            <a:endParaRPr/>
          </a:p>
          <a:p>
            <a:pPr indent="0" lvl="0" marL="68580" rtl="0" algn="l">
              <a:spcBef>
                <a:spcPts val="400"/>
              </a:spcBef>
              <a:spcAft>
                <a:spcPts val="0"/>
              </a:spcAft>
              <a:buSzPts val="1520"/>
              <a:buNone/>
            </a:pPr>
            <a:r>
              <a:rPr b="1" lang="en-IN" sz="2000"/>
              <a:t>Step 2:		Write UNDERFLOW</a:t>
            </a:r>
            <a:endParaRPr/>
          </a:p>
          <a:p>
            <a:pPr indent="0" lvl="0" marL="68580" rtl="0" algn="l">
              <a:spcBef>
                <a:spcPts val="400"/>
              </a:spcBef>
              <a:spcAft>
                <a:spcPts val="0"/>
              </a:spcAft>
              <a:buSzPts val="1520"/>
              <a:buNone/>
            </a:pPr>
            <a:r>
              <a:rPr b="1" lang="en-IN" sz="2000"/>
              <a:t>Step 3: 	Go to Step 7</a:t>
            </a:r>
            <a:endParaRPr/>
          </a:p>
          <a:p>
            <a:pPr indent="0" lvl="0" marL="68580" rtl="0" algn="l">
              <a:spcBef>
                <a:spcPts val="400"/>
              </a:spcBef>
              <a:spcAft>
                <a:spcPts val="0"/>
              </a:spcAft>
              <a:buSzPts val="1520"/>
              <a:buNone/>
            </a:pPr>
            <a:r>
              <a:rPr b="1" lang="en-IN" sz="2000"/>
              <a:t>	[End of If]</a:t>
            </a:r>
            <a:endParaRPr b="1" sz="2000"/>
          </a:p>
          <a:p>
            <a:pPr indent="0" lvl="0" marL="68580" rtl="0" algn="l">
              <a:spcBef>
                <a:spcPts val="400"/>
              </a:spcBef>
              <a:spcAft>
                <a:spcPts val="0"/>
              </a:spcAft>
              <a:buSzPts val="1520"/>
              <a:buNone/>
            </a:pPr>
            <a:r>
              <a:rPr b="1" lang="en-IN" sz="2000"/>
              <a:t>Step 4:	Set TEMP=START</a:t>
            </a:r>
            <a:endParaRPr/>
          </a:p>
          <a:p>
            <a:pPr indent="0" lvl="0" marL="68580" rtl="0" algn="l">
              <a:spcBef>
                <a:spcPts val="400"/>
              </a:spcBef>
              <a:spcAft>
                <a:spcPts val="0"/>
              </a:spcAft>
              <a:buSzPts val="1520"/>
              <a:buNone/>
            </a:pPr>
            <a:r>
              <a:rPr b="1" lang="en-IN" sz="2000"/>
              <a:t>Step 5:	Set START=START-&gt;LINK</a:t>
            </a:r>
            <a:endParaRPr/>
          </a:p>
          <a:p>
            <a:pPr indent="0" lvl="0" marL="68580" rtl="0" algn="l">
              <a:spcBef>
                <a:spcPts val="400"/>
              </a:spcBef>
              <a:spcAft>
                <a:spcPts val="0"/>
              </a:spcAft>
              <a:buSzPts val="1520"/>
              <a:buNone/>
            </a:pPr>
            <a:r>
              <a:rPr b="1" lang="en-IN" sz="2000"/>
              <a:t>Step 6:FREE TEMP</a:t>
            </a:r>
            <a:endParaRPr/>
          </a:p>
          <a:p>
            <a:pPr indent="0" lvl="0" marL="68580" rtl="0" algn="l">
              <a:spcBef>
                <a:spcPts val="400"/>
              </a:spcBef>
              <a:spcAft>
                <a:spcPts val="0"/>
              </a:spcAft>
              <a:buSzPts val="1520"/>
              <a:buNone/>
            </a:pPr>
            <a:r>
              <a:rPr b="1" lang="en-IN" sz="2000"/>
              <a:t>Step 7:EXIT</a:t>
            </a:r>
            <a:endParaRPr b="1" sz="2000"/>
          </a:p>
          <a:p>
            <a:pPr indent="0" lvl="0" marL="68580" rtl="0" algn="l">
              <a:spcBef>
                <a:spcPts val="400"/>
              </a:spcBef>
              <a:spcAft>
                <a:spcPts val="0"/>
              </a:spcAft>
              <a:buSzPts val="1520"/>
              <a:buNone/>
            </a:pPr>
            <a:r>
              <a:t/>
            </a:r>
            <a:endParaRPr b="1" sz="2000"/>
          </a:p>
        </p:txBody>
      </p:sp>
      <p:sp>
        <p:nvSpPr>
          <p:cNvPr id="1126" name="Google Shape;1126;p9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27" name="Google Shape;1127;p9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28" name="Google Shape;1128;p9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96"/>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pic>
        <p:nvPicPr>
          <p:cNvPr id="1135" name="Google Shape;1135;p96"/>
          <p:cNvPicPr preferRelativeResize="0"/>
          <p:nvPr>
            <p:ph idx="1" type="body"/>
          </p:nvPr>
        </p:nvPicPr>
        <p:blipFill rotWithShape="1">
          <a:blip r:embed="rId3">
            <a:alphaModFix/>
          </a:blip>
          <a:srcRect b="45974" l="0" r="0" t="0"/>
          <a:stretch/>
        </p:blipFill>
        <p:spPr>
          <a:xfrm>
            <a:off x="1267619" y="1598612"/>
            <a:ext cx="6753225" cy="3198539"/>
          </a:xfrm>
          <a:prstGeom prst="rect">
            <a:avLst/>
          </a:prstGeom>
          <a:noFill/>
          <a:ln>
            <a:noFill/>
          </a:ln>
        </p:spPr>
      </p:pic>
      <p:pic>
        <p:nvPicPr>
          <p:cNvPr id="1136" name="Google Shape;1136;p96"/>
          <p:cNvPicPr preferRelativeResize="0"/>
          <p:nvPr/>
        </p:nvPicPr>
        <p:blipFill rotWithShape="1">
          <a:blip r:embed="rId4">
            <a:alphaModFix/>
          </a:blip>
          <a:srcRect b="0" l="0" r="0" t="0"/>
          <a:stretch/>
        </p:blipFill>
        <p:spPr>
          <a:xfrm>
            <a:off x="2195736" y="4941168"/>
            <a:ext cx="4438650" cy="238125"/>
          </a:xfrm>
          <a:prstGeom prst="rect">
            <a:avLst/>
          </a:prstGeom>
          <a:noFill/>
          <a:ln>
            <a:noFill/>
          </a:ln>
        </p:spPr>
      </p:pic>
      <p:sp>
        <p:nvSpPr>
          <p:cNvPr id="1137" name="Google Shape;1137;p9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38" name="Google Shape;1138;p9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39" name="Google Shape;1139;p9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97"/>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pic>
        <p:nvPicPr>
          <p:cNvPr id="1146" name="Google Shape;1146;p97"/>
          <p:cNvPicPr preferRelativeResize="0"/>
          <p:nvPr>
            <p:ph idx="1" type="body"/>
          </p:nvPr>
        </p:nvPicPr>
        <p:blipFill rotWithShape="1">
          <a:blip r:embed="rId3">
            <a:alphaModFix/>
          </a:blip>
          <a:srcRect b="45974" l="0" r="0" t="0"/>
          <a:stretch/>
        </p:blipFill>
        <p:spPr>
          <a:xfrm>
            <a:off x="1331641" y="1124744"/>
            <a:ext cx="6552728" cy="936104"/>
          </a:xfrm>
          <a:prstGeom prst="rect">
            <a:avLst/>
          </a:prstGeom>
          <a:noFill/>
          <a:ln>
            <a:noFill/>
          </a:ln>
        </p:spPr>
      </p:pic>
      <p:sp>
        <p:nvSpPr>
          <p:cNvPr id="1147" name="Google Shape;1147;p9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48" name="Google Shape;1148;p9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49" name="Google Shape;1149;p9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150" name="Google Shape;1150;p97"/>
          <p:cNvSpPr/>
          <p:nvPr/>
        </p:nvSpPr>
        <p:spPr>
          <a:xfrm>
            <a:off x="972568" y="2996952"/>
            <a:ext cx="6867585"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1)CONNECT </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THE PREVIOUS AND THE NEXT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2)DELETE THE NODE</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98"/>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sp>
        <p:nvSpPr>
          <p:cNvPr id="1157" name="Google Shape;1157;p98"/>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p:txBody>
      </p:sp>
      <p:pic>
        <p:nvPicPr>
          <p:cNvPr descr="https://1.bp.blogspot.com/-scUCKMUqVgU/XAau85KvM6I/AAAAAAAAFZs/6lH2odet02ETOGj374eUmS1T5SQNFuBzQCLcBGAs/s400/New%2BDoc%2B2018-12-04%2B10.16.54_9.jpg" id="1158" name="Google Shape;1158;p98"/>
          <p:cNvPicPr preferRelativeResize="0"/>
          <p:nvPr/>
        </p:nvPicPr>
        <p:blipFill rotWithShape="1">
          <a:blip r:embed="rId3">
            <a:alphaModFix/>
          </a:blip>
          <a:srcRect b="0" l="0" r="0" t="0"/>
          <a:stretch/>
        </p:blipFill>
        <p:spPr>
          <a:xfrm>
            <a:off x="899592" y="980728"/>
            <a:ext cx="7200800" cy="2448272"/>
          </a:xfrm>
          <a:prstGeom prst="rect">
            <a:avLst/>
          </a:prstGeom>
          <a:noFill/>
          <a:ln>
            <a:noFill/>
          </a:ln>
        </p:spPr>
      </p:pic>
      <p:sp>
        <p:nvSpPr>
          <p:cNvPr id="1159" name="Google Shape;1159;p9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60" name="Google Shape;1160;p9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61" name="Google Shape;1161;p9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9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sp>
        <p:nvSpPr>
          <p:cNvPr id="1168" name="Google Shape;1168;p99"/>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If the element is other than the first element of linked list then </a:t>
            </a:r>
            <a:endParaRPr sz="1800"/>
          </a:p>
          <a:p>
            <a:pPr indent="-274320" lvl="1" marL="640080" rtl="0" algn="l">
              <a:spcBef>
                <a:spcPts val="360"/>
              </a:spcBef>
              <a:spcAft>
                <a:spcPts val="0"/>
              </a:spcAft>
              <a:buSzPts val="1368"/>
              <a:buChar char="🞇"/>
            </a:pPr>
            <a:r>
              <a:rPr b="1" lang="en-IN" sz="1800" u="sng"/>
              <a:t>we give the link part of the node to be deleted to the link part of the previous node. </a:t>
            </a:r>
            <a:endParaRPr b="1" sz="1800" u="sng"/>
          </a:p>
          <a:p>
            <a:pPr indent="-274320" lvl="1" marL="640080" rtl="0" algn="l">
              <a:spcBef>
                <a:spcPts val="360"/>
              </a:spcBef>
              <a:spcAft>
                <a:spcPts val="0"/>
              </a:spcAft>
              <a:buSzPts val="1368"/>
              <a:buChar char="🞇"/>
            </a:pPr>
            <a:r>
              <a:rPr lang="en-IN" sz="1800"/>
              <a:t>This can be as-</a:t>
            </a:r>
            <a:endParaRPr/>
          </a:p>
          <a:p>
            <a:pPr indent="0" lvl="8" marL="1847088" rtl="0" algn="l">
              <a:spcBef>
                <a:spcPts val="400"/>
              </a:spcBef>
              <a:spcAft>
                <a:spcPts val="0"/>
              </a:spcAft>
              <a:buSzPts val="1520"/>
              <a:buNone/>
            </a:pPr>
            <a:r>
              <a:rPr b="1" lang="en-IN" sz="2000"/>
              <a:t>tmp =q-&gt;link;</a:t>
            </a:r>
            <a:endParaRPr/>
          </a:p>
          <a:p>
            <a:pPr indent="0" lvl="8" marL="1847088" rtl="0" algn="l">
              <a:spcBef>
                <a:spcPts val="400"/>
              </a:spcBef>
              <a:spcAft>
                <a:spcPts val="0"/>
              </a:spcAft>
              <a:buSzPts val="1520"/>
              <a:buNone/>
            </a:pPr>
            <a:r>
              <a:rPr b="1" lang="en-IN" sz="2000">
                <a:solidFill>
                  <a:srgbClr val="FF0000"/>
                </a:solidFill>
              </a:rPr>
              <a:t>q-&gt;link = tmp-&gt;link;</a:t>
            </a:r>
            <a:endParaRPr/>
          </a:p>
          <a:p>
            <a:pPr indent="0" lvl="8" marL="1847088" rtl="0" algn="l">
              <a:spcBef>
                <a:spcPts val="400"/>
              </a:spcBef>
              <a:spcAft>
                <a:spcPts val="0"/>
              </a:spcAft>
              <a:buSzPts val="1520"/>
              <a:buNone/>
            </a:pPr>
            <a:r>
              <a:rPr b="1" lang="en-IN" sz="2000"/>
              <a:t>free(tmp);</a:t>
            </a:r>
            <a:endParaRPr/>
          </a:p>
        </p:txBody>
      </p:sp>
      <p:pic>
        <p:nvPicPr>
          <p:cNvPr descr="https://1.bp.blogspot.com/-scUCKMUqVgU/XAau85KvM6I/AAAAAAAAFZs/6lH2odet02ETOGj374eUmS1T5SQNFuBzQCLcBGAs/s400/New%2BDoc%2B2018-12-04%2B10.16.54_9.jpg" id="1169" name="Google Shape;1169;p99"/>
          <p:cNvPicPr preferRelativeResize="0"/>
          <p:nvPr/>
        </p:nvPicPr>
        <p:blipFill rotWithShape="1">
          <a:blip r:embed="rId3">
            <a:alphaModFix/>
          </a:blip>
          <a:srcRect b="0" l="0" r="0" t="0"/>
          <a:stretch/>
        </p:blipFill>
        <p:spPr>
          <a:xfrm>
            <a:off x="899592" y="3501008"/>
            <a:ext cx="7200800" cy="2448272"/>
          </a:xfrm>
          <a:prstGeom prst="rect">
            <a:avLst/>
          </a:prstGeom>
          <a:noFill/>
          <a:ln>
            <a:noFill/>
          </a:ln>
        </p:spPr>
      </p:pic>
      <p:sp>
        <p:nvSpPr>
          <p:cNvPr id="1170" name="Google Shape;1170;p9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71" name="Google Shape;1171;p9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72" name="Google Shape;1172;p9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00"/>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at the end</a:t>
            </a:r>
            <a:endParaRPr b="1" i="1"/>
          </a:p>
        </p:txBody>
      </p:sp>
      <p:sp>
        <p:nvSpPr>
          <p:cNvPr id="1179" name="Google Shape;1179;p100"/>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 If node to be deleted is last node of linked list then statement 2 will be as-</a:t>
            </a:r>
            <a:endParaRPr/>
          </a:p>
          <a:p>
            <a:pPr indent="0" lvl="8" marL="1847088" rtl="0" algn="l">
              <a:spcBef>
                <a:spcPts val="400"/>
              </a:spcBef>
              <a:spcAft>
                <a:spcPts val="0"/>
              </a:spcAft>
              <a:buSzPts val="1520"/>
              <a:buNone/>
            </a:pPr>
            <a:r>
              <a:rPr b="1" lang="en-IN" sz="2000"/>
              <a:t>tmp =q-&gt;link;</a:t>
            </a:r>
            <a:endParaRPr/>
          </a:p>
          <a:p>
            <a:pPr indent="0" lvl="8" marL="1847088" rtl="0" algn="l">
              <a:spcBef>
                <a:spcPts val="400"/>
              </a:spcBef>
              <a:spcAft>
                <a:spcPts val="0"/>
              </a:spcAft>
              <a:buSzPts val="1520"/>
              <a:buNone/>
            </a:pPr>
            <a:r>
              <a:rPr b="1" lang="en-IN" sz="2000">
                <a:solidFill>
                  <a:srgbClr val="FF0000"/>
                </a:solidFill>
              </a:rPr>
              <a:t>q-&gt;link = NULL;</a:t>
            </a:r>
            <a:endParaRPr b="1" sz="2000">
              <a:solidFill>
                <a:srgbClr val="FF0000"/>
              </a:solidFill>
            </a:endParaRPr>
          </a:p>
          <a:p>
            <a:pPr indent="0" lvl="8" marL="1847088" rtl="0" algn="l">
              <a:spcBef>
                <a:spcPts val="400"/>
              </a:spcBef>
              <a:spcAft>
                <a:spcPts val="0"/>
              </a:spcAft>
              <a:buSzPts val="1520"/>
              <a:buNone/>
            </a:pPr>
            <a:r>
              <a:rPr b="1" lang="en-IN" sz="2000"/>
              <a:t>free(tmp);</a:t>
            </a:r>
            <a:endParaRPr b="1" sz="2000"/>
          </a:p>
        </p:txBody>
      </p:sp>
      <p:sp>
        <p:nvSpPr>
          <p:cNvPr id="1180" name="Google Shape;1180;p10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21-08-2023</a:t>
            </a:r>
            <a:endParaRPr/>
          </a:p>
        </p:txBody>
      </p:sp>
      <p:sp>
        <p:nvSpPr>
          <p:cNvPr id="1181" name="Google Shape;1181;p10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82" name="Google Shape;1182;p10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Austin">
  <a:themeElements>
    <a:clrScheme name="Austin">
      <a:dk1>
        <a:srgbClr val="000000"/>
      </a:dk1>
      <a:lt1>
        <a:srgbClr val="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2020-07-14T06:20:56Z</dcterms:created>
  <dc:creator>Admin</dc:creator>
</cp:coreProperties>
</file>