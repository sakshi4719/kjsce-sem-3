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15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48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02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35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79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03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645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54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215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40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8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25AD4-E616-41F6-A05A-E6FBC16EF351}" type="datetimeFigureOut">
              <a:rPr lang="en-IN" smtClean="0"/>
              <a:t>10-08-2020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6DAFA-D29B-4A29-AF25-7660E1DE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14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Exp</a:t>
            </a:r>
            <a:r>
              <a:rPr lang="en-IN" dirty="0" smtClean="0"/>
              <a:t>-Stack using Array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Algorithm for </a:t>
            </a:r>
            <a:r>
              <a:rPr lang="en-IN" smtClean="0"/>
              <a:t>Laboratory experiment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22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 smtClean="0"/>
              <a:t>Algorithm for PUSH Operation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Check Stack Full condition</a:t>
            </a:r>
          </a:p>
          <a:p>
            <a:pPr marL="365760" lvl="1" indent="0">
              <a:buNone/>
            </a:pPr>
            <a:r>
              <a:rPr lang="en-IN" sz="2000" dirty="0" smtClean="0"/>
              <a:t>If(top==MAX-1)</a:t>
            </a:r>
          </a:p>
          <a:p>
            <a:pPr marL="365760" lvl="1" indent="0">
              <a:buNone/>
            </a:pPr>
            <a:r>
              <a:rPr lang="en-IN" sz="2000" dirty="0" smtClean="0"/>
              <a:t>Then print stack is full or overflow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Otherwise increase the top value by 1</a:t>
            </a:r>
          </a:p>
          <a:p>
            <a:pPr marL="365760" lvl="1" indent="0">
              <a:buNone/>
            </a:pPr>
            <a:r>
              <a:rPr lang="en-IN" sz="2000" dirty="0" smtClean="0"/>
              <a:t>top=top+1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Input the value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Assign the item at top position </a:t>
            </a:r>
            <a:r>
              <a:rPr lang="en-IN" sz="2000" dirty="0" err="1" smtClean="0"/>
              <a:t>stack_arr</a:t>
            </a:r>
            <a:r>
              <a:rPr lang="en-IN" sz="2000" dirty="0" smtClean="0"/>
              <a:t>[top]=</a:t>
            </a:r>
            <a:r>
              <a:rPr lang="en-IN" sz="2000" dirty="0" err="1" smtClean="0"/>
              <a:t>pushed_item</a:t>
            </a:r>
            <a:endParaRPr lang="en-IN" sz="20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88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 smtClean="0"/>
              <a:t>Algorithm for POP Operation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Check Stack Underflow condition</a:t>
            </a:r>
          </a:p>
          <a:p>
            <a:pPr marL="365760" lvl="1" indent="0">
              <a:buNone/>
            </a:pPr>
            <a:r>
              <a:rPr lang="en-IN" sz="2000" dirty="0" smtClean="0"/>
              <a:t>If(top== -1)</a:t>
            </a:r>
          </a:p>
          <a:p>
            <a:pPr marL="365760" lvl="1" indent="0">
              <a:buNone/>
            </a:pPr>
            <a:r>
              <a:rPr lang="en-IN" sz="2000" dirty="0" smtClean="0"/>
              <a:t>Then print stack is underflow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Otherwise, delete the top position element</a:t>
            </a:r>
          </a:p>
          <a:p>
            <a:pPr marL="365760" lvl="1" indent="0">
              <a:buNone/>
            </a:pPr>
            <a:r>
              <a:rPr lang="en-IN" sz="1800" dirty="0" err="1" smtClean="0"/>
              <a:t>Popped_item</a:t>
            </a:r>
            <a:r>
              <a:rPr lang="en-IN" sz="1800" dirty="0" smtClean="0"/>
              <a:t>=</a:t>
            </a:r>
            <a:r>
              <a:rPr lang="en-IN" sz="1800" dirty="0" err="1" smtClean="0"/>
              <a:t>stack_arr</a:t>
            </a:r>
            <a:r>
              <a:rPr lang="en-IN" sz="1800" dirty="0" smtClean="0"/>
              <a:t>[top]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Decrease the position of top </a:t>
            </a:r>
          </a:p>
          <a:p>
            <a:pPr marL="365760" lvl="1" indent="0">
              <a:buNone/>
            </a:pPr>
            <a:r>
              <a:rPr lang="en-IN" sz="1800" dirty="0" smtClean="0"/>
              <a:t>top=top-1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Print the </a:t>
            </a:r>
            <a:r>
              <a:rPr lang="en-IN" sz="2000" dirty="0" err="1" smtClean="0"/>
              <a:t>popped_item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91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82</Words>
  <Application>Microsoft Office PowerPoint</Application>
  <PresentationFormat>On-screen Show (4:3)</PresentationFormat>
  <Paragraphs>19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Exp-Stack using Array</vt:lpstr>
      <vt:lpstr>Algorithm for PUSH Operation</vt:lpstr>
      <vt:lpstr>Algorithm for POP Operation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Exp-Stack using Array</dc:title>
  <dc:creator>Admin</dc:creator>
  <cp:lastModifiedBy>Admin</cp:lastModifiedBy>
  <cp:revision>3</cp:revision>
  <dcterms:created xsi:type="dcterms:W3CDTF">2020-08-10T07:46:02Z</dcterms:created>
  <dcterms:modified xsi:type="dcterms:W3CDTF">2020-08-10T07:55:07Z</dcterms:modified>
</cp:coreProperties>
</file>