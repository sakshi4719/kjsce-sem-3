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6858000" cx="9144000"/>
  <p:notesSz cx="6858000" cy="9144000"/>
  <p:embeddedFontLst>
    <p:embeddedFont>
      <p:font typeface="Century Gothic"/>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5" roundtripDataSignature="AMtx7mjeM1KRXMqOnDp/39qU2s4C0aRk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B8F944-671C-4ED0-B2D2-0BE1FA7DB842}">
  <a:tblStyle styleId="{65B8F944-671C-4ED0-B2D2-0BE1FA7DB842}"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F5E6"/>
          </a:solidFill>
        </a:fill>
      </a:tcStyle>
    </a:wholeTbl>
    <a:band1H>
      <a:tcTxStyle/>
      <a:tcStyle>
        <a:fill>
          <a:solidFill>
            <a:srgbClr val="DCEACA"/>
          </a:solidFill>
        </a:fill>
      </a:tcStyle>
    </a:band1H>
    <a:band2H>
      <a:tcTxStyle/>
    </a:band2H>
    <a:band1V>
      <a:tcTxStyle/>
      <a:tcStyle>
        <a:fill>
          <a:solidFill>
            <a:srgbClr val="DCEACA"/>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D33C5BB3-BF26-4D74-9653-DCFB4D055A17}" styleName="Table_1">
    <a:wholeTbl>
      <a:tcTxStyle b="off" i="off">
        <a:font>
          <a:latin typeface="Century Gothic"/>
          <a:ea typeface="Century Gothic"/>
          <a:cs typeface="Century Gothic"/>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CenturyGothic-italic.fntdata"/><Relationship Id="rId72" Type="http://schemas.openxmlformats.org/officeDocument/2006/relationships/font" Target="fonts/CenturyGothic-bold.fntdata"/><Relationship Id="rId31" Type="http://schemas.openxmlformats.org/officeDocument/2006/relationships/slide" Target="slides/slide25.xml"/><Relationship Id="rId75" Type="http://customschemas.google.com/relationships/presentationmetadata" Target="metadata"/><Relationship Id="rId30" Type="http://schemas.openxmlformats.org/officeDocument/2006/relationships/slide" Target="slides/slide24.xml"/><Relationship Id="rId74" Type="http://schemas.openxmlformats.org/officeDocument/2006/relationships/font" Target="fonts/CenturyGothic-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CenturyGothic-regular.fntdata"/><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 name="Google Shape;69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2" name="Google Shape;73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8" name="Google Shape;748;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 name="Google Shape;78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6" name="Google Shape;796;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 name="Google Shape;81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4" name="Google Shape;844;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3" name="Google Shape;883;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 name="Google Shape;902;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7" name="Shape 57"/>
        <p:cNvGrpSpPr/>
        <p:nvPr/>
      </p:nvGrpSpPr>
      <p:grpSpPr>
        <a:xfrm>
          <a:off x="0" y="0"/>
          <a:ext cx="0" cy="0"/>
          <a:chOff x="0" y="0"/>
          <a:chExt cx="0" cy="0"/>
        </a:xfrm>
      </p:grpSpPr>
      <p:grpSp>
        <p:nvGrpSpPr>
          <p:cNvPr id="58" name="Google Shape;58;p67"/>
          <p:cNvGrpSpPr/>
          <p:nvPr/>
        </p:nvGrpSpPr>
        <p:grpSpPr>
          <a:xfrm>
            <a:off x="-644959" y="0"/>
            <a:ext cx="10458653" cy="7117071"/>
            <a:chOff x="-644959" y="0"/>
            <a:chExt cx="10458653" cy="7117071"/>
          </a:xfrm>
        </p:grpSpPr>
        <p:grpSp>
          <p:nvGrpSpPr>
            <p:cNvPr id="59" name="Google Shape;59;p67"/>
            <p:cNvGrpSpPr/>
            <p:nvPr/>
          </p:nvGrpSpPr>
          <p:grpSpPr>
            <a:xfrm>
              <a:off x="0" y="0"/>
              <a:ext cx="9144000" cy="6858000"/>
              <a:chOff x="0" y="0"/>
              <a:chExt cx="9144000" cy="6858000"/>
            </a:xfrm>
          </p:grpSpPr>
          <p:grpSp>
            <p:nvGrpSpPr>
              <p:cNvPr id="60" name="Google Shape;60;p67"/>
              <p:cNvGrpSpPr/>
              <p:nvPr/>
            </p:nvGrpSpPr>
            <p:grpSpPr>
              <a:xfrm>
                <a:off x="0" y="0"/>
                <a:ext cx="2514600" cy="6858000"/>
                <a:chOff x="0" y="0"/>
                <a:chExt cx="2514600" cy="6858000"/>
              </a:xfrm>
            </p:grpSpPr>
            <p:sp>
              <p:nvSpPr>
                <p:cNvPr id="61" name="Google Shape;61;p67"/>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2" name="Google Shape;62;p67"/>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3" name="Google Shape;63;p67"/>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4" name="Google Shape;64;p67"/>
              <p:cNvGrpSpPr/>
              <p:nvPr/>
            </p:nvGrpSpPr>
            <p:grpSpPr>
              <a:xfrm>
                <a:off x="422910" y="0"/>
                <a:ext cx="2514600" cy="6858000"/>
                <a:chOff x="0" y="0"/>
                <a:chExt cx="2514600" cy="6858000"/>
              </a:xfrm>
            </p:grpSpPr>
            <p:sp>
              <p:nvSpPr>
                <p:cNvPr id="65" name="Google Shape;65;p67"/>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6" name="Google Shape;66;p67"/>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7" name="Google Shape;67;p67"/>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8" name="Google Shape;68;p67"/>
              <p:cNvGrpSpPr/>
              <p:nvPr/>
            </p:nvGrpSpPr>
            <p:grpSpPr>
              <a:xfrm rot="10800000">
                <a:off x="6629400" y="0"/>
                <a:ext cx="2514600" cy="6858000"/>
                <a:chOff x="0" y="0"/>
                <a:chExt cx="2514600" cy="6858000"/>
              </a:xfrm>
            </p:grpSpPr>
            <p:sp>
              <p:nvSpPr>
                <p:cNvPr id="69" name="Google Shape;69;p67"/>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0" name="Google Shape;70;p67"/>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1" name="Google Shape;71;p67"/>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72" name="Google Shape;72;p67"/>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3" name="Google Shape;73;p67"/>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4" name="Google Shape;74;p67"/>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75" name="Google Shape;75;p67"/>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6" name="Google Shape;76;p67"/>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7" name="Google Shape;77;p67"/>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8" name="Google Shape;78;p67"/>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9" name="Google Shape;79;p67"/>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80" name="Google Shape;80;p67"/>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1" name="Google Shape;81;p67"/>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2" name="Google Shape;82;p67"/>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3" name="Google Shape;83;p67"/>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4" name="Google Shape;84;p67"/>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5" name="Google Shape;85;p67"/>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6" name="Google Shape;86;p67"/>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7" name="Google Shape;87;p67"/>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8" name="Google Shape;88;p67"/>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9" name="Google Shape;89;p67"/>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0" name="Google Shape;90;p67"/>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1" name="Google Shape;91;p67"/>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2" name="Google Shape;92;p67"/>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3" name="Google Shape;93;p67"/>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4" name="Google Shape;94;p67"/>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5" name="Google Shape;95;p67"/>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6" name="Google Shape;96;p67"/>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97" name="Google Shape;97;p67"/>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8" name="Google Shape;98;p67"/>
          <p:cNvSpPr/>
          <p:nvPr/>
        </p:nvSpPr>
        <p:spPr>
          <a:xfrm>
            <a:off x="4649096" y="-21511"/>
            <a:ext cx="3505200" cy="23128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9" name="Google Shape;99;p67"/>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67"/>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368"/>
              <a:buNone/>
              <a:defRPr sz="1800">
                <a:solidFill>
                  <a:srgbClr val="424242"/>
                </a:solidFill>
              </a:defRPr>
            </a:lvl1pPr>
            <a:lvl2pPr lvl="1" algn="ctr">
              <a:spcBef>
                <a:spcPts val="440"/>
              </a:spcBef>
              <a:spcAft>
                <a:spcPts val="0"/>
              </a:spcAft>
              <a:buSzPts val="1672"/>
              <a:buNone/>
              <a:defRPr>
                <a:solidFill>
                  <a:srgbClr val="888888"/>
                </a:solidFill>
              </a:defRPr>
            </a:lvl2pPr>
            <a:lvl3pPr lvl="2" algn="ctr">
              <a:spcBef>
                <a:spcPts val="400"/>
              </a:spcBef>
              <a:spcAft>
                <a:spcPts val="0"/>
              </a:spcAft>
              <a:buSzPts val="1520"/>
              <a:buNone/>
              <a:defRPr>
                <a:solidFill>
                  <a:srgbClr val="888888"/>
                </a:solidFill>
              </a:defRPr>
            </a:lvl3pPr>
            <a:lvl4pPr lvl="3" algn="ctr">
              <a:spcBef>
                <a:spcPts val="360"/>
              </a:spcBef>
              <a:spcAft>
                <a:spcPts val="0"/>
              </a:spcAft>
              <a:buSzPts val="1368"/>
              <a:buNone/>
              <a:defRPr>
                <a:solidFill>
                  <a:srgbClr val="888888"/>
                </a:solidFill>
              </a:defRPr>
            </a:lvl4pPr>
            <a:lvl5pPr lvl="4" algn="ctr">
              <a:spcBef>
                <a:spcPts val="320"/>
              </a:spcBef>
              <a:spcAft>
                <a:spcPts val="0"/>
              </a:spcAft>
              <a:buSzPts val="1216"/>
              <a:buNone/>
              <a:defRPr>
                <a:solidFill>
                  <a:srgbClr val="888888"/>
                </a:solidFill>
              </a:defRPr>
            </a:lvl5pPr>
            <a:lvl6pPr lvl="5" algn="ctr">
              <a:spcBef>
                <a:spcPts val="280"/>
              </a:spcBef>
              <a:spcAft>
                <a:spcPts val="0"/>
              </a:spcAft>
              <a:buSzPts val="1064"/>
              <a:buNone/>
              <a:defRPr>
                <a:solidFill>
                  <a:srgbClr val="888888"/>
                </a:solidFill>
              </a:defRPr>
            </a:lvl6pPr>
            <a:lvl7pPr lvl="6" algn="ctr">
              <a:spcBef>
                <a:spcPts val="280"/>
              </a:spcBef>
              <a:spcAft>
                <a:spcPts val="0"/>
              </a:spcAft>
              <a:buSzPts val="1064"/>
              <a:buNone/>
              <a:defRPr>
                <a:solidFill>
                  <a:srgbClr val="888888"/>
                </a:solidFill>
              </a:defRPr>
            </a:lvl7pPr>
            <a:lvl8pPr lvl="7" algn="ctr">
              <a:spcBef>
                <a:spcPts val="280"/>
              </a:spcBef>
              <a:spcAft>
                <a:spcPts val="0"/>
              </a:spcAft>
              <a:buSzPts val="1064"/>
              <a:buNone/>
              <a:defRPr>
                <a:solidFill>
                  <a:srgbClr val="888888"/>
                </a:solidFill>
              </a:defRPr>
            </a:lvl8pPr>
            <a:lvl9pPr lvl="8" algn="ctr">
              <a:spcBef>
                <a:spcPts val="280"/>
              </a:spcBef>
              <a:spcAft>
                <a:spcPts val="0"/>
              </a:spcAft>
              <a:buSzPts val="1064"/>
              <a:buNone/>
              <a:defRPr>
                <a:solidFill>
                  <a:srgbClr val="888888"/>
                </a:solidFill>
              </a:defRPr>
            </a:lvl9pPr>
          </a:lstStyle>
          <a:p/>
        </p:txBody>
      </p:sp>
      <p:sp>
        <p:nvSpPr>
          <p:cNvPr id="101" name="Google Shape;101;p67"/>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67"/>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03" name="Google Shape;103;p67"/>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67"/>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accent1"/>
                </a:solidFill>
                <a:latin typeface="Century Gothic"/>
                <a:ea typeface="Century Gothic"/>
                <a:cs typeface="Century Gothic"/>
                <a:sym typeface="Century Gothic"/>
              </a:defRPr>
            </a:lvl1pPr>
            <a:lvl2pPr indent="0" lvl="1" marL="0" algn="l">
              <a:spcBef>
                <a:spcPts val="0"/>
              </a:spcBef>
              <a:buNone/>
              <a:defRPr b="0" i="0" sz="1200" u="none" cap="none" strike="noStrike">
                <a:solidFill>
                  <a:schemeClr val="accent1"/>
                </a:solidFill>
                <a:latin typeface="Century Gothic"/>
                <a:ea typeface="Century Gothic"/>
                <a:cs typeface="Century Gothic"/>
                <a:sym typeface="Century Gothic"/>
              </a:defRPr>
            </a:lvl2pPr>
            <a:lvl3pPr indent="0" lvl="2" marL="0" algn="l">
              <a:spcBef>
                <a:spcPts val="0"/>
              </a:spcBef>
              <a:buNone/>
              <a:defRPr b="0" i="0" sz="1200" u="none" cap="none" strike="noStrike">
                <a:solidFill>
                  <a:schemeClr val="accent1"/>
                </a:solidFill>
                <a:latin typeface="Century Gothic"/>
                <a:ea typeface="Century Gothic"/>
                <a:cs typeface="Century Gothic"/>
                <a:sym typeface="Century Gothic"/>
              </a:defRPr>
            </a:lvl3pPr>
            <a:lvl4pPr indent="0" lvl="3" marL="0" algn="l">
              <a:spcBef>
                <a:spcPts val="0"/>
              </a:spcBef>
              <a:buNone/>
              <a:defRPr b="0" i="0" sz="1200" u="none" cap="none" strike="noStrike">
                <a:solidFill>
                  <a:schemeClr val="accent1"/>
                </a:solidFill>
                <a:latin typeface="Century Gothic"/>
                <a:ea typeface="Century Gothic"/>
                <a:cs typeface="Century Gothic"/>
                <a:sym typeface="Century Gothic"/>
              </a:defRPr>
            </a:lvl4pPr>
            <a:lvl5pPr indent="0" lvl="4" marL="0" algn="l">
              <a:spcBef>
                <a:spcPts val="0"/>
              </a:spcBef>
              <a:buNone/>
              <a:defRPr b="0" i="0" sz="1200" u="none" cap="none" strike="noStrike">
                <a:solidFill>
                  <a:schemeClr val="accent1"/>
                </a:solidFill>
                <a:latin typeface="Century Gothic"/>
                <a:ea typeface="Century Gothic"/>
                <a:cs typeface="Century Gothic"/>
                <a:sym typeface="Century Gothic"/>
              </a:defRPr>
            </a:lvl5pPr>
            <a:lvl6pPr indent="0" lvl="5" marL="0" algn="l">
              <a:spcBef>
                <a:spcPts val="0"/>
              </a:spcBef>
              <a:buNone/>
              <a:defRPr b="0" i="0" sz="1200" u="none" cap="none" strike="noStrike">
                <a:solidFill>
                  <a:schemeClr val="accent1"/>
                </a:solidFill>
                <a:latin typeface="Century Gothic"/>
                <a:ea typeface="Century Gothic"/>
                <a:cs typeface="Century Gothic"/>
                <a:sym typeface="Century Gothic"/>
              </a:defRPr>
            </a:lvl6pPr>
            <a:lvl7pPr indent="0" lvl="6" marL="0" algn="l">
              <a:spcBef>
                <a:spcPts val="0"/>
              </a:spcBef>
              <a:buNone/>
              <a:defRPr b="0" i="0" sz="1200" u="none" cap="none" strike="noStrike">
                <a:solidFill>
                  <a:schemeClr val="accent1"/>
                </a:solidFill>
                <a:latin typeface="Century Gothic"/>
                <a:ea typeface="Century Gothic"/>
                <a:cs typeface="Century Gothic"/>
                <a:sym typeface="Century Gothic"/>
              </a:defRPr>
            </a:lvl7pPr>
            <a:lvl8pPr indent="0" lvl="7" marL="0" algn="l">
              <a:spcBef>
                <a:spcPts val="0"/>
              </a:spcBef>
              <a:buNone/>
              <a:defRPr b="0" i="0" sz="1200" u="none" cap="none" strike="noStrike">
                <a:solidFill>
                  <a:schemeClr val="accent1"/>
                </a:solidFill>
                <a:latin typeface="Century Gothic"/>
                <a:ea typeface="Century Gothic"/>
                <a:cs typeface="Century Gothic"/>
                <a:sym typeface="Century Gothic"/>
              </a:defRPr>
            </a:lvl8pPr>
            <a:lvl9pPr indent="0" lvl="8" marL="0" algn="l">
              <a:spcBef>
                <a:spcPts val="0"/>
              </a:spcBef>
              <a:buNone/>
              <a:defRPr b="0" i="0" sz="1200" u="none" cap="none" strike="noStrike">
                <a:solidFill>
                  <a:schemeClr val="accent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
        <p:nvSpPr>
          <p:cNvPr id="105" name="Google Shape;105;p67"/>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6" name="Shape 106"/>
        <p:cNvGrpSpPr/>
        <p:nvPr/>
      </p:nvGrpSpPr>
      <p:grpSpPr>
        <a:xfrm>
          <a:off x="0" y="0"/>
          <a:ext cx="0" cy="0"/>
          <a:chOff x="0" y="0"/>
          <a:chExt cx="0" cy="0"/>
        </a:xfrm>
      </p:grpSpPr>
      <p:sp>
        <p:nvSpPr>
          <p:cNvPr id="107" name="Google Shape;107;p68"/>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68"/>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09" name="Google Shape;109;p6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6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6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p69"/>
          <p:cNvSpPr txBox="1"/>
          <p:nvPr>
            <p:ph type="title"/>
          </p:nvPr>
        </p:nvSpPr>
        <p:spPr>
          <a:xfrm>
            <a:off x="1258645" y="2900829"/>
            <a:ext cx="6637468" cy="13620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69"/>
          <p:cNvSpPr txBox="1"/>
          <p:nvPr>
            <p:ph idx="1" type="body"/>
          </p:nvPr>
        </p:nvSpPr>
        <p:spPr>
          <a:xfrm>
            <a:off x="1258645" y="4267200"/>
            <a:ext cx="6637467" cy="1520413"/>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520"/>
              <a:buNone/>
              <a:defRPr sz="2000">
                <a:solidFill>
                  <a:srgbClr val="888888"/>
                </a:solidFill>
              </a:defRPr>
            </a:lvl1pPr>
            <a:lvl2pPr indent="-228600" lvl="1" marL="914400" algn="l">
              <a:spcBef>
                <a:spcPts val="360"/>
              </a:spcBef>
              <a:spcAft>
                <a:spcPts val="0"/>
              </a:spcAft>
              <a:buSzPts val="1368"/>
              <a:buNone/>
              <a:defRPr sz="1800">
                <a:solidFill>
                  <a:srgbClr val="888888"/>
                </a:solidFill>
              </a:defRPr>
            </a:lvl2pPr>
            <a:lvl3pPr indent="-228600" lvl="2" marL="1371600" algn="l">
              <a:spcBef>
                <a:spcPts val="320"/>
              </a:spcBef>
              <a:spcAft>
                <a:spcPts val="0"/>
              </a:spcAft>
              <a:buSzPts val="1216"/>
              <a:buNone/>
              <a:defRPr sz="1600">
                <a:solidFill>
                  <a:srgbClr val="888888"/>
                </a:solidFill>
              </a:defRPr>
            </a:lvl3pPr>
            <a:lvl4pPr indent="-228600" lvl="3" marL="1828800" algn="l">
              <a:spcBef>
                <a:spcPts val="280"/>
              </a:spcBef>
              <a:spcAft>
                <a:spcPts val="0"/>
              </a:spcAft>
              <a:buSzPts val="1064"/>
              <a:buNone/>
              <a:defRPr sz="1400">
                <a:solidFill>
                  <a:srgbClr val="888888"/>
                </a:solidFill>
              </a:defRPr>
            </a:lvl4pPr>
            <a:lvl5pPr indent="-228600" lvl="4" marL="2286000" algn="l">
              <a:spcBef>
                <a:spcPts val="280"/>
              </a:spcBef>
              <a:spcAft>
                <a:spcPts val="0"/>
              </a:spcAft>
              <a:buSzPts val="1064"/>
              <a:buNone/>
              <a:defRPr sz="1400">
                <a:solidFill>
                  <a:srgbClr val="888888"/>
                </a:solidFill>
              </a:defRPr>
            </a:lvl5pPr>
            <a:lvl6pPr indent="-228600" lvl="5" marL="2743200" algn="l">
              <a:spcBef>
                <a:spcPts val="280"/>
              </a:spcBef>
              <a:spcAft>
                <a:spcPts val="0"/>
              </a:spcAft>
              <a:buSzPts val="1064"/>
              <a:buNone/>
              <a:defRPr sz="1400">
                <a:solidFill>
                  <a:srgbClr val="888888"/>
                </a:solidFill>
              </a:defRPr>
            </a:lvl6pPr>
            <a:lvl7pPr indent="-228600" lvl="6" marL="3200400" algn="l">
              <a:spcBef>
                <a:spcPts val="280"/>
              </a:spcBef>
              <a:spcAft>
                <a:spcPts val="0"/>
              </a:spcAft>
              <a:buSzPts val="1064"/>
              <a:buNone/>
              <a:defRPr sz="1400">
                <a:solidFill>
                  <a:srgbClr val="888888"/>
                </a:solidFill>
              </a:defRPr>
            </a:lvl7pPr>
            <a:lvl8pPr indent="-228600" lvl="7" marL="3657600" algn="l">
              <a:spcBef>
                <a:spcPts val="280"/>
              </a:spcBef>
              <a:spcAft>
                <a:spcPts val="0"/>
              </a:spcAft>
              <a:buSzPts val="1064"/>
              <a:buNone/>
              <a:defRPr sz="1400">
                <a:solidFill>
                  <a:srgbClr val="888888"/>
                </a:solidFill>
              </a:defRPr>
            </a:lvl8pPr>
            <a:lvl9pPr indent="-228600" lvl="8" marL="4114800" algn="l">
              <a:spcBef>
                <a:spcPts val="280"/>
              </a:spcBef>
              <a:spcAft>
                <a:spcPts val="0"/>
              </a:spcAft>
              <a:buSzPts val="1064"/>
              <a:buNone/>
              <a:defRPr sz="1400">
                <a:solidFill>
                  <a:srgbClr val="888888"/>
                </a:solidFill>
              </a:defRPr>
            </a:lvl9pPr>
          </a:lstStyle>
          <a:p/>
        </p:txBody>
      </p:sp>
      <p:sp>
        <p:nvSpPr>
          <p:cNvPr id="115" name="Google Shape;115;p6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6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8" name="Shape 118"/>
        <p:cNvGrpSpPr/>
        <p:nvPr/>
      </p:nvGrpSpPr>
      <p:grpSpPr>
        <a:xfrm>
          <a:off x="0" y="0"/>
          <a:ext cx="0" cy="0"/>
          <a:chOff x="0" y="0"/>
          <a:chExt cx="0" cy="0"/>
        </a:xfrm>
      </p:grpSpPr>
      <p:sp>
        <p:nvSpPr>
          <p:cNvPr id="119" name="Google Shape;119;p70"/>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7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7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7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123" name="Google Shape;123;p70"/>
          <p:cNvSpPr txBox="1"/>
          <p:nvPr>
            <p:ph idx="1" type="body"/>
          </p:nvPr>
        </p:nvSpPr>
        <p:spPr>
          <a:xfrm>
            <a:off x="1042416" y="2313432"/>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24" name="Google Shape;124;p70"/>
          <p:cNvSpPr txBox="1"/>
          <p:nvPr>
            <p:ph idx="2" type="body"/>
          </p:nvPr>
        </p:nvSpPr>
        <p:spPr>
          <a:xfrm>
            <a:off x="4645152" y="2313431"/>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p71"/>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71"/>
          <p:cNvSpPr txBox="1"/>
          <p:nvPr>
            <p:ph idx="1" type="body"/>
          </p:nvPr>
        </p:nvSpPr>
        <p:spPr>
          <a:xfrm>
            <a:off x="1412111" y="2316009"/>
            <a:ext cx="305714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28" name="Google Shape;128;p71"/>
          <p:cNvSpPr txBox="1"/>
          <p:nvPr>
            <p:ph idx="2" type="body"/>
          </p:nvPr>
        </p:nvSpPr>
        <p:spPr>
          <a:xfrm>
            <a:off x="1041721"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29" name="Google Shape;129;p71"/>
          <p:cNvSpPr txBox="1"/>
          <p:nvPr>
            <p:ph idx="3" type="body"/>
          </p:nvPr>
        </p:nvSpPr>
        <p:spPr>
          <a:xfrm>
            <a:off x="5011837" y="2316010"/>
            <a:ext cx="30557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30" name="Google Shape;130;p71"/>
          <p:cNvSpPr txBox="1"/>
          <p:nvPr>
            <p:ph idx="4" type="body"/>
          </p:nvPr>
        </p:nvSpPr>
        <p:spPr>
          <a:xfrm>
            <a:off x="4645152"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31" name="Google Shape;131;p7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7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7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72"/>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7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7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7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p7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7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7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43" name="Shape 143"/>
        <p:cNvGrpSpPr/>
        <p:nvPr/>
      </p:nvGrpSpPr>
      <p:grpSpPr>
        <a:xfrm>
          <a:off x="0" y="0"/>
          <a:ext cx="0" cy="0"/>
          <a:chOff x="0" y="0"/>
          <a:chExt cx="0" cy="0"/>
        </a:xfrm>
      </p:grpSpPr>
      <p:grpSp>
        <p:nvGrpSpPr>
          <p:cNvPr id="144" name="Google Shape;144;p74"/>
          <p:cNvGrpSpPr/>
          <p:nvPr/>
        </p:nvGrpSpPr>
        <p:grpSpPr>
          <a:xfrm>
            <a:off x="-644959" y="0"/>
            <a:ext cx="10458653" cy="7117071"/>
            <a:chOff x="-644959" y="0"/>
            <a:chExt cx="10458653" cy="7117071"/>
          </a:xfrm>
        </p:grpSpPr>
        <p:grpSp>
          <p:nvGrpSpPr>
            <p:cNvPr id="145" name="Google Shape;145;p74"/>
            <p:cNvGrpSpPr/>
            <p:nvPr/>
          </p:nvGrpSpPr>
          <p:grpSpPr>
            <a:xfrm>
              <a:off x="0" y="0"/>
              <a:ext cx="9144000" cy="6858000"/>
              <a:chOff x="0" y="0"/>
              <a:chExt cx="9144000" cy="6858000"/>
            </a:xfrm>
          </p:grpSpPr>
          <p:grpSp>
            <p:nvGrpSpPr>
              <p:cNvPr id="146" name="Google Shape;146;p74"/>
              <p:cNvGrpSpPr/>
              <p:nvPr/>
            </p:nvGrpSpPr>
            <p:grpSpPr>
              <a:xfrm>
                <a:off x="0" y="0"/>
                <a:ext cx="2514600" cy="6858000"/>
                <a:chOff x="0" y="0"/>
                <a:chExt cx="2514600" cy="6858000"/>
              </a:xfrm>
            </p:grpSpPr>
            <p:sp>
              <p:nvSpPr>
                <p:cNvPr id="147" name="Google Shape;147;p74"/>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48" name="Google Shape;148;p74"/>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49" name="Google Shape;149;p74"/>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150" name="Google Shape;150;p74"/>
              <p:cNvGrpSpPr/>
              <p:nvPr/>
            </p:nvGrpSpPr>
            <p:grpSpPr>
              <a:xfrm>
                <a:off x="422910" y="0"/>
                <a:ext cx="2514600" cy="6858000"/>
                <a:chOff x="0" y="0"/>
                <a:chExt cx="2514600" cy="6858000"/>
              </a:xfrm>
            </p:grpSpPr>
            <p:sp>
              <p:nvSpPr>
                <p:cNvPr id="151" name="Google Shape;151;p74"/>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2" name="Google Shape;152;p74"/>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3" name="Google Shape;153;p74"/>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154" name="Google Shape;154;p74"/>
              <p:cNvGrpSpPr/>
              <p:nvPr/>
            </p:nvGrpSpPr>
            <p:grpSpPr>
              <a:xfrm rot="10800000">
                <a:off x="6629400" y="0"/>
                <a:ext cx="2514600" cy="6858000"/>
                <a:chOff x="0" y="0"/>
                <a:chExt cx="2514600" cy="6858000"/>
              </a:xfrm>
            </p:grpSpPr>
            <p:sp>
              <p:nvSpPr>
                <p:cNvPr id="155" name="Google Shape;155;p74"/>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6" name="Google Shape;156;p74"/>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7" name="Google Shape;157;p74"/>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158" name="Google Shape;158;p74"/>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9" name="Google Shape;159;p74"/>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0" name="Google Shape;160;p74"/>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161" name="Google Shape;161;p74"/>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2" name="Google Shape;162;p74"/>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3" name="Google Shape;163;p74"/>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4" name="Google Shape;164;p74"/>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5" name="Google Shape;165;p74"/>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6" name="Google Shape;166;p74"/>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7" name="Google Shape;167;p74"/>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8" name="Google Shape;168;p74"/>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9" name="Google Shape;169;p74"/>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0" name="Google Shape;170;p74"/>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1" name="Google Shape;171;p74"/>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2" name="Google Shape;172;p74"/>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3" name="Google Shape;173;p74"/>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4" name="Google Shape;174;p74"/>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5" name="Google Shape;175;p74"/>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6" name="Google Shape;176;p74"/>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7" name="Google Shape;177;p74"/>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8" name="Google Shape;178;p74"/>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9" name="Google Shape;179;p74"/>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0" name="Google Shape;180;p74"/>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1" name="Google Shape;181;p74"/>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2" name="Google Shape;182;p74"/>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183" name="Google Shape;183;p74"/>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4" name="Google Shape;184;p74"/>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5" name="Google Shape;185;p7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7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187" name="Google Shape;187;p74"/>
          <p:cNvSpPr/>
          <p:nvPr/>
        </p:nvSpPr>
        <p:spPr>
          <a:xfrm>
            <a:off x="905571" y="601883"/>
            <a:ext cx="3562257" cy="5648445"/>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8" name="Google Shape;188;p74"/>
          <p:cNvSpPr txBox="1"/>
          <p:nvPr>
            <p:ph idx="1" type="body"/>
          </p:nvPr>
        </p:nvSpPr>
        <p:spPr>
          <a:xfrm>
            <a:off x="1145894" y="856527"/>
            <a:ext cx="3090440" cy="5150734"/>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34772" lvl="1" marL="914400" algn="l">
              <a:spcBef>
                <a:spcPts val="440"/>
              </a:spcBef>
              <a:spcAft>
                <a:spcPts val="0"/>
              </a:spcAft>
              <a:buSzPts val="1672"/>
              <a:buChar char="🞇"/>
              <a:defRPr sz="2200"/>
            </a:lvl2pPr>
            <a:lvl3pPr indent="-325119" lvl="2" marL="1371600" algn="l">
              <a:spcBef>
                <a:spcPts val="400"/>
              </a:spcBef>
              <a:spcAft>
                <a:spcPts val="0"/>
              </a:spcAft>
              <a:buSzPts val="1520"/>
              <a:buChar char="🞇"/>
              <a:defRPr sz="2000"/>
            </a:lvl3pPr>
            <a:lvl4pPr indent="-315467" lvl="3" marL="1828800" algn="l">
              <a:spcBef>
                <a:spcPts val="360"/>
              </a:spcBef>
              <a:spcAft>
                <a:spcPts val="0"/>
              </a:spcAft>
              <a:buSzPts val="1368"/>
              <a:buChar char="🞇"/>
              <a:defRPr sz="1800"/>
            </a:lvl4pPr>
            <a:lvl5pPr indent="-305816" lvl="4" marL="2286000" algn="l">
              <a:spcBef>
                <a:spcPts val="320"/>
              </a:spcBef>
              <a:spcAft>
                <a:spcPts val="0"/>
              </a:spcAft>
              <a:buSzPts val="1216"/>
              <a:buChar char="🞇"/>
              <a:defRPr sz="1600"/>
            </a:lvl5pPr>
            <a:lvl6pPr indent="-325120" lvl="5" marL="2743200" algn="l">
              <a:spcBef>
                <a:spcPts val="400"/>
              </a:spcBef>
              <a:spcAft>
                <a:spcPts val="0"/>
              </a:spcAft>
              <a:buSzPts val="1520"/>
              <a:buChar char="🞇"/>
              <a:defRPr sz="2000"/>
            </a:lvl6pPr>
            <a:lvl7pPr indent="-325120" lvl="6" marL="3200400" algn="l">
              <a:spcBef>
                <a:spcPts val="400"/>
              </a:spcBef>
              <a:spcAft>
                <a:spcPts val="0"/>
              </a:spcAft>
              <a:buSzPts val="1520"/>
              <a:buChar char="🞇"/>
              <a:defRPr sz="2000"/>
            </a:lvl7pPr>
            <a:lvl8pPr indent="-325120" lvl="7" marL="3657600" algn="l">
              <a:spcBef>
                <a:spcPts val="400"/>
              </a:spcBef>
              <a:spcAft>
                <a:spcPts val="0"/>
              </a:spcAft>
              <a:buSzPts val="1520"/>
              <a:buChar char="🞇"/>
              <a:defRPr sz="2000"/>
            </a:lvl8pPr>
            <a:lvl9pPr indent="-325120" lvl="8" marL="4114800" algn="l">
              <a:spcBef>
                <a:spcPts val="400"/>
              </a:spcBef>
              <a:spcAft>
                <a:spcPts val="0"/>
              </a:spcAft>
              <a:buSzPts val="1520"/>
              <a:buChar char="🞇"/>
              <a:defRPr sz="2000"/>
            </a:lvl9pPr>
          </a:lstStyle>
          <a:p/>
        </p:txBody>
      </p:sp>
      <p:sp>
        <p:nvSpPr>
          <p:cNvPr id="189" name="Google Shape;189;p74"/>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0" name="Google Shape;190;p74"/>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74"/>
          <p:cNvSpPr txBox="1"/>
          <p:nvPr>
            <p:ph type="title"/>
          </p:nvPr>
        </p:nvSpPr>
        <p:spPr>
          <a:xfrm>
            <a:off x="4739833" y="2657434"/>
            <a:ext cx="3304572" cy="146315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74"/>
          <p:cNvSpPr txBox="1"/>
          <p:nvPr>
            <p:ph idx="2" type="body"/>
          </p:nvPr>
        </p:nvSpPr>
        <p:spPr>
          <a:xfrm>
            <a:off x="4736592" y="4136994"/>
            <a:ext cx="3298784" cy="1517904"/>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93" name="Shape 193"/>
        <p:cNvGrpSpPr/>
        <p:nvPr/>
      </p:nvGrpSpPr>
      <p:grpSpPr>
        <a:xfrm>
          <a:off x="0" y="0"/>
          <a:ext cx="0" cy="0"/>
          <a:chOff x="0" y="0"/>
          <a:chExt cx="0" cy="0"/>
        </a:xfrm>
      </p:grpSpPr>
      <p:grpSp>
        <p:nvGrpSpPr>
          <p:cNvPr id="194" name="Google Shape;194;p75"/>
          <p:cNvGrpSpPr/>
          <p:nvPr/>
        </p:nvGrpSpPr>
        <p:grpSpPr>
          <a:xfrm>
            <a:off x="-644959" y="0"/>
            <a:ext cx="10458653" cy="7117071"/>
            <a:chOff x="-644959" y="0"/>
            <a:chExt cx="10458653" cy="7117071"/>
          </a:xfrm>
        </p:grpSpPr>
        <p:grpSp>
          <p:nvGrpSpPr>
            <p:cNvPr id="195" name="Google Shape;195;p75"/>
            <p:cNvGrpSpPr/>
            <p:nvPr/>
          </p:nvGrpSpPr>
          <p:grpSpPr>
            <a:xfrm>
              <a:off x="0" y="0"/>
              <a:ext cx="9144000" cy="6858000"/>
              <a:chOff x="0" y="0"/>
              <a:chExt cx="9144000" cy="6858000"/>
            </a:xfrm>
          </p:grpSpPr>
          <p:grpSp>
            <p:nvGrpSpPr>
              <p:cNvPr id="196" name="Google Shape;196;p75"/>
              <p:cNvGrpSpPr/>
              <p:nvPr/>
            </p:nvGrpSpPr>
            <p:grpSpPr>
              <a:xfrm>
                <a:off x="0" y="0"/>
                <a:ext cx="2514600" cy="6858000"/>
                <a:chOff x="0" y="0"/>
                <a:chExt cx="2514600" cy="6858000"/>
              </a:xfrm>
            </p:grpSpPr>
            <p:sp>
              <p:nvSpPr>
                <p:cNvPr id="197" name="Google Shape;197;p7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8" name="Google Shape;198;p7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9" name="Google Shape;199;p7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200" name="Google Shape;200;p75"/>
              <p:cNvGrpSpPr/>
              <p:nvPr/>
            </p:nvGrpSpPr>
            <p:grpSpPr>
              <a:xfrm>
                <a:off x="422910" y="0"/>
                <a:ext cx="2514600" cy="6858000"/>
                <a:chOff x="0" y="0"/>
                <a:chExt cx="2514600" cy="6858000"/>
              </a:xfrm>
            </p:grpSpPr>
            <p:sp>
              <p:nvSpPr>
                <p:cNvPr id="201" name="Google Shape;201;p7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2" name="Google Shape;202;p7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3" name="Google Shape;203;p7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204" name="Google Shape;204;p75"/>
              <p:cNvGrpSpPr/>
              <p:nvPr/>
            </p:nvGrpSpPr>
            <p:grpSpPr>
              <a:xfrm rot="10800000">
                <a:off x="6629400" y="0"/>
                <a:ext cx="2514600" cy="6858000"/>
                <a:chOff x="0" y="0"/>
                <a:chExt cx="2514600" cy="6858000"/>
              </a:xfrm>
            </p:grpSpPr>
            <p:sp>
              <p:nvSpPr>
                <p:cNvPr id="205" name="Google Shape;205;p7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6" name="Google Shape;206;p7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7" name="Google Shape;207;p7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08" name="Google Shape;208;p75"/>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9" name="Google Shape;209;p75"/>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0" name="Google Shape;210;p75"/>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11" name="Google Shape;211;p75"/>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2" name="Google Shape;212;p75"/>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3" name="Google Shape;213;p75"/>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4" name="Google Shape;214;p75"/>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5" name="Google Shape;215;p75"/>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6" name="Google Shape;216;p75"/>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7" name="Google Shape;217;p75"/>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8" name="Google Shape;218;p75"/>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9" name="Google Shape;219;p75"/>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0" name="Google Shape;220;p75"/>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1" name="Google Shape;221;p75"/>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2" name="Google Shape;222;p75"/>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3" name="Google Shape;223;p75"/>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4" name="Google Shape;224;p75"/>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5" name="Google Shape;225;p75"/>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6" name="Google Shape;226;p75"/>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7" name="Google Shape;227;p75"/>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8" name="Google Shape;228;p75"/>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9" name="Google Shape;229;p75"/>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0" name="Google Shape;230;p75"/>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1" name="Google Shape;231;p75"/>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2" name="Google Shape;232;p75"/>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33" name="Google Shape;233;p75"/>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4" name="Google Shape;234;p75"/>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5" name="Google Shape;235;p75"/>
          <p:cNvSpPr/>
          <p:nvPr/>
        </p:nvSpPr>
        <p:spPr>
          <a:xfrm>
            <a:off x="905571" y="601883"/>
            <a:ext cx="3562257" cy="5648445"/>
          </a:xfrm>
          <a:prstGeom prst="rect">
            <a:avLst/>
          </a:prstGeom>
          <a:solidFill>
            <a:srgbClr val="FFFFFF"/>
          </a:solidFill>
          <a:ln cap="flat" cmpd="sng" w="9525">
            <a:solidFill>
              <a:srgbClr val="1E1E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6" name="Google Shape;236;p75"/>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7" name="Google Shape;237;p75"/>
          <p:cNvSpPr txBox="1"/>
          <p:nvPr>
            <p:ph type="title"/>
          </p:nvPr>
        </p:nvSpPr>
        <p:spPr>
          <a:xfrm>
            <a:off x="4734424" y="2660904"/>
            <a:ext cx="3300984" cy="146304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75"/>
          <p:cNvSpPr/>
          <p:nvPr>
            <p:ph idx="2" type="pic"/>
          </p:nvPr>
        </p:nvSpPr>
        <p:spPr>
          <a:xfrm>
            <a:off x="1005208" y="693795"/>
            <a:ext cx="3359623" cy="5468112"/>
          </a:xfrm>
          <a:prstGeom prst="rect">
            <a:avLst/>
          </a:prstGeom>
          <a:noFill/>
          <a:ln>
            <a:noFill/>
          </a:ln>
        </p:spPr>
      </p:sp>
      <p:sp>
        <p:nvSpPr>
          <p:cNvPr id="239" name="Google Shape;239;p75"/>
          <p:cNvSpPr txBox="1"/>
          <p:nvPr>
            <p:ph idx="1" type="body"/>
          </p:nvPr>
        </p:nvSpPr>
        <p:spPr>
          <a:xfrm>
            <a:off x="4734630" y="4133088"/>
            <a:ext cx="3300573" cy="1519561"/>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
        <p:nvSpPr>
          <p:cNvPr id="240" name="Google Shape;240;p7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75"/>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7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3" name="Shape 243"/>
        <p:cNvGrpSpPr/>
        <p:nvPr/>
      </p:nvGrpSpPr>
      <p:grpSpPr>
        <a:xfrm>
          <a:off x="0" y="0"/>
          <a:ext cx="0" cy="0"/>
          <a:chOff x="0" y="0"/>
          <a:chExt cx="0" cy="0"/>
        </a:xfrm>
      </p:grpSpPr>
      <p:sp>
        <p:nvSpPr>
          <p:cNvPr id="244" name="Google Shape;244;p76"/>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76"/>
          <p:cNvSpPr txBox="1"/>
          <p:nvPr>
            <p:ph idx="1" type="body"/>
          </p:nvPr>
        </p:nvSpPr>
        <p:spPr>
          <a:xfrm rot="5400000">
            <a:off x="2677662" y="689482"/>
            <a:ext cx="3508977" cy="677731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46" name="Google Shape;246;p7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7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7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9" name="Shape 249"/>
        <p:cNvGrpSpPr/>
        <p:nvPr/>
      </p:nvGrpSpPr>
      <p:grpSpPr>
        <a:xfrm>
          <a:off x="0" y="0"/>
          <a:ext cx="0" cy="0"/>
          <a:chOff x="0" y="0"/>
          <a:chExt cx="0" cy="0"/>
        </a:xfrm>
      </p:grpSpPr>
      <p:sp>
        <p:nvSpPr>
          <p:cNvPr id="250" name="Google Shape;250;p77"/>
          <p:cNvSpPr txBox="1"/>
          <p:nvPr>
            <p:ph type="title"/>
          </p:nvPr>
        </p:nvSpPr>
        <p:spPr>
          <a:xfrm rot="5400000">
            <a:off x="4981455" y="2678093"/>
            <a:ext cx="4780344" cy="14844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77"/>
          <p:cNvSpPr txBox="1"/>
          <p:nvPr>
            <p:ph idx="1" type="body"/>
          </p:nvPr>
        </p:nvSpPr>
        <p:spPr>
          <a:xfrm rot="5400000">
            <a:off x="1374976" y="708467"/>
            <a:ext cx="4780344" cy="5423704"/>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52" name="Google Shape;252;p7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7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7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1F15E"/>
            </a:gs>
            <a:gs pos="62000">
              <a:srgbClr val="90BA3F"/>
            </a:gs>
            <a:gs pos="100000">
              <a:srgbClr val="7FA03E"/>
            </a:gs>
          </a:gsLst>
          <a:lin ang="5400000" scaled="0"/>
        </a:gradFill>
      </p:bgPr>
    </p:bg>
    <p:spTree>
      <p:nvGrpSpPr>
        <p:cNvPr id="9" name="Shape 9"/>
        <p:cNvGrpSpPr/>
        <p:nvPr/>
      </p:nvGrpSpPr>
      <p:grpSpPr>
        <a:xfrm>
          <a:off x="0" y="0"/>
          <a:ext cx="0" cy="0"/>
          <a:chOff x="0" y="0"/>
          <a:chExt cx="0" cy="0"/>
        </a:xfrm>
      </p:grpSpPr>
      <p:grpSp>
        <p:nvGrpSpPr>
          <p:cNvPr id="10" name="Google Shape;10;p66"/>
          <p:cNvGrpSpPr/>
          <p:nvPr/>
        </p:nvGrpSpPr>
        <p:grpSpPr>
          <a:xfrm>
            <a:off x="-567355" y="0"/>
            <a:ext cx="10458653" cy="7117071"/>
            <a:chOff x="-644959" y="0"/>
            <a:chExt cx="10458653" cy="7117071"/>
          </a:xfrm>
        </p:grpSpPr>
        <p:grpSp>
          <p:nvGrpSpPr>
            <p:cNvPr id="11" name="Google Shape;11;p66"/>
            <p:cNvGrpSpPr/>
            <p:nvPr/>
          </p:nvGrpSpPr>
          <p:grpSpPr>
            <a:xfrm>
              <a:off x="0" y="0"/>
              <a:ext cx="9144000" cy="6858000"/>
              <a:chOff x="0" y="0"/>
              <a:chExt cx="9144000" cy="6858000"/>
            </a:xfrm>
          </p:grpSpPr>
          <p:grpSp>
            <p:nvGrpSpPr>
              <p:cNvPr id="12" name="Google Shape;12;p66"/>
              <p:cNvGrpSpPr/>
              <p:nvPr/>
            </p:nvGrpSpPr>
            <p:grpSpPr>
              <a:xfrm>
                <a:off x="0" y="0"/>
                <a:ext cx="2514600" cy="6858000"/>
                <a:chOff x="0" y="0"/>
                <a:chExt cx="2514600" cy="6858000"/>
              </a:xfrm>
            </p:grpSpPr>
            <p:sp>
              <p:nvSpPr>
                <p:cNvPr id="13" name="Google Shape;13;p66"/>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 name="Google Shape;14;p66"/>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 name="Google Shape;15;p66"/>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6" name="Google Shape;16;p66"/>
              <p:cNvGrpSpPr/>
              <p:nvPr/>
            </p:nvGrpSpPr>
            <p:grpSpPr>
              <a:xfrm>
                <a:off x="422910" y="0"/>
                <a:ext cx="2514600" cy="6858000"/>
                <a:chOff x="0" y="0"/>
                <a:chExt cx="2514600" cy="6858000"/>
              </a:xfrm>
            </p:grpSpPr>
            <p:sp>
              <p:nvSpPr>
                <p:cNvPr id="17" name="Google Shape;17;p66"/>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8" name="Google Shape;18;p66"/>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9" name="Google Shape;19;p66"/>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20" name="Google Shape;20;p66"/>
              <p:cNvGrpSpPr/>
              <p:nvPr/>
            </p:nvGrpSpPr>
            <p:grpSpPr>
              <a:xfrm rot="10800000">
                <a:off x="6629400" y="0"/>
                <a:ext cx="2514600" cy="6858000"/>
                <a:chOff x="0" y="0"/>
                <a:chExt cx="2514600" cy="6858000"/>
              </a:xfrm>
            </p:grpSpPr>
            <p:sp>
              <p:nvSpPr>
                <p:cNvPr id="21" name="Google Shape;21;p66"/>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 name="Google Shape;22;p66"/>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3" name="Google Shape;23;p66"/>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4" name="Google Shape;24;p66"/>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5" name="Google Shape;25;p66"/>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6" name="Google Shape;26;p66"/>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7" name="Google Shape;27;p66"/>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8" name="Google Shape;28;p66"/>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9" name="Google Shape;29;p66"/>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0" name="Google Shape;30;p66"/>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1" name="Google Shape;31;p66"/>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2" name="Google Shape;32;p66"/>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3" name="Google Shape;33;p66"/>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4" name="Google Shape;34;p66"/>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5" name="Google Shape;35;p66"/>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6" name="Google Shape;36;p66"/>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7" name="Google Shape;37;p66"/>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8" name="Google Shape;38;p66"/>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9" name="Google Shape;39;p66"/>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0" name="Google Shape;40;p66"/>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1" name="Google Shape;41;p66"/>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2" name="Google Shape;42;p66"/>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3" name="Google Shape;43;p66"/>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4" name="Google Shape;44;p66"/>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5" name="Google Shape;45;p66"/>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6" name="Google Shape;46;p66"/>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7" name="Google Shape;47;p66"/>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8" name="Google Shape;48;p66"/>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49" name="Google Shape;49;p66"/>
          <p:cNvSpPr/>
          <p:nvPr/>
        </p:nvSpPr>
        <p:spPr>
          <a:xfrm>
            <a:off x="457200" y="333487"/>
            <a:ext cx="8229600" cy="6185647"/>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0" name="Google Shape;50;p66"/>
          <p:cNvSpPr/>
          <p:nvPr/>
        </p:nvSpPr>
        <p:spPr>
          <a:xfrm>
            <a:off x="4561242" y="-21511"/>
            <a:ext cx="3679116" cy="699244"/>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1" name="Google Shape;51;p66"/>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2" name="Google Shape;52;p66"/>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accent1"/>
              </a:buClr>
              <a:buSzPts val="4000"/>
              <a:buFont typeface="Century Gothic"/>
              <a:buNone/>
              <a:defRPr b="0" i="0" sz="4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53" name="Google Shape;53;p66"/>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Century Gothic"/>
                <a:ea typeface="Century Gothic"/>
                <a:cs typeface="Century Gothic"/>
                <a:sym typeface="Century Gothic"/>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Century Gothic"/>
                <a:ea typeface="Century Gothic"/>
                <a:cs typeface="Century Gothic"/>
                <a:sym typeface="Century Gothic"/>
              </a:defRPr>
            </a:lvl2pPr>
            <a:lvl3pPr indent="-325119"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Century Gothic"/>
                <a:ea typeface="Century Gothic"/>
                <a:cs typeface="Century Gothic"/>
                <a:sym typeface="Century Gothic"/>
              </a:defRPr>
            </a:lvl3pPr>
            <a:lvl4pPr indent="-315467"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Century Gothic"/>
                <a:ea typeface="Century Gothic"/>
                <a:cs typeface="Century Gothic"/>
                <a:sym typeface="Century Gothic"/>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Century Gothic"/>
                <a:ea typeface="Century Gothic"/>
                <a:cs typeface="Century Gothic"/>
                <a:sym typeface="Century Gothic"/>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9pPr>
          </a:lstStyle>
          <a:p/>
        </p:txBody>
      </p:sp>
      <p:sp>
        <p:nvSpPr>
          <p:cNvPr id="54" name="Google Shape;54;p6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FEFEFE"/>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5" name="Google Shape;55;p6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6" name="Google Shape;56;p6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Century Gothic"/>
                <a:ea typeface="Century Gothic"/>
                <a:cs typeface="Century Gothic"/>
                <a:sym typeface="Century Gothic"/>
              </a:defRPr>
            </a:lvl1pPr>
            <a:lvl2pPr indent="0" lvl="1" marL="0" marR="0" rtl="0" algn="l">
              <a:spcBef>
                <a:spcPts val="0"/>
              </a:spcBef>
              <a:buNone/>
              <a:defRPr b="0" i="0" sz="1200" u="none" cap="none" strike="noStrike">
                <a:solidFill>
                  <a:srgbClr val="FEFEFE"/>
                </a:solidFill>
                <a:latin typeface="Century Gothic"/>
                <a:ea typeface="Century Gothic"/>
                <a:cs typeface="Century Gothic"/>
                <a:sym typeface="Century Gothic"/>
              </a:defRPr>
            </a:lvl2pPr>
            <a:lvl3pPr indent="0" lvl="2" marL="0" marR="0" rtl="0" algn="l">
              <a:spcBef>
                <a:spcPts val="0"/>
              </a:spcBef>
              <a:buNone/>
              <a:defRPr b="0" i="0" sz="1200" u="none" cap="none" strike="noStrike">
                <a:solidFill>
                  <a:srgbClr val="FEFEFE"/>
                </a:solidFill>
                <a:latin typeface="Century Gothic"/>
                <a:ea typeface="Century Gothic"/>
                <a:cs typeface="Century Gothic"/>
                <a:sym typeface="Century Gothic"/>
              </a:defRPr>
            </a:lvl3pPr>
            <a:lvl4pPr indent="0" lvl="3" marL="0" marR="0" rtl="0" algn="l">
              <a:spcBef>
                <a:spcPts val="0"/>
              </a:spcBef>
              <a:buNone/>
              <a:defRPr b="0" i="0" sz="1200" u="none" cap="none" strike="noStrike">
                <a:solidFill>
                  <a:srgbClr val="FEFEFE"/>
                </a:solidFill>
                <a:latin typeface="Century Gothic"/>
                <a:ea typeface="Century Gothic"/>
                <a:cs typeface="Century Gothic"/>
                <a:sym typeface="Century Gothic"/>
              </a:defRPr>
            </a:lvl4pPr>
            <a:lvl5pPr indent="0" lvl="4" marL="0" marR="0" rtl="0" algn="l">
              <a:spcBef>
                <a:spcPts val="0"/>
              </a:spcBef>
              <a:buNone/>
              <a:defRPr b="0" i="0" sz="1200" u="none" cap="none" strike="noStrike">
                <a:solidFill>
                  <a:srgbClr val="FEFEFE"/>
                </a:solidFill>
                <a:latin typeface="Century Gothic"/>
                <a:ea typeface="Century Gothic"/>
                <a:cs typeface="Century Gothic"/>
                <a:sym typeface="Century Gothic"/>
              </a:defRPr>
            </a:lvl5pPr>
            <a:lvl6pPr indent="0" lvl="5" marL="0" marR="0" rtl="0" algn="l">
              <a:spcBef>
                <a:spcPts val="0"/>
              </a:spcBef>
              <a:buNone/>
              <a:defRPr b="0" i="0" sz="1200" u="none" cap="none" strike="noStrike">
                <a:solidFill>
                  <a:srgbClr val="FEFEFE"/>
                </a:solidFill>
                <a:latin typeface="Century Gothic"/>
                <a:ea typeface="Century Gothic"/>
                <a:cs typeface="Century Gothic"/>
                <a:sym typeface="Century Gothic"/>
              </a:defRPr>
            </a:lvl6pPr>
            <a:lvl7pPr indent="0" lvl="6" marL="0" marR="0" rtl="0" algn="l">
              <a:spcBef>
                <a:spcPts val="0"/>
              </a:spcBef>
              <a:buNone/>
              <a:defRPr b="0" i="0" sz="1200" u="none" cap="none" strike="noStrike">
                <a:solidFill>
                  <a:srgbClr val="FEFEFE"/>
                </a:solidFill>
                <a:latin typeface="Century Gothic"/>
                <a:ea typeface="Century Gothic"/>
                <a:cs typeface="Century Gothic"/>
                <a:sym typeface="Century Gothic"/>
              </a:defRPr>
            </a:lvl7pPr>
            <a:lvl8pPr indent="0" lvl="7" marL="0" marR="0" rtl="0" algn="l">
              <a:spcBef>
                <a:spcPts val="0"/>
              </a:spcBef>
              <a:buNone/>
              <a:defRPr b="0" i="0" sz="1200" u="none" cap="none" strike="noStrike">
                <a:solidFill>
                  <a:srgbClr val="FEFEFE"/>
                </a:solidFill>
                <a:latin typeface="Century Gothic"/>
                <a:ea typeface="Century Gothic"/>
                <a:cs typeface="Century Gothic"/>
                <a:sym typeface="Century Gothic"/>
              </a:defRPr>
            </a:lvl8pPr>
            <a:lvl9pPr indent="0" lvl="8" marL="0" marR="0" rtl="0" algn="l">
              <a:spcBef>
                <a:spcPts val="0"/>
              </a:spcBef>
              <a:buNone/>
              <a:defRPr b="0" i="0" sz="1200" u="none" cap="none" strike="noStrike">
                <a:solidFill>
                  <a:srgbClr val="FEFEFE"/>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5.png"/><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9.png"/><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4.png"/><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2.png"/><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Sorting</a:t>
            </a:r>
            <a:endParaRPr/>
          </a:p>
        </p:txBody>
      </p:sp>
      <p:sp>
        <p:nvSpPr>
          <p:cNvPr id="260" name="Google Shape;260;p1"/>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261" name="Google Shape;261;p1"/>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16-10-2023</a:t>
            </a:r>
            <a:endParaRPr/>
          </a:p>
        </p:txBody>
      </p:sp>
      <p:sp>
        <p:nvSpPr>
          <p:cNvPr id="262" name="Google Shape;262;p1"/>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 Shweta Dhawan Chachra</a:t>
            </a:r>
            <a:endParaRPr/>
          </a:p>
        </p:txBody>
      </p:sp>
      <p:sp>
        <p:nvSpPr>
          <p:cNvPr id="263" name="Google Shape;263;p1"/>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lang="en-IN"/>
              <a:t>Sorting</a:t>
            </a:r>
            <a:endParaRPr/>
          </a:p>
        </p:txBody>
      </p:sp>
      <p:sp>
        <p:nvSpPr>
          <p:cNvPr id="269" name="Google Shape;269;p2"/>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Sorting refers to </a:t>
            </a:r>
            <a:r>
              <a:rPr b="1" lang="en-IN" sz="2000"/>
              <a:t>arranging data in a particular format. </a:t>
            </a:r>
            <a:endParaRPr b="1" sz="2000"/>
          </a:p>
          <a:p>
            <a:pPr indent="-274320" lvl="0" marL="342900" rtl="0" algn="l">
              <a:spcBef>
                <a:spcPts val="400"/>
              </a:spcBef>
              <a:spcAft>
                <a:spcPts val="0"/>
              </a:spcAft>
              <a:buSzPts val="1520"/>
              <a:buChar char="🞇"/>
            </a:pPr>
            <a:r>
              <a:rPr lang="en-IN" sz="2000"/>
              <a:t>Sorting algorithm </a:t>
            </a:r>
            <a:r>
              <a:rPr b="1" lang="en-IN" sz="2000"/>
              <a:t>specifies the way to arrange</a:t>
            </a:r>
            <a:r>
              <a:rPr lang="en-IN" sz="2000"/>
              <a:t> data in a particular order. </a:t>
            </a:r>
            <a:endParaRPr sz="2000"/>
          </a:p>
          <a:p>
            <a:pPr indent="-274320" lvl="0" marL="342900" rtl="0" algn="l">
              <a:spcBef>
                <a:spcPts val="400"/>
              </a:spcBef>
              <a:spcAft>
                <a:spcPts val="0"/>
              </a:spcAft>
              <a:buSzPts val="1520"/>
              <a:buChar char="🞇"/>
            </a:pPr>
            <a:r>
              <a:rPr lang="en-IN" sz="2000"/>
              <a:t>Most common orders </a:t>
            </a:r>
            <a:r>
              <a:rPr b="1" lang="en-IN" sz="2000"/>
              <a:t>are in numerical or lexicographical order.</a:t>
            </a:r>
            <a:endParaRPr/>
          </a:p>
        </p:txBody>
      </p:sp>
      <p:sp>
        <p:nvSpPr>
          <p:cNvPr id="270" name="Google Shape;270;p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271" name="Google Shape;271;p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272" name="Google Shape;272;p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lang="en-IN"/>
              <a:t>Sorting</a:t>
            </a:r>
            <a:endParaRPr/>
          </a:p>
        </p:txBody>
      </p:sp>
      <p:sp>
        <p:nvSpPr>
          <p:cNvPr id="278" name="Google Shape;278;p3"/>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The importance of sorting lies in the fact that </a:t>
            </a:r>
            <a:r>
              <a:rPr b="1" lang="en-IN" sz="2000"/>
              <a:t>data searching can be optimized to a very high level, if data is stored in a sorted manner. </a:t>
            </a:r>
            <a:endParaRPr b="1" sz="20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Sorting is also used to </a:t>
            </a:r>
            <a:r>
              <a:rPr b="1" lang="en-IN" sz="2000"/>
              <a:t>represent data in more readable formats</a:t>
            </a:r>
            <a:endParaRPr/>
          </a:p>
        </p:txBody>
      </p:sp>
      <p:sp>
        <p:nvSpPr>
          <p:cNvPr id="279" name="Google Shape;279;p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280" name="Google Shape;280;p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281" name="Google Shape;281;p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lang="en-IN"/>
              <a:t>Sorting</a:t>
            </a:r>
            <a:endParaRPr/>
          </a:p>
        </p:txBody>
      </p:sp>
      <p:sp>
        <p:nvSpPr>
          <p:cNvPr id="287" name="Google Shape;287;p4"/>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Some real-life scenarios −</a:t>
            </a:r>
            <a:endParaRPr/>
          </a:p>
          <a:p>
            <a:pPr indent="-274320" lvl="0" marL="342900" rtl="0" algn="l">
              <a:spcBef>
                <a:spcPts val="400"/>
              </a:spcBef>
              <a:spcAft>
                <a:spcPts val="0"/>
              </a:spcAft>
              <a:buSzPts val="1520"/>
              <a:buChar char="🞇"/>
            </a:pPr>
            <a:r>
              <a:rPr b="1" lang="en-IN" sz="2000"/>
              <a:t>Telephone Directory</a:t>
            </a:r>
            <a:r>
              <a:rPr lang="en-IN" sz="2000"/>
              <a:t> − The telephone directory stores the telephone numbers of people sorted by their names, so that the names can be searched easily.</a:t>
            </a:r>
            <a:endParaRPr/>
          </a:p>
          <a:p>
            <a:pPr indent="-274320" lvl="0" marL="342900" rtl="0" algn="l">
              <a:spcBef>
                <a:spcPts val="400"/>
              </a:spcBef>
              <a:spcAft>
                <a:spcPts val="0"/>
              </a:spcAft>
              <a:buSzPts val="1520"/>
              <a:buChar char="🞇"/>
            </a:pPr>
            <a:r>
              <a:rPr b="1" lang="en-IN" sz="2000"/>
              <a:t>Dictionary</a:t>
            </a:r>
            <a:r>
              <a:rPr lang="en-IN" sz="2000"/>
              <a:t> − The dictionary stores words in an alphabetical order so that searching of any word becomes easy.</a:t>
            </a:r>
            <a:endParaRPr/>
          </a:p>
        </p:txBody>
      </p:sp>
      <p:sp>
        <p:nvSpPr>
          <p:cNvPr id="288" name="Google Shape;288;p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289" name="Google Shape;289;p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290" name="Google Shape;290;p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
          <p:cNvSpPr txBox="1"/>
          <p:nvPr>
            <p:ph type="title"/>
          </p:nvPr>
        </p:nvSpPr>
        <p:spPr>
          <a:xfrm>
            <a:off x="1043490" y="1027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Stable and Not Stable Sorting</a:t>
            </a:r>
            <a:endParaRPr/>
          </a:p>
        </p:txBody>
      </p:sp>
      <p:sp>
        <p:nvSpPr>
          <p:cNvPr id="296" name="Google Shape;296;p5"/>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a sorting algorithm, after sorting the contents, does not change the sequence of similar content in which they appear, it is called </a:t>
            </a:r>
            <a:r>
              <a:rPr b="1" lang="en-IN" sz="2000"/>
              <a:t>stable sorting</a:t>
            </a:r>
            <a:r>
              <a:rPr lang="en-IN" sz="2000"/>
              <a:t>.</a:t>
            </a:r>
            <a:endParaRPr sz="2000"/>
          </a:p>
        </p:txBody>
      </p:sp>
      <p:pic>
        <p:nvPicPr>
          <p:cNvPr id="297" name="Google Shape;297;p5"/>
          <p:cNvPicPr preferRelativeResize="0"/>
          <p:nvPr/>
        </p:nvPicPr>
        <p:blipFill rotWithShape="1">
          <a:blip r:embed="rId3">
            <a:alphaModFix/>
          </a:blip>
          <a:srcRect b="0" l="0" r="0" t="0"/>
          <a:stretch/>
        </p:blipFill>
        <p:spPr>
          <a:xfrm>
            <a:off x="1475656" y="3140968"/>
            <a:ext cx="5976664" cy="2808312"/>
          </a:xfrm>
          <a:prstGeom prst="rect">
            <a:avLst/>
          </a:prstGeom>
          <a:noFill/>
          <a:ln>
            <a:noFill/>
          </a:ln>
        </p:spPr>
      </p:pic>
      <p:sp>
        <p:nvSpPr>
          <p:cNvPr id="298" name="Google Shape;298;p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299" name="Google Shape;299;p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00" name="Google Shape;300;p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6"/>
          <p:cNvSpPr txBox="1"/>
          <p:nvPr>
            <p:ph type="title"/>
          </p:nvPr>
        </p:nvSpPr>
        <p:spPr>
          <a:xfrm>
            <a:off x="1043490" y="1027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Stable and Not Stable Sorting</a:t>
            </a:r>
            <a:endParaRPr/>
          </a:p>
        </p:txBody>
      </p:sp>
      <p:sp>
        <p:nvSpPr>
          <p:cNvPr id="306" name="Google Shape;306;p6"/>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a sorting algorithm, after sorting the contents, changes the sequence of similar content in which they appear, it is called </a:t>
            </a:r>
            <a:r>
              <a:rPr b="1" lang="en-IN" sz="2000"/>
              <a:t>unstable sorting</a:t>
            </a:r>
            <a:r>
              <a:rPr lang="en-IN" sz="2000"/>
              <a:t>.</a:t>
            </a:r>
            <a:endParaRPr sz="2000"/>
          </a:p>
        </p:txBody>
      </p:sp>
      <p:pic>
        <p:nvPicPr>
          <p:cNvPr id="307" name="Google Shape;307;p6"/>
          <p:cNvPicPr preferRelativeResize="0"/>
          <p:nvPr/>
        </p:nvPicPr>
        <p:blipFill rotWithShape="1">
          <a:blip r:embed="rId3">
            <a:alphaModFix/>
          </a:blip>
          <a:srcRect b="0" l="0" r="0" t="0"/>
          <a:stretch/>
        </p:blipFill>
        <p:spPr>
          <a:xfrm>
            <a:off x="1547664" y="2996952"/>
            <a:ext cx="5976664" cy="2880320"/>
          </a:xfrm>
          <a:prstGeom prst="rect">
            <a:avLst/>
          </a:prstGeom>
          <a:noFill/>
          <a:ln>
            <a:noFill/>
          </a:ln>
        </p:spPr>
      </p:pic>
      <p:sp>
        <p:nvSpPr>
          <p:cNvPr id="308" name="Google Shape;308;p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09" name="Google Shape;309;p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10" name="Google Shape;310;p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7"/>
          <p:cNvSpPr txBox="1"/>
          <p:nvPr>
            <p:ph type="title"/>
          </p:nvPr>
        </p:nvSpPr>
        <p:spPr>
          <a:xfrm>
            <a:off x="1043490" y="1027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Stable and Not Stable Sorting</a:t>
            </a:r>
            <a:endParaRPr/>
          </a:p>
        </p:txBody>
      </p:sp>
      <p:sp>
        <p:nvSpPr>
          <p:cNvPr id="316" name="Google Shape;316;p7"/>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Stability of an algorithm matters when we wish to maintain the sequence of original elements, like in a tuple for example.</a:t>
            </a:r>
            <a:endParaRPr/>
          </a:p>
          <a:p>
            <a:pPr indent="-177800" lvl="0" marL="342900" rtl="0" algn="l">
              <a:spcBef>
                <a:spcPts val="400"/>
              </a:spcBef>
              <a:spcAft>
                <a:spcPts val="0"/>
              </a:spcAft>
              <a:buSzPts val="1520"/>
              <a:buNone/>
            </a:pPr>
            <a:r>
              <a:t/>
            </a:r>
            <a:endParaRPr sz="2000"/>
          </a:p>
        </p:txBody>
      </p:sp>
      <p:sp>
        <p:nvSpPr>
          <p:cNvPr id="317" name="Google Shape;317;p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18" name="Google Shape;318;p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19" name="Google Shape;319;p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8"/>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Stable and Not Stable Sorting</a:t>
            </a:r>
            <a:endParaRPr/>
          </a:p>
        </p:txBody>
      </p:sp>
      <p:sp>
        <p:nvSpPr>
          <p:cNvPr id="325" name="Google Shape;325;p8"/>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Stability is mainly important when we have key value pairs with duplicate keys possible (like people names as keys and their details as values). And we wish to sort these objects by keys. </a:t>
            </a:r>
            <a:endParaRPr/>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What is it?</a:t>
            </a:r>
            <a:br>
              <a:rPr lang="en-IN" sz="2000"/>
            </a:br>
            <a:r>
              <a:rPr lang="en-IN" sz="2000"/>
              <a:t>A sorting algorithm is said to be </a:t>
            </a:r>
            <a:r>
              <a:rPr b="1" lang="en-IN" sz="2000"/>
              <a:t>stable if two objects with equal keys appear in the same order in sorted output as they appear in the input array to be sorted.</a:t>
            </a:r>
            <a:endParaRPr/>
          </a:p>
          <a:p>
            <a:pPr indent="-177800" lvl="0" marL="342900" rtl="0" algn="l">
              <a:spcBef>
                <a:spcPts val="400"/>
              </a:spcBef>
              <a:spcAft>
                <a:spcPts val="0"/>
              </a:spcAft>
              <a:buSzPts val="1520"/>
              <a:buNone/>
            </a:pPr>
            <a:r>
              <a:t/>
            </a:r>
            <a:endParaRPr sz="2000"/>
          </a:p>
        </p:txBody>
      </p:sp>
      <p:sp>
        <p:nvSpPr>
          <p:cNvPr id="326" name="Google Shape;326;p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27" name="Google Shape;327;p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28" name="Google Shape;328;p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0"/>
          <p:cNvSpPr txBox="1"/>
          <p:nvPr>
            <p:ph type="title"/>
          </p:nvPr>
        </p:nvSpPr>
        <p:spPr>
          <a:xfrm>
            <a:off x="1043490" y="1027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Stable and Not Stable Sorting</a:t>
            </a:r>
            <a:endParaRPr/>
          </a:p>
        </p:txBody>
      </p:sp>
      <p:pic>
        <p:nvPicPr>
          <p:cNvPr id="334" name="Google Shape;334;p10"/>
          <p:cNvPicPr preferRelativeResize="0"/>
          <p:nvPr>
            <p:ph idx="1" type="body"/>
          </p:nvPr>
        </p:nvPicPr>
        <p:blipFill rotWithShape="1">
          <a:blip r:embed="rId3">
            <a:alphaModFix/>
          </a:blip>
          <a:srcRect b="0" l="0" r="0" t="0"/>
          <a:stretch/>
        </p:blipFill>
        <p:spPr>
          <a:xfrm>
            <a:off x="1288256" y="2444750"/>
            <a:ext cx="6286500" cy="3267075"/>
          </a:xfrm>
          <a:prstGeom prst="rect">
            <a:avLst/>
          </a:prstGeom>
          <a:noFill/>
          <a:ln>
            <a:noFill/>
          </a:ln>
        </p:spPr>
      </p:pic>
      <p:sp>
        <p:nvSpPr>
          <p:cNvPr id="335" name="Google Shape;335;p1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36" name="Google Shape;336;p1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37" name="Google Shape;337;p1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1"/>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lang="en-IN"/>
              <a:t>Bubble Sort</a:t>
            </a:r>
            <a:endParaRPr/>
          </a:p>
        </p:txBody>
      </p:sp>
      <p:sp>
        <p:nvSpPr>
          <p:cNvPr id="343" name="Google Shape;343;p11"/>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Bubble sort is an algorithm that </a:t>
            </a:r>
            <a:r>
              <a:rPr b="1" lang="en-IN"/>
              <a:t>compares the adjacent elements and swaps their positions if they are not in the intended order. </a:t>
            </a:r>
            <a:endParaRPr/>
          </a:p>
        </p:txBody>
      </p:sp>
      <p:sp>
        <p:nvSpPr>
          <p:cNvPr id="344" name="Google Shape;344;p1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45" name="Google Shape;345;p1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46" name="Google Shape;346;p1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2"/>
          <p:cNvSpPr txBox="1"/>
          <p:nvPr>
            <p:ph type="title"/>
          </p:nvPr>
        </p:nvSpPr>
        <p:spPr>
          <a:xfrm>
            <a:off x="1043490" y="1027664"/>
            <a:ext cx="7024744" cy="601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352" name="Google Shape;352;p12"/>
          <p:cNvSpPr txBox="1"/>
          <p:nvPr>
            <p:ph idx="1" type="body"/>
          </p:nvPr>
        </p:nvSpPr>
        <p:spPr>
          <a:xfrm>
            <a:off x="1043492" y="1700808"/>
            <a:ext cx="6777317" cy="4131821"/>
          </a:xfrm>
          <a:prstGeom prst="rect">
            <a:avLst/>
          </a:prstGeom>
          <a:noFill/>
          <a:ln>
            <a:noFill/>
          </a:ln>
        </p:spPr>
        <p:txBody>
          <a:bodyPr anchorCtr="0" anchor="t" bIns="45700" lIns="91425" spcFirstLastPara="1" rIns="91425" wrap="square" tIns="45700">
            <a:normAutofit fontScale="92500" lnSpcReduction="20000"/>
          </a:bodyPr>
          <a:lstStyle/>
          <a:p>
            <a:pPr indent="-274319" lvl="0" marL="342900" rtl="0" algn="l">
              <a:spcBef>
                <a:spcPts val="0"/>
              </a:spcBef>
              <a:spcAft>
                <a:spcPts val="0"/>
              </a:spcAft>
              <a:buSzPct val="76000"/>
              <a:buChar char="🞇"/>
            </a:pPr>
            <a:r>
              <a:rPr lang="en-IN"/>
              <a:t>For sorting N elements, The steps are-</a:t>
            </a:r>
            <a:endParaRPr/>
          </a:p>
          <a:p>
            <a:pPr indent="-274319" lvl="0" marL="342900" rtl="0" algn="l">
              <a:spcBef>
                <a:spcPts val="444"/>
              </a:spcBef>
              <a:spcAft>
                <a:spcPts val="0"/>
              </a:spcAft>
              <a:buSzPct val="76000"/>
              <a:buChar char="🞇"/>
            </a:pPr>
            <a:r>
              <a:rPr b="1" lang="en-IN"/>
              <a:t>Pass 1</a:t>
            </a:r>
            <a:endParaRPr/>
          </a:p>
          <a:p>
            <a:pPr indent="-274320" lvl="1" marL="640080" rtl="0" algn="l">
              <a:spcBef>
                <a:spcPts val="407"/>
              </a:spcBef>
              <a:spcAft>
                <a:spcPts val="0"/>
              </a:spcAft>
              <a:buSzPct val="76000"/>
              <a:buChar char="🞇"/>
            </a:pPr>
            <a:r>
              <a:rPr lang="en-IN"/>
              <a:t>First Compare 1</a:t>
            </a:r>
            <a:r>
              <a:rPr baseline="30000" lang="en-IN"/>
              <a:t>st</a:t>
            </a:r>
            <a:r>
              <a:rPr lang="en-IN"/>
              <a:t> element with 2</a:t>
            </a:r>
            <a:r>
              <a:rPr baseline="30000" lang="en-IN"/>
              <a:t>nd</a:t>
            </a:r>
            <a:r>
              <a:rPr lang="en-IN"/>
              <a:t> element of array, If 1</a:t>
            </a:r>
            <a:r>
              <a:rPr baseline="30000" lang="en-IN"/>
              <a:t>st</a:t>
            </a:r>
            <a:r>
              <a:rPr lang="en-IN"/>
              <a:t> &gt;2</a:t>
            </a:r>
            <a:r>
              <a:rPr baseline="30000" lang="en-IN"/>
              <a:t>nd</a:t>
            </a:r>
            <a:r>
              <a:rPr lang="en-IN"/>
              <a:t> , swap the elements else If 1</a:t>
            </a:r>
            <a:r>
              <a:rPr baseline="30000" lang="en-IN"/>
              <a:t>st</a:t>
            </a:r>
            <a:r>
              <a:rPr lang="en-IN"/>
              <a:t>&lt;2</a:t>
            </a:r>
            <a:r>
              <a:rPr baseline="30000" lang="en-IN"/>
              <a:t>nd</a:t>
            </a:r>
            <a:r>
              <a:rPr lang="en-IN"/>
              <a:t>  then compare 2</a:t>
            </a:r>
            <a:r>
              <a:rPr baseline="30000" lang="en-IN"/>
              <a:t>nd</a:t>
            </a:r>
            <a:r>
              <a:rPr lang="en-IN"/>
              <a:t> with 3</a:t>
            </a:r>
            <a:r>
              <a:rPr baseline="30000" lang="en-IN"/>
              <a:t>rd</a:t>
            </a:r>
            <a:endParaRPr/>
          </a:p>
          <a:p>
            <a:pPr indent="-274320" lvl="1" marL="640080" rtl="0" algn="l">
              <a:spcBef>
                <a:spcPts val="407"/>
              </a:spcBef>
              <a:spcAft>
                <a:spcPts val="0"/>
              </a:spcAft>
              <a:buSzPct val="76000"/>
              <a:buChar char="🞇"/>
            </a:pPr>
            <a:r>
              <a:rPr lang="en-IN"/>
              <a:t>If 2</a:t>
            </a:r>
            <a:r>
              <a:rPr baseline="30000" lang="en-IN"/>
              <a:t>nd</a:t>
            </a:r>
            <a:r>
              <a:rPr lang="en-IN"/>
              <a:t>&gt;3</a:t>
            </a:r>
            <a:r>
              <a:rPr baseline="30000" lang="en-IN"/>
              <a:t>rd</a:t>
            </a:r>
            <a:r>
              <a:rPr lang="en-IN"/>
              <a:t> then interchange value of 2</a:t>
            </a:r>
            <a:r>
              <a:rPr baseline="30000" lang="en-IN"/>
              <a:t>nd</a:t>
            </a:r>
            <a:r>
              <a:rPr lang="en-IN"/>
              <a:t> and 3</a:t>
            </a:r>
            <a:r>
              <a:rPr baseline="30000" lang="en-IN"/>
              <a:t>rd</a:t>
            </a:r>
            <a:endParaRPr/>
          </a:p>
          <a:p>
            <a:pPr indent="-274320" lvl="1" marL="640080" rtl="0" algn="l">
              <a:spcBef>
                <a:spcPts val="407"/>
              </a:spcBef>
              <a:spcAft>
                <a:spcPts val="0"/>
              </a:spcAft>
              <a:buSzPct val="76000"/>
              <a:buChar char="🞇"/>
            </a:pPr>
            <a:r>
              <a:rPr lang="en-IN"/>
              <a:t>Now compare 3</a:t>
            </a:r>
            <a:r>
              <a:rPr baseline="30000" lang="en-IN"/>
              <a:t>rd</a:t>
            </a:r>
            <a:r>
              <a:rPr lang="en-IN"/>
              <a:t> value with 4</a:t>
            </a:r>
            <a:r>
              <a:rPr baseline="30000" lang="en-IN"/>
              <a:t>th</a:t>
            </a:r>
            <a:endParaRPr/>
          </a:p>
          <a:p>
            <a:pPr indent="-274320" lvl="1" marL="640080" rtl="0" algn="l">
              <a:spcBef>
                <a:spcPts val="407"/>
              </a:spcBef>
              <a:spcAft>
                <a:spcPts val="0"/>
              </a:spcAft>
              <a:buSzPct val="76000"/>
              <a:buChar char="🞇"/>
            </a:pPr>
            <a:r>
              <a:rPr lang="en-IN"/>
              <a:t>Similarly compare until N-1th element is compared with Nth element</a:t>
            </a:r>
            <a:endParaRPr/>
          </a:p>
          <a:p>
            <a:pPr indent="-274320" lvl="1" marL="640080" rtl="0" algn="l">
              <a:spcBef>
                <a:spcPts val="407"/>
              </a:spcBef>
              <a:spcAft>
                <a:spcPts val="0"/>
              </a:spcAft>
              <a:buSzPct val="76000"/>
              <a:buChar char="🞇"/>
            </a:pPr>
            <a:r>
              <a:rPr b="1" lang="en-IN"/>
              <a:t>Now the highest value is reached at Nth place</a:t>
            </a:r>
            <a:endParaRPr/>
          </a:p>
          <a:p>
            <a:pPr indent="-274319" lvl="0" marL="342900" rtl="0" algn="l">
              <a:spcBef>
                <a:spcPts val="444"/>
              </a:spcBef>
              <a:spcAft>
                <a:spcPts val="0"/>
              </a:spcAft>
              <a:buSzPct val="76000"/>
              <a:buChar char="🞇"/>
            </a:pPr>
            <a:r>
              <a:rPr b="1" lang="en-IN"/>
              <a:t>Pass 2</a:t>
            </a:r>
            <a:endParaRPr/>
          </a:p>
          <a:p>
            <a:pPr indent="-274320" lvl="1" marL="640080" rtl="0" algn="l">
              <a:spcBef>
                <a:spcPts val="407"/>
              </a:spcBef>
              <a:spcAft>
                <a:spcPts val="0"/>
              </a:spcAft>
              <a:buSzPct val="76000"/>
              <a:buChar char="🞇"/>
            </a:pPr>
            <a:r>
              <a:rPr lang="en-IN"/>
              <a:t>Now elements will be compared until N-1 elements</a:t>
            </a:r>
            <a:endParaRPr/>
          </a:p>
        </p:txBody>
      </p:sp>
      <p:sp>
        <p:nvSpPr>
          <p:cNvPr id="353" name="Google Shape;353;p1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54" name="Google Shape;354;p1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55" name="Google Shape;355;p1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3"/>
          <p:cNvSpPr txBox="1"/>
          <p:nvPr>
            <p:ph type="title"/>
          </p:nvPr>
        </p:nvSpPr>
        <p:spPr>
          <a:xfrm>
            <a:off x="1043490" y="1027664"/>
            <a:ext cx="7024744" cy="601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361" name="Google Shape;361;p13"/>
          <p:cNvSpPr txBox="1"/>
          <p:nvPr>
            <p:ph idx="1" type="body"/>
          </p:nvPr>
        </p:nvSpPr>
        <p:spPr>
          <a:xfrm>
            <a:off x="1043492" y="1700808"/>
            <a:ext cx="6777317" cy="41318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In each iteration, the comparison takes place up to the last unsorted element.</a:t>
            </a:r>
            <a:endParaRPr/>
          </a:p>
          <a:p>
            <a:pPr indent="-274320" lvl="0" marL="342900" rtl="0" algn="l">
              <a:spcBef>
                <a:spcPts val="400"/>
              </a:spcBef>
              <a:spcAft>
                <a:spcPts val="0"/>
              </a:spcAft>
              <a:buSzPts val="1520"/>
              <a:buChar char="🞇"/>
            </a:pPr>
            <a:r>
              <a:rPr lang="en-IN" sz="2000"/>
              <a:t>The array is sorted when all the unsorted elements are placed at their correct positions. </a:t>
            </a:r>
            <a:endParaRPr b="1" sz="2000"/>
          </a:p>
        </p:txBody>
      </p:sp>
      <p:sp>
        <p:nvSpPr>
          <p:cNvPr id="362" name="Google Shape;362;p1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63" name="Google Shape;363;p1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64" name="Google Shape;364;p1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4"/>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370" name="Google Shape;370;p14"/>
          <p:cNvSpPr txBox="1"/>
          <p:nvPr>
            <p:ph idx="1" type="body"/>
          </p:nvPr>
        </p:nvSpPr>
        <p:spPr>
          <a:xfrm>
            <a:off x="1043492" y="1556792"/>
            <a:ext cx="6777317" cy="427583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Let the elements be-</a:t>
            </a:r>
            <a:endParaRPr/>
          </a:p>
          <a:p>
            <a:pPr indent="0" lvl="0" marL="68580" rtl="0" algn="l">
              <a:spcBef>
                <a:spcPts val="400"/>
              </a:spcBef>
              <a:spcAft>
                <a:spcPts val="0"/>
              </a:spcAft>
              <a:buSzPts val="1520"/>
              <a:buNone/>
            </a:pPr>
            <a:r>
              <a:rPr lang="en-IN" sz="2000"/>
              <a:t>13,32,20,62,68,52,38,46</a:t>
            </a:r>
            <a:endParaRPr/>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rPr lang="en-IN" sz="2000"/>
              <a:t>Pass1 </a:t>
            </a:r>
            <a:endParaRPr/>
          </a:p>
          <a:p>
            <a:pPr indent="-274320" lvl="0" marL="342900" rtl="0" algn="l">
              <a:spcBef>
                <a:spcPts val="400"/>
              </a:spcBef>
              <a:spcAft>
                <a:spcPts val="0"/>
              </a:spcAft>
              <a:buSzPts val="1520"/>
              <a:buChar char="🞇"/>
            </a:pPr>
            <a:r>
              <a:rPr lang="en-IN" sz="2000"/>
              <a:t>Compare 1</a:t>
            </a:r>
            <a:r>
              <a:rPr baseline="30000" lang="en-IN" sz="2000"/>
              <a:t>st</a:t>
            </a:r>
            <a:r>
              <a:rPr lang="en-IN" sz="2000"/>
              <a:t> ,2</a:t>
            </a:r>
            <a:r>
              <a:rPr baseline="30000" lang="en-IN" sz="2000"/>
              <a:t>nd</a:t>
            </a:r>
            <a:r>
              <a:rPr lang="en-IN" sz="2000"/>
              <a:t> element, 13&lt;32 No change</a:t>
            </a:r>
            <a:endParaRPr/>
          </a:p>
          <a:p>
            <a:pPr indent="-274320" lvl="0" marL="342900" rtl="0" algn="l">
              <a:spcBef>
                <a:spcPts val="400"/>
              </a:spcBef>
              <a:spcAft>
                <a:spcPts val="0"/>
              </a:spcAft>
              <a:buSzPts val="1520"/>
              <a:buChar char="🞇"/>
            </a:pPr>
            <a:r>
              <a:rPr lang="en-IN" sz="2000"/>
              <a:t>Compare 2</a:t>
            </a:r>
            <a:r>
              <a:rPr baseline="30000" lang="en-IN" sz="2000"/>
              <a:t>nd</a:t>
            </a:r>
            <a:r>
              <a:rPr lang="en-IN" sz="2000"/>
              <a:t>,3</a:t>
            </a:r>
            <a:r>
              <a:rPr baseline="30000" lang="en-IN" sz="2000"/>
              <a:t>rd</a:t>
            </a:r>
            <a:r>
              <a:rPr lang="en-IN" sz="2000"/>
              <a:t> element, 32&gt;20,Interchange</a:t>
            </a:r>
            <a:endParaRPr/>
          </a:p>
          <a:p>
            <a:pPr indent="0" lvl="0" marL="68580" rtl="0" algn="l">
              <a:spcBef>
                <a:spcPts val="400"/>
              </a:spcBef>
              <a:spcAft>
                <a:spcPts val="0"/>
              </a:spcAft>
              <a:buSzPts val="1520"/>
              <a:buNone/>
            </a:pPr>
            <a:r>
              <a:rPr lang="en-IN" sz="2000"/>
              <a:t>13,20,32,62,68,52,38,46</a:t>
            </a:r>
            <a:endParaRPr sz="2000"/>
          </a:p>
        </p:txBody>
      </p:sp>
      <p:sp>
        <p:nvSpPr>
          <p:cNvPr id="371" name="Google Shape;371;p1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72" name="Google Shape;372;p1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73" name="Google Shape;373;p1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5"/>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379" name="Google Shape;379;p15"/>
          <p:cNvSpPr txBox="1"/>
          <p:nvPr>
            <p:ph idx="1" type="body"/>
          </p:nvPr>
        </p:nvSpPr>
        <p:spPr>
          <a:xfrm>
            <a:off x="1043492" y="1556792"/>
            <a:ext cx="6777317" cy="4275837"/>
          </a:xfrm>
          <a:prstGeom prst="rect">
            <a:avLst/>
          </a:prstGeom>
          <a:noFill/>
          <a:ln>
            <a:noFill/>
          </a:ln>
        </p:spPr>
        <p:txBody>
          <a:bodyPr anchorCtr="0" anchor="t" bIns="45700" lIns="91425" spcFirstLastPara="1" rIns="91425" wrap="square" tIns="45700">
            <a:normAutofit lnSpcReduction="10000"/>
          </a:bodyPr>
          <a:lstStyle/>
          <a:p>
            <a:pPr indent="0" lvl="0" marL="68580" rtl="0" algn="l">
              <a:spcBef>
                <a:spcPts val="0"/>
              </a:spcBef>
              <a:spcAft>
                <a:spcPts val="0"/>
              </a:spcAft>
              <a:buSzPts val="1520"/>
              <a:buNone/>
            </a:pPr>
            <a:r>
              <a:rPr lang="en-IN" sz="2000"/>
              <a:t>13,20,32,62,68,52,38,46</a:t>
            </a:r>
            <a:endParaRPr/>
          </a:p>
          <a:p>
            <a:pPr indent="-274320" lvl="0" marL="342900" rtl="0" algn="l">
              <a:spcBef>
                <a:spcPts val="400"/>
              </a:spcBef>
              <a:spcAft>
                <a:spcPts val="0"/>
              </a:spcAft>
              <a:buSzPts val="1520"/>
              <a:buChar char="🞇"/>
            </a:pPr>
            <a:r>
              <a:rPr lang="en-IN" sz="2000"/>
              <a:t>Compare 3</a:t>
            </a:r>
            <a:r>
              <a:rPr baseline="30000" lang="en-IN" sz="2000"/>
              <a:t>rd</a:t>
            </a:r>
            <a:r>
              <a:rPr lang="en-IN" sz="2000"/>
              <a:t>,4</a:t>
            </a:r>
            <a:r>
              <a:rPr baseline="30000" lang="en-IN" sz="2000"/>
              <a:t>th</a:t>
            </a:r>
            <a:r>
              <a:rPr lang="en-IN" sz="2000"/>
              <a:t> element, 32&lt;62 No change</a:t>
            </a:r>
            <a:endParaRPr/>
          </a:p>
          <a:p>
            <a:pPr indent="-274320" lvl="0" marL="342900" rtl="0" algn="l">
              <a:spcBef>
                <a:spcPts val="400"/>
              </a:spcBef>
              <a:spcAft>
                <a:spcPts val="0"/>
              </a:spcAft>
              <a:buSzPts val="1520"/>
              <a:buChar char="🞇"/>
            </a:pPr>
            <a:r>
              <a:rPr lang="en-IN" sz="2000"/>
              <a:t>Compare 4</a:t>
            </a:r>
            <a:r>
              <a:rPr baseline="30000" lang="en-IN" sz="2000"/>
              <a:t>th</a:t>
            </a:r>
            <a:r>
              <a:rPr lang="en-IN" sz="2000"/>
              <a:t>,5</a:t>
            </a:r>
            <a:r>
              <a:rPr baseline="30000" lang="en-IN" sz="2000"/>
              <a:t>th</a:t>
            </a:r>
            <a:r>
              <a:rPr lang="en-IN" sz="2000"/>
              <a:t> element, 62&lt;68 No change</a:t>
            </a:r>
            <a:endParaRPr/>
          </a:p>
          <a:p>
            <a:pPr indent="-274320" lvl="0" marL="342900" rtl="0" algn="l">
              <a:spcBef>
                <a:spcPts val="400"/>
              </a:spcBef>
              <a:spcAft>
                <a:spcPts val="0"/>
              </a:spcAft>
              <a:buSzPts val="1520"/>
              <a:buChar char="🞇"/>
            </a:pPr>
            <a:r>
              <a:rPr lang="en-IN" sz="2000"/>
              <a:t>Compare 5</a:t>
            </a:r>
            <a:r>
              <a:rPr baseline="30000" lang="en-IN" sz="2000"/>
              <a:t>th</a:t>
            </a:r>
            <a:r>
              <a:rPr lang="en-IN" sz="2000"/>
              <a:t>,6</a:t>
            </a:r>
            <a:r>
              <a:rPr baseline="30000" lang="en-IN" sz="2000"/>
              <a:t>th</a:t>
            </a:r>
            <a:r>
              <a:rPr lang="en-IN" sz="2000"/>
              <a:t> element, 68&gt;52 Interchange</a:t>
            </a:r>
            <a:endParaRPr/>
          </a:p>
          <a:p>
            <a:pPr indent="0" lvl="0" marL="68580" rtl="0" algn="l">
              <a:spcBef>
                <a:spcPts val="400"/>
              </a:spcBef>
              <a:spcAft>
                <a:spcPts val="0"/>
              </a:spcAft>
              <a:buSzPts val="1520"/>
              <a:buNone/>
            </a:pPr>
            <a:r>
              <a:rPr lang="en-IN" sz="2000"/>
              <a:t>13,20,32,62,52,68,38,46</a:t>
            </a:r>
            <a:endParaRPr/>
          </a:p>
          <a:p>
            <a:pPr indent="-274320" lvl="0" marL="342900" rtl="0" algn="l">
              <a:spcBef>
                <a:spcPts val="400"/>
              </a:spcBef>
              <a:spcAft>
                <a:spcPts val="0"/>
              </a:spcAft>
              <a:buSzPts val="1520"/>
              <a:buChar char="🞇"/>
            </a:pPr>
            <a:r>
              <a:rPr lang="en-IN" sz="2000"/>
              <a:t>Compare 6</a:t>
            </a:r>
            <a:r>
              <a:rPr baseline="30000" lang="en-IN" sz="2000"/>
              <a:t>th</a:t>
            </a:r>
            <a:r>
              <a:rPr lang="en-IN" sz="2000"/>
              <a:t>,7</a:t>
            </a:r>
            <a:r>
              <a:rPr baseline="30000" lang="en-IN" sz="2000"/>
              <a:t>th</a:t>
            </a:r>
            <a:r>
              <a:rPr lang="en-IN" sz="2000"/>
              <a:t> element, 68&gt;38 Interchange</a:t>
            </a:r>
            <a:endParaRPr/>
          </a:p>
          <a:p>
            <a:pPr indent="0" lvl="0" marL="68580" rtl="0" algn="l">
              <a:spcBef>
                <a:spcPts val="400"/>
              </a:spcBef>
              <a:spcAft>
                <a:spcPts val="0"/>
              </a:spcAft>
              <a:buSzPts val="1520"/>
              <a:buNone/>
            </a:pPr>
            <a:r>
              <a:rPr lang="en-IN" sz="2000"/>
              <a:t>13,20,32,62,52,38,68,46</a:t>
            </a:r>
            <a:endParaRPr/>
          </a:p>
          <a:p>
            <a:pPr indent="-274320" lvl="0" marL="342900" rtl="0" algn="l">
              <a:spcBef>
                <a:spcPts val="400"/>
              </a:spcBef>
              <a:spcAft>
                <a:spcPts val="0"/>
              </a:spcAft>
              <a:buSzPts val="1520"/>
              <a:buChar char="🞇"/>
            </a:pPr>
            <a:r>
              <a:rPr lang="en-IN" sz="2000"/>
              <a:t>Compare 7</a:t>
            </a:r>
            <a:r>
              <a:rPr baseline="30000" lang="en-IN" sz="2000"/>
              <a:t>th</a:t>
            </a:r>
            <a:r>
              <a:rPr lang="en-IN" sz="2000"/>
              <a:t> ,8</a:t>
            </a:r>
            <a:r>
              <a:rPr baseline="30000" lang="en-IN" sz="2000"/>
              <a:t>th</a:t>
            </a:r>
            <a:r>
              <a:rPr lang="en-IN" sz="2000"/>
              <a:t> element, 68&gt;46 Interchange</a:t>
            </a:r>
            <a:endParaRPr/>
          </a:p>
          <a:p>
            <a:pPr indent="0" lvl="0" marL="68580" rtl="0" algn="l">
              <a:spcBef>
                <a:spcPts val="400"/>
              </a:spcBef>
              <a:spcAft>
                <a:spcPts val="0"/>
              </a:spcAft>
              <a:buSzPts val="1520"/>
              <a:buNone/>
            </a:pPr>
            <a:r>
              <a:rPr lang="en-IN" sz="2000"/>
              <a:t>13,20,32,62,52,38,46,</a:t>
            </a:r>
            <a:r>
              <a:rPr b="1" lang="en-IN" sz="2000">
                <a:solidFill>
                  <a:srgbClr val="0070C0"/>
                </a:solidFill>
              </a:rPr>
              <a:t>68</a:t>
            </a:r>
            <a:endParaRPr/>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rPr lang="en-IN" sz="2000"/>
              <a:t>Pass 1 completed,</a:t>
            </a:r>
            <a:endParaRPr/>
          </a:p>
          <a:p>
            <a:pPr indent="0" lvl="0" marL="68580" rtl="0" algn="l">
              <a:spcBef>
                <a:spcPts val="400"/>
              </a:spcBef>
              <a:spcAft>
                <a:spcPts val="0"/>
              </a:spcAft>
              <a:buSzPts val="1520"/>
              <a:buNone/>
            </a:pPr>
            <a:r>
              <a:rPr lang="en-IN" sz="2000"/>
              <a:t>The Biggest element has reached the last position</a:t>
            </a:r>
            <a:endParaRPr sz="2000"/>
          </a:p>
        </p:txBody>
      </p:sp>
      <p:sp>
        <p:nvSpPr>
          <p:cNvPr id="380" name="Google Shape;380;p1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81" name="Google Shape;381;p1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82" name="Google Shape;382;p1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6"/>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388" name="Google Shape;388;p16"/>
          <p:cNvSpPr txBox="1"/>
          <p:nvPr>
            <p:ph idx="1" type="body"/>
          </p:nvPr>
        </p:nvSpPr>
        <p:spPr>
          <a:xfrm>
            <a:off x="1043492" y="1556792"/>
            <a:ext cx="6777317" cy="427583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13,20,32,62,52,38,46,68</a:t>
            </a:r>
            <a:endParaRPr/>
          </a:p>
          <a:p>
            <a:pPr indent="0" lvl="0" marL="68580" rtl="0" algn="l">
              <a:spcBef>
                <a:spcPts val="400"/>
              </a:spcBef>
              <a:spcAft>
                <a:spcPts val="0"/>
              </a:spcAft>
              <a:buSzPts val="1520"/>
              <a:buNone/>
            </a:pPr>
            <a:r>
              <a:rPr lang="en-IN" sz="2000"/>
              <a:t>Pass 2</a:t>
            </a:r>
            <a:endParaRPr/>
          </a:p>
          <a:p>
            <a:pPr indent="-274320" lvl="0" marL="342900" rtl="0" algn="l">
              <a:spcBef>
                <a:spcPts val="400"/>
              </a:spcBef>
              <a:spcAft>
                <a:spcPts val="0"/>
              </a:spcAft>
              <a:buSzPts val="1520"/>
              <a:buChar char="🞇"/>
            </a:pPr>
            <a:r>
              <a:rPr lang="en-IN" sz="2000"/>
              <a:t>Now showing only interchange</a:t>
            </a:r>
            <a:endParaRPr/>
          </a:p>
          <a:p>
            <a:pPr indent="-274320" lvl="0" marL="342900" rtl="0" algn="l">
              <a:spcBef>
                <a:spcPts val="400"/>
              </a:spcBef>
              <a:spcAft>
                <a:spcPts val="0"/>
              </a:spcAft>
              <a:buSzPts val="1520"/>
              <a:buChar char="🞇"/>
            </a:pPr>
            <a:r>
              <a:rPr lang="en-IN" sz="2000"/>
              <a:t>62&gt;52, so 13,20,32,52,62,38,46,68</a:t>
            </a:r>
            <a:endParaRPr/>
          </a:p>
          <a:p>
            <a:pPr indent="-274320" lvl="0" marL="342900" rtl="0" algn="l">
              <a:spcBef>
                <a:spcPts val="400"/>
              </a:spcBef>
              <a:spcAft>
                <a:spcPts val="0"/>
              </a:spcAft>
              <a:buSzPts val="1520"/>
              <a:buChar char="🞇"/>
            </a:pPr>
            <a:r>
              <a:rPr lang="en-IN" sz="2000"/>
              <a:t>62&gt;38, so 13,20,32,52,38,62,46,68</a:t>
            </a:r>
            <a:endParaRPr/>
          </a:p>
          <a:p>
            <a:pPr indent="-274320" lvl="0" marL="342900" rtl="0" algn="l">
              <a:spcBef>
                <a:spcPts val="400"/>
              </a:spcBef>
              <a:spcAft>
                <a:spcPts val="0"/>
              </a:spcAft>
              <a:buSzPts val="1520"/>
              <a:buChar char="🞇"/>
            </a:pPr>
            <a:r>
              <a:rPr lang="en-IN" sz="2000"/>
              <a:t>62&gt;46 so 13,20,32,52,38,46,</a:t>
            </a:r>
            <a:r>
              <a:rPr b="1" lang="en-IN" sz="2000">
                <a:solidFill>
                  <a:srgbClr val="0070C0"/>
                </a:solidFill>
              </a:rPr>
              <a:t>62,68</a:t>
            </a:r>
            <a:endParaRPr/>
          </a:p>
          <a:p>
            <a:pPr indent="-274320" lvl="0" marL="342900" rtl="0" algn="l">
              <a:spcBef>
                <a:spcPts val="400"/>
              </a:spcBef>
              <a:spcAft>
                <a:spcPts val="0"/>
              </a:spcAft>
              <a:buSzPts val="1520"/>
              <a:buChar char="🞇"/>
            </a:pPr>
            <a:r>
              <a:rPr lang="en-IN" sz="2000"/>
              <a:t>After Pass 2, second largest element reaches 2</a:t>
            </a:r>
            <a:r>
              <a:rPr baseline="30000" lang="en-IN" sz="2000"/>
              <a:t>nd</a:t>
            </a:r>
            <a:r>
              <a:rPr lang="en-IN" sz="2000"/>
              <a:t> last position</a:t>
            </a:r>
            <a:endParaRPr/>
          </a:p>
          <a:p>
            <a:pPr indent="-177800" lvl="0" marL="34290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p:txBody>
      </p:sp>
      <p:sp>
        <p:nvSpPr>
          <p:cNvPr id="389" name="Google Shape;389;p1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90" name="Google Shape;390;p1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391" name="Google Shape;391;p1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7"/>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397" name="Google Shape;397;p17"/>
          <p:cNvSpPr txBox="1"/>
          <p:nvPr>
            <p:ph idx="1" type="body"/>
          </p:nvPr>
        </p:nvSpPr>
        <p:spPr>
          <a:xfrm>
            <a:off x="1043492" y="1556792"/>
            <a:ext cx="6777317" cy="427583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13,20,32,52,38,46,62,68</a:t>
            </a:r>
            <a:endParaRPr/>
          </a:p>
          <a:p>
            <a:pPr indent="0" lvl="0" marL="68580" rtl="0" algn="l">
              <a:spcBef>
                <a:spcPts val="400"/>
              </a:spcBef>
              <a:spcAft>
                <a:spcPts val="0"/>
              </a:spcAft>
              <a:buSzPts val="1520"/>
              <a:buNone/>
            </a:pPr>
            <a:r>
              <a:rPr lang="en-IN" sz="2000"/>
              <a:t>Pass 3</a:t>
            </a:r>
            <a:endParaRPr/>
          </a:p>
          <a:p>
            <a:pPr indent="-274320" lvl="0" marL="342900" rtl="0" algn="l">
              <a:spcBef>
                <a:spcPts val="400"/>
              </a:spcBef>
              <a:spcAft>
                <a:spcPts val="0"/>
              </a:spcAft>
              <a:buSzPts val="1520"/>
              <a:buChar char="🞇"/>
            </a:pPr>
            <a:r>
              <a:rPr lang="en-IN" sz="2000"/>
              <a:t>Now showing only interchange</a:t>
            </a:r>
            <a:endParaRPr/>
          </a:p>
          <a:p>
            <a:pPr indent="-274320" lvl="0" marL="342900" rtl="0" algn="l">
              <a:spcBef>
                <a:spcPts val="400"/>
              </a:spcBef>
              <a:spcAft>
                <a:spcPts val="0"/>
              </a:spcAft>
              <a:buSzPts val="1520"/>
              <a:buChar char="🞇"/>
            </a:pPr>
            <a:r>
              <a:rPr lang="en-IN" sz="2000"/>
              <a:t>52&gt;38 so 13,20,32,38,52,46,62,68</a:t>
            </a:r>
            <a:endParaRPr/>
          </a:p>
          <a:p>
            <a:pPr indent="-274320" lvl="0" marL="342900" rtl="0" algn="l">
              <a:spcBef>
                <a:spcPts val="400"/>
              </a:spcBef>
              <a:spcAft>
                <a:spcPts val="0"/>
              </a:spcAft>
              <a:buSzPts val="1520"/>
              <a:buChar char="🞇"/>
            </a:pPr>
            <a:r>
              <a:rPr lang="en-IN" sz="2000"/>
              <a:t>52&gt;46 so 13,20,32,38,46,</a:t>
            </a:r>
            <a:r>
              <a:rPr b="1" lang="en-IN" sz="2000">
                <a:solidFill>
                  <a:srgbClr val="0070C0"/>
                </a:solidFill>
              </a:rPr>
              <a:t>52,62,68</a:t>
            </a:r>
            <a:endParaRPr/>
          </a:p>
          <a:p>
            <a:pPr indent="-274320" lvl="0" marL="342900" rtl="0" algn="l">
              <a:spcBef>
                <a:spcPts val="400"/>
              </a:spcBef>
              <a:spcAft>
                <a:spcPts val="0"/>
              </a:spcAft>
              <a:buSzPts val="1520"/>
              <a:buChar char="🞇"/>
            </a:pPr>
            <a:r>
              <a:rPr lang="en-IN" sz="2000"/>
              <a:t>After Pass 3, 3</a:t>
            </a:r>
            <a:r>
              <a:rPr baseline="30000" lang="en-IN" sz="2000"/>
              <a:t>rd</a:t>
            </a:r>
            <a:r>
              <a:rPr lang="en-IN" sz="2000"/>
              <a:t> largest element reaches 3r</a:t>
            </a:r>
            <a:r>
              <a:rPr baseline="30000" lang="en-IN" sz="2000"/>
              <a:t>d</a:t>
            </a:r>
            <a:r>
              <a:rPr lang="en-IN" sz="2000"/>
              <a:t> last position</a:t>
            </a:r>
            <a:endParaRPr/>
          </a:p>
          <a:p>
            <a:pPr indent="0" lvl="0" marL="68580" rtl="0" algn="l">
              <a:spcBef>
                <a:spcPts val="400"/>
              </a:spcBef>
              <a:spcAft>
                <a:spcPts val="0"/>
              </a:spcAft>
              <a:buSzPts val="1520"/>
              <a:buNone/>
            </a:pPr>
            <a:r>
              <a:rPr lang="en-IN" sz="2000"/>
              <a:t>13,20,32,38,46,52,62,68</a:t>
            </a:r>
            <a:endParaRPr/>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rPr lang="en-IN" sz="2000"/>
              <a:t>Pass 4</a:t>
            </a:r>
            <a:endParaRPr/>
          </a:p>
          <a:p>
            <a:pPr indent="-274320" lvl="0" marL="342900" rtl="0" algn="l">
              <a:spcBef>
                <a:spcPts val="400"/>
              </a:spcBef>
              <a:spcAft>
                <a:spcPts val="0"/>
              </a:spcAft>
              <a:buSzPts val="1520"/>
              <a:buChar char="🞇"/>
            </a:pPr>
            <a:r>
              <a:rPr lang="en-IN" sz="2000"/>
              <a:t>No of Exchanges=0, so list is sorted</a:t>
            </a:r>
            <a:endParaRPr/>
          </a:p>
          <a:p>
            <a:pPr indent="-177800" lvl="0" marL="34290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p:txBody>
      </p:sp>
      <p:sp>
        <p:nvSpPr>
          <p:cNvPr id="398" name="Google Shape;398;p1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399" name="Google Shape;399;p1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00" name="Google Shape;400;p1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8"/>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406" name="Google Shape;406;p18"/>
          <p:cNvSpPr txBox="1"/>
          <p:nvPr>
            <p:ph idx="1" type="body"/>
          </p:nvPr>
        </p:nvSpPr>
        <p:spPr>
          <a:xfrm>
            <a:off x="1043492" y="1556792"/>
            <a:ext cx="6777317" cy="427583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Analysis-</a:t>
            </a:r>
            <a:endParaRPr/>
          </a:p>
          <a:p>
            <a:pPr indent="0" lvl="0" marL="68580" rtl="0" algn="l">
              <a:spcBef>
                <a:spcPts val="400"/>
              </a:spcBef>
              <a:spcAft>
                <a:spcPts val="0"/>
              </a:spcAft>
              <a:buSzPts val="1520"/>
              <a:buNone/>
            </a:pPr>
            <a:r>
              <a:rPr lang="en-IN" sz="2000"/>
              <a:t>This algorithm is not suitable for large data sets as its </a:t>
            </a:r>
            <a:r>
              <a:rPr b="1" lang="en-IN" sz="2000">
                <a:solidFill>
                  <a:srgbClr val="0070C0"/>
                </a:solidFill>
              </a:rPr>
              <a:t>average and worst case complexity are of Ο(n</a:t>
            </a:r>
            <a:r>
              <a:rPr b="1" baseline="30000" lang="en-IN" sz="2000">
                <a:solidFill>
                  <a:srgbClr val="0070C0"/>
                </a:solidFill>
              </a:rPr>
              <a:t>2</a:t>
            </a:r>
            <a:r>
              <a:rPr b="1" lang="en-IN" sz="2000">
                <a:solidFill>
                  <a:srgbClr val="0070C0"/>
                </a:solidFill>
              </a:rPr>
              <a:t>) where n is the number of items.</a:t>
            </a:r>
            <a:endParaRPr/>
          </a:p>
          <a:p>
            <a:pPr indent="0" lvl="0" marL="68580" rtl="0" algn="l">
              <a:spcBef>
                <a:spcPts val="400"/>
              </a:spcBef>
              <a:spcAft>
                <a:spcPts val="0"/>
              </a:spcAft>
              <a:buSzPts val="1520"/>
              <a:buNone/>
            </a:pPr>
            <a:r>
              <a:t/>
            </a:r>
            <a:endParaRPr b="1" sz="2000">
              <a:solidFill>
                <a:srgbClr val="0070C0"/>
              </a:solidFill>
            </a:endParaRPr>
          </a:p>
          <a:p>
            <a:pPr indent="0" lvl="0" marL="68580" rtl="0" algn="l">
              <a:spcBef>
                <a:spcPts val="400"/>
              </a:spcBef>
              <a:spcAft>
                <a:spcPts val="0"/>
              </a:spcAft>
              <a:buSzPts val="1520"/>
              <a:buNone/>
            </a:pPr>
            <a:r>
              <a:rPr b="1" lang="en-IN" sz="2000">
                <a:solidFill>
                  <a:srgbClr val="0070C0"/>
                </a:solidFill>
              </a:rPr>
              <a:t>It behaves as O(n) for Sorted array</a:t>
            </a:r>
            <a:endParaRPr/>
          </a:p>
          <a:p>
            <a:pPr indent="0" lvl="0" marL="68580" rtl="0" algn="l">
              <a:spcBef>
                <a:spcPts val="400"/>
              </a:spcBef>
              <a:spcAft>
                <a:spcPts val="0"/>
              </a:spcAft>
              <a:buSzPts val="1520"/>
              <a:buNone/>
            </a:pPr>
            <a:r>
              <a:t/>
            </a:r>
            <a:endParaRPr sz="2000"/>
          </a:p>
        </p:txBody>
      </p:sp>
      <p:sp>
        <p:nvSpPr>
          <p:cNvPr id="407" name="Google Shape;407;p1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08" name="Google Shape;408;p1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09" name="Google Shape;409;p1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9"/>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415" name="Google Shape;415;p19"/>
          <p:cNvSpPr txBox="1"/>
          <p:nvPr>
            <p:ph idx="1" type="body"/>
          </p:nvPr>
        </p:nvSpPr>
        <p:spPr>
          <a:xfrm>
            <a:off x="1043492" y="1124744"/>
            <a:ext cx="6777317" cy="4707885"/>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b="1" lang="en-IN"/>
              <a:t>How many Passes are needed to sort the following list of numbers?</a:t>
            </a:r>
            <a:br>
              <a:rPr lang="en-IN"/>
            </a:br>
            <a:r>
              <a:rPr lang="en-IN"/>
              <a:t> </a:t>
            </a:r>
            <a:r>
              <a:rPr b="1" lang="en-IN"/>
              <a:t>5</a:t>
            </a:r>
            <a:r>
              <a:rPr lang="en-IN"/>
              <a:t> </a:t>
            </a:r>
            <a:r>
              <a:rPr b="1" lang="en-IN"/>
              <a:t>1</a:t>
            </a:r>
            <a:r>
              <a:rPr lang="en-IN"/>
              <a:t> 4 2 8</a:t>
            </a:r>
            <a:endParaRPr/>
          </a:p>
        </p:txBody>
      </p:sp>
      <p:sp>
        <p:nvSpPr>
          <p:cNvPr id="416" name="Google Shape;416;p1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17" name="Google Shape;417;p1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18" name="Google Shape;418;p1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0"/>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424" name="Google Shape;424;p20"/>
          <p:cNvSpPr txBox="1"/>
          <p:nvPr>
            <p:ph idx="1" type="body"/>
          </p:nvPr>
        </p:nvSpPr>
        <p:spPr>
          <a:xfrm>
            <a:off x="1043492" y="1124744"/>
            <a:ext cx="6777317" cy="4707885"/>
          </a:xfrm>
          <a:prstGeom prst="rect">
            <a:avLst/>
          </a:prstGeom>
          <a:noFill/>
          <a:ln>
            <a:noFill/>
          </a:ln>
        </p:spPr>
        <p:txBody>
          <a:bodyPr anchorCtr="0" anchor="t" bIns="45700" lIns="91425" spcFirstLastPara="1" rIns="91425" wrap="square" tIns="45700">
            <a:normAutofit fontScale="70000" lnSpcReduction="20000"/>
          </a:bodyPr>
          <a:lstStyle/>
          <a:p>
            <a:pPr indent="-274319" lvl="0" marL="342900" rtl="0" algn="l">
              <a:spcBef>
                <a:spcPts val="0"/>
              </a:spcBef>
              <a:spcAft>
                <a:spcPts val="0"/>
              </a:spcAft>
              <a:buSzPct val="76000"/>
              <a:buChar char="🞇"/>
            </a:pPr>
            <a:r>
              <a:rPr b="1" lang="en-IN"/>
              <a:t>First Pass:</a:t>
            </a:r>
            <a:br>
              <a:rPr lang="en-IN"/>
            </a:br>
            <a:r>
              <a:rPr lang="en-IN"/>
              <a:t>( </a:t>
            </a:r>
            <a:r>
              <a:rPr b="1" lang="en-IN"/>
              <a:t>5</a:t>
            </a:r>
            <a:r>
              <a:rPr lang="en-IN"/>
              <a:t> </a:t>
            </a:r>
            <a:r>
              <a:rPr b="1" lang="en-IN"/>
              <a:t>1</a:t>
            </a:r>
            <a:r>
              <a:rPr lang="en-IN"/>
              <a:t> 4 2 8 ) –&gt; ( </a:t>
            </a:r>
            <a:r>
              <a:rPr b="1" lang="en-IN"/>
              <a:t>1</a:t>
            </a:r>
            <a:r>
              <a:rPr lang="en-IN"/>
              <a:t> </a:t>
            </a:r>
            <a:r>
              <a:rPr b="1" lang="en-IN"/>
              <a:t>5</a:t>
            </a:r>
            <a:r>
              <a:rPr lang="en-IN"/>
              <a:t> 4 2 8 ), Here, algorithm compares the first two elements, and swaps since 5 &gt; 1.</a:t>
            </a:r>
            <a:br>
              <a:rPr lang="en-IN"/>
            </a:br>
            <a:r>
              <a:rPr lang="en-IN"/>
              <a:t>( 1 </a:t>
            </a:r>
            <a:r>
              <a:rPr b="1" lang="en-IN"/>
              <a:t>5</a:t>
            </a:r>
            <a:r>
              <a:rPr lang="en-IN"/>
              <a:t> </a:t>
            </a:r>
            <a:r>
              <a:rPr b="1" lang="en-IN"/>
              <a:t>4</a:t>
            </a:r>
            <a:r>
              <a:rPr lang="en-IN"/>
              <a:t> 2 8 ) –&gt;  ( 1 </a:t>
            </a:r>
            <a:r>
              <a:rPr b="1" lang="en-IN"/>
              <a:t>4</a:t>
            </a:r>
            <a:r>
              <a:rPr lang="en-IN"/>
              <a:t> </a:t>
            </a:r>
            <a:r>
              <a:rPr b="1" lang="en-IN"/>
              <a:t>5</a:t>
            </a:r>
            <a:r>
              <a:rPr lang="en-IN"/>
              <a:t> 2 8 ), Swap since 5 &gt; 4</a:t>
            </a:r>
            <a:br>
              <a:rPr lang="en-IN"/>
            </a:br>
            <a:r>
              <a:rPr lang="en-IN"/>
              <a:t>( 1 4 </a:t>
            </a:r>
            <a:r>
              <a:rPr b="1" lang="en-IN"/>
              <a:t>5</a:t>
            </a:r>
            <a:r>
              <a:rPr lang="en-IN"/>
              <a:t> </a:t>
            </a:r>
            <a:r>
              <a:rPr b="1" lang="en-IN"/>
              <a:t>2</a:t>
            </a:r>
            <a:r>
              <a:rPr lang="en-IN"/>
              <a:t> 8 ) –&gt;  ( 1 4 </a:t>
            </a:r>
            <a:r>
              <a:rPr b="1" lang="en-IN"/>
              <a:t>2</a:t>
            </a:r>
            <a:r>
              <a:rPr lang="en-IN"/>
              <a:t> </a:t>
            </a:r>
            <a:r>
              <a:rPr b="1" lang="en-IN"/>
              <a:t>5</a:t>
            </a:r>
            <a:r>
              <a:rPr lang="en-IN"/>
              <a:t> 8 ), Swap since 5 &gt; 2</a:t>
            </a:r>
            <a:br>
              <a:rPr lang="en-IN"/>
            </a:br>
            <a:r>
              <a:rPr lang="en-IN"/>
              <a:t>( 1 4 2 </a:t>
            </a:r>
            <a:r>
              <a:rPr b="1" lang="en-IN"/>
              <a:t>5</a:t>
            </a:r>
            <a:r>
              <a:rPr lang="en-IN"/>
              <a:t> </a:t>
            </a:r>
            <a:r>
              <a:rPr b="1" lang="en-IN"/>
              <a:t>8</a:t>
            </a:r>
            <a:r>
              <a:rPr lang="en-IN"/>
              <a:t> ) –&gt; ( 1 4 2 </a:t>
            </a:r>
            <a:r>
              <a:rPr b="1" lang="en-IN"/>
              <a:t>5</a:t>
            </a:r>
            <a:r>
              <a:rPr lang="en-IN"/>
              <a:t> </a:t>
            </a:r>
            <a:r>
              <a:rPr b="1" lang="en-IN"/>
              <a:t>8</a:t>
            </a:r>
            <a:r>
              <a:rPr lang="en-IN"/>
              <a:t> ), Now, since these elements are already in order (8 &gt; 5), algorithm does not swap them.</a:t>
            </a:r>
            <a:endParaRPr/>
          </a:p>
          <a:p>
            <a:pPr indent="-274319" lvl="0" marL="342900" rtl="0" algn="l">
              <a:spcBef>
                <a:spcPts val="336"/>
              </a:spcBef>
              <a:spcAft>
                <a:spcPts val="0"/>
              </a:spcAft>
              <a:buSzPct val="76000"/>
              <a:buChar char="🞇"/>
            </a:pPr>
            <a:r>
              <a:rPr b="1" lang="en-IN"/>
              <a:t>Second Pass:</a:t>
            </a:r>
            <a:br>
              <a:rPr lang="en-IN"/>
            </a:br>
            <a:r>
              <a:rPr lang="en-IN"/>
              <a:t>( </a:t>
            </a:r>
            <a:r>
              <a:rPr b="1" lang="en-IN"/>
              <a:t>1</a:t>
            </a:r>
            <a:r>
              <a:rPr lang="en-IN"/>
              <a:t> </a:t>
            </a:r>
            <a:r>
              <a:rPr b="1" lang="en-IN"/>
              <a:t>4</a:t>
            </a:r>
            <a:r>
              <a:rPr lang="en-IN"/>
              <a:t> 2 5 8 ) –&gt; ( </a:t>
            </a:r>
            <a:r>
              <a:rPr b="1" lang="en-IN"/>
              <a:t>1</a:t>
            </a:r>
            <a:r>
              <a:rPr lang="en-IN"/>
              <a:t> </a:t>
            </a:r>
            <a:r>
              <a:rPr b="1" lang="en-IN"/>
              <a:t>4</a:t>
            </a:r>
            <a:r>
              <a:rPr lang="en-IN"/>
              <a:t> 2 5 8 )</a:t>
            </a:r>
            <a:br>
              <a:rPr lang="en-IN"/>
            </a:br>
            <a:r>
              <a:rPr lang="en-IN"/>
              <a:t>( 1 </a:t>
            </a:r>
            <a:r>
              <a:rPr b="1" lang="en-IN"/>
              <a:t>4</a:t>
            </a:r>
            <a:r>
              <a:rPr lang="en-IN"/>
              <a:t> </a:t>
            </a:r>
            <a:r>
              <a:rPr b="1" lang="en-IN"/>
              <a:t>2</a:t>
            </a:r>
            <a:r>
              <a:rPr lang="en-IN"/>
              <a:t> 5 8 ) –&gt; ( 1 </a:t>
            </a:r>
            <a:r>
              <a:rPr b="1" lang="en-IN"/>
              <a:t>2</a:t>
            </a:r>
            <a:r>
              <a:rPr lang="en-IN"/>
              <a:t> </a:t>
            </a:r>
            <a:r>
              <a:rPr b="1" lang="en-IN"/>
              <a:t>4</a:t>
            </a:r>
            <a:r>
              <a:rPr lang="en-IN"/>
              <a:t> 5 8 ), Swap since 4 &gt; 2</a:t>
            </a:r>
            <a:br>
              <a:rPr lang="en-IN"/>
            </a:br>
            <a:r>
              <a:rPr lang="en-IN"/>
              <a:t>( 1 2 </a:t>
            </a:r>
            <a:r>
              <a:rPr b="1" lang="en-IN"/>
              <a:t>4</a:t>
            </a:r>
            <a:r>
              <a:rPr lang="en-IN"/>
              <a:t> </a:t>
            </a:r>
            <a:r>
              <a:rPr b="1" lang="en-IN"/>
              <a:t>5</a:t>
            </a:r>
            <a:r>
              <a:rPr lang="en-IN"/>
              <a:t> 8 ) –&gt; ( 1 2 </a:t>
            </a:r>
            <a:r>
              <a:rPr b="1" lang="en-IN"/>
              <a:t>4</a:t>
            </a:r>
            <a:r>
              <a:rPr lang="en-IN"/>
              <a:t> </a:t>
            </a:r>
            <a:r>
              <a:rPr b="1" lang="en-IN"/>
              <a:t>5</a:t>
            </a:r>
            <a:r>
              <a:rPr lang="en-IN"/>
              <a:t> 8 )</a:t>
            </a:r>
            <a:br>
              <a:rPr lang="en-IN"/>
            </a:br>
            <a:r>
              <a:rPr lang="en-IN"/>
              <a:t>( 1 2 4 </a:t>
            </a:r>
            <a:r>
              <a:rPr b="1" lang="en-IN"/>
              <a:t>5</a:t>
            </a:r>
            <a:r>
              <a:rPr lang="en-IN"/>
              <a:t> </a:t>
            </a:r>
            <a:r>
              <a:rPr b="1" lang="en-IN"/>
              <a:t>8</a:t>
            </a:r>
            <a:r>
              <a:rPr lang="en-IN"/>
              <a:t> ) –&gt;  ( 1 2 4 </a:t>
            </a:r>
            <a:r>
              <a:rPr b="1" lang="en-IN"/>
              <a:t>5</a:t>
            </a:r>
            <a:r>
              <a:rPr lang="en-IN"/>
              <a:t> </a:t>
            </a:r>
            <a:r>
              <a:rPr b="1" lang="en-IN"/>
              <a:t>8</a:t>
            </a:r>
            <a:r>
              <a:rPr lang="en-IN"/>
              <a:t> )</a:t>
            </a:r>
            <a:br>
              <a:rPr lang="en-IN"/>
            </a:br>
            <a:r>
              <a:rPr lang="en-IN"/>
              <a:t>Now, the array is already sorted, but our algorithm does not know if it is completed. The algorithm needs one </a:t>
            </a:r>
            <a:r>
              <a:rPr b="1" lang="en-IN"/>
              <a:t>whole</a:t>
            </a:r>
            <a:r>
              <a:rPr lang="en-IN"/>
              <a:t> pass without </a:t>
            </a:r>
            <a:r>
              <a:rPr b="1" lang="en-IN"/>
              <a:t>any</a:t>
            </a:r>
            <a:r>
              <a:rPr lang="en-IN"/>
              <a:t> swap to know it is sorted.</a:t>
            </a:r>
            <a:endParaRPr/>
          </a:p>
          <a:p>
            <a:pPr indent="-274319" lvl="0" marL="342900" rtl="0" algn="l">
              <a:spcBef>
                <a:spcPts val="336"/>
              </a:spcBef>
              <a:spcAft>
                <a:spcPts val="0"/>
              </a:spcAft>
              <a:buSzPct val="76000"/>
              <a:buChar char="🞇"/>
            </a:pPr>
            <a:r>
              <a:rPr b="1" lang="en-IN"/>
              <a:t>Third Pass:</a:t>
            </a:r>
            <a:br>
              <a:rPr lang="en-IN"/>
            </a:br>
            <a:r>
              <a:rPr lang="en-IN"/>
              <a:t>( </a:t>
            </a:r>
            <a:r>
              <a:rPr b="1" lang="en-IN"/>
              <a:t>1</a:t>
            </a:r>
            <a:r>
              <a:rPr lang="en-IN"/>
              <a:t> </a:t>
            </a:r>
            <a:r>
              <a:rPr b="1" lang="en-IN"/>
              <a:t>2</a:t>
            </a:r>
            <a:r>
              <a:rPr lang="en-IN"/>
              <a:t> 4 5 8 ) –&gt; ( </a:t>
            </a:r>
            <a:r>
              <a:rPr b="1" lang="en-IN"/>
              <a:t>1</a:t>
            </a:r>
            <a:r>
              <a:rPr lang="en-IN"/>
              <a:t> </a:t>
            </a:r>
            <a:r>
              <a:rPr b="1" lang="en-IN"/>
              <a:t>2</a:t>
            </a:r>
            <a:r>
              <a:rPr lang="en-IN"/>
              <a:t> 4 5 8 )</a:t>
            </a:r>
            <a:br>
              <a:rPr lang="en-IN"/>
            </a:br>
            <a:r>
              <a:rPr lang="en-IN"/>
              <a:t>( 1 </a:t>
            </a:r>
            <a:r>
              <a:rPr b="1" lang="en-IN"/>
              <a:t>2</a:t>
            </a:r>
            <a:r>
              <a:rPr lang="en-IN"/>
              <a:t> </a:t>
            </a:r>
            <a:r>
              <a:rPr b="1" lang="en-IN"/>
              <a:t>4</a:t>
            </a:r>
            <a:r>
              <a:rPr lang="en-IN"/>
              <a:t> 5 8 ) –&gt; ( 1 </a:t>
            </a:r>
            <a:r>
              <a:rPr b="1" lang="en-IN"/>
              <a:t>2</a:t>
            </a:r>
            <a:r>
              <a:rPr lang="en-IN"/>
              <a:t> </a:t>
            </a:r>
            <a:r>
              <a:rPr b="1" lang="en-IN"/>
              <a:t>4</a:t>
            </a:r>
            <a:r>
              <a:rPr lang="en-IN"/>
              <a:t> 5 8 )</a:t>
            </a:r>
            <a:br>
              <a:rPr lang="en-IN"/>
            </a:br>
            <a:r>
              <a:rPr lang="en-IN"/>
              <a:t>( 1 2 </a:t>
            </a:r>
            <a:r>
              <a:rPr b="1" lang="en-IN"/>
              <a:t>4</a:t>
            </a:r>
            <a:r>
              <a:rPr lang="en-IN"/>
              <a:t> </a:t>
            </a:r>
            <a:r>
              <a:rPr b="1" lang="en-IN"/>
              <a:t>5</a:t>
            </a:r>
            <a:r>
              <a:rPr lang="en-IN"/>
              <a:t> 8 ) –&gt; ( 1 2 </a:t>
            </a:r>
            <a:r>
              <a:rPr b="1" lang="en-IN"/>
              <a:t>4</a:t>
            </a:r>
            <a:r>
              <a:rPr lang="en-IN"/>
              <a:t> </a:t>
            </a:r>
            <a:r>
              <a:rPr b="1" lang="en-IN"/>
              <a:t>5</a:t>
            </a:r>
            <a:r>
              <a:rPr lang="en-IN"/>
              <a:t> 8 )</a:t>
            </a:r>
            <a:br>
              <a:rPr lang="en-IN"/>
            </a:br>
            <a:r>
              <a:rPr lang="en-IN"/>
              <a:t>( 1 2 4 </a:t>
            </a:r>
            <a:r>
              <a:rPr b="1" lang="en-IN"/>
              <a:t>5</a:t>
            </a:r>
            <a:r>
              <a:rPr lang="en-IN"/>
              <a:t> </a:t>
            </a:r>
            <a:r>
              <a:rPr b="1" lang="en-IN"/>
              <a:t>8</a:t>
            </a:r>
            <a:r>
              <a:rPr lang="en-IN"/>
              <a:t> ) –&gt; ( 1 2 4 </a:t>
            </a:r>
            <a:r>
              <a:rPr b="1" lang="en-IN"/>
              <a:t>5</a:t>
            </a:r>
            <a:r>
              <a:rPr lang="en-IN"/>
              <a:t> </a:t>
            </a:r>
            <a:r>
              <a:rPr b="1" lang="en-IN"/>
              <a:t>8</a:t>
            </a:r>
            <a:r>
              <a:rPr lang="en-IN"/>
              <a:t> )</a:t>
            </a:r>
            <a:endParaRPr/>
          </a:p>
          <a:p>
            <a:pPr indent="-193243" lvl="0" marL="342900" rtl="0" algn="l">
              <a:spcBef>
                <a:spcPts val="336"/>
              </a:spcBef>
              <a:spcAft>
                <a:spcPts val="0"/>
              </a:spcAft>
              <a:buSzPct val="76000"/>
              <a:buNone/>
            </a:pPr>
            <a:r>
              <a:t/>
            </a:r>
            <a:endParaRPr/>
          </a:p>
        </p:txBody>
      </p:sp>
      <p:sp>
        <p:nvSpPr>
          <p:cNvPr id="425" name="Google Shape;425;p2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26" name="Google Shape;426;p2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27" name="Google Shape;427;p2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1"/>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433" name="Google Shape;433;p21"/>
          <p:cNvSpPr txBox="1"/>
          <p:nvPr>
            <p:ph idx="1" type="body"/>
          </p:nvPr>
        </p:nvSpPr>
        <p:spPr>
          <a:xfrm>
            <a:off x="1043492" y="1124744"/>
            <a:ext cx="6777317" cy="4707885"/>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Algorithm-</a:t>
            </a:r>
            <a:endParaRPr/>
          </a:p>
        </p:txBody>
      </p:sp>
      <p:sp>
        <p:nvSpPr>
          <p:cNvPr id="434" name="Google Shape;434;p2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35" name="Google Shape;435;p2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36" name="Google Shape;436;p2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437" name="Google Shape;437;p21"/>
          <p:cNvPicPr preferRelativeResize="0"/>
          <p:nvPr/>
        </p:nvPicPr>
        <p:blipFill rotWithShape="1">
          <a:blip r:embed="rId3">
            <a:alphaModFix/>
          </a:blip>
          <a:srcRect b="28570" l="4462" r="60064" t="41270"/>
          <a:stretch/>
        </p:blipFill>
        <p:spPr>
          <a:xfrm>
            <a:off x="1331640" y="1916832"/>
            <a:ext cx="6176581" cy="295232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2"/>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443" name="Google Shape;443;p22"/>
          <p:cNvSpPr txBox="1"/>
          <p:nvPr>
            <p:ph idx="1" type="body"/>
          </p:nvPr>
        </p:nvSpPr>
        <p:spPr>
          <a:xfrm>
            <a:off x="1043492" y="1124744"/>
            <a:ext cx="6777317" cy="47078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rPr b="1" lang="en-IN" sz="1800"/>
              <a:t>// A function to implement bubble sort </a:t>
            </a:r>
            <a:endParaRPr/>
          </a:p>
          <a:p>
            <a:pPr indent="0" lvl="0" marL="68580" rtl="0" algn="l">
              <a:spcBef>
                <a:spcPts val="360"/>
              </a:spcBef>
              <a:spcAft>
                <a:spcPts val="0"/>
              </a:spcAft>
              <a:buSzPts val="1368"/>
              <a:buNone/>
            </a:pPr>
            <a:r>
              <a:rPr b="1" lang="en-IN" sz="1800"/>
              <a:t>void bubbleSort(int arr[], int n) </a:t>
            </a:r>
            <a:endParaRPr/>
          </a:p>
          <a:p>
            <a:pPr indent="0" lvl="0" marL="68580" rtl="0" algn="l">
              <a:spcBef>
                <a:spcPts val="360"/>
              </a:spcBef>
              <a:spcAft>
                <a:spcPts val="0"/>
              </a:spcAft>
              <a:buSzPts val="1368"/>
              <a:buNone/>
            </a:pPr>
            <a:r>
              <a:rPr b="1" lang="en-IN" sz="1800"/>
              <a:t>{ </a:t>
            </a:r>
            <a:endParaRPr/>
          </a:p>
          <a:p>
            <a:pPr indent="0" lvl="0" marL="68580" rtl="0" algn="l">
              <a:spcBef>
                <a:spcPts val="360"/>
              </a:spcBef>
              <a:spcAft>
                <a:spcPts val="0"/>
              </a:spcAft>
              <a:buSzPts val="1368"/>
              <a:buNone/>
            </a:pPr>
            <a:r>
              <a:rPr b="1" lang="en-IN" sz="1800"/>
              <a:t>   int i, j; </a:t>
            </a:r>
            <a:endParaRPr/>
          </a:p>
          <a:p>
            <a:pPr indent="0" lvl="0" marL="68580" rtl="0" algn="l">
              <a:spcBef>
                <a:spcPts val="360"/>
              </a:spcBef>
              <a:spcAft>
                <a:spcPts val="0"/>
              </a:spcAft>
              <a:buSzPts val="1368"/>
              <a:buNone/>
            </a:pPr>
            <a:r>
              <a:rPr b="1" lang="en-IN" sz="1800"/>
              <a:t>   for (i = 0; i &lt; n-1; i++)       </a:t>
            </a:r>
            <a:endParaRPr/>
          </a:p>
          <a:p>
            <a:pPr indent="0" lvl="0" marL="68580" rtl="0" algn="l">
              <a:spcBef>
                <a:spcPts val="360"/>
              </a:spcBef>
              <a:spcAft>
                <a:spcPts val="0"/>
              </a:spcAft>
              <a:buSzPts val="1368"/>
              <a:buNone/>
            </a:pPr>
            <a:r>
              <a:rPr b="1" lang="en-IN" sz="1800"/>
              <a:t>  </a:t>
            </a:r>
            <a:endParaRPr/>
          </a:p>
          <a:p>
            <a:pPr indent="0" lvl="0" marL="68580" rtl="0" algn="l">
              <a:spcBef>
                <a:spcPts val="360"/>
              </a:spcBef>
              <a:spcAft>
                <a:spcPts val="0"/>
              </a:spcAft>
              <a:buSzPts val="1368"/>
              <a:buNone/>
            </a:pPr>
            <a:r>
              <a:rPr b="1" lang="en-IN" sz="1800"/>
              <a:t>       // Last i elements are already in place    </a:t>
            </a:r>
            <a:endParaRPr/>
          </a:p>
          <a:p>
            <a:pPr indent="0" lvl="0" marL="68580" rtl="0" algn="l">
              <a:spcBef>
                <a:spcPts val="360"/>
              </a:spcBef>
              <a:spcAft>
                <a:spcPts val="0"/>
              </a:spcAft>
              <a:buSzPts val="1368"/>
              <a:buNone/>
            </a:pPr>
            <a:r>
              <a:rPr b="1" lang="en-IN" sz="1800"/>
              <a:t>       for (j = 0; j &lt; n-i-1; j++)  </a:t>
            </a:r>
            <a:endParaRPr/>
          </a:p>
          <a:p>
            <a:pPr indent="0" lvl="0" marL="68580" rtl="0" algn="l">
              <a:spcBef>
                <a:spcPts val="360"/>
              </a:spcBef>
              <a:spcAft>
                <a:spcPts val="0"/>
              </a:spcAft>
              <a:buSzPts val="1368"/>
              <a:buNone/>
            </a:pPr>
            <a:r>
              <a:rPr b="1" lang="en-IN" sz="1800"/>
              <a:t>           if (arr[j] &gt; arr[j+1]) </a:t>
            </a:r>
            <a:endParaRPr/>
          </a:p>
          <a:p>
            <a:pPr indent="0" lvl="0" marL="68580" rtl="0" algn="l">
              <a:spcBef>
                <a:spcPts val="360"/>
              </a:spcBef>
              <a:spcAft>
                <a:spcPts val="0"/>
              </a:spcAft>
              <a:buSzPts val="1368"/>
              <a:buNone/>
            </a:pPr>
            <a:r>
              <a:rPr b="1" lang="en-IN" sz="1800"/>
              <a:t>              swap(&amp;arr[j], &amp;arr[j+1]); </a:t>
            </a:r>
            <a:endParaRPr/>
          </a:p>
          <a:p>
            <a:pPr indent="0" lvl="0" marL="68580" rtl="0" algn="l">
              <a:spcBef>
                <a:spcPts val="360"/>
              </a:spcBef>
              <a:spcAft>
                <a:spcPts val="0"/>
              </a:spcAft>
              <a:buSzPts val="1368"/>
              <a:buNone/>
            </a:pPr>
            <a:r>
              <a:rPr b="1" lang="en-IN" sz="1800"/>
              <a:t>} </a:t>
            </a:r>
            <a:endParaRPr/>
          </a:p>
          <a:p>
            <a:pPr indent="0" lvl="0" marL="68580" rtl="0" algn="l">
              <a:spcBef>
                <a:spcPts val="360"/>
              </a:spcBef>
              <a:spcAft>
                <a:spcPts val="0"/>
              </a:spcAft>
              <a:buSzPts val="1368"/>
              <a:buNone/>
            </a:pPr>
            <a:r>
              <a:rPr b="1" lang="en-IN" sz="1800"/>
              <a:t>  </a:t>
            </a:r>
            <a:endParaRPr/>
          </a:p>
          <a:p>
            <a:pPr indent="0" lvl="0" marL="68580" rtl="0" algn="l">
              <a:spcBef>
                <a:spcPts val="360"/>
              </a:spcBef>
              <a:spcAft>
                <a:spcPts val="0"/>
              </a:spcAft>
              <a:buSzPts val="1368"/>
              <a:buNone/>
            </a:pPr>
            <a:r>
              <a:t/>
            </a:r>
            <a:endParaRPr b="1" sz="1800"/>
          </a:p>
        </p:txBody>
      </p:sp>
      <p:sp>
        <p:nvSpPr>
          <p:cNvPr id="444" name="Google Shape;444;p2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45" name="Google Shape;445;p2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46" name="Google Shape;446;p2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23"/>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sp>
        <p:nvSpPr>
          <p:cNvPr id="452" name="Google Shape;452;p23"/>
          <p:cNvSpPr txBox="1"/>
          <p:nvPr>
            <p:ph idx="1" type="body"/>
          </p:nvPr>
        </p:nvSpPr>
        <p:spPr>
          <a:xfrm>
            <a:off x="1043492" y="1124744"/>
            <a:ext cx="6777317" cy="47078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rPr b="1" lang="en-IN" sz="1800"/>
              <a:t>// A function to implement bubble sort </a:t>
            </a:r>
            <a:endParaRPr/>
          </a:p>
          <a:p>
            <a:pPr indent="0" lvl="0" marL="68580" rtl="0" algn="l">
              <a:spcBef>
                <a:spcPts val="360"/>
              </a:spcBef>
              <a:spcAft>
                <a:spcPts val="0"/>
              </a:spcAft>
              <a:buSzPts val="1368"/>
              <a:buNone/>
            </a:pPr>
            <a:r>
              <a:rPr b="1" lang="en-IN" sz="1800"/>
              <a:t>void bubbleSort(int arr[], int n) </a:t>
            </a:r>
            <a:endParaRPr/>
          </a:p>
          <a:p>
            <a:pPr indent="0" lvl="0" marL="68580" rtl="0" algn="l">
              <a:spcBef>
                <a:spcPts val="360"/>
              </a:spcBef>
              <a:spcAft>
                <a:spcPts val="0"/>
              </a:spcAft>
              <a:buSzPts val="1368"/>
              <a:buNone/>
            </a:pPr>
            <a:r>
              <a:rPr b="1" lang="en-IN" sz="1800"/>
              <a:t>{ </a:t>
            </a:r>
            <a:endParaRPr/>
          </a:p>
          <a:p>
            <a:pPr indent="0" lvl="0" marL="68580" rtl="0" algn="l">
              <a:spcBef>
                <a:spcPts val="360"/>
              </a:spcBef>
              <a:spcAft>
                <a:spcPts val="0"/>
              </a:spcAft>
              <a:buSzPts val="1368"/>
              <a:buNone/>
            </a:pPr>
            <a:r>
              <a:rPr b="1" lang="en-IN" sz="1800"/>
              <a:t>   int i, j; </a:t>
            </a:r>
            <a:endParaRPr/>
          </a:p>
          <a:p>
            <a:pPr indent="0" lvl="0" marL="68580" rtl="0" algn="l">
              <a:spcBef>
                <a:spcPts val="360"/>
              </a:spcBef>
              <a:spcAft>
                <a:spcPts val="0"/>
              </a:spcAft>
              <a:buSzPts val="1368"/>
              <a:buNone/>
            </a:pPr>
            <a:r>
              <a:rPr b="1" lang="en-IN" sz="1800"/>
              <a:t>   for (i = 0; i &lt; n-1; i++)       </a:t>
            </a:r>
            <a:endParaRPr/>
          </a:p>
          <a:p>
            <a:pPr indent="0" lvl="0" marL="68580" rtl="0" algn="l">
              <a:spcBef>
                <a:spcPts val="360"/>
              </a:spcBef>
              <a:spcAft>
                <a:spcPts val="0"/>
              </a:spcAft>
              <a:buSzPts val="1368"/>
              <a:buNone/>
            </a:pPr>
            <a:r>
              <a:rPr b="1" lang="en-IN" sz="1800"/>
              <a:t>  </a:t>
            </a:r>
            <a:endParaRPr/>
          </a:p>
          <a:p>
            <a:pPr indent="0" lvl="0" marL="68580" rtl="0" algn="l">
              <a:spcBef>
                <a:spcPts val="360"/>
              </a:spcBef>
              <a:spcAft>
                <a:spcPts val="0"/>
              </a:spcAft>
              <a:buSzPts val="1368"/>
              <a:buNone/>
            </a:pPr>
            <a:r>
              <a:rPr b="1" lang="en-IN" sz="1800"/>
              <a:t>       // Last i elements are already in place    </a:t>
            </a:r>
            <a:endParaRPr/>
          </a:p>
          <a:p>
            <a:pPr indent="0" lvl="0" marL="68580" rtl="0" algn="l">
              <a:spcBef>
                <a:spcPts val="360"/>
              </a:spcBef>
              <a:spcAft>
                <a:spcPts val="0"/>
              </a:spcAft>
              <a:buSzPts val="1368"/>
              <a:buNone/>
            </a:pPr>
            <a:r>
              <a:rPr b="1" lang="en-IN" sz="1800"/>
              <a:t>       for (j = 0; j &lt; n-i-1; j++)  </a:t>
            </a:r>
            <a:endParaRPr/>
          </a:p>
          <a:p>
            <a:pPr indent="0" lvl="0" marL="68580" rtl="0" algn="l">
              <a:spcBef>
                <a:spcPts val="360"/>
              </a:spcBef>
              <a:spcAft>
                <a:spcPts val="0"/>
              </a:spcAft>
              <a:buSzPts val="1368"/>
              <a:buNone/>
            </a:pPr>
            <a:r>
              <a:rPr b="1" lang="en-IN" sz="1800"/>
              <a:t>           if (arr[j] &gt; arr[j+1]) </a:t>
            </a:r>
            <a:endParaRPr/>
          </a:p>
          <a:p>
            <a:pPr indent="0" lvl="0" marL="68580" rtl="0" algn="l">
              <a:spcBef>
                <a:spcPts val="360"/>
              </a:spcBef>
              <a:spcAft>
                <a:spcPts val="0"/>
              </a:spcAft>
              <a:buSzPts val="1368"/>
              <a:buNone/>
            </a:pPr>
            <a:r>
              <a:rPr b="1" lang="en-IN" sz="1800"/>
              <a:t>              swap(&amp;arr[j], &amp;arr[j+1]); </a:t>
            </a:r>
            <a:endParaRPr/>
          </a:p>
          <a:p>
            <a:pPr indent="0" lvl="0" marL="68580" rtl="0" algn="l">
              <a:spcBef>
                <a:spcPts val="360"/>
              </a:spcBef>
              <a:spcAft>
                <a:spcPts val="0"/>
              </a:spcAft>
              <a:buSzPts val="1368"/>
              <a:buNone/>
            </a:pPr>
            <a:r>
              <a:rPr b="1" lang="en-IN" sz="1800"/>
              <a:t>} </a:t>
            </a:r>
            <a:endParaRPr/>
          </a:p>
          <a:p>
            <a:pPr indent="0" lvl="0" marL="68580" rtl="0" algn="l">
              <a:spcBef>
                <a:spcPts val="360"/>
              </a:spcBef>
              <a:spcAft>
                <a:spcPts val="0"/>
              </a:spcAft>
              <a:buSzPts val="1368"/>
              <a:buNone/>
            </a:pPr>
            <a:r>
              <a:rPr b="1" lang="en-IN" sz="1800"/>
              <a:t>  </a:t>
            </a:r>
            <a:endParaRPr/>
          </a:p>
          <a:p>
            <a:pPr indent="0" lvl="0" marL="68580" rtl="0" algn="l">
              <a:spcBef>
                <a:spcPts val="360"/>
              </a:spcBef>
              <a:spcAft>
                <a:spcPts val="0"/>
              </a:spcAft>
              <a:buSzPts val="1368"/>
              <a:buNone/>
            </a:pPr>
            <a:r>
              <a:t/>
            </a:r>
            <a:endParaRPr b="1" sz="1800"/>
          </a:p>
        </p:txBody>
      </p:sp>
      <p:sp>
        <p:nvSpPr>
          <p:cNvPr id="453" name="Google Shape;453;p2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54" name="Google Shape;454;p2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55" name="Google Shape;455;p2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4"/>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Bubble Sort</a:t>
            </a:r>
            <a:endParaRPr b="1" sz="2800"/>
          </a:p>
        </p:txBody>
      </p:sp>
      <p:pic>
        <p:nvPicPr>
          <p:cNvPr id="461" name="Google Shape;461;p24"/>
          <p:cNvPicPr preferRelativeResize="0"/>
          <p:nvPr>
            <p:ph idx="1" type="body"/>
          </p:nvPr>
        </p:nvPicPr>
        <p:blipFill rotWithShape="1">
          <a:blip r:embed="rId3">
            <a:alphaModFix/>
          </a:blip>
          <a:srcRect b="0" l="0" r="0" t="0"/>
          <a:stretch/>
        </p:blipFill>
        <p:spPr>
          <a:xfrm>
            <a:off x="1259632" y="1312069"/>
            <a:ext cx="6552727" cy="4333875"/>
          </a:xfrm>
          <a:prstGeom prst="rect">
            <a:avLst/>
          </a:prstGeom>
          <a:noFill/>
          <a:ln>
            <a:noFill/>
          </a:ln>
        </p:spPr>
      </p:pic>
      <p:sp>
        <p:nvSpPr>
          <p:cNvPr id="462" name="Google Shape;462;p2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63" name="Google Shape;463;p2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64" name="Google Shape;464;p2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5"/>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470" name="Google Shape;470;p25"/>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Counting sort is a sorting algorithm that sorts the elements of an array by counting the number of occurrences of each unique element in the array.</a:t>
            </a:r>
            <a:endParaRPr/>
          </a:p>
          <a:p>
            <a:pPr indent="-177800" lvl="0" marL="342900" rtl="0" algn="l">
              <a:spcBef>
                <a:spcPts val="400"/>
              </a:spcBef>
              <a:spcAft>
                <a:spcPts val="0"/>
              </a:spcAft>
              <a:buSzPts val="1520"/>
              <a:buNone/>
            </a:pPr>
            <a:r>
              <a:t/>
            </a:r>
            <a:endParaRPr sz="2000"/>
          </a:p>
        </p:txBody>
      </p:sp>
      <p:sp>
        <p:nvSpPr>
          <p:cNvPr id="471" name="Google Shape;471;p2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72" name="Google Shape;472;p2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73" name="Google Shape;473;p2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26"/>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479" name="Google Shape;479;p26"/>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fontScale="92500" lnSpcReduction="20000"/>
          </a:bodyPr>
          <a:lstStyle/>
          <a:p>
            <a:pPr indent="0" lvl="0" marL="68580" rtl="0" algn="l">
              <a:spcBef>
                <a:spcPts val="0"/>
              </a:spcBef>
              <a:spcAft>
                <a:spcPts val="0"/>
              </a:spcAft>
              <a:buSzPct val="76000"/>
              <a:buNone/>
            </a:pPr>
            <a:r>
              <a:rPr b="1" lang="en-IN" sz="2000"/>
              <a:t>Database needed-</a:t>
            </a:r>
            <a:endParaRPr/>
          </a:p>
          <a:p>
            <a:pPr indent="-274320" lvl="0" marL="342900" rtl="0" algn="l">
              <a:spcBef>
                <a:spcPts val="370"/>
              </a:spcBef>
              <a:spcAft>
                <a:spcPts val="0"/>
              </a:spcAft>
              <a:buSzPct val="76000"/>
              <a:buChar char="🞇"/>
            </a:pPr>
            <a:r>
              <a:rPr lang="en-IN" sz="2000"/>
              <a:t>Original Array/Input Array</a:t>
            </a:r>
            <a:endParaRPr/>
          </a:p>
          <a:p>
            <a:pPr indent="-274320" lvl="0" marL="342900" rtl="0" algn="l">
              <a:spcBef>
                <a:spcPts val="370"/>
              </a:spcBef>
              <a:spcAft>
                <a:spcPts val="0"/>
              </a:spcAft>
              <a:buSzPct val="76000"/>
              <a:buChar char="🞇"/>
            </a:pPr>
            <a:r>
              <a:rPr lang="en-IN" sz="2000"/>
              <a:t>Count Array/Auxillary Array</a:t>
            </a:r>
            <a:endParaRPr/>
          </a:p>
          <a:p>
            <a:pPr indent="-274320" lvl="1" marL="640080" rtl="0" algn="l">
              <a:spcBef>
                <a:spcPts val="333"/>
              </a:spcBef>
              <a:spcAft>
                <a:spcPts val="0"/>
              </a:spcAft>
              <a:buSzPct val="76000"/>
              <a:buChar char="🞇"/>
            </a:pPr>
            <a:r>
              <a:rPr lang="en-IN" sz="1800"/>
              <a:t>Take a count array to store the count of each unique object.</a:t>
            </a:r>
            <a:endParaRPr/>
          </a:p>
          <a:p>
            <a:pPr indent="-274320" lvl="1" marL="640080" rtl="0" algn="l">
              <a:spcBef>
                <a:spcPts val="333"/>
              </a:spcBef>
              <a:spcAft>
                <a:spcPts val="0"/>
              </a:spcAft>
              <a:buSzPct val="76000"/>
              <a:buChar char="🞇"/>
            </a:pPr>
            <a:r>
              <a:rPr lang="en-IN" sz="1800"/>
              <a:t>Store the count of each element at their respective index in count array</a:t>
            </a:r>
            <a:endParaRPr/>
          </a:p>
          <a:p>
            <a:pPr indent="-185039" lvl="0" marL="342900" rtl="0" algn="l">
              <a:spcBef>
                <a:spcPts val="370"/>
              </a:spcBef>
              <a:spcAft>
                <a:spcPts val="0"/>
              </a:spcAft>
              <a:buSzPct val="76000"/>
              <a:buNone/>
            </a:pPr>
            <a:r>
              <a:t/>
            </a:r>
            <a:endParaRPr sz="2000"/>
          </a:p>
          <a:p>
            <a:pPr indent="-274320" lvl="0" marL="342900" rtl="0" algn="l">
              <a:spcBef>
                <a:spcPts val="370"/>
              </a:spcBef>
              <a:spcAft>
                <a:spcPts val="0"/>
              </a:spcAft>
              <a:buSzPct val="76000"/>
              <a:buChar char="🞇"/>
            </a:pPr>
            <a:r>
              <a:rPr lang="en-IN" sz="2000"/>
              <a:t>For example: if the count of element 3 is 2 then, 2 is stored in the 3rd position of </a:t>
            </a:r>
            <a:r>
              <a:rPr i="1" lang="en-IN" sz="2000"/>
              <a:t>count</a:t>
            </a:r>
            <a:r>
              <a:rPr lang="en-IN" sz="2000"/>
              <a:t> array.</a:t>
            </a:r>
            <a:endParaRPr/>
          </a:p>
          <a:p>
            <a:pPr indent="-274320" lvl="0" marL="342900" rtl="0" algn="l">
              <a:spcBef>
                <a:spcPts val="444"/>
              </a:spcBef>
              <a:spcAft>
                <a:spcPts val="0"/>
              </a:spcAft>
              <a:buSzPct val="76000"/>
              <a:buChar char="🞇"/>
            </a:pPr>
            <a:r>
              <a:rPr lang="en-IN" sz="2000"/>
              <a:t>If element "5" is not present in the array, then 0 is stored in 5th position.</a:t>
            </a:r>
            <a:r>
              <a:rPr lang="en-IN"/>
              <a:t> </a:t>
            </a:r>
            <a:endParaRPr/>
          </a:p>
        </p:txBody>
      </p:sp>
      <p:sp>
        <p:nvSpPr>
          <p:cNvPr id="480" name="Google Shape;480;p2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81" name="Google Shape;481;p2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82" name="Google Shape;482;p2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7"/>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488" name="Google Shape;488;p27"/>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Store cumulative sum of the elements of the count array. It helps in placing the elements into the correct index of the sorted array.</a:t>
            </a:r>
            <a:endParaRPr/>
          </a:p>
          <a:p>
            <a:pPr indent="-274320" lvl="0" marL="342900" rtl="0" algn="l">
              <a:spcBef>
                <a:spcPts val="360"/>
              </a:spcBef>
              <a:spcAft>
                <a:spcPts val="0"/>
              </a:spcAft>
              <a:buSzPts val="1368"/>
              <a:buChar char="🞇"/>
            </a:pPr>
            <a:r>
              <a:rPr lang="en-IN" sz="1800"/>
              <a:t>The modified count array indicates the position of each object in the output sequence.</a:t>
            </a:r>
            <a:endParaRPr sz="2000"/>
          </a:p>
          <a:p>
            <a:pPr indent="-274320" lvl="0" marL="342900" rtl="0" algn="l">
              <a:spcBef>
                <a:spcPts val="400"/>
              </a:spcBef>
              <a:spcAft>
                <a:spcPts val="0"/>
              </a:spcAft>
              <a:buSzPts val="1368"/>
              <a:buChar char="🞇"/>
            </a:pPr>
            <a:r>
              <a:rPr lang="en-IN" sz="1800"/>
              <a:t>After placing each element at its correct position, decrease its count by one.</a:t>
            </a:r>
            <a:r>
              <a:rPr lang="en-IN" sz="2000"/>
              <a:t> </a:t>
            </a:r>
            <a:endParaRPr sz="2000"/>
          </a:p>
        </p:txBody>
      </p:sp>
      <p:sp>
        <p:nvSpPr>
          <p:cNvPr id="489" name="Google Shape;489;p2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490" name="Google Shape;490;p2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491" name="Google Shape;491;p2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28"/>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pic>
        <p:nvPicPr>
          <p:cNvPr id="497" name="Google Shape;497;p28"/>
          <p:cNvPicPr preferRelativeResize="0"/>
          <p:nvPr>
            <p:ph idx="1" type="body"/>
          </p:nvPr>
        </p:nvPicPr>
        <p:blipFill rotWithShape="1">
          <a:blip r:embed="rId3">
            <a:alphaModFix/>
          </a:blip>
          <a:srcRect b="0" l="0" r="0" t="0"/>
          <a:stretch/>
        </p:blipFill>
        <p:spPr>
          <a:xfrm>
            <a:off x="1285938" y="2324100"/>
            <a:ext cx="6291137" cy="3508375"/>
          </a:xfrm>
          <a:prstGeom prst="rect">
            <a:avLst/>
          </a:prstGeom>
          <a:noFill/>
          <a:ln>
            <a:noFill/>
          </a:ln>
        </p:spPr>
      </p:pic>
      <p:sp>
        <p:nvSpPr>
          <p:cNvPr id="498" name="Google Shape;498;p28"/>
          <p:cNvSpPr txBox="1"/>
          <p:nvPr/>
        </p:nvSpPr>
        <p:spPr>
          <a:xfrm>
            <a:off x="1138389" y="1508591"/>
            <a:ext cx="662473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Century Gothic"/>
                <a:ea typeface="Century Gothic"/>
                <a:cs typeface="Century Gothic"/>
                <a:sym typeface="Century Gothic"/>
              </a:rPr>
              <a:t>Let us take an </a:t>
            </a:r>
            <a:r>
              <a:rPr b="1" i="0" lang="en-IN" sz="1800" u="none" cap="none" strike="noStrike">
                <a:solidFill>
                  <a:srgbClr val="0070C0"/>
                </a:solidFill>
                <a:latin typeface="Century Gothic"/>
                <a:ea typeface="Century Gothic"/>
                <a:cs typeface="Century Gothic"/>
                <a:sym typeface="Century Gothic"/>
              </a:rPr>
              <a:t>auxiliary array/count array </a:t>
            </a:r>
            <a:r>
              <a:rPr b="0" i="0" lang="en-IN" sz="1800" u="none" cap="none" strike="noStrike">
                <a:solidFill>
                  <a:schemeClr val="dk1"/>
                </a:solidFill>
                <a:latin typeface="Century Gothic"/>
                <a:ea typeface="Century Gothic"/>
                <a:cs typeface="Century Gothic"/>
                <a:sym typeface="Century Gothic"/>
              </a:rPr>
              <a:t>from 0 to 9 for simplicity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99" name="Google Shape;499;p2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00" name="Google Shape;500;p2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01" name="Google Shape;501;p2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29"/>
          <p:cNvPicPr preferRelativeResize="0"/>
          <p:nvPr>
            <p:ph idx="1" type="body"/>
          </p:nvPr>
        </p:nvPicPr>
        <p:blipFill rotWithShape="1">
          <a:blip r:embed="rId3">
            <a:alphaModFix/>
          </a:blip>
          <a:srcRect b="0" l="0" r="0" t="0"/>
          <a:stretch/>
        </p:blipFill>
        <p:spPr>
          <a:xfrm>
            <a:off x="1042988" y="2406189"/>
            <a:ext cx="6777037" cy="3344197"/>
          </a:xfrm>
          <a:prstGeom prst="rect">
            <a:avLst/>
          </a:prstGeom>
          <a:noFill/>
          <a:ln>
            <a:noFill/>
          </a:ln>
        </p:spPr>
      </p:pic>
      <p:sp>
        <p:nvSpPr>
          <p:cNvPr id="507" name="Google Shape;507;p29"/>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08" name="Google Shape;508;p2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09" name="Google Shape;509;p2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10" name="Google Shape;510;p2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pic>
        <p:nvPicPr>
          <p:cNvPr id="515" name="Google Shape;515;p30"/>
          <p:cNvPicPr preferRelativeResize="0"/>
          <p:nvPr>
            <p:ph idx="1" type="body"/>
          </p:nvPr>
        </p:nvPicPr>
        <p:blipFill rotWithShape="1">
          <a:blip r:embed="rId3">
            <a:alphaModFix/>
          </a:blip>
          <a:srcRect b="0" l="0" r="0" t="0"/>
          <a:stretch/>
        </p:blipFill>
        <p:spPr>
          <a:xfrm>
            <a:off x="1042988" y="2514665"/>
            <a:ext cx="6777037" cy="3127244"/>
          </a:xfrm>
          <a:prstGeom prst="rect">
            <a:avLst/>
          </a:prstGeom>
          <a:noFill/>
          <a:ln>
            <a:noFill/>
          </a:ln>
        </p:spPr>
      </p:pic>
      <p:sp>
        <p:nvSpPr>
          <p:cNvPr id="516" name="Google Shape;516;p30"/>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17" name="Google Shape;517;p3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18" name="Google Shape;518;p3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19" name="Google Shape;519;p3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id="524" name="Google Shape;524;p31"/>
          <p:cNvPicPr preferRelativeResize="0"/>
          <p:nvPr>
            <p:ph idx="1" type="body"/>
          </p:nvPr>
        </p:nvPicPr>
        <p:blipFill rotWithShape="1">
          <a:blip r:embed="rId3">
            <a:alphaModFix/>
          </a:blip>
          <a:srcRect b="0" l="0" r="0" t="0"/>
          <a:stretch/>
        </p:blipFill>
        <p:spPr>
          <a:xfrm>
            <a:off x="1042988" y="2377941"/>
            <a:ext cx="6777037" cy="3400692"/>
          </a:xfrm>
          <a:prstGeom prst="rect">
            <a:avLst/>
          </a:prstGeom>
          <a:noFill/>
          <a:ln>
            <a:noFill/>
          </a:ln>
        </p:spPr>
      </p:pic>
      <p:sp>
        <p:nvSpPr>
          <p:cNvPr id="525" name="Google Shape;525;p31"/>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26" name="Google Shape;526;p3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27" name="Google Shape;527;p3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28" name="Google Shape;528;p3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id="533" name="Google Shape;533;p32"/>
          <p:cNvPicPr preferRelativeResize="0"/>
          <p:nvPr>
            <p:ph idx="1" type="body"/>
          </p:nvPr>
        </p:nvPicPr>
        <p:blipFill rotWithShape="1">
          <a:blip r:embed="rId3">
            <a:alphaModFix/>
          </a:blip>
          <a:srcRect b="0" l="0" r="0" t="0"/>
          <a:stretch/>
        </p:blipFill>
        <p:spPr>
          <a:xfrm>
            <a:off x="1042988" y="2474469"/>
            <a:ext cx="6777037" cy="3207636"/>
          </a:xfrm>
          <a:prstGeom prst="rect">
            <a:avLst/>
          </a:prstGeom>
          <a:noFill/>
          <a:ln>
            <a:noFill/>
          </a:ln>
        </p:spPr>
      </p:pic>
      <p:sp>
        <p:nvSpPr>
          <p:cNvPr id="534" name="Google Shape;534;p32"/>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35" name="Google Shape;535;p3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36" name="Google Shape;536;p3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37" name="Google Shape;537;p3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id="542" name="Google Shape;542;p33"/>
          <p:cNvPicPr preferRelativeResize="0"/>
          <p:nvPr>
            <p:ph idx="1" type="body"/>
          </p:nvPr>
        </p:nvPicPr>
        <p:blipFill rotWithShape="1">
          <a:blip r:embed="rId3">
            <a:alphaModFix/>
          </a:blip>
          <a:srcRect b="0" l="0" r="0" t="0"/>
          <a:stretch/>
        </p:blipFill>
        <p:spPr>
          <a:xfrm>
            <a:off x="1042988" y="2502888"/>
            <a:ext cx="6777037" cy="3150798"/>
          </a:xfrm>
          <a:prstGeom prst="rect">
            <a:avLst/>
          </a:prstGeom>
          <a:noFill/>
          <a:ln>
            <a:noFill/>
          </a:ln>
        </p:spPr>
      </p:pic>
      <p:sp>
        <p:nvSpPr>
          <p:cNvPr id="543" name="Google Shape;543;p33"/>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44" name="Google Shape;544;p3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45" name="Google Shape;545;p3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46" name="Google Shape;546;p3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p34"/>
          <p:cNvPicPr preferRelativeResize="0"/>
          <p:nvPr>
            <p:ph idx="1" type="body"/>
          </p:nvPr>
        </p:nvPicPr>
        <p:blipFill rotWithShape="1">
          <a:blip r:embed="rId3">
            <a:alphaModFix/>
          </a:blip>
          <a:srcRect b="0" l="0" r="0" t="0"/>
          <a:stretch/>
        </p:blipFill>
        <p:spPr>
          <a:xfrm>
            <a:off x="1042988" y="2519005"/>
            <a:ext cx="6777037" cy="3118565"/>
          </a:xfrm>
          <a:prstGeom prst="rect">
            <a:avLst/>
          </a:prstGeom>
          <a:noFill/>
          <a:ln>
            <a:noFill/>
          </a:ln>
        </p:spPr>
      </p:pic>
      <p:sp>
        <p:nvSpPr>
          <p:cNvPr id="552" name="Google Shape;552;p34"/>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53" name="Google Shape;553;p3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54" name="Google Shape;554;p3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55" name="Google Shape;555;p3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pic>
        <p:nvPicPr>
          <p:cNvPr id="560" name="Google Shape;560;p35"/>
          <p:cNvPicPr preferRelativeResize="0"/>
          <p:nvPr>
            <p:ph idx="1" type="body"/>
          </p:nvPr>
        </p:nvPicPr>
        <p:blipFill rotWithShape="1">
          <a:blip r:embed="rId3">
            <a:alphaModFix/>
          </a:blip>
          <a:srcRect b="0" l="0" r="0" t="0"/>
          <a:stretch/>
        </p:blipFill>
        <p:spPr>
          <a:xfrm>
            <a:off x="1042988" y="2494830"/>
            <a:ext cx="6777037" cy="3166915"/>
          </a:xfrm>
          <a:prstGeom prst="rect">
            <a:avLst/>
          </a:prstGeom>
          <a:noFill/>
          <a:ln>
            <a:noFill/>
          </a:ln>
        </p:spPr>
      </p:pic>
      <p:sp>
        <p:nvSpPr>
          <p:cNvPr id="561" name="Google Shape;561;p35"/>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62" name="Google Shape;562;p3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63" name="Google Shape;563;p3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64" name="Google Shape;564;p3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pic>
        <p:nvPicPr>
          <p:cNvPr id="569" name="Google Shape;569;p36"/>
          <p:cNvPicPr preferRelativeResize="0"/>
          <p:nvPr>
            <p:ph idx="1" type="body"/>
          </p:nvPr>
        </p:nvPicPr>
        <p:blipFill rotWithShape="1">
          <a:blip r:embed="rId3">
            <a:alphaModFix/>
          </a:blip>
          <a:srcRect b="0" l="0" r="0" t="0"/>
          <a:stretch/>
        </p:blipFill>
        <p:spPr>
          <a:xfrm>
            <a:off x="1042988" y="2446480"/>
            <a:ext cx="6777037" cy="3263614"/>
          </a:xfrm>
          <a:prstGeom prst="rect">
            <a:avLst/>
          </a:prstGeom>
          <a:noFill/>
          <a:ln>
            <a:noFill/>
          </a:ln>
        </p:spPr>
      </p:pic>
      <p:sp>
        <p:nvSpPr>
          <p:cNvPr id="570" name="Google Shape;570;p36"/>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71" name="Google Shape;571;p3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72" name="Google Shape;572;p3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73" name="Google Shape;573;p3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37"/>
          <p:cNvPicPr preferRelativeResize="0"/>
          <p:nvPr>
            <p:ph idx="1" type="body"/>
          </p:nvPr>
        </p:nvPicPr>
        <p:blipFill rotWithShape="1">
          <a:blip r:embed="rId3">
            <a:alphaModFix/>
          </a:blip>
          <a:srcRect b="0" l="0" r="0" t="0"/>
          <a:stretch/>
        </p:blipFill>
        <p:spPr>
          <a:xfrm>
            <a:off x="1042988" y="2462597"/>
            <a:ext cx="6777037" cy="3231381"/>
          </a:xfrm>
          <a:prstGeom prst="rect">
            <a:avLst/>
          </a:prstGeom>
          <a:noFill/>
          <a:ln>
            <a:noFill/>
          </a:ln>
        </p:spPr>
      </p:pic>
      <p:sp>
        <p:nvSpPr>
          <p:cNvPr id="579" name="Google Shape;579;p37"/>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80" name="Google Shape;580;p3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81" name="Google Shape;581;p3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82" name="Google Shape;582;p3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id="587" name="Google Shape;587;p38"/>
          <p:cNvPicPr preferRelativeResize="0"/>
          <p:nvPr>
            <p:ph idx="1" type="body"/>
          </p:nvPr>
        </p:nvPicPr>
        <p:blipFill rotWithShape="1">
          <a:blip r:embed="rId3">
            <a:alphaModFix/>
          </a:blip>
          <a:srcRect b="0" l="0" r="0" t="0"/>
          <a:stretch/>
        </p:blipFill>
        <p:spPr>
          <a:xfrm>
            <a:off x="1042988" y="2337803"/>
            <a:ext cx="6777037" cy="3480969"/>
          </a:xfrm>
          <a:prstGeom prst="rect">
            <a:avLst/>
          </a:prstGeom>
          <a:noFill/>
          <a:ln>
            <a:noFill/>
          </a:ln>
        </p:spPr>
      </p:pic>
      <p:sp>
        <p:nvSpPr>
          <p:cNvPr id="588" name="Google Shape;588;p38"/>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89" name="Google Shape;589;p3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590" name="Google Shape;590;p3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591" name="Google Shape;591;p3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pic>
        <p:nvPicPr>
          <p:cNvPr id="596" name="Google Shape;596;p39"/>
          <p:cNvPicPr preferRelativeResize="0"/>
          <p:nvPr>
            <p:ph idx="1" type="body"/>
          </p:nvPr>
        </p:nvPicPr>
        <p:blipFill rotWithShape="1">
          <a:blip r:embed="rId3">
            <a:alphaModFix/>
          </a:blip>
          <a:srcRect b="0" l="0" r="0" t="0"/>
          <a:stretch/>
        </p:blipFill>
        <p:spPr>
          <a:xfrm>
            <a:off x="1043608" y="1340768"/>
            <a:ext cx="6984776" cy="2473052"/>
          </a:xfrm>
          <a:prstGeom prst="rect">
            <a:avLst/>
          </a:prstGeom>
          <a:noFill/>
          <a:ln>
            <a:noFill/>
          </a:ln>
        </p:spPr>
      </p:pic>
      <p:pic>
        <p:nvPicPr>
          <p:cNvPr id="597" name="Google Shape;597;p39"/>
          <p:cNvPicPr preferRelativeResize="0"/>
          <p:nvPr/>
        </p:nvPicPr>
        <p:blipFill rotWithShape="1">
          <a:blip r:embed="rId4">
            <a:alphaModFix/>
          </a:blip>
          <a:srcRect b="0" l="0" r="0" t="0"/>
          <a:stretch/>
        </p:blipFill>
        <p:spPr>
          <a:xfrm>
            <a:off x="1043608" y="3803817"/>
            <a:ext cx="6984776" cy="2517619"/>
          </a:xfrm>
          <a:prstGeom prst="rect">
            <a:avLst/>
          </a:prstGeom>
          <a:noFill/>
          <a:ln>
            <a:noFill/>
          </a:ln>
        </p:spPr>
      </p:pic>
      <p:sp>
        <p:nvSpPr>
          <p:cNvPr id="598" name="Google Shape;598;p39"/>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599" name="Google Shape;599;p3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00" name="Google Shape;600;p3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01" name="Google Shape;601;p3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pic>
        <p:nvPicPr>
          <p:cNvPr id="606" name="Google Shape;606;p40"/>
          <p:cNvPicPr preferRelativeResize="0"/>
          <p:nvPr>
            <p:ph idx="1" type="body"/>
          </p:nvPr>
        </p:nvPicPr>
        <p:blipFill rotWithShape="1">
          <a:blip r:embed="rId3">
            <a:alphaModFix/>
          </a:blip>
          <a:srcRect b="0" l="0" r="0" t="0"/>
          <a:stretch/>
        </p:blipFill>
        <p:spPr>
          <a:xfrm>
            <a:off x="1259632" y="1268760"/>
            <a:ext cx="6237935" cy="2329036"/>
          </a:xfrm>
          <a:prstGeom prst="rect">
            <a:avLst/>
          </a:prstGeom>
          <a:noFill/>
          <a:ln>
            <a:noFill/>
          </a:ln>
        </p:spPr>
      </p:pic>
      <p:pic>
        <p:nvPicPr>
          <p:cNvPr id="607" name="Google Shape;607;p40"/>
          <p:cNvPicPr preferRelativeResize="0"/>
          <p:nvPr/>
        </p:nvPicPr>
        <p:blipFill rotWithShape="1">
          <a:blip r:embed="rId4">
            <a:alphaModFix/>
          </a:blip>
          <a:srcRect b="0" l="0" r="0" t="0"/>
          <a:stretch/>
        </p:blipFill>
        <p:spPr>
          <a:xfrm>
            <a:off x="1259632" y="3573016"/>
            <a:ext cx="6264696" cy="2448272"/>
          </a:xfrm>
          <a:prstGeom prst="rect">
            <a:avLst/>
          </a:prstGeom>
          <a:noFill/>
          <a:ln>
            <a:noFill/>
          </a:ln>
        </p:spPr>
      </p:pic>
      <p:sp>
        <p:nvSpPr>
          <p:cNvPr id="608" name="Google Shape;608;p40"/>
          <p:cNvSpPr txBox="1"/>
          <p:nvPr>
            <p:ph type="title"/>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Counting Sort</a:t>
            </a:r>
            <a:endParaRPr b="1" sz="3200"/>
          </a:p>
        </p:txBody>
      </p:sp>
      <p:sp>
        <p:nvSpPr>
          <p:cNvPr id="609" name="Google Shape;609;p4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10" name="Google Shape;610;p4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11" name="Google Shape;611;p4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pic>
        <p:nvPicPr>
          <p:cNvPr id="616" name="Google Shape;616;p41"/>
          <p:cNvPicPr preferRelativeResize="0"/>
          <p:nvPr>
            <p:ph idx="1" type="body"/>
          </p:nvPr>
        </p:nvPicPr>
        <p:blipFill rotWithShape="1">
          <a:blip r:embed="rId3">
            <a:alphaModFix/>
          </a:blip>
          <a:srcRect b="0" l="0" r="0" t="0"/>
          <a:stretch/>
        </p:blipFill>
        <p:spPr>
          <a:xfrm>
            <a:off x="1258265" y="1556792"/>
            <a:ext cx="6211670" cy="2448272"/>
          </a:xfrm>
          <a:prstGeom prst="rect">
            <a:avLst/>
          </a:prstGeom>
          <a:noFill/>
          <a:ln>
            <a:noFill/>
          </a:ln>
        </p:spPr>
      </p:pic>
      <p:pic>
        <p:nvPicPr>
          <p:cNvPr id="617" name="Google Shape;617;p41"/>
          <p:cNvPicPr preferRelativeResize="0"/>
          <p:nvPr/>
        </p:nvPicPr>
        <p:blipFill rotWithShape="1">
          <a:blip r:embed="rId4">
            <a:alphaModFix/>
          </a:blip>
          <a:srcRect b="0" l="0" r="0" t="0"/>
          <a:stretch/>
        </p:blipFill>
        <p:spPr>
          <a:xfrm>
            <a:off x="1259632" y="4005064"/>
            <a:ext cx="6192688" cy="2187687"/>
          </a:xfrm>
          <a:prstGeom prst="rect">
            <a:avLst/>
          </a:prstGeom>
          <a:noFill/>
          <a:ln>
            <a:noFill/>
          </a:ln>
        </p:spPr>
      </p:pic>
      <p:sp>
        <p:nvSpPr>
          <p:cNvPr id="618" name="Google Shape;618;p41"/>
          <p:cNvSpPr txBox="1"/>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entury Gothic"/>
              <a:buNone/>
            </a:pPr>
            <a:r>
              <a:rPr b="1" lang="en-IN" sz="3200">
                <a:solidFill>
                  <a:schemeClr val="accent1"/>
                </a:solidFill>
                <a:latin typeface="Century Gothic"/>
                <a:ea typeface="Century Gothic"/>
                <a:cs typeface="Century Gothic"/>
                <a:sym typeface="Century Gothic"/>
              </a:rPr>
              <a:t>Counting Sort</a:t>
            </a:r>
            <a:endParaRPr b="1" sz="3200">
              <a:solidFill>
                <a:schemeClr val="accent1"/>
              </a:solidFill>
              <a:latin typeface="Century Gothic"/>
              <a:ea typeface="Century Gothic"/>
              <a:cs typeface="Century Gothic"/>
              <a:sym typeface="Century Gothic"/>
            </a:endParaRPr>
          </a:p>
        </p:txBody>
      </p:sp>
      <p:sp>
        <p:nvSpPr>
          <p:cNvPr id="619" name="Google Shape;619;p4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20" name="Google Shape;620;p4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21" name="Google Shape;621;p4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pic>
        <p:nvPicPr>
          <p:cNvPr id="626" name="Google Shape;626;p42"/>
          <p:cNvPicPr preferRelativeResize="0"/>
          <p:nvPr>
            <p:ph idx="1" type="body"/>
          </p:nvPr>
        </p:nvPicPr>
        <p:blipFill rotWithShape="1">
          <a:blip r:embed="rId3">
            <a:alphaModFix/>
          </a:blip>
          <a:srcRect b="0" l="0" r="0" t="0"/>
          <a:stretch/>
        </p:blipFill>
        <p:spPr>
          <a:xfrm>
            <a:off x="1090999" y="1268760"/>
            <a:ext cx="6912768" cy="2520280"/>
          </a:xfrm>
          <a:prstGeom prst="rect">
            <a:avLst/>
          </a:prstGeom>
          <a:noFill/>
          <a:ln>
            <a:noFill/>
          </a:ln>
        </p:spPr>
      </p:pic>
      <p:pic>
        <p:nvPicPr>
          <p:cNvPr id="627" name="Google Shape;627;p42"/>
          <p:cNvPicPr preferRelativeResize="0"/>
          <p:nvPr/>
        </p:nvPicPr>
        <p:blipFill rotWithShape="1">
          <a:blip r:embed="rId4">
            <a:alphaModFix/>
          </a:blip>
          <a:srcRect b="0" l="0" r="0" t="0"/>
          <a:stretch/>
        </p:blipFill>
        <p:spPr>
          <a:xfrm>
            <a:off x="1115616" y="3789040"/>
            <a:ext cx="6912768" cy="2304256"/>
          </a:xfrm>
          <a:prstGeom prst="rect">
            <a:avLst/>
          </a:prstGeom>
          <a:noFill/>
          <a:ln>
            <a:noFill/>
          </a:ln>
        </p:spPr>
      </p:pic>
      <p:sp>
        <p:nvSpPr>
          <p:cNvPr id="628" name="Google Shape;628;p42"/>
          <p:cNvSpPr txBox="1"/>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entury Gothic"/>
              <a:buNone/>
            </a:pPr>
            <a:r>
              <a:rPr b="1" lang="en-IN" sz="3200">
                <a:solidFill>
                  <a:schemeClr val="accent1"/>
                </a:solidFill>
                <a:latin typeface="Century Gothic"/>
                <a:ea typeface="Century Gothic"/>
                <a:cs typeface="Century Gothic"/>
                <a:sym typeface="Century Gothic"/>
              </a:rPr>
              <a:t>Counting Sort</a:t>
            </a:r>
            <a:endParaRPr b="1" sz="3200">
              <a:solidFill>
                <a:schemeClr val="accent1"/>
              </a:solidFill>
              <a:latin typeface="Century Gothic"/>
              <a:ea typeface="Century Gothic"/>
              <a:cs typeface="Century Gothic"/>
              <a:sym typeface="Century Gothic"/>
            </a:endParaRPr>
          </a:p>
        </p:txBody>
      </p:sp>
      <p:sp>
        <p:nvSpPr>
          <p:cNvPr id="629" name="Google Shape;629;p4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30" name="Google Shape;630;p4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31" name="Google Shape;631;p4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pic>
        <p:nvPicPr>
          <p:cNvPr id="636" name="Google Shape;636;p43"/>
          <p:cNvPicPr preferRelativeResize="0"/>
          <p:nvPr>
            <p:ph idx="1" type="body"/>
          </p:nvPr>
        </p:nvPicPr>
        <p:blipFill rotWithShape="1">
          <a:blip r:embed="rId3">
            <a:alphaModFix/>
          </a:blip>
          <a:srcRect b="0" l="0" r="0" t="0"/>
          <a:stretch/>
        </p:blipFill>
        <p:spPr>
          <a:xfrm>
            <a:off x="1043608" y="1556793"/>
            <a:ext cx="6984776" cy="2232247"/>
          </a:xfrm>
          <a:prstGeom prst="rect">
            <a:avLst/>
          </a:prstGeom>
          <a:noFill/>
          <a:ln>
            <a:noFill/>
          </a:ln>
        </p:spPr>
      </p:pic>
      <p:pic>
        <p:nvPicPr>
          <p:cNvPr id="637" name="Google Shape;637;p43"/>
          <p:cNvPicPr preferRelativeResize="0"/>
          <p:nvPr/>
        </p:nvPicPr>
        <p:blipFill rotWithShape="1">
          <a:blip r:embed="rId4">
            <a:alphaModFix/>
          </a:blip>
          <a:srcRect b="0" l="0" r="0" t="0"/>
          <a:stretch/>
        </p:blipFill>
        <p:spPr>
          <a:xfrm>
            <a:off x="1043608" y="3789040"/>
            <a:ext cx="6984776" cy="2376264"/>
          </a:xfrm>
          <a:prstGeom prst="rect">
            <a:avLst/>
          </a:prstGeom>
          <a:noFill/>
          <a:ln>
            <a:noFill/>
          </a:ln>
        </p:spPr>
      </p:pic>
      <p:sp>
        <p:nvSpPr>
          <p:cNvPr id="638" name="Google Shape;638;p43"/>
          <p:cNvSpPr txBox="1"/>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entury Gothic"/>
              <a:buNone/>
            </a:pPr>
            <a:r>
              <a:rPr b="1" lang="en-IN" sz="3200">
                <a:solidFill>
                  <a:schemeClr val="accent1"/>
                </a:solidFill>
                <a:latin typeface="Century Gothic"/>
                <a:ea typeface="Century Gothic"/>
                <a:cs typeface="Century Gothic"/>
                <a:sym typeface="Century Gothic"/>
              </a:rPr>
              <a:t>Counting Sort</a:t>
            </a:r>
            <a:endParaRPr b="1" sz="3200">
              <a:solidFill>
                <a:schemeClr val="accent1"/>
              </a:solidFill>
              <a:latin typeface="Century Gothic"/>
              <a:ea typeface="Century Gothic"/>
              <a:cs typeface="Century Gothic"/>
              <a:sym typeface="Century Gothic"/>
            </a:endParaRPr>
          </a:p>
        </p:txBody>
      </p:sp>
      <p:sp>
        <p:nvSpPr>
          <p:cNvPr id="639" name="Google Shape;639;p4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40" name="Google Shape;640;p4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41" name="Google Shape;641;p4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pic>
        <p:nvPicPr>
          <p:cNvPr id="646" name="Google Shape;646;p44"/>
          <p:cNvPicPr preferRelativeResize="0"/>
          <p:nvPr>
            <p:ph idx="1" type="body"/>
          </p:nvPr>
        </p:nvPicPr>
        <p:blipFill rotWithShape="1">
          <a:blip r:embed="rId3">
            <a:alphaModFix/>
          </a:blip>
          <a:srcRect b="0" l="0" r="0" t="0"/>
          <a:stretch/>
        </p:blipFill>
        <p:spPr>
          <a:xfrm>
            <a:off x="1187624" y="1556792"/>
            <a:ext cx="6261215" cy="2232248"/>
          </a:xfrm>
          <a:prstGeom prst="rect">
            <a:avLst/>
          </a:prstGeom>
          <a:noFill/>
          <a:ln>
            <a:noFill/>
          </a:ln>
        </p:spPr>
      </p:pic>
      <p:pic>
        <p:nvPicPr>
          <p:cNvPr id="647" name="Google Shape;647;p44"/>
          <p:cNvPicPr preferRelativeResize="0"/>
          <p:nvPr/>
        </p:nvPicPr>
        <p:blipFill rotWithShape="1">
          <a:blip r:embed="rId4">
            <a:alphaModFix/>
          </a:blip>
          <a:srcRect b="0" l="0" r="0" t="0"/>
          <a:stretch/>
        </p:blipFill>
        <p:spPr>
          <a:xfrm>
            <a:off x="1187624" y="3789041"/>
            <a:ext cx="6264696" cy="2376264"/>
          </a:xfrm>
          <a:prstGeom prst="rect">
            <a:avLst/>
          </a:prstGeom>
          <a:noFill/>
          <a:ln>
            <a:noFill/>
          </a:ln>
        </p:spPr>
      </p:pic>
      <p:sp>
        <p:nvSpPr>
          <p:cNvPr id="648" name="Google Shape;648;p44"/>
          <p:cNvSpPr txBox="1"/>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entury Gothic"/>
              <a:buNone/>
            </a:pPr>
            <a:r>
              <a:rPr b="1" lang="en-IN" sz="3200">
                <a:solidFill>
                  <a:schemeClr val="accent1"/>
                </a:solidFill>
                <a:latin typeface="Century Gothic"/>
                <a:ea typeface="Century Gothic"/>
                <a:cs typeface="Century Gothic"/>
                <a:sym typeface="Century Gothic"/>
              </a:rPr>
              <a:t>Counting Sort</a:t>
            </a:r>
            <a:endParaRPr b="1" sz="3200">
              <a:solidFill>
                <a:schemeClr val="accent1"/>
              </a:solidFill>
              <a:latin typeface="Century Gothic"/>
              <a:ea typeface="Century Gothic"/>
              <a:cs typeface="Century Gothic"/>
              <a:sym typeface="Century Gothic"/>
            </a:endParaRPr>
          </a:p>
        </p:txBody>
      </p:sp>
      <p:sp>
        <p:nvSpPr>
          <p:cNvPr id="649" name="Google Shape;649;p4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50" name="Google Shape;650;p4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51" name="Google Shape;651;p4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pic>
        <p:nvPicPr>
          <p:cNvPr id="656" name="Google Shape;656;p45"/>
          <p:cNvPicPr preferRelativeResize="0"/>
          <p:nvPr>
            <p:ph idx="1" type="body"/>
          </p:nvPr>
        </p:nvPicPr>
        <p:blipFill rotWithShape="1">
          <a:blip r:embed="rId3">
            <a:alphaModFix/>
          </a:blip>
          <a:srcRect b="0" l="0" r="0" t="0"/>
          <a:stretch/>
        </p:blipFill>
        <p:spPr>
          <a:xfrm>
            <a:off x="1043608" y="1484784"/>
            <a:ext cx="6984776" cy="2473052"/>
          </a:xfrm>
          <a:prstGeom prst="rect">
            <a:avLst/>
          </a:prstGeom>
          <a:noFill/>
          <a:ln>
            <a:noFill/>
          </a:ln>
        </p:spPr>
      </p:pic>
      <p:pic>
        <p:nvPicPr>
          <p:cNvPr id="657" name="Google Shape;657;p45"/>
          <p:cNvPicPr preferRelativeResize="0"/>
          <p:nvPr/>
        </p:nvPicPr>
        <p:blipFill rotWithShape="1">
          <a:blip r:embed="rId4">
            <a:alphaModFix/>
          </a:blip>
          <a:srcRect b="0" l="0" r="0" t="0"/>
          <a:stretch/>
        </p:blipFill>
        <p:spPr>
          <a:xfrm>
            <a:off x="1043608" y="3933056"/>
            <a:ext cx="6984776" cy="2376264"/>
          </a:xfrm>
          <a:prstGeom prst="rect">
            <a:avLst/>
          </a:prstGeom>
          <a:noFill/>
          <a:ln>
            <a:noFill/>
          </a:ln>
        </p:spPr>
      </p:pic>
      <p:sp>
        <p:nvSpPr>
          <p:cNvPr id="658" name="Google Shape;658;p45"/>
          <p:cNvSpPr txBox="1"/>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entury Gothic"/>
              <a:buNone/>
            </a:pPr>
            <a:r>
              <a:rPr b="1" lang="en-IN" sz="3200">
                <a:solidFill>
                  <a:schemeClr val="accent1"/>
                </a:solidFill>
                <a:latin typeface="Century Gothic"/>
                <a:ea typeface="Century Gothic"/>
                <a:cs typeface="Century Gothic"/>
                <a:sym typeface="Century Gothic"/>
              </a:rPr>
              <a:t>Counting Sort</a:t>
            </a:r>
            <a:endParaRPr b="1" sz="3200">
              <a:solidFill>
                <a:schemeClr val="accent1"/>
              </a:solidFill>
              <a:latin typeface="Century Gothic"/>
              <a:ea typeface="Century Gothic"/>
              <a:cs typeface="Century Gothic"/>
              <a:sym typeface="Century Gothic"/>
            </a:endParaRPr>
          </a:p>
        </p:txBody>
      </p:sp>
      <p:sp>
        <p:nvSpPr>
          <p:cNvPr id="659" name="Google Shape;659;p4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60" name="Google Shape;660;p4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61" name="Google Shape;661;p4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pic>
        <p:nvPicPr>
          <p:cNvPr id="666" name="Google Shape;666;p46"/>
          <p:cNvPicPr preferRelativeResize="0"/>
          <p:nvPr>
            <p:ph idx="1" type="body"/>
          </p:nvPr>
        </p:nvPicPr>
        <p:blipFill rotWithShape="1">
          <a:blip r:embed="rId3">
            <a:alphaModFix/>
          </a:blip>
          <a:srcRect b="0" l="0" r="0" t="0"/>
          <a:stretch/>
        </p:blipFill>
        <p:spPr>
          <a:xfrm>
            <a:off x="1261522" y="2324101"/>
            <a:ext cx="6339968" cy="1824980"/>
          </a:xfrm>
          <a:prstGeom prst="rect">
            <a:avLst/>
          </a:prstGeom>
          <a:noFill/>
          <a:ln>
            <a:noFill/>
          </a:ln>
        </p:spPr>
      </p:pic>
      <p:sp>
        <p:nvSpPr>
          <p:cNvPr id="667" name="Google Shape;667;p46"/>
          <p:cNvSpPr txBox="1"/>
          <p:nvPr/>
        </p:nvSpPr>
        <p:spPr>
          <a:xfrm>
            <a:off x="1043608" y="692696"/>
            <a:ext cx="7024744" cy="52912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3200"/>
              <a:buFont typeface="Century Gothic"/>
              <a:buNone/>
            </a:pPr>
            <a:r>
              <a:rPr b="1" lang="en-IN" sz="3200">
                <a:solidFill>
                  <a:schemeClr val="accent1"/>
                </a:solidFill>
                <a:latin typeface="Century Gothic"/>
                <a:ea typeface="Century Gothic"/>
                <a:cs typeface="Century Gothic"/>
                <a:sym typeface="Century Gothic"/>
              </a:rPr>
              <a:t>Counting Sort</a:t>
            </a:r>
            <a:endParaRPr b="1" sz="3200">
              <a:solidFill>
                <a:schemeClr val="accent1"/>
              </a:solidFill>
              <a:latin typeface="Century Gothic"/>
              <a:ea typeface="Century Gothic"/>
              <a:cs typeface="Century Gothic"/>
              <a:sym typeface="Century Gothic"/>
            </a:endParaRPr>
          </a:p>
        </p:txBody>
      </p:sp>
      <p:sp>
        <p:nvSpPr>
          <p:cNvPr id="668" name="Google Shape;668;p4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69" name="Google Shape;669;p4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70" name="Google Shape;670;p4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47"/>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676" name="Google Shape;676;p47"/>
          <p:cNvGraphicFramePr/>
          <p:nvPr/>
        </p:nvGraphicFramePr>
        <p:xfrm>
          <a:off x="1042988" y="2324100"/>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u="none" cap="none" strike="noStrike"/>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677" name="Google Shape;677;p47"/>
          <p:cNvSpPr txBox="1"/>
          <p:nvPr/>
        </p:nvSpPr>
        <p:spPr>
          <a:xfrm>
            <a:off x="1115616" y="3140968"/>
            <a:ext cx="66247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Sort the array of 8 elements using Counting Sort</a:t>
            </a:r>
            <a:endParaRPr sz="1800">
              <a:solidFill>
                <a:schemeClr val="dk1"/>
              </a:solidFill>
              <a:latin typeface="Century Gothic"/>
              <a:ea typeface="Century Gothic"/>
              <a:cs typeface="Century Gothic"/>
              <a:sym typeface="Century Gothic"/>
            </a:endParaRPr>
          </a:p>
        </p:txBody>
      </p:sp>
      <p:sp>
        <p:nvSpPr>
          <p:cNvPr id="678" name="Google Shape;678;p4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79" name="Google Shape;679;p4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80" name="Google Shape;680;p4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48"/>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686" name="Google Shape;686;p48"/>
          <p:cNvGraphicFramePr/>
          <p:nvPr/>
        </p:nvGraphicFramePr>
        <p:xfrm>
          <a:off x="1042988" y="2324100"/>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687" name="Google Shape;687;p48"/>
          <p:cNvSpPr txBox="1"/>
          <p:nvPr/>
        </p:nvSpPr>
        <p:spPr>
          <a:xfrm>
            <a:off x="1115616" y="3140968"/>
            <a:ext cx="662473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Let us take an auxiliary array/count array from 0 to 9 for simplicity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688" name="Google Shape;688;p4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689" name="Google Shape;689;p4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690" name="Google Shape;690;p4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49"/>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696" name="Google Shape;696;p49"/>
          <p:cNvGraphicFramePr/>
          <p:nvPr/>
        </p:nvGraphicFramePr>
        <p:xfrm>
          <a:off x="1042988" y="2324100"/>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697" name="Google Shape;697;p49"/>
          <p:cNvSpPr txBox="1"/>
          <p:nvPr/>
        </p:nvSpPr>
        <p:spPr>
          <a:xfrm>
            <a:off x="1115616" y="3140968"/>
            <a:ext cx="66247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Sort the array of 8 elements using Counting Sort</a:t>
            </a:r>
            <a:endParaRPr sz="1800">
              <a:solidFill>
                <a:schemeClr val="dk1"/>
              </a:solidFill>
              <a:latin typeface="Century Gothic"/>
              <a:ea typeface="Century Gothic"/>
              <a:cs typeface="Century Gothic"/>
              <a:sym typeface="Century Gothic"/>
            </a:endParaRPr>
          </a:p>
        </p:txBody>
      </p:sp>
      <p:graphicFrame>
        <p:nvGraphicFramePr>
          <p:cNvPr id="698" name="Google Shape;698;p49"/>
          <p:cNvGraphicFramePr/>
          <p:nvPr/>
        </p:nvGraphicFramePr>
        <p:xfrm>
          <a:off x="1115616" y="4077072"/>
          <a:ext cx="3000000" cy="3000000"/>
        </p:xfrm>
        <a:graphic>
          <a:graphicData uri="http://schemas.openxmlformats.org/drawingml/2006/table">
            <a:tbl>
              <a:tblPr bandRow="1" firstRow="1">
                <a:noFill/>
                <a:tableStyleId>{65B8F944-671C-4ED0-B2D2-0BE1FA7DB842}</a:tableStyleId>
              </a:tblPr>
              <a:tblGrid>
                <a:gridCol w="677700"/>
                <a:gridCol w="677700"/>
                <a:gridCol w="677700"/>
                <a:gridCol w="677700"/>
                <a:gridCol w="677700"/>
                <a:gridCol w="677700"/>
                <a:gridCol w="677700"/>
                <a:gridCol w="677700"/>
                <a:gridCol w="677700"/>
                <a:gridCol w="6777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9</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sp>
        <p:nvSpPr>
          <p:cNvPr id="699" name="Google Shape;699;p4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700" name="Google Shape;700;p4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701" name="Google Shape;701;p4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50"/>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707" name="Google Shape;707;p50"/>
          <p:cNvGraphicFramePr/>
          <p:nvPr/>
        </p:nvGraphicFramePr>
        <p:xfrm>
          <a:off x="1042988" y="2324100"/>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708" name="Google Shape;708;p50"/>
          <p:cNvSpPr txBox="1"/>
          <p:nvPr/>
        </p:nvSpPr>
        <p:spPr>
          <a:xfrm>
            <a:off x="1115616" y="3140968"/>
            <a:ext cx="662473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Sort the array of 8 elements using Counting Sort</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Cumulative Count array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709" name="Google Shape;709;p50"/>
          <p:cNvGraphicFramePr/>
          <p:nvPr/>
        </p:nvGraphicFramePr>
        <p:xfrm>
          <a:off x="1039466" y="3645024"/>
          <a:ext cx="3000000" cy="3000000"/>
        </p:xfrm>
        <a:graphic>
          <a:graphicData uri="http://schemas.openxmlformats.org/drawingml/2006/table">
            <a:tbl>
              <a:tblPr bandRow="1" firstRow="1">
                <a:noFill/>
                <a:tableStyleId>{65B8F944-671C-4ED0-B2D2-0BE1FA7DB842}</a:tableStyleId>
              </a:tblPr>
              <a:tblGrid>
                <a:gridCol w="677700"/>
                <a:gridCol w="677700"/>
                <a:gridCol w="677700"/>
                <a:gridCol w="677700"/>
                <a:gridCol w="677700"/>
                <a:gridCol w="677700"/>
                <a:gridCol w="677700"/>
                <a:gridCol w="677700"/>
                <a:gridCol w="677700"/>
                <a:gridCol w="6777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9</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r>
            </a:tbl>
          </a:graphicData>
        </a:graphic>
      </p:graphicFrame>
      <p:graphicFrame>
        <p:nvGraphicFramePr>
          <p:cNvPr id="710" name="Google Shape;710;p50"/>
          <p:cNvGraphicFramePr/>
          <p:nvPr/>
        </p:nvGraphicFramePr>
        <p:xfrm>
          <a:off x="1115616" y="5301208"/>
          <a:ext cx="3000000" cy="3000000"/>
        </p:xfrm>
        <a:graphic>
          <a:graphicData uri="http://schemas.openxmlformats.org/drawingml/2006/table">
            <a:tbl>
              <a:tblPr bandRow="1" firstRow="1">
                <a:noFill/>
                <a:tableStyleId>{65B8F944-671C-4ED0-B2D2-0BE1FA7DB842}</a:tableStyleId>
              </a:tblPr>
              <a:tblGrid>
                <a:gridCol w="677700"/>
                <a:gridCol w="677700"/>
                <a:gridCol w="677700"/>
                <a:gridCol w="677700"/>
                <a:gridCol w="677700"/>
                <a:gridCol w="677700"/>
                <a:gridCol w="677700"/>
                <a:gridCol w="677700"/>
                <a:gridCol w="677700"/>
                <a:gridCol w="6777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9</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sp>
        <p:nvSpPr>
          <p:cNvPr id="711" name="Google Shape;711;p5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712" name="Google Shape;712;p5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713" name="Google Shape;713;p5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51"/>
          <p:cNvSpPr txBox="1"/>
          <p:nvPr>
            <p:ph type="title"/>
          </p:nvPr>
        </p:nvSpPr>
        <p:spPr>
          <a:xfrm>
            <a:off x="91561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719" name="Google Shape;719;p51"/>
          <p:cNvGraphicFramePr/>
          <p:nvPr/>
        </p:nvGraphicFramePr>
        <p:xfrm>
          <a:off x="955641" y="119675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720" name="Google Shape;720;p51"/>
          <p:cNvSpPr txBox="1"/>
          <p:nvPr/>
        </p:nvSpPr>
        <p:spPr>
          <a:xfrm>
            <a:off x="539552" y="1628800"/>
            <a:ext cx="8064896"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Cumulative Count array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the objects in the correct place and decrease the count by 1</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Check for Object 8, Count=8,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at 8</a:t>
            </a:r>
            <a:r>
              <a:rPr baseline="30000" lang="en-IN" sz="1800">
                <a:solidFill>
                  <a:schemeClr val="dk1"/>
                </a:solidFill>
                <a:latin typeface="Century Gothic"/>
                <a:ea typeface="Century Gothic"/>
                <a:cs typeface="Century Gothic"/>
                <a:sym typeface="Century Gothic"/>
              </a:rPr>
              <a:t>th</a:t>
            </a:r>
            <a:r>
              <a:rPr lang="en-IN" sz="1800">
                <a:solidFill>
                  <a:schemeClr val="dk1"/>
                </a:solidFill>
                <a:latin typeface="Century Gothic"/>
                <a:ea typeface="Century Gothic"/>
                <a:cs typeface="Century Gothic"/>
                <a:sym typeface="Century Gothic"/>
              </a:rPr>
              <a:t> Position and decrement count by 1</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Cumulative Count Array-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721" name="Google Shape;721;p51"/>
          <p:cNvGraphicFramePr/>
          <p:nvPr/>
        </p:nvGraphicFramePr>
        <p:xfrm>
          <a:off x="971600" y="2132856"/>
          <a:ext cx="3000000" cy="3000000"/>
        </p:xfrm>
        <a:graphic>
          <a:graphicData uri="http://schemas.openxmlformats.org/drawingml/2006/table">
            <a:tbl>
              <a:tblPr bandRow="1" firstRow="1">
                <a:noFill/>
                <a:tableStyleId>{65B8F944-671C-4ED0-B2D2-0BE1FA7DB842}</a:tableStyleId>
              </a:tblPr>
              <a:tblGrid>
                <a:gridCol w="677700"/>
                <a:gridCol w="677700"/>
                <a:gridCol w="677700"/>
                <a:gridCol w="677700"/>
                <a:gridCol w="677700"/>
                <a:gridCol w="677700"/>
                <a:gridCol w="677700"/>
                <a:gridCol w="677700"/>
                <a:gridCol w="677700"/>
                <a:gridCol w="6777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9</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sp>
        <p:nvSpPr>
          <p:cNvPr id="722" name="Google Shape;722;p51"/>
          <p:cNvSpPr/>
          <p:nvPr/>
        </p:nvSpPr>
        <p:spPr>
          <a:xfrm>
            <a:off x="899592" y="1124744"/>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23" name="Google Shape;723;p51"/>
          <p:cNvSpPr/>
          <p:nvPr/>
        </p:nvSpPr>
        <p:spPr>
          <a:xfrm>
            <a:off x="6300192" y="242088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aphicFrame>
        <p:nvGraphicFramePr>
          <p:cNvPr id="724" name="Google Shape;724;p51"/>
          <p:cNvGraphicFramePr/>
          <p:nvPr/>
        </p:nvGraphicFramePr>
        <p:xfrm>
          <a:off x="899592" y="412028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graphicFrame>
        <p:nvGraphicFramePr>
          <p:cNvPr id="725" name="Google Shape;725;p51"/>
          <p:cNvGraphicFramePr/>
          <p:nvPr/>
        </p:nvGraphicFramePr>
        <p:xfrm>
          <a:off x="971600" y="5351616"/>
          <a:ext cx="3000000" cy="3000000"/>
        </p:xfrm>
        <a:graphic>
          <a:graphicData uri="http://schemas.openxmlformats.org/drawingml/2006/table">
            <a:tbl>
              <a:tblPr bandRow="1" firstRow="1">
                <a:noFill/>
                <a:tableStyleId>{65B8F944-671C-4ED0-B2D2-0BE1FA7DB842}</a:tableStyleId>
              </a:tblPr>
              <a:tblGrid>
                <a:gridCol w="677700"/>
                <a:gridCol w="677700"/>
                <a:gridCol w="677700"/>
                <a:gridCol w="677700"/>
                <a:gridCol w="677700"/>
                <a:gridCol w="677700"/>
                <a:gridCol w="677700"/>
                <a:gridCol w="677700"/>
                <a:gridCol w="677700"/>
                <a:gridCol w="6777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9</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sp>
        <p:nvSpPr>
          <p:cNvPr id="726" name="Google Shape;726;p51"/>
          <p:cNvSpPr/>
          <p:nvPr/>
        </p:nvSpPr>
        <p:spPr>
          <a:xfrm>
            <a:off x="6300192" y="566124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27" name="Google Shape;727;p5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728" name="Google Shape;728;p5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729" name="Google Shape;729;p5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52"/>
          <p:cNvSpPr txBox="1"/>
          <p:nvPr>
            <p:ph type="title"/>
          </p:nvPr>
        </p:nvSpPr>
        <p:spPr>
          <a:xfrm>
            <a:off x="91561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735" name="Google Shape;735;p52"/>
          <p:cNvGraphicFramePr/>
          <p:nvPr/>
        </p:nvGraphicFramePr>
        <p:xfrm>
          <a:off x="955641" y="119675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736" name="Google Shape;736;p52"/>
          <p:cNvSpPr txBox="1"/>
          <p:nvPr/>
        </p:nvSpPr>
        <p:spPr>
          <a:xfrm>
            <a:off x="539552" y="1628800"/>
            <a:ext cx="8064896"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Cumulative Count array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the objects in the correct place and decrease the count by 1</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Check for Object 4, Count=6,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at 6</a:t>
            </a:r>
            <a:r>
              <a:rPr baseline="30000" lang="en-IN" sz="1800">
                <a:solidFill>
                  <a:schemeClr val="dk1"/>
                </a:solidFill>
                <a:latin typeface="Century Gothic"/>
                <a:ea typeface="Century Gothic"/>
                <a:cs typeface="Century Gothic"/>
                <a:sym typeface="Century Gothic"/>
              </a:rPr>
              <a:t>th</a:t>
            </a:r>
            <a:r>
              <a:rPr lang="en-IN" sz="1800">
                <a:solidFill>
                  <a:schemeClr val="dk1"/>
                </a:solidFill>
                <a:latin typeface="Century Gothic"/>
                <a:ea typeface="Century Gothic"/>
                <a:cs typeface="Century Gothic"/>
                <a:sym typeface="Century Gothic"/>
              </a:rPr>
              <a:t> Position and decrement count by 1</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Cumulative Count Array-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737" name="Google Shape;737;p52"/>
          <p:cNvGraphicFramePr/>
          <p:nvPr/>
        </p:nvGraphicFramePr>
        <p:xfrm>
          <a:off x="971600" y="213285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738" name="Google Shape;738;p52"/>
          <p:cNvSpPr/>
          <p:nvPr/>
        </p:nvSpPr>
        <p:spPr>
          <a:xfrm>
            <a:off x="1763688" y="1124744"/>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39" name="Google Shape;739;p52"/>
          <p:cNvSpPr/>
          <p:nvPr/>
        </p:nvSpPr>
        <p:spPr>
          <a:xfrm>
            <a:off x="3923928" y="242088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aphicFrame>
        <p:nvGraphicFramePr>
          <p:cNvPr id="740" name="Google Shape;740;p52"/>
          <p:cNvGraphicFramePr/>
          <p:nvPr/>
        </p:nvGraphicFramePr>
        <p:xfrm>
          <a:off x="899592" y="412028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graphicFrame>
        <p:nvGraphicFramePr>
          <p:cNvPr id="741" name="Google Shape;741;p52"/>
          <p:cNvGraphicFramePr/>
          <p:nvPr/>
        </p:nvGraphicFramePr>
        <p:xfrm>
          <a:off x="971600" y="535161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742" name="Google Shape;742;p52"/>
          <p:cNvSpPr/>
          <p:nvPr/>
        </p:nvSpPr>
        <p:spPr>
          <a:xfrm>
            <a:off x="3923928" y="566124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43" name="Google Shape;743;p5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744" name="Google Shape;744;p5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745" name="Google Shape;745;p5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53"/>
          <p:cNvSpPr txBox="1"/>
          <p:nvPr>
            <p:ph type="title"/>
          </p:nvPr>
        </p:nvSpPr>
        <p:spPr>
          <a:xfrm>
            <a:off x="91561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751" name="Google Shape;751;p53"/>
          <p:cNvGraphicFramePr/>
          <p:nvPr/>
        </p:nvGraphicFramePr>
        <p:xfrm>
          <a:off x="955641" y="119675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752" name="Google Shape;752;p53"/>
          <p:cNvSpPr txBox="1"/>
          <p:nvPr/>
        </p:nvSpPr>
        <p:spPr>
          <a:xfrm>
            <a:off x="539552" y="1628800"/>
            <a:ext cx="8064896"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Cumulative Count array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the objects in the correct place and decrease the count by 1</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Check for Object 2, Count=3,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object at 3</a:t>
            </a:r>
            <a:r>
              <a:rPr baseline="30000" lang="en-IN" sz="1800">
                <a:solidFill>
                  <a:schemeClr val="dk1"/>
                </a:solidFill>
                <a:latin typeface="Century Gothic"/>
                <a:ea typeface="Century Gothic"/>
                <a:cs typeface="Century Gothic"/>
                <a:sym typeface="Century Gothic"/>
              </a:rPr>
              <a:t>th</a:t>
            </a:r>
            <a:r>
              <a:rPr lang="en-IN" sz="1800">
                <a:solidFill>
                  <a:schemeClr val="dk1"/>
                </a:solidFill>
                <a:latin typeface="Century Gothic"/>
                <a:ea typeface="Century Gothic"/>
                <a:cs typeface="Century Gothic"/>
                <a:sym typeface="Century Gothic"/>
              </a:rPr>
              <a:t> Position and decrement count by 1</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Cumulative Count Array-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753" name="Google Shape;753;p53"/>
          <p:cNvGraphicFramePr/>
          <p:nvPr/>
        </p:nvGraphicFramePr>
        <p:xfrm>
          <a:off x="971600" y="213285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754" name="Google Shape;754;p53"/>
          <p:cNvSpPr/>
          <p:nvPr/>
        </p:nvSpPr>
        <p:spPr>
          <a:xfrm>
            <a:off x="2627784" y="1124744"/>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55" name="Google Shape;755;p53"/>
          <p:cNvSpPr/>
          <p:nvPr/>
        </p:nvSpPr>
        <p:spPr>
          <a:xfrm>
            <a:off x="2375756" y="2447497"/>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aphicFrame>
        <p:nvGraphicFramePr>
          <p:cNvPr id="756" name="Google Shape;756;p53"/>
          <p:cNvGraphicFramePr/>
          <p:nvPr/>
        </p:nvGraphicFramePr>
        <p:xfrm>
          <a:off x="899592" y="412028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graphicFrame>
        <p:nvGraphicFramePr>
          <p:cNvPr id="757" name="Google Shape;757;p53"/>
          <p:cNvGraphicFramePr/>
          <p:nvPr/>
        </p:nvGraphicFramePr>
        <p:xfrm>
          <a:off x="971600" y="535161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758" name="Google Shape;758;p53"/>
          <p:cNvSpPr/>
          <p:nvPr/>
        </p:nvSpPr>
        <p:spPr>
          <a:xfrm>
            <a:off x="2375756" y="566124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59" name="Google Shape;759;p5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760" name="Google Shape;760;p5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761" name="Google Shape;761;p5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54"/>
          <p:cNvSpPr txBox="1"/>
          <p:nvPr>
            <p:ph type="title"/>
          </p:nvPr>
        </p:nvSpPr>
        <p:spPr>
          <a:xfrm>
            <a:off x="91561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767" name="Google Shape;767;p54"/>
          <p:cNvGraphicFramePr/>
          <p:nvPr/>
        </p:nvGraphicFramePr>
        <p:xfrm>
          <a:off x="955641" y="119675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768" name="Google Shape;768;p54"/>
          <p:cNvSpPr txBox="1"/>
          <p:nvPr/>
        </p:nvSpPr>
        <p:spPr>
          <a:xfrm>
            <a:off x="539552" y="1628800"/>
            <a:ext cx="8064896"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Cumulative Count array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the objects in the correct place and decrease the count by 1</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Check for Object 2, Count=2,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object at 2nd Position and decrement count by 1</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Cumulative Count Array-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769" name="Google Shape;769;p54"/>
          <p:cNvGraphicFramePr/>
          <p:nvPr/>
        </p:nvGraphicFramePr>
        <p:xfrm>
          <a:off x="971600" y="213285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770" name="Google Shape;770;p54"/>
          <p:cNvSpPr/>
          <p:nvPr/>
        </p:nvSpPr>
        <p:spPr>
          <a:xfrm>
            <a:off x="3419872" y="1124744"/>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71" name="Google Shape;771;p54"/>
          <p:cNvSpPr/>
          <p:nvPr/>
        </p:nvSpPr>
        <p:spPr>
          <a:xfrm>
            <a:off x="2375756" y="2447497"/>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aphicFrame>
        <p:nvGraphicFramePr>
          <p:cNvPr id="772" name="Google Shape;772;p54"/>
          <p:cNvGraphicFramePr/>
          <p:nvPr/>
        </p:nvGraphicFramePr>
        <p:xfrm>
          <a:off x="899592" y="412028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graphicFrame>
        <p:nvGraphicFramePr>
          <p:cNvPr id="773" name="Google Shape;773;p54"/>
          <p:cNvGraphicFramePr/>
          <p:nvPr/>
        </p:nvGraphicFramePr>
        <p:xfrm>
          <a:off x="971600" y="535161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774" name="Google Shape;774;p54"/>
          <p:cNvSpPr/>
          <p:nvPr/>
        </p:nvSpPr>
        <p:spPr>
          <a:xfrm>
            <a:off x="2375756" y="566124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75" name="Google Shape;775;p5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776" name="Google Shape;776;p5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777" name="Google Shape;777;p5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55"/>
          <p:cNvSpPr txBox="1"/>
          <p:nvPr>
            <p:ph type="title"/>
          </p:nvPr>
        </p:nvSpPr>
        <p:spPr>
          <a:xfrm>
            <a:off x="91561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783" name="Google Shape;783;p55"/>
          <p:cNvGraphicFramePr/>
          <p:nvPr/>
        </p:nvGraphicFramePr>
        <p:xfrm>
          <a:off x="955641" y="119675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784" name="Google Shape;784;p55"/>
          <p:cNvSpPr txBox="1"/>
          <p:nvPr/>
        </p:nvSpPr>
        <p:spPr>
          <a:xfrm>
            <a:off x="539552" y="1628800"/>
            <a:ext cx="8064896"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Cumulative Count array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the objects in the correct place and decrease the count by 1</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Check for Object 8, Count=7,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object at 7</a:t>
            </a:r>
            <a:r>
              <a:rPr baseline="30000" lang="en-IN" sz="1800">
                <a:solidFill>
                  <a:schemeClr val="dk1"/>
                </a:solidFill>
                <a:latin typeface="Century Gothic"/>
                <a:ea typeface="Century Gothic"/>
                <a:cs typeface="Century Gothic"/>
                <a:sym typeface="Century Gothic"/>
              </a:rPr>
              <a:t>th</a:t>
            </a:r>
            <a:r>
              <a:rPr lang="en-IN" sz="1800">
                <a:solidFill>
                  <a:schemeClr val="dk1"/>
                </a:solidFill>
                <a:latin typeface="Century Gothic"/>
                <a:ea typeface="Century Gothic"/>
                <a:cs typeface="Century Gothic"/>
                <a:sym typeface="Century Gothic"/>
              </a:rPr>
              <a:t> Position and decrement count by 1</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Cumulative Count Array-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785" name="Google Shape;785;p55"/>
          <p:cNvGraphicFramePr/>
          <p:nvPr/>
        </p:nvGraphicFramePr>
        <p:xfrm>
          <a:off x="971600" y="213285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786" name="Google Shape;786;p55"/>
          <p:cNvSpPr/>
          <p:nvPr/>
        </p:nvSpPr>
        <p:spPr>
          <a:xfrm>
            <a:off x="4211960" y="1174126"/>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87" name="Google Shape;787;p55"/>
          <p:cNvSpPr/>
          <p:nvPr/>
        </p:nvSpPr>
        <p:spPr>
          <a:xfrm>
            <a:off x="6948264" y="2447497"/>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aphicFrame>
        <p:nvGraphicFramePr>
          <p:cNvPr id="788" name="Google Shape;788;p55"/>
          <p:cNvGraphicFramePr/>
          <p:nvPr/>
        </p:nvGraphicFramePr>
        <p:xfrm>
          <a:off x="899592" y="412028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graphicFrame>
        <p:nvGraphicFramePr>
          <p:cNvPr id="789" name="Google Shape;789;p55"/>
          <p:cNvGraphicFramePr/>
          <p:nvPr/>
        </p:nvGraphicFramePr>
        <p:xfrm>
          <a:off x="971600" y="535161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r>
            </a:tbl>
          </a:graphicData>
        </a:graphic>
      </p:graphicFrame>
      <p:sp>
        <p:nvSpPr>
          <p:cNvPr id="790" name="Google Shape;790;p55"/>
          <p:cNvSpPr/>
          <p:nvPr/>
        </p:nvSpPr>
        <p:spPr>
          <a:xfrm>
            <a:off x="6948264" y="566124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91" name="Google Shape;791;p5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792" name="Google Shape;792;p5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793" name="Google Shape;793;p5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56"/>
          <p:cNvSpPr txBox="1"/>
          <p:nvPr>
            <p:ph type="title"/>
          </p:nvPr>
        </p:nvSpPr>
        <p:spPr>
          <a:xfrm>
            <a:off x="91561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799" name="Google Shape;799;p56"/>
          <p:cNvGraphicFramePr/>
          <p:nvPr/>
        </p:nvGraphicFramePr>
        <p:xfrm>
          <a:off x="955641" y="119675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800" name="Google Shape;800;p56"/>
          <p:cNvSpPr txBox="1"/>
          <p:nvPr/>
        </p:nvSpPr>
        <p:spPr>
          <a:xfrm>
            <a:off x="539552" y="1628800"/>
            <a:ext cx="8064896"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Cumulative Count array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the objects in the correct place and decrease the count by 1</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Check for Object 3, Count=5,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object at 5</a:t>
            </a:r>
            <a:r>
              <a:rPr baseline="30000" lang="en-IN" sz="1800">
                <a:solidFill>
                  <a:schemeClr val="dk1"/>
                </a:solidFill>
                <a:latin typeface="Century Gothic"/>
                <a:ea typeface="Century Gothic"/>
                <a:cs typeface="Century Gothic"/>
                <a:sym typeface="Century Gothic"/>
              </a:rPr>
              <a:t>th</a:t>
            </a:r>
            <a:r>
              <a:rPr lang="en-IN" sz="1800">
                <a:solidFill>
                  <a:schemeClr val="dk1"/>
                </a:solidFill>
                <a:latin typeface="Century Gothic"/>
                <a:ea typeface="Century Gothic"/>
                <a:cs typeface="Century Gothic"/>
                <a:sym typeface="Century Gothic"/>
              </a:rPr>
              <a:t> Position and decrement count by 1</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Cumulative Count Array-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801" name="Google Shape;801;p56"/>
          <p:cNvGraphicFramePr/>
          <p:nvPr/>
        </p:nvGraphicFramePr>
        <p:xfrm>
          <a:off x="971600" y="213285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802" name="Google Shape;802;p56"/>
          <p:cNvSpPr/>
          <p:nvPr/>
        </p:nvSpPr>
        <p:spPr>
          <a:xfrm>
            <a:off x="5148064" y="1126526"/>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803" name="Google Shape;803;p56"/>
          <p:cNvSpPr/>
          <p:nvPr/>
        </p:nvSpPr>
        <p:spPr>
          <a:xfrm>
            <a:off x="3131840" y="2447497"/>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aphicFrame>
        <p:nvGraphicFramePr>
          <p:cNvPr id="804" name="Google Shape;804;p56"/>
          <p:cNvGraphicFramePr/>
          <p:nvPr/>
        </p:nvGraphicFramePr>
        <p:xfrm>
          <a:off x="899592" y="412028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graphicFrame>
        <p:nvGraphicFramePr>
          <p:cNvPr id="805" name="Google Shape;805;p56"/>
          <p:cNvGraphicFramePr/>
          <p:nvPr/>
        </p:nvGraphicFramePr>
        <p:xfrm>
          <a:off x="971600" y="535161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r>
            </a:tbl>
          </a:graphicData>
        </a:graphic>
      </p:graphicFrame>
      <p:sp>
        <p:nvSpPr>
          <p:cNvPr id="806" name="Google Shape;806;p56"/>
          <p:cNvSpPr/>
          <p:nvPr/>
        </p:nvSpPr>
        <p:spPr>
          <a:xfrm>
            <a:off x="3203848" y="566124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807" name="Google Shape;807;p5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808" name="Google Shape;808;p5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809" name="Google Shape;809;p5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57"/>
          <p:cNvSpPr txBox="1"/>
          <p:nvPr>
            <p:ph type="title"/>
          </p:nvPr>
        </p:nvSpPr>
        <p:spPr>
          <a:xfrm>
            <a:off x="91561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815" name="Google Shape;815;p57"/>
          <p:cNvGraphicFramePr/>
          <p:nvPr/>
        </p:nvGraphicFramePr>
        <p:xfrm>
          <a:off x="955641" y="119675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816" name="Google Shape;816;p57"/>
          <p:cNvSpPr txBox="1"/>
          <p:nvPr/>
        </p:nvSpPr>
        <p:spPr>
          <a:xfrm>
            <a:off x="539552" y="1628800"/>
            <a:ext cx="8064896"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Cumulative Count array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the objects in the correct place and decrease the count by 1</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Check for Object 3, Count=4,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object at 5</a:t>
            </a:r>
            <a:r>
              <a:rPr baseline="30000" lang="en-IN" sz="1800">
                <a:solidFill>
                  <a:schemeClr val="dk1"/>
                </a:solidFill>
                <a:latin typeface="Century Gothic"/>
                <a:ea typeface="Century Gothic"/>
                <a:cs typeface="Century Gothic"/>
                <a:sym typeface="Century Gothic"/>
              </a:rPr>
              <a:t>th</a:t>
            </a:r>
            <a:r>
              <a:rPr lang="en-IN" sz="1800">
                <a:solidFill>
                  <a:schemeClr val="dk1"/>
                </a:solidFill>
                <a:latin typeface="Century Gothic"/>
                <a:ea typeface="Century Gothic"/>
                <a:cs typeface="Century Gothic"/>
                <a:sym typeface="Century Gothic"/>
              </a:rPr>
              <a:t> Position and decrement count by 1</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Cumulative Count Array-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817" name="Google Shape;817;p57"/>
          <p:cNvGraphicFramePr/>
          <p:nvPr/>
        </p:nvGraphicFramePr>
        <p:xfrm>
          <a:off x="971600" y="213285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818" name="Google Shape;818;p57"/>
          <p:cNvSpPr/>
          <p:nvPr/>
        </p:nvSpPr>
        <p:spPr>
          <a:xfrm>
            <a:off x="6012160" y="1124744"/>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819" name="Google Shape;819;p57"/>
          <p:cNvSpPr/>
          <p:nvPr/>
        </p:nvSpPr>
        <p:spPr>
          <a:xfrm>
            <a:off x="3131840" y="2447497"/>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aphicFrame>
        <p:nvGraphicFramePr>
          <p:cNvPr id="820" name="Google Shape;820;p57"/>
          <p:cNvGraphicFramePr/>
          <p:nvPr/>
        </p:nvGraphicFramePr>
        <p:xfrm>
          <a:off x="899592" y="412028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graphicFrame>
        <p:nvGraphicFramePr>
          <p:cNvPr id="821" name="Google Shape;821;p57"/>
          <p:cNvGraphicFramePr/>
          <p:nvPr/>
        </p:nvGraphicFramePr>
        <p:xfrm>
          <a:off x="971600" y="535161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r>
            </a:tbl>
          </a:graphicData>
        </a:graphic>
      </p:graphicFrame>
      <p:sp>
        <p:nvSpPr>
          <p:cNvPr id="822" name="Google Shape;822;p57"/>
          <p:cNvSpPr/>
          <p:nvPr/>
        </p:nvSpPr>
        <p:spPr>
          <a:xfrm>
            <a:off x="3203848" y="566124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823" name="Google Shape;823;p5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824" name="Google Shape;824;p5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825" name="Google Shape;825;p5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58"/>
          <p:cNvSpPr txBox="1"/>
          <p:nvPr>
            <p:ph type="title"/>
          </p:nvPr>
        </p:nvSpPr>
        <p:spPr>
          <a:xfrm>
            <a:off x="91561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831" name="Google Shape;831;p58"/>
          <p:cNvGraphicFramePr/>
          <p:nvPr/>
        </p:nvGraphicFramePr>
        <p:xfrm>
          <a:off x="955641" y="119675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832" name="Google Shape;832;p58"/>
          <p:cNvSpPr txBox="1"/>
          <p:nvPr/>
        </p:nvSpPr>
        <p:spPr>
          <a:xfrm>
            <a:off x="539552" y="1628800"/>
            <a:ext cx="8064896"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Cumulative Count array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the objects in the correct place and decrease the count by 1</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Check for Object 1, Count=1, </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Place object at 1st Position and decrement count by 1</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Cumulative Count Array-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833" name="Google Shape;833;p58"/>
          <p:cNvGraphicFramePr/>
          <p:nvPr/>
        </p:nvGraphicFramePr>
        <p:xfrm>
          <a:off x="971600" y="213285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bl>
          </a:graphicData>
        </a:graphic>
      </p:graphicFrame>
      <p:sp>
        <p:nvSpPr>
          <p:cNvPr id="834" name="Google Shape;834;p58"/>
          <p:cNvSpPr/>
          <p:nvPr/>
        </p:nvSpPr>
        <p:spPr>
          <a:xfrm>
            <a:off x="6804248" y="1146417"/>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835" name="Google Shape;835;p58"/>
          <p:cNvSpPr/>
          <p:nvPr/>
        </p:nvSpPr>
        <p:spPr>
          <a:xfrm>
            <a:off x="1691680" y="2447497"/>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aphicFrame>
        <p:nvGraphicFramePr>
          <p:cNvPr id="836" name="Google Shape;836;p58"/>
          <p:cNvGraphicFramePr/>
          <p:nvPr/>
        </p:nvGraphicFramePr>
        <p:xfrm>
          <a:off x="899592" y="4120282"/>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bl>
          </a:graphicData>
        </a:graphic>
      </p:graphicFrame>
      <p:graphicFrame>
        <p:nvGraphicFramePr>
          <p:cNvPr id="837" name="Google Shape;837;p58"/>
          <p:cNvGraphicFramePr/>
          <p:nvPr/>
        </p:nvGraphicFramePr>
        <p:xfrm>
          <a:off x="971600" y="5351616"/>
          <a:ext cx="3000000" cy="3000000"/>
        </p:xfrm>
        <a:graphic>
          <a:graphicData uri="http://schemas.openxmlformats.org/drawingml/2006/table">
            <a:tbl>
              <a:tblPr bandRow="1" firstRow="1">
                <a:noFill/>
                <a:tableStyleId>{65B8F944-671C-4ED0-B2D2-0BE1FA7DB842}</a:tableStyleId>
              </a:tblPr>
              <a:tblGrid>
                <a:gridCol w="753000"/>
                <a:gridCol w="753000"/>
                <a:gridCol w="753000"/>
                <a:gridCol w="753000"/>
                <a:gridCol w="753000"/>
                <a:gridCol w="753000"/>
                <a:gridCol w="753000"/>
                <a:gridCol w="753000"/>
                <a:gridCol w="75300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r>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r>
            </a:tbl>
          </a:graphicData>
        </a:graphic>
      </p:graphicFrame>
      <p:sp>
        <p:nvSpPr>
          <p:cNvPr id="838" name="Google Shape;838;p58"/>
          <p:cNvSpPr/>
          <p:nvPr/>
        </p:nvSpPr>
        <p:spPr>
          <a:xfrm>
            <a:off x="1691680" y="5661248"/>
            <a:ext cx="504056" cy="504056"/>
          </a:xfrm>
          <a:prstGeom prst="ellipse">
            <a:avLst/>
          </a:prstGeom>
          <a:noFill/>
          <a:ln cap="flat" cmpd="sng" w="571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839" name="Google Shape;839;p5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840" name="Google Shape;840;p5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841" name="Google Shape;841;p5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59"/>
          <p:cNvSpPr txBox="1"/>
          <p:nvPr>
            <p:ph type="title"/>
          </p:nvPr>
        </p:nvSpPr>
        <p:spPr>
          <a:xfrm>
            <a:off x="91561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Example 2</a:t>
            </a:r>
            <a:endParaRPr b="1"/>
          </a:p>
        </p:txBody>
      </p:sp>
      <p:graphicFrame>
        <p:nvGraphicFramePr>
          <p:cNvPr id="847" name="Google Shape;847;p59"/>
          <p:cNvGraphicFramePr/>
          <p:nvPr/>
        </p:nvGraphicFramePr>
        <p:xfrm>
          <a:off x="827584" y="2060848"/>
          <a:ext cx="3000000" cy="3000000"/>
        </p:xfrm>
        <a:graphic>
          <a:graphicData uri="http://schemas.openxmlformats.org/drawingml/2006/table">
            <a:tbl>
              <a:tblPr bandRow="1" firstRow="1">
                <a:noFill/>
                <a:tableStyleId>{65B8F944-671C-4ED0-B2D2-0BE1FA7DB842}</a:tableStyleId>
              </a:tblPr>
              <a:tblGrid>
                <a:gridCol w="847125"/>
                <a:gridCol w="847125"/>
                <a:gridCol w="847125"/>
                <a:gridCol w="847125"/>
                <a:gridCol w="847125"/>
                <a:gridCol w="847125"/>
                <a:gridCol w="847125"/>
                <a:gridCol w="847125"/>
              </a:tblGrid>
              <a:tr h="370850">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8</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r>
            </a:tbl>
          </a:graphicData>
        </a:graphic>
      </p:graphicFrame>
      <p:sp>
        <p:nvSpPr>
          <p:cNvPr id="848" name="Google Shape;848;p59"/>
          <p:cNvSpPr txBox="1"/>
          <p:nvPr/>
        </p:nvSpPr>
        <p:spPr>
          <a:xfrm>
            <a:off x="683568" y="1268760"/>
            <a:ext cx="8064896"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Input Array-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Sorted array-</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aphicFrame>
        <p:nvGraphicFramePr>
          <p:cNvPr id="849" name="Google Shape;849;p59"/>
          <p:cNvGraphicFramePr/>
          <p:nvPr/>
        </p:nvGraphicFramePr>
        <p:xfrm>
          <a:off x="827584" y="3610417"/>
          <a:ext cx="3000000" cy="3000000"/>
        </p:xfrm>
        <a:graphic>
          <a:graphicData uri="http://schemas.openxmlformats.org/drawingml/2006/table">
            <a:tbl>
              <a:tblPr bandRow="1" firstRow="1">
                <a:noFill/>
                <a:tableStyleId>{65B8F944-671C-4ED0-B2D2-0BE1FA7DB842}</a:tableStyleId>
              </a:tblPr>
              <a:tblGrid>
                <a:gridCol w="1083100"/>
                <a:gridCol w="534925"/>
                <a:gridCol w="809000"/>
                <a:gridCol w="809000"/>
                <a:gridCol w="809000"/>
                <a:gridCol w="809000"/>
                <a:gridCol w="809000"/>
                <a:gridCol w="809000"/>
                <a:gridCol w="809000"/>
              </a:tblGrid>
              <a:tr h="370850">
                <a:tc>
                  <a:txBody>
                    <a:bodyPr/>
                    <a:lstStyle/>
                    <a:p>
                      <a:pPr indent="0" lvl="0" marL="0" marR="0" rtl="0" algn="l">
                        <a:spcBef>
                          <a:spcPts val="0"/>
                        </a:spcBef>
                        <a:spcAft>
                          <a:spcPts val="0"/>
                        </a:spcAft>
                        <a:buNone/>
                      </a:pPr>
                      <a:r>
                        <a:rPr b="1" lang="en-IN" sz="1800"/>
                        <a:t>Position </a:t>
                      </a:r>
                      <a:endParaRPr b="1" sz="1800"/>
                    </a:p>
                  </a:txBody>
                  <a:tcPr marT="45725" marB="45725" marR="91450" marL="91450"/>
                </a:tc>
                <a:tc>
                  <a:txBody>
                    <a:bodyPr/>
                    <a:lstStyle/>
                    <a:p>
                      <a:pPr indent="0" lvl="0" marL="0" marR="0" rtl="0" algn="l">
                        <a:spcBef>
                          <a:spcPts val="0"/>
                        </a:spcBef>
                        <a:spcAft>
                          <a:spcPts val="0"/>
                        </a:spcAft>
                        <a:buNone/>
                      </a:pPr>
                      <a:r>
                        <a:rPr b="1" lang="en-IN" sz="1800"/>
                        <a:t>1</a:t>
                      </a:r>
                      <a:endParaRPr b="1" sz="1800"/>
                    </a:p>
                  </a:txBody>
                  <a:tcPr marT="45725" marB="45725" marR="91450" marL="91450"/>
                </a:tc>
                <a:tc>
                  <a:txBody>
                    <a:bodyPr/>
                    <a:lstStyle/>
                    <a:p>
                      <a:pPr indent="0" lvl="0" marL="0" marR="0" rtl="0" algn="l">
                        <a:spcBef>
                          <a:spcPts val="0"/>
                        </a:spcBef>
                        <a:spcAft>
                          <a:spcPts val="0"/>
                        </a:spcAft>
                        <a:buNone/>
                      </a:pPr>
                      <a:r>
                        <a:rPr b="1" lang="en-IN" sz="1800"/>
                        <a:t>2</a:t>
                      </a:r>
                      <a:endParaRPr b="1" sz="1800"/>
                    </a:p>
                  </a:txBody>
                  <a:tcPr marT="45725" marB="45725" marR="91450" marL="91450"/>
                </a:tc>
                <a:tc>
                  <a:txBody>
                    <a:bodyPr/>
                    <a:lstStyle/>
                    <a:p>
                      <a:pPr indent="0" lvl="0" marL="0" marR="0" rtl="0" algn="l">
                        <a:spcBef>
                          <a:spcPts val="0"/>
                        </a:spcBef>
                        <a:spcAft>
                          <a:spcPts val="0"/>
                        </a:spcAft>
                        <a:buNone/>
                      </a:pPr>
                      <a:r>
                        <a:rPr b="1" lang="en-IN" sz="1800"/>
                        <a:t>3</a:t>
                      </a:r>
                      <a:endParaRPr b="1" sz="1800"/>
                    </a:p>
                  </a:txBody>
                  <a:tcPr marT="45725" marB="45725" marR="91450" marL="91450"/>
                </a:tc>
                <a:tc>
                  <a:txBody>
                    <a:bodyPr/>
                    <a:lstStyle/>
                    <a:p>
                      <a:pPr indent="0" lvl="0" marL="0" marR="0" rtl="0" algn="l">
                        <a:spcBef>
                          <a:spcPts val="0"/>
                        </a:spcBef>
                        <a:spcAft>
                          <a:spcPts val="0"/>
                        </a:spcAft>
                        <a:buNone/>
                      </a:pPr>
                      <a:r>
                        <a:rPr b="1" lang="en-IN" sz="1800"/>
                        <a:t>4</a:t>
                      </a:r>
                      <a:endParaRPr b="1" sz="1800"/>
                    </a:p>
                  </a:txBody>
                  <a:tcPr marT="45725" marB="45725" marR="91450" marL="91450"/>
                </a:tc>
                <a:tc>
                  <a:txBody>
                    <a:bodyPr/>
                    <a:lstStyle/>
                    <a:p>
                      <a:pPr indent="0" lvl="0" marL="0" marR="0" rtl="0" algn="l">
                        <a:spcBef>
                          <a:spcPts val="0"/>
                        </a:spcBef>
                        <a:spcAft>
                          <a:spcPts val="0"/>
                        </a:spcAft>
                        <a:buNone/>
                      </a:pPr>
                      <a:r>
                        <a:rPr b="1" lang="en-IN" sz="1800"/>
                        <a:t>5</a:t>
                      </a:r>
                      <a:endParaRPr b="1" sz="1800"/>
                    </a:p>
                  </a:txBody>
                  <a:tcPr marT="45725" marB="45725" marR="91450" marL="91450"/>
                </a:tc>
                <a:tc>
                  <a:txBody>
                    <a:bodyPr/>
                    <a:lstStyle/>
                    <a:p>
                      <a:pPr indent="0" lvl="0" marL="0" marR="0" rtl="0" algn="l">
                        <a:spcBef>
                          <a:spcPts val="0"/>
                        </a:spcBef>
                        <a:spcAft>
                          <a:spcPts val="0"/>
                        </a:spcAft>
                        <a:buNone/>
                      </a:pPr>
                      <a:r>
                        <a:rPr b="1" lang="en-IN" sz="1800"/>
                        <a:t>6</a:t>
                      </a:r>
                      <a:endParaRPr b="1" sz="1800"/>
                    </a:p>
                  </a:txBody>
                  <a:tcPr marT="45725" marB="45725" marR="91450" marL="91450"/>
                </a:tc>
                <a:tc>
                  <a:txBody>
                    <a:bodyPr/>
                    <a:lstStyle/>
                    <a:p>
                      <a:pPr indent="0" lvl="0" marL="0" marR="0" rtl="0" algn="l">
                        <a:spcBef>
                          <a:spcPts val="0"/>
                        </a:spcBef>
                        <a:spcAft>
                          <a:spcPts val="0"/>
                        </a:spcAft>
                        <a:buNone/>
                      </a:pPr>
                      <a:r>
                        <a:rPr b="1" lang="en-IN" sz="1800"/>
                        <a:t>7</a:t>
                      </a:r>
                      <a:endParaRPr b="1" sz="1800"/>
                    </a:p>
                  </a:txBody>
                  <a:tcPr marT="45725" marB="45725" marR="91450" marL="91450"/>
                </a:tc>
                <a:tc>
                  <a:txBody>
                    <a:bodyPr/>
                    <a:lstStyle/>
                    <a:p>
                      <a:pPr indent="0" lvl="0" marL="0" marR="0" rtl="0" algn="l">
                        <a:spcBef>
                          <a:spcPts val="0"/>
                        </a:spcBef>
                        <a:spcAft>
                          <a:spcPts val="0"/>
                        </a:spcAft>
                        <a:buNone/>
                      </a:pPr>
                      <a:r>
                        <a:rPr b="1" lang="en-IN" sz="1800"/>
                        <a:t>8</a:t>
                      </a:r>
                      <a:endParaRPr b="1" sz="1800"/>
                    </a:p>
                  </a:txBody>
                  <a:tcPr marT="45725" marB="45725" marR="91450" marL="91450"/>
                </a:tc>
              </a:tr>
              <a:tr h="370850">
                <a:tc>
                  <a:txBody>
                    <a:bodyPr/>
                    <a:lstStyle/>
                    <a:p>
                      <a:pPr indent="0" lvl="0" marL="0" marR="0" rtl="0" algn="l">
                        <a:spcBef>
                          <a:spcPts val="0"/>
                        </a:spcBef>
                        <a:spcAft>
                          <a:spcPts val="0"/>
                        </a:spcAft>
                        <a:buNone/>
                      </a:pPr>
                      <a:r>
                        <a:rPr b="1" lang="en-IN" sz="1800"/>
                        <a:t>Value</a:t>
                      </a:r>
                      <a:endParaRPr b="1" sz="1800"/>
                    </a:p>
                  </a:txBody>
                  <a:tcPr marT="45725" marB="45725" marR="91450" marL="91450"/>
                </a:tc>
                <a:tc>
                  <a:txBody>
                    <a:bodyPr/>
                    <a:lstStyle/>
                    <a:p>
                      <a:pPr indent="0" lvl="0" marL="0" marR="0" rtl="0" algn="l">
                        <a:spcBef>
                          <a:spcPts val="0"/>
                        </a:spcBef>
                        <a:spcAft>
                          <a:spcPts val="0"/>
                        </a:spcAft>
                        <a:buNone/>
                      </a:pPr>
                      <a:r>
                        <a:rPr b="1" lang="en-IN" sz="1800"/>
                        <a:t>1</a:t>
                      </a:r>
                      <a:endParaRPr b="1" sz="1800"/>
                    </a:p>
                  </a:txBody>
                  <a:tcPr marT="45725" marB="45725" marR="91450" marL="91450"/>
                </a:tc>
                <a:tc>
                  <a:txBody>
                    <a:bodyPr/>
                    <a:lstStyle/>
                    <a:p>
                      <a:pPr indent="0" lvl="0" marL="0" marR="0" rtl="0" algn="l">
                        <a:spcBef>
                          <a:spcPts val="0"/>
                        </a:spcBef>
                        <a:spcAft>
                          <a:spcPts val="0"/>
                        </a:spcAft>
                        <a:buNone/>
                      </a:pPr>
                      <a:r>
                        <a:rPr b="1" lang="en-IN" sz="1800"/>
                        <a:t>2</a:t>
                      </a:r>
                      <a:endParaRPr b="1" sz="1800"/>
                    </a:p>
                  </a:txBody>
                  <a:tcPr marT="45725" marB="45725" marR="91450" marL="91450"/>
                </a:tc>
                <a:tc>
                  <a:txBody>
                    <a:bodyPr/>
                    <a:lstStyle/>
                    <a:p>
                      <a:pPr indent="0" lvl="0" marL="0" marR="0" rtl="0" algn="l">
                        <a:spcBef>
                          <a:spcPts val="0"/>
                        </a:spcBef>
                        <a:spcAft>
                          <a:spcPts val="0"/>
                        </a:spcAft>
                        <a:buNone/>
                      </a:pPr>
                      <a:r>
                        <a:rPr b="1" lang="en-IN" sz="1800"/>
                        <a:t>2</a:t>
                      </a:r>
                      <a:endParaRPr b="1" sz="1800"/>
                    </a:p>
                  </a:txBody>
                  <a:tcPr marT="45725" marB="45725" marR="91450" marL="91450"/>
                </a:tc>
                <a:tc>
                  <a:txBody>
                    <a:bodyPr/>
                    <a:lstStyle/>
                    <a:p>
                      <a:pPr indent="0" lvl="0" marL="0" marR="0" rtl="0" algn="l">
                        <a:spcBef>
                          <a:spcPts val="0"/>
                        </a:spcBef>
                        <a:spcAft>
                          <a:spcPts val="0"/>
                        </a:spcAft>
                        <a:buNone/>
                      </a:pPr>
                      <a:r>
                        <a:rPr b="1" lang="en-IN" sz="1800"/>
                        <a:t>3</a:t>
                      </a:r>
                      <a:endParaRPr b="1" sz="1800"/>
                    </a:p>
                  </a:txBody>
                  <a:tcPr marT="45725" marB="45725" marR="91450" marL="91450"/>
                </a:tc>
                <a:tc>
                  <a:txBody>
                    <a:bodyPr/>
                    <a:lstStyle/>
                    <a:p>
                      <a:pPr indent="0" lvl="0" marL="0" marR="0" rtl="0" algn="l">
                        <a:spcBef>
                          <a:spcPts val="0"/>
                        </a:spcBef>
                        <a:spcAft>
                          <a:spcPts val="0"/>
                        </a:spcAft>
                        <a:buNone/>
                      </a:pPr>
                      <a:r>
                        <a:rPr b="1" lang="en-IN" sz="1800"/>
                        <a:t>3</a:t>
                      </a:r>
                      <a:endParaRPr b="1" sz="1800"/>
                    </a:p>
                  </a:txBody>
                  <a:tcPr marT="45725" marB="45725" marR="91450" marL="91450"/>
                </a:tc>
                <a:tc>
                  <a:txBody>
                    <a:bodyPr/>
                    <a:lstStyle/>
                    <a:p>
                      <a:pPr indent="0" lvl="0" marL="0" marR="0" rtl="0" algn="l">
                        <a:spcBef>
                          <a:spcPts val="0"/>
                        </a:spcBef>
                        <a:spcAft>
                          <a:spcPts val="0"/>
                        </a:spcAft>
                        <a:buNone/>
                      </a:pPr>
                      <a:r>
                        <a:rPr b="1" lang="en-IN" sz="1800"/>
                        <a:t>4</a:t>
                      </a:r>
                      <a:endParaRPr b="1" sz="1800"/>
                    </a:p>
                  </a:txBody>
                  <a:tcPr marT="45725" marB="45725" marR="91450" marL="91450"/>
                </a:tc>
                <a:tc>
                  <a:txBody>
                    <a:bodyPr/>
                    <a:lstStyle/>
                    <a:p>
                      <a:pPr indent="0" lvl="0" marL="0" marR="0" rtl="0" algn="l">
                        <a:spcBef>
                          <a:spcPts val="0"/>
                        </a:spcBef>
                        <a:spcAft>
                          <a:spcPts val="0"/>
                        </a:spcAft>
                        <a:buNone/>
                      </a:pPr>
                      <a:r>
                        <a:rPr b="1" lang="en-IN" sz="1800"/>
                        <a:t>8</a:t>
                      </a:r>
                      <a:endParaRPr b="1" sz="1800"/>
                    </a:p>
                  </a:txBody>
                  <a:tcPr marT="45725" marB="45725" marR="91450" marL="91450"/>
                </a:tc>
                <a:tc>
                  <a:txBody>
                    <a:bodyPr/>
                    <a:lstStyle/>
                    <a:p>
                      <a:pPr indent="0" lvl="0" marL="0" marR="0" rtl="0" algn="l">
                        <a:spcBef>
                          <a:spcPts val="0"/>
                        </a:spcBef>
                        <a:spcAft>
                          <a:spcPts val="0"/>
                        </a:spcAft>
                        <a:buNone/>
                      </a:pPr>
                      <a:r>
                        <a:rPr b="1" lang="en-IN" sz="1800"/>
                        <a:t>8</a:t>
                      </a:r>
                      <a:endParaRPr b="1" sz="1800"/>
                    </a:p>
                  </a:txBody>
                  <a:tcPr marT="45725" marB="45725" marR="91450" marL="91450"/>
                </a:tc>
              </a:tr>
            </a:tbl>
          </a:graphicData>
        </a:graphic>
      </p:graphicFrame>
      <p:sp>
        <p:nvSpPr>
          <p:cNvPr id="850" name="Google Shape;850;p5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851" name="Google Shape;851;p5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852" name="Google Shape;852;p5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60"/>
          <p:cNvSpPr txBox="1"/>
          <p:nvPr>
            <p:ph type="title"/>
          </p:nvPr>
        </p:nvSpPr>
        <p:spPr>
          <a:xfrm>
            <a:off x="1043490" y="1027664"/>
            <a:ext cx="7024744" cy="189728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accent1"/>
              </a:buClr>
              <a:buSzPts val="2800"/>
              <a:buFont typeface="Century Gothic"/>
              <a:buNone/>
            </a:pPr>
            <a:r>
              <a:rPr b="1" lang="en-IN" sz="2800"/>
              <a:t>Insertion Sort-</a:t>
            </a:r>
            <a:br>
              <a:rPr b="1" lang="en-IN" sz="2800"/>
            </a:br>
            <a:br>
              <a:rPr b="1" lang="en-IN" sz="2800"/>
            </a:br>
            <a:br>
              <a:rPr b="1" lang="en-IN" sz="2800"/>
            </a:br>
            <a:endParaRPr b="1" sz="2800"/>
          </a:p>
        </p:txBody>
      </p:sp>
      <p:sp>
        <p:nvSpPr>
          <p:cNvPr id="858" name="Google Shape;858;p6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859" name="Google Shape;859;p6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860" name="Google Shape;860;p6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61"/>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sz="2400"/>
              <a:t>Insertion Sort-</a:t>
            </a:r>
            <a:endParaRPr b="1" sz="2400"/>
          </a:p>
        </p:txBody>
      </p:sp>
      <p:sp>
        <p:nvSpPr>
          <p:cNvPr id="866" name="Google Shape;866;p61"/>
          <p:cNvSpPr txBox="1"/>
          <p:nvPr>
            <p:ph idx="1" type="body"/>
          </p:nvPr>
        </p:nvSpPr>
        <p:spPr>
          <a:xfrm>
            <a:off x="827584" y="1484784"/>
            <a:ext cx="7704856" cy="4347845"/>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Incremental algorithm.</a:t>
            </a:r>
            <a:endParaRPr/>
          </a:p>
          <a:p>
            <a:pPr indent="-274320" lvl="0" marL="342900" rtl="0" algn="l">
              <a:spcBef>
                <a:spcPts val="400"/>
              </a:spcBef>
              <a:spcAft>
                <a:spcPts val="0"/>
              </a:spcAft>
              <a:buSzPts val="1520"/>
              <a:buChar char="🞇"/>
            </a:pPr>
            <a:r>
              <a:rPr lang="en-IN" sz="2000"/>
              <a:t>Considers the elements one at a time, </a:t>
            </a:r>
            <a:endParaRPr sz="2000"/>
          </a:p>
          <a:p>
            <a:pPr indent="-274320" lvl="0" marL="342900" rtl="0" algn="l">
              <a:spcBef>
                <a:spcPts val="400"/>
              </a:spcBef>
              <a:spcAft>
                <a:spcPts val="0"/>
              </a:spcAft>
              <a:buSzPts val="1520"/>
              <a:buChar char="🞇"/>
            </a:pPr>
            <a:r>
              <a:rPr lang="en-IN" sz="2000"/>
              <a:t>Inserting each in its suitable place among those already considered (keeping them sorted).</a:t>
            </a:r>
            <a:endParaRPr/>
          </a:p>
          <a:p>
            <a:pPr indent="-274320" lvl="0" marL="342900" rtl="0" algn="l">
              <a:spcBef>
                <a:spcPts val="400"/>
              </a:spcBef>
              <a:spcAft>
                <a:spcPts val="0"/>
              </a:spcAft>
              <a:buSzPts val="1520"/>
              <a:buChar char="🞇"/>
            </a:pPr>
            <a:r>
              <a:rPr lang="en-IN" sz="2000"/>
              <a:t>It builds the sorted sequence one number at a time.</a:t>
            </a:r>
            <a:endParaRPr/>
          </a:p>
        </p:txBody>
      </p:sp>
      <p:sp>
        <p:nvSpPr>
          <p:cNvPr id="867" name="Google Shape;867;p6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868" name="Google Shape;868;p6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869" name="Google Shape;869;p6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62"/>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sz="2400"/>
              <a:t>Insertion Sort-</a:t>
            </a:r>
            <a:endParaRPr b="1" sz="2400"/>
          </a:p>
        </p:txBody>
      </p:sp>
      <p:sp>
        <p:nvSpPr>
          <p:cNvPr id="875" name="Google Shape;875;p62"/>
          <p:cNvSpPr txBox="1"/>
          <p:nvPr>
            <p:ph idx="1" type="body"/>
          </p:nvPr>
        </p:nvSpPr>
        <p:spPr>
          <a:xfrm>
            <a:off x="827584" y="1484784"/>
            <a:ext cx="7704856" cy="4347845"/>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Similar to the way you sort playing cards in your hands.</a:t>
            </a:r>
            <a:endParaRPr/>
          </a:p>
          <a:p>
            <a:pPr indent="-274320" lvl="0" marL="342900" rtl="0" algn="l">
              <a:spcBef>
                <a:spcPts val="400"/>
              </a:spcBef>
              <a:spcAft>
                <a:spcPts val="0"/>
              </a:spcAft>
              <a:buSzPts val="1520"/>
              <a:buChar char="🞇"/>
            </a:pPr>
            <a:r>
              <a:rPr lang="en-IN" sz="2000"/>
              <a:t> The array is virtually split into a sorted and an unsorted part. </a:t>
            </a:r>
            <a:endParaRPr sz="2000"/>
          </a:p>
          <a:p>
            <a:pPr indent="-274320" lvl="0" marL="342900" rtl="0" algn="l">
              <a:spcBef>
                <a:spcPts val="400"/>
              </a:spcBef>
              <a:spcAft>
                <a:spcPts val="0"/>
              </a:spcAft>
              <a:buSzPts val="1520"/>
              <a:buChar char="🞇"/>
            </a:pPr>
            <a:r>
              <a:rPr lang="en-IN" sz="2000"/>
              <a:t>Values from the unsorted part are picked and </a:t>
            </a:r>
            <a:endParaRPr sz="2000"/>
          </a:p>
          <a:p>
            <a:pPr indent="-274320" lvl="0" marL="342900" rtl="0" algn="l">
              <a:spcBef>
                <a:spcPts val="400"/>
              </a:spcBef>
              <a:spcAft>
                <a:spcPts val="0"/>
              </a:spcAft>
              <a:buSzPts val="1520"/>
              <a:buChar char="🞇"/>
            </a:pPr>
            <a:r>
              <a:rPr lang="en-IN" sz="2000"/>
              <a:t>Placed at the correct position in the sorted part.</a:t>
            </a:r>
            <a:endParaRPr/>
          </a:p>
        </p:txBody>
      </p:sp>
      <p:sp>
        <p:nvSpPr>
          <p:cNvPr id="876" name="Google Shape;876;p6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877" name="Google Shape;877;p6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878" name="Google Shape;878;p6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data:image/png;base64,iVBORw0KGgoAAAANSUhEUgAAASQAAACsCAMAAADlsyHfAAAA+VBMVEX9+/v////px6//VVXX19fMzMzJycna2trQ0ND/U1P/Rkb/RUX/TU3/T0//SEjIxsbq6en/Pz//+fn/8PD/3Nz4+Pjj4uL/o6P/W1v/h4f/eXnv7+//Z2f/7+//m5v/ra3/z8//v7//5eX/bGz/nZ3/uLiNjIz/cnL/lZX/zMz/gYH/5+e1tLT/rq6cm5v/vr6rqqqXlpbhvaSGhYUAAAD/OTn/j4/QxMHSv7PWuKP/fn7HrJraysCysrJsa2s8PDt2dXXRjYztlpbSo6HUZ2fjSUnn2tfXVlb/JyfsMzPZvr7FqqrHbm7JtqnTsprPwrq3pJidkYrBrqHNPsHBAAAXs0lEQVR4nO1dCWPiOJa2wmEbH9hgG4ghXCEJCSEk1aQqqUpPz+xu7+zRx+z//zGry7Yk3wacdHe96g5ghCV/fnq3ZEn6Tt/pO32n7/SdvtN3em8CWfTeg3tvIiC4stLdbR8ft/D/q0dMV1dX8CP8s9u0ZFf6a4KFr9pvbiAc28ddt+n5aWzkNTe7x+3Vdrshbd575DURulL5DbLLrm1JuTMqQMv1ujvIbBv8k9rG+h6ErtZD19q1yssbwlgbOCO7f1qeQpelbK8eN4ddIfqxvIOnsf58OCEO+vTYdo9zZZghr666f6Kph+799urNP+oVIY5qQrHvfRicAgFSZThQi23xPT/6qNCw/LdPW+sjwATkrtJsNhXZ83yCE8D/Cv0WdK927gmvAuK0+7Tz3xsndxOoItf35CYhGZo2rgty4ALg7Uo5+fgBsLY1dJNJm5iF57Wlq667a8oyxkyBbyzELUAQpGDzyatl7ODkDJvTfzduBRPYmi1w1Q54zCIspqBZafnIkZCA+0mpT6oi0fdovRNKflOAyP3EfgDbDdjwPoXrWx7Eytv9iCDzXJG/TkZA2l3J78JNsiuAJMc4y2orV11PaPe3H9/wq48Aayv1DB2AzVXzHVBCMwbcTWfBxSsiaFAcNOHo3O7We7Oigz/88CPTxN+49QwXYDlYT18Rodk2saeNOb3cqxhGoWD3u2/+YxdgpKwfPomtahowALsrt16YAALp4RmsR2kgtdmQmSfLYNOVtt7mTWjmtmsbOHCvarslpEME0p0D5jfBxYogiYIdWlBAslzIUrz06tY4btD8qdY5RzG4XpPXmEiKCXaIo9LC+m7TBY9KBGZNUgkTAI+7+vQcZZT5Nb3U2GwjKPQmDEbQiVHabQKeL0GWUrDb7tc1ZjJw+afaJBMBSTL7KbPtjsyp8TQ8YlHrs7XzQiAhS7Xkwv7ekUYOPtVmDWCQRvcBRi0Oov707/h1eh7xUdSivWlGNoHrBWZnTQOHMO3qkt8IpNkYOD3CE20OpOngM3pxOpGGY1H0FWhJBryH8JKR0wfculgKtLf1dISmkz5w9mS+8Rmyu8E/EGv0zFkwG4FlcS08Bf4nhyDhU0jbjfRWj7wAzcca+gEWQmF6Obom8PDerjP4N/Ryfr+64Bip34vaIIigBxeBRMDr1qPrgPypBpQEK4hXbotLBNrqGhh39AieXPeatooauS0LWQVNwefzfzr94CWEUg0zDml4Zw4kquJ55Sb9A/19Np/HFLQZNj1tqbdnm1kt9DNL4W0stx7BBLont2KRGbTY2zeN/QAzipBoJVJaujaQTOot7X9HH6Hd2Rvz7eQmfWHZqVlPaABsvVN3AUFybFVV9Vd0XY/8tUv0mvdYYJ3rGpI7s/0gVgDRbFPT220qkWza1aTjfjp1P4gFLjsNQ3fwNQrXTl762IpyNB2LcX11ec43U7outsPJJ19pWn6dJRDAP7VYwjjcdJZEXwmhXHjZk+mCfliZ/4EwnI6AZHOt2nSOuuGvvc+//Qzb7uqKMV2dtiPKLEN6cXxOwIcz57qj3a2wlbTa/zdiDrsHBjdsK0ZcbyOR1Pz8GbzV5fL6p7WWKEiBhueFDfpurKrDjoo+Of+J/vY0MNkzZhKQfTAJw5qbFuOnKM26smXQcjnp6Tk7SZht2GPRGqpu4IsmbDLQbBxVWbwOX+EbzwIP4386wU9axByghK2CUw4/vIqTRvx4kHhTkhRVLXXzFWOAzAHknhBz27EN1dBGFjS1e401CCMpiitzp5SVOvIb4KSi2/XYK+KVG9FW09t+CNnA7gROXENtQPovBEhj1df16/BXPlD4kyqnD+yCIwklN1GKcv6qzDuvhCMC5YYY6drQL68xWzkawshEB8dTaT8Dt2vmLH6LM0qlk0c0wONxzuMng8RezZbjJJmT4thpW5kNw9DRxwcTspKN1N35DTDmUD+Gwht4Ho4OsCgd7DmAHNrltTikby7lmDTbQpDQn37H0O1n9G7WaTS0/4Fvnl/BEHq7r6xVYCER32RFk3KYMQAkpd3NovYu82tIh0hGDglOufHSioba7NcV5RhV7SD7+3IJlpcYKpZ8dFqXMwcOupXNbjwbUZL8buU6Ao5drB17Vg4+nyDWj+bUwP47erkBA8hZg6UwJBLjZcyBQ2S3oAiqUrtqEoq3ALh5zYHER74R3f0vfbNcgPtGfEiEK+XgLAeABCwx81eRthV5iYOCm22cRE/IveE41DlUaQ+NkdGLfR2ejXCBK1fGKKk2qCL9aFUbAHuTOFNSSf1AjiAMoRSXUMgOcaBzceHwTWh6HJsDh+R+jgdSO8d7AbhsNNaGA4ljFyXlPSEZ89lQHV7QOO6FrVO9F1Egbb0WOERuA5zAIbfiMGq2WplrE7xvX15evnwTPSkWJI8Vj01mSG6sYskjeuvcUPU9luUruwHtps5AGFQwZZXuIdXvCKS5OhoeDlIzCyTw7ekM08s3oRUD0o6VQizzxKS2ReG87pjmHlvkxElRO4JwCnOXUqt6fQMGaeyApTCdK4AkZ3G0TzGC9IUz61hOYtmZNZIscYGRTzmrN5qv5xijO42gpInXEXGn3/aramAE0uUEnB8BpAzZCL6dRfSFa8fMJDbgliWR3OBAhGrfJJykgl6fb2xFHcjKASABZ60n6VDUuUPQ6zlOSotiIL0wIJ19Zhr6jFG8TQamKQhMNy7G6XRT9ellRztfcN+wRo4iV1pxgEG6WIoGK6Herd3RdKg+LjRNE4ViGZAkDqQnpkSGFclssCzCTsxeJivkaxWjNNTVhmHz04ItwXBbFeYcoOUJ48TpNkJMrNqLFQpLqGzSNBGk9G5cDiR2wjEIpMw2kW+SjZYbvUHmG2QpQ1BDLvuTZnlmwiAteskyqWdTHr4mE36c0IYFKb13AaSnSNMwILGmZHTYF9wmvugkpAEBiZC9EL5lf9QqbfXinw8XySA5HXJ3xlS/mlliqcR0OzsL7QCWTxjRw8RPBPWfZvxOWZBiOo77WenQEgbp+cbR+uJpAUq5NwIebuD/MjDKnm5AACmSSgzLMOIpgk5w2hJqvAkNdJXcSjTcBKuPyQ60SmJEQJJuUsykocrcnob+nNgoAilDu305S2YlZl5tonnFiHNeIilpS7LBs0FHCbGyZwkNop/KZUsr06Y4obWt0o4hGeYkq21xOwkb3kHbxCBEdJDHSAiBszQ09I6GdHBHGyZhxBjf1UCCF99Pdt5muhGgpA8zMcoB6WcBpKdAekZ4MGIjhIYPTnrpGDn765Uz6fcmd06qWRwY36UjSwikwX54v08RypMhFYjmbY4PnA2SJ4B09jNpzDBNVE8SKTROalvxhTkh3Yj6LIk8coJKIC0NVVXttBtwrWPFdpPydUjZ2o3x3XhTKQIpugkhI3G7QvgZGBUMYuBFY3LplAACaa2pqnmeeuYlnHH5GOWAJKq3sxcy1CgIkjTbWImU6IyUJb8FKkSWiDGpZ4HQU1XjOv3rgHJAEtUbtSejmRWZkiH/sE6bFNMwD4N5/qhEcpUK0Tei3WbJrhultZat1wjlgCSqNyqU/ARZHMxATvOJGE2GHb0zvAOlqUIul3aeHSgZXxboPNOYTJDcWChFXMPMpuAdK7VjhnYDqV1DFdTN7PI+9352q4KUTdMiwaZskOKS+wUfDpmlGwqn4BDLZPG5ZmLjzZxyR29tXc92w/HJyhbjFAJpUUR5ZE+3mPdGLKXYUjYQMRIzsvggRwa23owRe/DGRAftNd90MbgQrMtWSWuyEEiFKAekmOQ++xkdDkEK4ySB/cg4bQkO242OvQBzBaIJ17eJi8kHK+4Rdwm6u1kuSXhUkDI7iklu7L6FIIWmZHCE8XETHLYVtnHV4WypDR/osTWagvCfxgqqGfaszBH/82aprEB9ICVL7hCkcEYr3AtIcdhmJgFJh4awRu0XGtkxzkEvkg/XRmKEySsTeqttukluTHK7jEwKizZoZiRy2qzEWoVJJ/K8A6+/r5FgxcNI6zwH3GTiCIpqzoUTWCXspdo4KW5zo5hSCFJoSlIOCtV/isPW7zAxnEB8mzSyA7lLb1CUVIIjnIJCxMwvjlJ9nBSX3FAuxLUbORCaT7EtOij1aAqJgHJLDo7VKM6tU+DIdDNuph1biOO7hSOUNYIkRkuQ5A5AkgJjkcZtA4mU6rD1O2oUEOzMycFzI+IulS61JME4nEURjQM/My9/KpCye0oCKRDcSjC9CCih05ZazrHoBHFIKIQCp+rWCJkLimpyDqoGScJJyC62PxwnSVZMcgNJTIWQoECo89IHNzdRJLIDydSeA0hfGU4yaHkgNc0JoB2BlbJv63uA5MYktxtmRQJTkqATsFVGWdCr9jx37iYTx5lFTu4QZytIrFmjh+dmpAZFkEDB+VYjSHH15oVmdaDcMEhB9jYDI+ciwVPqaZC7EGt1OtoysIsoSFROCf7wBwQpIVoS6Hd6ycSnpYykZHiMSQkwMN+fr5y7fn/hOJHpyCQtVVvwfa2Cdve7gvQtUG5B+T4W25S7UjNsaSSNkqIk5zqSXSb8X1PnwndFbYA6QYqpt5cApMBxU8I/iQ5bNiVmMnr75RRyV2+yiGdRrKIrZ+sEKea9Pbm8qYjFOMUoPXtUigbJOThExU3uGkGKx92ePAoSVW4IH2IUJDtsFSi9ekH6iG6JFI+7nX0jglumegxBhqV2VvboWFSibKI+izvBBjh74cBAjISdNj8je5Qf+l8PHnKK8hCVKS2pFaSYi/tEemdmG2KkjAzb3WseSL2lpptGblC+VDagVpBiNsAZkUnElETSCH+ODWl2/zCfOev5YGyPxO9EIglnLSdnUi5jkgNS7+GC6If15WCd2bISSE9cdTvaHQLEDe0+4g0TWtKmHo+dieTQwFtmlVDZxW/ZIDm6qevaK+gNO/B1nDnV8wV3Gki0JkYhky02oCHjtmp5dRHUwM6pXCxZXJoN0hiPT5uRrvXMgoACIMWtSWwxkjWlUGQjpy3msK0Y56uRWJDHtSYg6RcZyl8uu6AqE6SJjf1n42JMw4DHBukr83vCSHFn5NZgQcrTWzRBYMzObXWa3MQrvX4iEySHibY3DisszQKJbiuNnLbEDBsLUl4Se6GRQKRhNFIqZayKJcpp1GerAVHXWcOrDJKFt2eVUSFuksPm4JQjDdbmyiSJcBJtnZDx9issfMuWSed6g4HJzFwSUEC7xUD6Jfq5Av8ll/ut0E4S6hhH08wcFQuAEdzRZPFdab1yNkiTRljTqjbM68ySgAIgJeQnIWFGcj3XSnPYnFd1tCD3Sb9PbhIRe1fjrF9te4A8O2kZ6hYtp9itwHTzRA/3N/RDbEoqoBVf+ccQqWVXjWz7B+A8W5hsirN+tdXKuRb3TQf3qGoPOQ2rgPQ5+rWVvWJ6RFg6F6SeGQlRoyEqmorbTOS7JQOy+CZXGBSIAsTyJQgkXBJr+e3sksiHDs5WBxm2VHI6KM6NyrlN+1o0qqquei/gu13Am5OPUQGZFM+XIGDwmlK0NjWblmi+6ZmGNB6sfbtyFiiLso4pwqJptiog4Z1m8lsVACkWUApnWGubdWpEvXMb8kaeLTl5TjfJlaqrSwuBdKdlmtqUCoAkxkqw64aUmxd/ukucnHl+VWKG19Ksvll3oVDJbW4ZIigkk0QP91cfPaYIUCvgtNSstrdDcZAeClQoVwKJOiGt9OxRr0CQsQh5B+0wUQSklNU5PBUBSbAmv0rYcRN3cmVonb8SoRBZRQtIqoNUiIoIbiFfgly3K35fCUS9+XzmLJzZ/KaxT4zWFmFsjvzD9nSrNVsiqjcSBBAjSPOOiQKR0NLRxRXHmJxcHSfSYRtM1Q2SoN5+QaWLojcyt9XQ/2IM7NlqvXYgdw3G+8Q4UUaC4OD93GoGiZfc0L/dWOJDfI2ogk3VA+fLGXZwnBtyl6ol4NF/Ts/UHv7Ml3plEpA5kLB/K4htEsmnK6MDkCadKACidqK2K5RFmc2n11qGKX74juI1yyRecn9GFlKXd2yDFeRBqBrTs87ERwM5Jb3akLsQ6WpGCKX8epvTglSgO05yQ39tKz6Cg5bLqpzTr0YVfdF69utokXtGMO7ArRPfBSROcpNUpFCFPFF1VTVJIDIILY5VhpN0cmymRccanTSPRTnGk4PqBomL4MrIlmz5gqHUu1Ebq6muMoA8aGpQQRvKJG7fjTSQSq9u/wgg8SElBdmS1i5ph0KdhvKp3TjSVFUfksJRqt3uC4DkHeCwnQqkImqEFUrEjNw142UkCyq+7UDdz5fqBc2pmXQlCdZ4VFoly6TyGbaPARInlH4HqBKw7bXihSREKPORfBrC1WlMYo2yKOYSN9STDEy/0o5SHwEkVig9bfAKjy7aL1NwTpDdLa5zoDunhOr+bjS8XZDkspHgCJdYYfPRQOKE0q8Imtaua0mKL8RvV5ppCslFkstVuaVra5pkjq/Jdw9y/N8VJHHjst9bFvDB249NWRZG0n9YCXHGvonmG78IMqgiia/ZP+Jm7rWDFN9F4evXr798+e1fv+9y49x3Q80UyrgcIuHNmEw65uON6gcplusO6eu/cmu3ZytR19+ihW+x/QGOyUfvAVIsQ8nCVLrCHfp1tqmNxTDcERy29wQpvhaXpV8r1G/fPcTCJMdw2N4VpHihMofSMSq4y5b7HQWko+wwEfYYr8Fl6aXYJupSVobtOM5ISZDuj7BXSdRjuuTG9FRkh/DZbfp3XuXnFRwE0jJ7Q1cnAKkYJ2VJbozS57SO1vP1DGVRLof79Ght0UVsRwZppplZRa89skF/UZCyJTem/0sehtEJsiiqnioAqpT7HQEkqaEa6ZuZAXBtLiVQfLrlSO5UlJx9FIhMMLApHZo9qgrSNSpkTS0r6Q/1hjHslwEptsQkAaV44nsZhHXVhrAjEIvRSZ4slQ8SWazRSUPp3lRVFXkFhadbjnoj9LuIUp9NEKSCdDyntgxI/bFO7l8nZVwz255r+/WxQYoZ3z1TZUB6TR7MiZ5HmwOSY4T1+Po4WXpPJqCPvILiIOXYAAFKgvFNAyX4T4pMOq4zUhSkmc3ePr363rdcl3k2ACXBRZHGJopzcxkTniqX+x0GUrSLMt4TJLkOZv66oiAV7DJWX5qGEh/TlQaqPn0g8aNOAle3Tvak0kyQwv24g5ekRrOhM16DEpwUX7CcRgnG95DYAUx2JIDr2A5bUZCind3Ja+ICnOk9wI+pPwFIceO7p9FNR7DF7Qym0yXNp8jHdtiKgkTVbvYzAiBId4sTgYRTBRyRFXjkdvX3uk6e/Xq87FF5kMCt3mCfNpFYlXBPHbvigrsESDHjG6sSOhIIErTR8OETOGyFQULF0x00omf4al8ktunrozkFqWCfRQU3od/57ta6adrUsnXulypeS3kKh60wSFB2r2fYl+zPZilFeM6QPM2ouHaLLVbK4SXe+O7NV0gM9aZIpw5NTTqRw1YCpHyCMskppd0KGpMRJUa+jcvRM7Rk0XPvDn986+lBmoLVJSjDSYXcEg6l+GLB4T2QbPr+1BgdAaQ7bWA6pUAqEAUQKBb5XkL5+PwMcB3uyTE6RiLgbhXIpIJBt19Lg3T2Kx/5Ho3wQ10RVGB3YoQgHe+Zk63C4dvyGEGU2FKBm3MAVkMMFdgV3SnqADoaSG5TOUq2JI0YF+XOQIUSGKrqz98tQ0d7Dm4XZD+YM6TYysCiKP3GgDSzpSmy/0/osLEEWkfZGEyxlGJ7yRYNlCRQaHxP943+A/K2j1TuV2DU3SIr8rLJ7/pWs5j7VEG3xVGC082YnNhhE4bd/dRtHURtGYrtopsSV5xtBKXA+O7/U10dr9yvCIHWY0s5kNC+bIX6Ug7A6OylHRjfk5M7bLGRu+32gbzULZhbPmS2nb24zNaKRyz3K0gHS6WCD3UuHLpNxAiqMiBT47vwZtp/PKpoJIUYIZg3suta3RM7/u9K1cX2L/S5Nejpv4p3wOPIPzpVZ6SnL1IES9HJ/cekqtb22ZP4bPg/L1W2tl+OXpf1cami/n/5VvYxWn9gqsZIT38liCoy0l9ppiGqYkiySu2vQBX0/19IqVHKLyiNYfTznx2j/wf6JNI9m8Z63gAAAABJRU5ErkJggg==" id="879" name="Google Shape;879;p6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id="880" name="Google Shape;880;p62"/>
          <p:cNvPicPr preferRelativeResize="0"/>
          <p:nvPr/>
        </p:nvPicPr>
        <p:blipFill rotWithShape="1">
          <a:blip r:embed="rId3">
            <a:alphaModFix/>
          </a:blip>
          <a:srcRect b="0" l="0" r="0" t="0"/>
          <a:stretch/>
        </p:blipFill>
        <p:spPr>
          <a:xfrm>
            <a:off x="1043608" y="3573016"/>
            <a:ext cx="4446803" cy="26193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63"/>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sz="2400"/>
              <a:t>Insertion Sort-</a:t>
            </a:r>
            <a:endParaRPr b="1" sz="2400"/>
          </a:p>
        </p:txBody>
      </p:sp>
      <p:sp>
        <p:nvSpPr>
          <p:cNvPr id="886" name="Google Shape;886;p63"/>
          <p:cNvSpPr txBox="1"/>
          <p:nvPr>
            <p:ph idx="1" type="body"/>
          </p:nvPr>
        </p:nvSpPr>
        <p:spPr>
          <a:xfrm>
            <a:off x="827584" y="1484784"/>
            <a:ext cx="7704856" cy="4347845"/>
          </a:xfrm>
          <a:prstGeom prst="rect">
            <a:avLst/>
          </a:prstGeom>
          <a:noFill/>
          <a:ln>
            <a:noFill/>
          </a:ln>
        </p:spPr>
        <p:txBody>
          <a:bodyPr anchorCtr="0" anchor="t" bIns="45700" lIns="91425" spcFirstLastPara="1" rIns="91425" wrap="square" tIns="45700">
            <a:normAutofit fontScale="92500" lnSpcReduction="20000"/>
          </a:bodyPr>
          <a:lstStyle/>
          <a:p>
            <a:pPr indent="0" lvl="0" marL="68580" rtl="0" algn="l">
              <a:spcBef>
                <a:spcPts val="0"/>
              </a:spcBef>
              <a:spcAft>
                <a:spcPts val="0"/>
              </a:spcAft>
              <a:buSzPct val="76000"/>
              <a:buNone/>
            </a:pPr>
            <a:r>
              <a:rPr lang="en-IN" sz="2000"/>
              <a:t>Suppose a[0], a[1], a[2], …………….,a[n-1] are n elements in memory, insertion sort works as follow:</a:t>
            </a:r>
            <a:endParaRPr/>
          </a:p>
          <a:p>
            <a:pPr indent="0" lvl="0" marL="68580" rtl="0" algn="l">
              <a:spcBef>
                <a:spcPts val="370"/>
              </a:spcBef>
              <a:spcAft>
                <a:spcPts val="0"/>
              </a:spcAft>
              <a:buSzPct val="76000"/>
              <a:buNone/>
            </a:pPr>
            <a:r>
              <a:rPr b="1" lang="en-IN" sz="2000"/>
              <a:t>Pass 1:</a:t>
            </a:r>
            <a:r>
              <a:rPr lang="en-IN" sz="2000"/>
              <a:t> a[0] by itself is trivially sorted.</a:t>
            </a:r>
            <a:endParaRPr/>
          </a:p>
          <a:p>
            <a:pPr indent="0" lvl="0" marL="68580" rtl="0" algn="l">
              <a:spcBef>
                <a:spcPts val="370"/>
              </a:spcBef>
              <a:spcAft>
                <a:spcPts val="0"/>
              </a:spcAft>
              <a:buSzPct val="76000"/>
              <a:buNone/>
            </a:pPr>
            <a:r>
              <a:rPr b="1" lang="en-IN" sz="2000"/>
              <a:t>Pass 2: </a:t>
            </a:r>
            <a:r>
              <a:rPr lang="en-IN" sz="2000"/>
              <a:t>a[1] is inserted either </a:t>
            </a:r>
            <a:endParaRPr sz="2000"/>
          </a:p>
          <a:p>
            <a:pPr indent="0" lvl="1" marL="365760" rtl="0" algn="l">
              <a:spcBef>
                <a:spcPts val="333"/>
              </a:spcBef>
              <a:spcAft>
                <a:spcPts val="0"/>
              </a:spcAft>
              <a:buSzPct val="76000"/>
              <a:buNone/>
            </a:pPr>
            <a:r>
              <a:rPr lang="en-IN" sz="1800"/>
              <a:t>before or after a[0] so that a[0], a[1] is sorted.</a:t>
            </a:r>
            <a:endParaRPr/>
          </a:p>
          <a:p>
            <a:pPr indent="0" lvl="0" marL="68580" rtl="0" algn="l">
              <a:spcBef>
                <a:spcPts val="370"/>
              </a:spcBef>
              <a:spcAft>
                <a:spcPts val="0"/>
              </a:spcAft>
              <a:buSzPct val="76000"/>
              <a:buNone/>
            </a:pPr>
            <a:r>
              <a:rPr b="1" lang="en-IN" sz="2000"/>
              <a:t>Pass 3:</a:t>
            </a:r>
            <a:r>
              <a:rPr lang="en-IN" sz="2000"/>
              <a:t> a[2] is inserted into its proper place in a[0],a[1], </a:t>
            </a:r>
            <a:endParaRPr sz="2000"/>
          </a:p>
          <a:p>
            <a:pPr indent="0" lvl="1" marL="365760" rtl="0" algn="l">
              <a:spcBef>
                <a:spcPts val="333"/>
              </a:spcBef>
              <a:spcAft>
                <a:spcPts val="0"/>
              </a:spcAft>
              <a:buSzPct val="76000"/>
              <a:buNone/>
            </a:pPr>
            <a:r>
              <a:rPr lang="en-IN" sz="1800"/>
              <a:t>that is before a[0], </a:t>
            </a:r>
            <a:endParaRPr sz="1800"/>
          </a:p>
          <a:p>
            <a:pPr indent="0" lvl="1" marL="365760" rtl="0" algn="l">
              <a:spcBef>
                <a:spcPts val="333"/>
              </a:spcBef>
              <a:spcAft>
                <a:spcPts val="0"/>
              </a:spcAft>
              <a:buSzPct val="76000"/>
              <a:buNone/>
            </a:pPr>
            <a:r>
              <a:rPr lang="en-IN" sz="1800"/>
              <a:t>between a[0] and a[1], </a:t>
            </a:r>
            <a:endParaRPr sz="1800"/>
          </a:p>
          <a:p>
            <a:pPr indent="0" lvl="1" marL="365760" rtl="0" algn="l">
              <a:spcBef>
                <a:spcPts val="333"/>
              </a:spcBef>
              <a:spcAft>
                <a:spcPts val="0"/>
              </a:spcAft>
              <a:buSzPct val="76000"/>
              <a:buNone/>
            </a:pPr>
            <a:r>
              <a:rPr lang="en-IN" sz="1800"/>
              <a:t>or after a[1], </a:t>
            </a:r>
            <a:endParaRPr sz="1800"/>
          </a:p>
          <a:p>
            <a:pPr indent="0" lvl="1" marL="365760" rtl="0" algn="l">
              <a:spcBef>
                <a:spcPts val="333"/>
              </a:spcBef>
              <a:spcAft>
                <a:spcPts val="0"/>
              </a:spcAft>
              <a:buSzPct val="76000"/>
              <a:buNone/>
            </a:pPr>
            <a:r>
              <a:rPr lang="en-IN" sz="1800"/>
              <a:t>so that: a[0],a[1], a[2] is sorted.</a:t>
            </a:r>
            <a:endParaRPr/>
          </a:p>
          <a:p>
            <a:pPr indent="0" lvl="0" marL="68580" rtl="0" algn="l">
              <a:spcBef>
                <a:spcPts val="370"/>
              </a:spcBef>
              <a:spcAft>
                <a:spcPts val="0"/>
              </a:spcAft>
              <a:buSzPct val="76000"/>
              <a:buNone/>
            </a:pPr>
            <a:r>
              <a:rPr lang="en-IN" sz="2000"/>
              <a:t>……</a:t>
            </a:r>
            <a:endParaRPr/>
          </a:p>
          <a:p>
            <a:pPr indent="0" lvl="0" marL="68580" rtl="0" algn="l">
              <a:spcBef>
                <a:spcPts val="370"/>
              </a:spcBef>
              <a:spcAft>
                <a:spcPts val="0"/>
              </a:spcAft>
              <a:buSzPct val="76000"/>
              <a:buNone/>
            </a:pPr>
            <a:r>
              <a:rPr lang="en-IN" sz="2000"/>
              <a:t>……</a:t>
            </a:r>
            <a:endParaRPr/>
          </a:p>
          <a:p>
            <a:pPr indent="0" lvl="0" marL="68580" rtl="0" algn="l">
              <a:spcBef>
                <a:spcPts val="370"/>
              </a:spcBef>
              <a:spcAft>
                <a:spcPts val="0"/>
              </a:spcAft>
              <a:buSzPct val="76000"/>
              <a:buNone/>
            </a:pPr>
            <a:r>
              <a:rPr b="1" lang="en-IN" sz="2000"/>
              <a:t>Pass n:</a:t>
            </a:r>
            <a:r>
              <a:rPr lang="en-IN" sz="2000"/>
              <a:t> a[n-1] is inserted into its proper place in a[0], a[1], a[2], ……….a[n-2] so that a[0], a[1], a[2], ……….a[n-1] is sorted array with ‘n’ elements</a:t>
            </a:r>
            <a:endParaRPr sz="2000"/>
          </a:p>
        </p:txBody>
      </p:sp>
      <p:sp>
        <p:nvSpPr>
          <p:cNvPr id="887" name="Google Shape;887;p6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888" name="Google Shape;888;p6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889" name="Google Shape;889;p6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64"/>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sz="2400"/>
              <a:t>Insertion Sort-</a:t>
            </a:r>
            <a:endParaRPr b="1" sz="2400"/>
          </a:p>
        </p:txBody>
      </p:sp>
      <p:sp>
        <p:nvSpPr>
          <p:cNvPr id="895" name="Google Shape;895;p6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896" name="Google Shape;896;p6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897" name="Google Shape;897;p6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898" name="Google Shape;898;p64"/>
          <p:cNvPicPr preferRelativeResize="0"/>
          <p:nvPr/>
        </p:nvPicPr>
        <p:blipFill rotWithShape="1">
          <a:blip r:embed="rId3">
            <a:alphaModFix/>
          </a:blip>
          <a:srcRect b="0" l="0" r="0" t="0"/>
          <a:stretch/>
        </p:blipFill>
        <p:spPr>
          <a:xfrm>
            <a:off x="971600" y="1412776"/>
            <a:ext cx="7632848" cy="4513746"/>
          </a:xfrm>
          <a:prstGeom prst="rect">
            <a:avLst/>
          </a:prstGeom>
          <a:noFill/>
          <a:ln>
            <a:noFill/>
          </a:ln>
        </p:spPr>
      </p:pic>
      <p:graphicFrame>
        <p:nvGraphicFramePr>
          <p:cNvPr id="899" name="Google Shape;899;p64"/>
          <p:cNvGraphicFramePr/>
          <p:nvPr/>
        </p:nvGraphicFramePr>
        <p:xfrm>
          <a:off x="431539" y="2254117"/>
          <a:ext cx="3000000" cy="3000000"/>
        </p:xfrm>
        <a:graphic>
          <a:graphicData uri="http://schemas.openxmlformats.org/drawingml/2006/table">
            <a:tbl>
              <a:tblPr bandRow="1" firstRow="1">
                <a:noFill/>
                <a:tableStyleId>{D33C5BB3-BF26-4D74-9653-DCFB4D055A17}</a:tableStyleId>
              </a:tblPr>
              <a:tblGrid>
                <a:gridCol w="1080125"/>
              </a:tblGrid>
              <a:tr h="408050">
                <a:tc>
                  <a:txBody>
                    <a:bodyPr/>
                    <a:lstStyle/>
                    <a:p>
                      <a:pPr indent="0" lvl="0" marL="0" marR="0" rtl="0" algn="l">
                        <a:spcBef>
                          <a:spcPts val="0"/>
                        </a:spcBef>
                        <a:spcAft>
                          <a:spcPts val="0"/>
                        </a:spcAft>
                        <a:buNone/>
                      </a:pPr>
                      <a:r>
                        <a:rPr lang="en-IN" sz="1800"/>
                        <a:t>Pass 1</a:t>
                      </a:r>
                      <a:endParaRPr sz="1800"/>
                    </a:p>
                  </a:txBody>
                  <a:tcPr marT="45725" marB="45725" marR="91450" marL="91450"/>
                </a:tc>
              </a:tr>
              <a:tr h="408050">
                <a:tc>
                  <a:txBody>
                    <a:bodyPr/>
                    <a:lstStyle/>
                    <a:p>
                      <a:pPr indent="0" lvl="0" marL="0" marR="0" rtl="0" algn="l">
                        <a:spcBef>
                          <a:spcPts val="0"/>
                        </a:spcBef>
                        <a:spcAft>
                          <a:spcPts val="0"/>
                        </a:spcAft>
                        <a:buNone/>
                      </a:pPr>
                      <a:r>
                        <a:rPr lang="en-IN" sz="1800"/>
                        <a:t>Pass 2</a:t>
                      </a:r>
                      <a:endParaRPr sz="1800"/>
                    </a:p>
                  </a:txBody>
                  <a:tcPr marT="45725" marB="45725" marR="91450" marL="91450"/>
                </a:tc>
              </a:tr>
              <a:tr h="408050">
                <a:tc>
                  <a:txBody>
                    <a:bodyPr/>
                    <a:lstStyle/>
                    <a:p>
                      <a:pPr indent="0" lvl="0" marL="0" marR="0" rtl="0" algn="l">
                        <a:spcBef>
                          <a:spcPts val="0"/>
                        </a:spcBef>
                        <a:spcAft>
                          <a:spcPts val="0"/>
                        </a:spcAft>
                        <a:buNone/>
                      </a:pPr>
                      <a:r>
                        <a:rPr lang="en-IN" sz="1800"/>
                        <a:t>Pass 3</a:t>
                      </a:r>
                      <a:endParaRPr sz="1800"/>
                    </a:p>
                  </a:txBody>
                  <a:tcPr marT="45725" marB="45725" marR="91450" marL="91450"/>
                </a:tc>
              </a:tr>
              <a:tr h="408050">
                <a:tc>
                  <a:txBody>
                    <a:bodyPr/>
                    <a:lstStyle/>
                    <a:p>
                      <a:pPr indent="0" lvl="0" marL="0" marR="0" rtl="0" algn="l">
                        <a:spcBef>
                          <a:spcPts val="0"/>
                        </a:spcBef>
                        <a:spcAft>
                          <a:spcPts val="0"/>
                        </a:spcAft>
                        <a:buNone/>
                      </a:pPr>
                      <a:r>
                        <a:rPr lang="en-IN" sz="1800"/>
                        <a:t>Pass 4</a:t>
                      </a:r>
                      <a:endParaRPr sz="1800"/>
                    </a:p>
                  </a:txBody>
                  <a:tcPr marT="45725" marB="45725" marR="91450" marL="91450"/>
                </a:tc>
              </a:tr>
              <a:tr h="408050">
                <a:tc>
                  <a:txBody>
                    <a:bodyPr/>
                    <a:lstStyle/>
                    <a:p>
                      <a:pPr indent="0" lvl="0" marL="0" marR="0" rtl="0" algn="l">
                        <a:spcBef>
                          <a:spcPts val="0"/>
                        </a:spcBef>
                        <a:spcAft>
                          <a:spcPts val="0"/>
                        </a:spcAft>
                        <a:buNone/>
                      </a:pPr>
                      <a:r>
                        <a:rPr lang="en-IN" sz="1800"/>
                        <a:t>Pass 5</a:t>
                      </a:r>
                      <a:endParaRPr sz="1800"/>
                    </a:p>
                  </a:txBody>
                  <a:tcPr marT="45725" marB="45725" marR="91450" marL="91450"/>
                </a:tc>
              </a:tr>
              <a:tr h="408050">
                <a:tc>
                  <a:txBody>
                    <a:bodyPr/>
                    <a:lstStyle/>
                    <a:p>
                      <a:pPr indent="0" lvl="0" marL="0" marR="0" rtl="0" algn="l">
                        <a:spcBef>
                          <a:spcPts val="0"/>
                        </a:spcBef>
                        <a:spcAft>
                          <a:spcPts val="0"/>
                        </a:spcAft>
                        <a:buNone/>
                      </a:pPr>
                      <a:r>
                        <a:rPr lang="en-IN" sz="1800"/>
                        <a:t>Pass</a:t>
                      </a:r>
                      <a:r>
                        <a:rPr lang="en-IN" sz="1800"/>
                        <a:t> 6</a:t>
                      </a:r>
                      <a:endParaRPr sz="1800"/>
                    </a:p>
                  </a:txBody>
                  <a:tcPr marT="45725" marB="45725" marR="91450" marL="91450"/>
                </a:tc>
              </a:tr>
              <a:tr h="408050">
                <a:tc>
                  <a:txBody>
                    <a:bodyPr/>
                    <a:lstStyle/>
                    <a:p>
                      <a:pPr indent="0" lvl="0" marL="0" marR="0" rtl="0" algn="l">
                        <a:spcBef>
                          <a:spcPts val="0"/>
                        </a:spcBef>
                        <a:spcAft>
                          <a:spcPts val="0"/>
                        </a:spcAft>
                        <a:buNone/>
                      </a:pPr>
                      <a:r>
                        <a:rPr lang="en-IN" sz="1800"/>
                        <a:t>Pass 7</a:t>
                      </a:r>
                      <a:endParaRPr sz="1800"/>
                    </a:p>
                  </a:txBody>
                  <a:tcPr marT="45725" marB="45725" marR="91450" marL="91450"/>
                </a:tc>
              </a:tr>
              <a:tr h="408050">
                <a:tc>
                  <a:txBody>
                    <a:bodyPr/>
                    <a:lstStyle/>
                    <a:p>
                      <a:pPr indent="0" lvl="0" marL="0" marR="0" rtl="0" algn="l">
                        <a:spcBef>
                          <a:spcPts val="0"/>
                        </a:spcBef>
                        <a:spcAft>
                          <a:spcPts val="0"/>
                        </a:spcAft>
                        <a:buNone/>
                      </a:pPr>
                      <a:r>
                        <a:rPr lang="en-IN" sz="1800"/>
                        <a:t>Pass 8</a:t>
                      </a:r>
                      <a:endParaRPr sz="1800"/>
                    </a:p>
                  </a:txBody>
                  <a:tcPr marT="45725" marB="45725" marR="91450" marL="91450"/>
                </a:tc>
              </a:tr>
              <a:tr h="408050">
                <a:tc>
                  <a:txBody>
                    <a:bodyPr/>
                    <a:lstStyle/>
                    <a:p>
                      <a:pPr indent="0" lvl="0" marL="0" marR="0" rtl="0" algn="l">
                        <a:spcBef>
                          <a:spcPts val="0"/>
                        </a:spcBef>
                        <a:spcAft>
                          <a:spcPts val="0"/>
                        </a:spcAft>
                        <a:buNone/>
                      </a:pPr>
                      <a:r>
                        <a:rPr lang="en-IN" sz="1800"/>
                        <a:t>Pass</a:t>
                      </a:r>
                      <a:r>
                        <a:rPr lang="en-IN" sz="1800"/>
                        <a:t> 9</a:t>
                      </a:r>
                      <a:endParaRPr sz="1800"/>
                    </a:p>
                  </a:txBody>
                  <a:tcPr marT="45725" marB="45725" marR="91450" marL="91450"/>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65"/>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sz="2400"/>
              <a:t>Algorithm for Insertion Sort-</a:t>
            </a:r>
            <a:endParaRPr b="1" sz="2400"/>
          </a:p>
        </p:txBody>
      </p:sp>
      <p:sp>
        <p:nvSpPr>
          <p:cNvPr id="905" name="Google Shape;905;p65"/>
          <p:cNvSpPr txBox="1"/>
          <p:nvPr>
            <p:ph idx="1" type="body"/>
          </p:nvPr>
        </p:nvSpPr>
        <p:spPr>
          <a:xfrm>
            <a:off x="827584" y="1484784"/>
            <a:ext cx="7704856" cy="4347845"/>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Step 1 − If it is the first element, it is already sorted. return 1;</a:t>
            </a:r>
            <a:endParaRPr/>
          </a:p>
          <a:p>
            <a:pPr indent="-274320" lvl="0" marL="342900" rtl="0" algn="l">
              <a:spcBef>
                <a:spcPts val="400"/>
              </a:spcBef>
              <a:spcAft>
                <a:spcPts val="0"/>
              </a:spcAft>
              <a:buSzPts val="1520"/>
              <a:buChar char="🞇"/>
            </a:pPr>
            <a:r>
              <a:rPr lang="en-IN" sz="2000"/>
              <a:t>Step 2 − Iterate from arr[1] to arr[n-1] over the array. </a:t>
            </a:r>
            <a:endParaRPr sz="2000"/>
          </a:p>
          <a:p>
            <a:pPr indent="-274320" lvl="0" marL="342900" rtl="0" algn="l">
              <a:spcBef>
                <a:spcPts val="400"/>
              </a:spcBef>
              <a:spcAft>
                <a:spcPts val="0"/>
              </a:spcAft>
              <a:buSzPts val="1520"/>
              <a:buChar char="🞇"/>
            </a:pPr>
            <a:r>
              <a:rPr lang="en-IN" sz="2000"/>
              <a:t>Pick the current element and store it separately in a </a:t>
            </a:r>
            <a:r>
              <a:rPr b="1" lang="en-IN" sz="2000"/>
              <a:t>key.</a:t>
            </a:r>
            <a:endParaRPr sz="2000"/>
          </a:p>
          <a:p>
            <a:pPr indent="-274320" lvl="0" marL="342900" rtl="0" algn="l">
              <a:spcBef>
                <a:spcPts val="400"/>
              </a:spcBef>
              <a:spcAft>
                <a:spcPts val="0"/>
              </a:spcAft>
              <a:buSzPts val="1520"/>
              <a:buChar char="🞇"/>
            </a:pPr>
            <a:r>
              <a:rPr lang="en-IN" sz="2000"/>
              <a:t>Step 3 − Compare the key with its predecessors i.e. all elements in the sorted sub-list</a:t>
            </a:r>
            <a:endParaRPr/>
          </a:p>
          <a:p>
            <a:pPr indent="-274320" lvl="0" marL="342900" rtl="0" algn="l">
              <a:spcBef>
                <a:spcPts val="400"/>
              </a:spcBef>
              <a:spcAft>
                <a:spcPts val="0"/>
              </a:spcAft>
              <a:buSzPts val="1520"/>
              <a:buChar char="🞇"/>
            </a:pPr>
            <a:r>
              <a:rPr lang="en-IN" sz="2000"/>
              <a:t>Step 4 − Shift all the elements in the sorted sub-list that are greater than the key towards the right by one position to make space for the key</a:t>
            </a:r>
            <a:endParaRPr sz="2000"/>
          </a:p>
          <a:p>
            <a:pPr indent="-274320" lvl="0" marL="342900" rtl="0" algn="l">
              <a:spcBef>
                <a:spcPts val="400"/>
              </a:spcBef>
              <a:spcAft>
                <a:spcPts val="0"/>
              </a:spcAft>
              <a:buSzPts val="1520"/>
              <a:buChar char="🞇"/>
            </a:pPr>
            <a:r>
              <a:rPr lang="en-IN" sz="2000"/>
              <a:t>Step 5 − Insert the key</a:t>
            </a:r>
            <a:endParaRPr sz="2000"/>
          </a:p>
          <a:p>
            <a:pPr indent="-274320" lvl="0" marL="342900" rtl="0" algn="l">
              <a:spcBef>
                <a:spcPts val="400"/>
              </a:spcBef>
              <a:spcAft>
                <a:spcPts val="0"/>
              </a:spcAft>
              <a:buSzPts val="1520"/>
              <a:buChar char="🞇"/>
            </a:pPr>
            <a:r>
              <a:rPr lang="en-IN" sz="2000"/>
              <a:t>Step 6 − Repeat until list is sorted</a:t>
            </a:r>
            <a:endParaRPr/>
          </a:p>
        </p:txBody>
      </p:sp>
      <p:sp>
        <p:nvSpPr>
          <p:cNvPr id="906" name="Google Shape;906;p6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16-10-2023</a:t>
            </a:r>
            <a:endParaRPr/>
          </a:p>
        </p:txBody>
      </p:sp>
      <p:sp>
        <p:nvSpPr>
          <p:cNvPr id="907" name="Google Shape;907;p6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 Shweta Dhawan Chachra</a:t>
            </a:r>
            <a:endParaRPr/>
          </a:p>
        </p:txBody>
      </p:sp>
      <p:sp>
        <p:nvSpPr>
          <p:cNvPr id="908" name="Google Shape;908;p6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stin">
  <a:themeElements>
    <a:clrScheme name="Austin">
      <a:dk1>
        <a:srgbClr val="000000"/>
      </a:dk1>
      <a:lt1>
        <a:srgbClr val="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2020-11-10T16:42:39Z</dcterms:created>
  <dc:creator>Admin</dc:creator>
</cp:coreProperties>
</file>